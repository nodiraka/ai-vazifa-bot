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</p:sldIdLst>
  <p:sldSz cx="9144000" cy="5143500" type="screen16x9"/>
  <p:notesSz cx="6858000" cy="9144000"/>
  <p:embeddedFontLst>
    <p:embeddedFont>
      <p:font typeface="Assistant" panose="020B0604020202020204" charset="-79"/>
      <p:regular r:id="rId21"/>
      <p:bold r:id="rId22"/>
    </p:embeddedFont>
    <p:embeddedFont>
      <p:font typeface="Cairo" panose="020B0604020202020204" charset="-78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40">
          <p15:clr>
            <a:srgbClr val="9AA0A6"/>
          </p15:clr>
        </p15:guide>
        <p15:guide id="2" pos="90">
          <p15:clr>
            <a:srgbClr val="9AA0A6"/>
          </p15:clr>
        </p15:guide>
        <p15:guide id="3" orient="horz" pos="3147">
          <p15:clr>
            <a:srgbClr val="9AA0A6"/>
          </p15:clr>
        </p15:guide>
        <p15:guide id="4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BBDA19F-C03E-4201-8747-199161196179}">
  <a:tblStyle styleId="{ABBDA19F-C03E-4201-8747-1991611961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>
        <p:guide orient="horz" pos="1440"/>
        <p:guide pos="90"/>
        <p:guide orient="horz" pos="314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13ce2af5b7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13ce2af5b7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13ce2af5b7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13ce2af5b7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13ce2af5b7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13ce2af5b70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1bf0f8ddcef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1bf0f8ddcef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1c112c16285_0_400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2" name="Google Shape;1202;g1c112c16285_0_400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1c112c16285_0_40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1c112c16285_0_40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1c112c16285_0_400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1c112c16285_0_400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1c112c16285_0_400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1c112c16285_0_400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1c112c16285_0_40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1c112c16285_0_40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1c112c16285_0_40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1c112c16285_0_40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1c112c16285_0_40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1c112c16285_0_40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g1c112c16285_0_40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2" name="Google Shape;1762;g1c112c16285_0_40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g13ce2af5b70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3" name="Google Shape;1803;g13ce2af5b70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Google Shape;2225;g1c112c16285_0_40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6" name="Google Shape;2226;g1c112c16285_0_40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g1c112c16285_0_40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4" name="Google Shape;2234;g1c112c16285_0_403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4" name="Google Shape;2554;g1c112c16285_0_40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5" name="Google Shape;2555;g1c112c16285_0_40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8" name="Google Shape;2838;g13ce2af5b7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9" name="Google Shape;2839;g13ce2af5b7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2375" y="974275"/>
            <a:ext cx="4509300" cy="22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22375" y="3384475"/>
            <a:ext cx="2271600" cy="6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395847" y="429789"/>
            <a:ext cx="737019" cy="750767"/>
            <a:chOff x="395847" y="429789"/>
            <a:chExt cx="737019" cy="750767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395847" y="1024364"/>
              <a:ext cx="170569" cy="156192"/>
              <a:chOff x="5117325" y="2664025"/>
              <a:chExt cx="110925" cy="101575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" name="Google Shape;18;p2"/>
            <p:cNvSpPr/>
            <p:nvPr/>
          </p:nvSpPr>
          <p:spPr>
            <a:xfrm rot="655445">
              <a:off x="521423" y="522232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>
              <a:off x="962297" y="429789"/>
              <a:ext cx="170569" cy="156192"/>
              <a:chOff x="5117325" y="2664025"/>
              <a:chExt cx="110925" cy="101575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722375" y="2023750"/>
            <a:ext cx="3929700" cy="156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722375" y="3743992"/>
            <a:ext cx="32982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title" idx="2" hasCustomPrompt="1"/>
          </p:nvPr>
        </p:nvSpPr>
        <p:spPr>
          <a:xfrm>
            <a:off x="850442" y="1090475"/>
            <a:ext cx="1077900" cy="8904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29" name="Google Shape;29;p3"/>
          <p:cNvGrpSpPr/>
          <p:nvPr/>
        </p:nvGrpSpPr>
        <p:grpSpPr>
          <a:xfrm>
            <a:off x="395847" y="429789"/>
            <a:ext cx="737019" cy="750767"/>
            <a:chOff x="395847" y="429789"/>
            <a:chExt cx="737019" cy="750767"/>
          </a:xfrm>
        </p:grpSpPr>
        <p:grpSp>
          <p:nvGrpSpPr>
            <p:cNvPr id="30" name="Google Shape;30;p3"/>
            <p:cNvGrpSpPr/>
            <p:nvPr/>
          </p:nvGrpSpPr>
          <p:grpSpPr>
            <a:xfrm>
              <a:off x="395847" y="1024364"/>
              <a:ext cx="170569" cy="156192"/>
              <a:chOff x="5117325" y="2664025"/>
              <a:chExt cx="110925" cy="101575"/>
            </a:xfrm>
          </p:grpSpPr>
          <p:sp>
            <p:nvSpPr>
              <p:cNvPr id="31" name="Google Shape;31;p3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" name="Google Shape;35;p3"/>
            <p:cNvSpPr/>
            <p:nvPr/>
          </p:nvSpPr>
          <p:spPr>
            <a:xfrm rot="655445">
              <a:off x="521423" y="522232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" name="Google Shape;36;p3"/>
            <p:cNvGrpSpPr/>
            <p:nvPr/>
          </p:nvGrpSpPr>
          <p:grpSpPr>
            <a:xfrm>
              <a:off x="962297" y="429789"/>
              <a:ext cx="170569" cy="156192"/>
              <a:chOff x="5117325" y="2664025"/>
              <a:chExt cx="110925" cy="101575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subTitle" idx="1"/>
          </p:nvPr>
        </p:nvSpPr>
        <p:spPr>
          <a:xfrm>
            <a:off x="1037938" y="2421175"/>
            <a:ext cx="3075300" cy="14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2"/>
          </p:nvPr>
        </p:nvSpPr>
        <p:spPr>
          <a:xfrm>
            <a:off x="5030716" y="2421175"/>
            <a:ext cx="3075300" cy="14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4" name="Google Shape;64;p5"/>
          <p:cNvGrpSpPr/>
          <p:nvPr/>
        </p:nvGrpSpPr>
        <p:grpSpPr>
          <a:xfrm>
            <a:off x="379822" y="287364"/>
            <a:ext cx="662219" cy="1457204"/>
            <a:chOff x="379822" y="287364"/>
            <a:chExt cx="662219" cy="1457204"/>
          </a:xfrm>
        </p:grpSpPr>
        <p:grpSp>
          <p:nvGrpSpPr>
            <p:cNvPr id="65" name="Google Shape;65;p5"/>
            <p:cNvGrpSpPr/>
            <p:nvPr/>
          </p:nvGrpSpPr>
          <p:grpSpPr>
            <a:xfrm>
              <a:off x="379822" y="1588377"/>
              <a:ext cx="170569" cy="156192"/>
              <a:chOff x="5117325" y="2664025"/>
              <a:chExt cx="110925" cy="101575"/>
            </a:xfrm>
          </p:grpSpPr>
          <p:sp>
            <p:nvSpPr>
              <p:cNvPr id="66" name="Google Shape;66;p5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5"/>
            <p:cNvGrpSpPr/>
            <p:nvPr/>
          </p:nvGrpSpPr>
          <p:grpSpPr>
            <a:xfrm>
              <a:off x="871472" y="287364"/>
              <a:ext cx="170569" cy="156192"/>
              <a:chOff x="5117325" y="2664025"/>
              <a:chExt cx="110925" cy="101575"/>
            </a:xfrm>
          </p:grpSpPr>
          <p:sp>
            <p:nvSpPr>
              <p:cNvPr id="71" name="Google Shape;71;p5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" name="Google Shape;75;p5"/>
            <p:cNvSpPr/>
            <p:nvPr/>
          </p:nvSpPr>
          <p:spPr>
            <a:xfrm>
              <a:off x="388175" y="743594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" name="Google Shape;76;p5"/>
          <p:cNvGrpSpPr/>
          <p:nvPr/>
        </p:nvGrpSpPr>
        <p:grpSpPr>
          <a:xfrm>
            <a:off x="8053109" y="3812589"/>
            <a:ext cx="718510" cy="1028117"/>
            <a:chOff x="8053109" y="3812589"/>
            <a:chExt cx="718510" cy="1028117"/>
          </a:xfrm>
        </p:grpSpPr>
        <p:grpSp>
          <p:nvGrpSpPr>
            <p:cNvPr id="77" name="Google Shape;77;p5"/>
            <p:cNvGrpSpPr/>
            <p:nvPr/>
          </p:nvGrpSpPr>
          <p:grpSpPr>
            <a:xfrm flipH="1">
              <a:off x="8053109" y="4684514"/>
              <a:ext cx="170569" cy="156192"/>
              <a:chOff x="5117325" y="2664025"/>
              <a:chExt cx="110925" cy="101575"/>
            </a:xfrm>
          </p:grpSpPr>
          <p:sp>
            <p:nvSpPr>
              <p:cNvPr id="78" name="Google Shape;78;p5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2" name="Google Shape;82;p5"/>
            <p:cNvSpPr/>
            <p:nvPr/>
          </p:nvSpPr>
          <p:spPr>
            <a:xfrm rot="-655445" flipH="1">
              <a:off x="8603546" y="442640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" name="Google Shape;83;p5"/>
            <p:cNvGrpSpPr/>
            <p:nvPr/>
          </p:nvGrpSpPr>
          <p:grpSpPr>
            <a:xfrm flipH="1">
              <a:off x="8595209" y="3812589"/>
              <a:ext cx="170569" cy="156192"/>
              <a:chOff x="5117325" y="2664025"/>
              <a:chExt cx="110925" cy="101575"/>
            </a:xfrm>
          </p:grpSpPr>
          <p:sp>
            <p:nvSpPr>
              <p:cNvPr id="84" name="Google Shape;84;p5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5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5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91" name="Google Shape;91;p6"/>
          <p:cNvGrpSpPr/>
          <p:nvPr/>
        </p:nvGrpSpPr>
        <p:grpSpPr>
          <a:xfrm>
            <a:off x="7887447" y="284614"/>
            <a:ext cx="837919" cy="728092"/>
            <a:chOff x="7887447" y="284614"/>
            <a:chExt cx="837919" cy="728092"/>
          </a:xfrm>
        </p:grpSpPr>
        <p:grpSp>
          <p:nvGrpSpPr>
            <p:cNvPr id="92" name="Google Shape;92;p6"/>
            <p:cNvGrpSpPr/>
            <p:nvPr/>
          </p:nvGrpSpPr>
          <p:grpSpPr>
            <a:xfrm>
              <a:off x="8554797" y="856514"/>
              <a:ext cx="170569" cy="156192"/>
              <a:chOff x="5117325" y="2664025"/>
              <a:chExt cx="110925" cy="101575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6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6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7" name="Google Shape;97;p6"/>
            <p:cNvSpPr/>
            <p:nvPr/>
          </p:nvSpPr>
          <p:spPr>
            <a:xfrm rot="655445">
              <a:off x="8511223" y="36190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8" name="Google Shape;98;p6"/>
            <p:cNvGrpSpPr/>
            <p:nvPr/>
          </p:nvGrpSpPr>
          <p:grpSpPr>
            <a:xfrm>
              <a:off x="7887447" y="284614"/>
              <a:ext cx="170569" cy="156192"/>
              <a:chOff x="5117325" y="2664025"/>
              <a:chExt cx="110925" cy="101575"/>
            </a:xfrm>
          </p:grpSpPr>
          <p:sp>
            <p:nvSpPr>
              <p:cNvPr id="99" name="Google Shape;99;p6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6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6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6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" name="Google Shape;103;p6"/>
          <p:cNvGrpSpPr/>
          <p:nvPr/>
        </p:nvGrpSpPr>
        <p:grpSpPr>
          <a:xfrm>
            <a:off x="437331" y="4508654"/>
            <a:ext cx="542491" cy="336213"/>
            <a:chOff x="437331" y="4508654"/>
            <a:chExt cx="542491" cy="336213"/>
          </a:xfrm>
        </p:grpSpPr>
        <p:grpSp>
          <p:nvGrpSpPr>
            <p:cNvPr id="104" name="Google Shape;104;p6"/>
            <p:cNvGrpSpPr/>
            <p:nvPr/>
          </p:nvGrpSpPr>
          <p:grpSpPr>
            <a:xfrm>
              <a:off x="847157" y="4699324"/>
              <a:ext cx="132665" cy="145543"/>
              <a:chOff x="5197175" y="335700"/>
              <a:chExt cx="86275" cy="94650"/>
            </a:xfrm>
          </p:grpSpPr>
          <p:sp>
            <p:nvSpPr>
              <p:cNvPr id="105" name="Google Shape;105;p6"/>
              <p:cNvSpPr/>
              <p:nvPr/>
            </p:nvSpPr>
            <p:spPr>
              <a:xfrm>
                <a:off x="5235125" y="335700"/>
                <a:ext cx="153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612" h="1657" extrusionOk="0">
                    <a:moveTo>
                      <a:pt x="20" y="1440"/>
                    </a:moveTo>
                    <a:cubicBezTo>
                      <a:pt x="0" y="1223"/>
                      <a:pt x="0" y="986"/>
                      <a:pt x="20" y="750"/>
                    </a:cubicBezTo>
                    <a:cubicBezTo>
                      <a:pt x="40" y="572"/>
                      <a:pt x="20" y="375"/>
                      <a:pt x="138" y="217"/>
                    </a:cubicBezTo>
                    <a:cubicBezTo>
                      <a:pt x="296" y="1"/>
                      <a:pt x="612" y="257"/>
                      <a:pt x="414" y="454"/>
                    </a:cubicBezTo>
                    <a:cubicBezTo>
                      <a:pt x="355" y="750"/>
                      <a:pt x="375" y="1045"/>
                      <a:pt x="395" y="1361"/>
                    </a:cubicBezTo>
                    <a:cubicBezTo>
                      <a:pt x="395" y="1420"/>
                      <a:pt x="395" y="1479"/>
                      <a:pt x="355" y="1538"/>
                    </a:cubicBezTo>
                    <a:cubicBezTo>
                      <a:pt x="257" y="1657"/>
                      <a:pt x="40" y="1597"/>
                      <a:pt x="20" y="14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6"/>
              <p:cNvSpPr/>
              <p:nvPr/>
            </p:nvSpPr>
            <p:spPr>
              <a:xfrm>
                <a:off x="5254825" y="381550"/>
                <a:ext cx="28625" cy="9375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375" extrusionOk="0">
                    <a:moveTo>
                      <a:pt x="198" y="375"/>
                    </a:moveTo>
                    <a:cubicBezTo>
                      <a:pt x="100" y="375"/>
                      <a:pt x="1" y="296"/>
                      <a:pt x="1" y="197"/>
                    </a:cubicBezTo>
                    <a:cubicBezTo>
                      <a:pt x="1" y="99"/>
                      <a:pt x="100" y="0"/>
                      <a:pt x="198" y="0"/>
                    </a:cubicBezTo>
                    <a:lnTo>
                      <a:pt x="908" y="0"/>
                    </a:lnTo>
                    <a:cubicBezTo>
                      <a:pt x="1144" y="20"/>
                      <a:pt x="1144" y="375"/>
                      <a:pt x="908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6"/>
              <p:cNvSpPr/>
              <p:nvPr/>
            </p:nvSpPr>
            <p:spPr>
              <a:xfrm>
                <a:off x="5230200" y="400750"/>
                <a:ext cx="15800" cy="2960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84" extrusionOk="0">
                    <a:moveTo>
                      <a:pt x="158" y="1026"/>
                    </a:moveTo>
                    <a:cubicBezTo>
                      <a:pt x="158" y="770"/>
                      <a:pt x="0" y="21"/>
                      <a:pt x="375" y="1"/>
                    </a:cubicBezTo>
                    <a:cubicBezTo>
                      <a:pt x="533" y="1"/>
                      <a:pt x="631" y="218"/>
                      <a:pt x="513" y="316"/>
                    </a:cubicBezTo>
                    <a:cubicBezTo>
                      <a:pt x="473" y="474"/>
                      <a:pt x="493" y="652"/>
                      <a:pt x="513" y="809"/>
                    </a:cubicBezTo>
                    <a:cubicBezTo>
                      <a:pt x="513" y="947"/>
                      <a:pt x="552" y="1144"/>
                      <a:pt x="355" y="1184"/>
                    </a:cubicBezTo>
                    <a:cubicBezTo>
                      <a:pt x="257" y="1184"/>
                      <a:pt x="158" y="1125"/>
                      <a:pt x="158" y="10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6"/>
              <p:cNvSpPr/>
              <p:nvPr/>
            </p:nvSpPr>
            <p:spPr>
              <a:xfrm>
                <a:off x="5197175" y="384500"/>
                <a:ext cx="276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1105" h="494" extrusionOk="0">
                    <a:moveTo>
                      <a:pt x="20" y="335"/>
                    </a:moveTo>
                    <a:cubicBezTo>
                      <a:pt x="0" y="237"/>
                      <a:pt x="79" y="138"/>
                      <a:pt x="178" y="119"/>
                    </a:cubicBezTo>
                    <a:cubicBezTo>
                      <a:pt x="414" y="99"/>
                      <a:pt x="651" y="79"/>
                      <a:pt x="888" y="20"/>
                    </a:cubicBezTo>
                    <a:cubicBezTo>
                      <a:pt x="986" y="0"/>
                      <a:pt x="1065" y="99"/>
                      <a:pt x="1085" y="178"/>
                    </a:cubicBezTo>
                    <a:cubicBezTo>
                      <a:pt x="1104" y="276"/>
                      <a:pt x="1026" y="375"/>
                      <a:pt x="927" y="395"/>
                    </a:cubicBezTo>
                    <a:cubicBezTo>
                      <a:pt x="690" y="434"/>
                      <a:pt x="454" y="454"/>
                      <a:pt x="237" y="493"/>
                    </a:cubicBezTo>
                    <a:cubicBezTo>
                      <a:pt x="138" y="493"/>
                      <a:pt x="40" y="434"/>
                      <a:pt x="20" y="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9" name="Google Shape;109;p6"/>
            <p:cNvSpPr/>
            <p:nvPr/>
          </p:nvSpPr>
          <p:spPr>
            <a:xfrm rot="655445">
              <a:off x="451523" y="4521745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7"/>
          <p:cNvSpPr txBox="1">
            <a:spLocks noGrp="1"/>
          </p:cNvSpPr>
          <p:nvPr>
            <p:ph type="body" idx="1"/>
          </p:nvPr>
        </p:nvSpPr>
        <p:spPr>
          <a:xfrm>
            <a:off x="722375" y="2329525"/>
            <a:ext cx="4336500" cy="145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7"/>
          <p:cNvSpPr>
            <a:spLocks noGrp="1"/>
          </p:cNvSpPr>
          <p:nvPr>
            <p:ph type="pic" idx="2"/>
          </p:nvPr>
        </p:nvSpPr>
        <p:spPr>
          <a:xfrm>
            <a:off x="5164675" y="1683075"/>
            <a:ext cx="3256800" cy="27453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115" name="Google Shape;115;p7"/>
          <p:cNvGrpSpPr/>
          <p:nvPr/>
        </p:nvGrpSpPr>
        <p:grpSpPr>
          <a:xfrm>
            <a:off x="8253047" y="3933027"/>
            <a:ext cx="585135" cy="911842"/>
            <a:chOff x="8253047" y="3933027"/>
            <a:chExt cx="585135" cy="911842"/>
          </a:xfrm>
        </p:grpSpPr>
        <p:grpSp>
          <p:nvGrpSpPr>
            <p:cNvPr id="116" name="Google Shape;116;p7"/>
            <p:cNvGrpSpPr/>
            <p:nvPr/>
          </p:nvGrpSpPr>
          <p:grpSpPr>
            <a:xfrm flipH="1">
              <a:off x="8253047" y="4688677"/>
              <a:ext cx="170569" cy="156192"/>
              <a:chOff x="5117325" y="2664025"/>
              <a:chExt cx="110925" cy="101575"/>
            </a:xfrm>
          </p:grpSpPr>
          <p:sp>
            <p:nvSpPr>
              <p:cNvPr id="117" name="Google Shape;117;p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1" name="Google Shape;121;p7"/>
            <p:cNvSpPr/>
            <p:nvPr/>
          </p:nvSpPr>
          <p:spPr>
            <a:xfrm rot="-655445" flipH="1">
              <a:off x="8670108" y="430670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2" name="Google Shape;122;p7"/>
            <p:cNvGrpSpPr/>
            <p:nvPr/>
          </p:nvGrpSpPr>
          <p:grpSpPr>
            <a:xfrm flipH="1">
              <a:off x="8597047" y="3933027"/>
              <a:ext cx="170569" cy="156192"/>
              <a:chOff x="5117325" y="2664025"/>
              <a:chExt cx="110925" cy="101575"/>
            </a:xfrm>
          </p:grpSpPr>
          <p:sp>
            <p:nvSpPr>
              <p:cNvPr id="123" name="Google Shape;123;p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7" name="Google Shape;127;p7"/>
          <p:cNvGrpSpPr/>
          <p:nvPr/>
        </p:nvGrpSpPr>
        <p:grpSpPr>
          <a:xfrm>
            <a:off x="395847" y="3933014"/>
            <a:ext cx="653684" cy="911853"/>
            <a:chOff x="395847" y="3933014"/>
            <a:chExt cx="653684" cy="911853"/>
          </a:xfrm>
        </p:grpSpPr>
        <p:grpSp>
          <p:nvGrpSpPr>
            <p:cNvPr id="128" name="Google Shape;128;p7"/>
            <p:cNvGrpSpPr/>
            <p:nvPr/>
          </p:nvGrpSpPr>
          <p:grpSpPr>
            <a:xfrm flipH="1">
              <a:off x="916866" y="4699324"/>
              <a:ext cx="132665" cy="145543"/>
              <a:chOff x="5197175" y="335700"/>
              <a:chExt cx="86275" cy="94650"/>
            </a:xfrm>
          </p:grpSpPr>
          <p:sp>
            <p:nvSpPr>
              <p:cNvPr id="129" name="Google Shape;129;p7"/>
              <p:cNvSpPr/>
              <p:nvPr/>
            </p:nvSpPr>
            <p:spPr>
              <a:xfrm>
                <a:off x="5235125" y="335700"/>
                <a:ext cx="153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612" h="1657" extrusionOk="0">
                    <a:moveTo>
                      <a:pt x="20" y="1440"/>
                    </a:moveTo>
                    <a:cubicBezTo>
                      <a:pt x="0" y="1223"/>
                      <a:pt x="0" y="986"/>
                      <a:pt x="20" y="750"/>
                    </a:cubicBezTo>
                    <a:cubicBezTo>
                      <a:pt x="40" y="572"/>
                      <a:pt x="20" y="375"/>
                      <a:pt x="138" y="217"/>
                    </a:cubicBezTo>
                    <a:cubicBezTo>
                      <a:pt x="296" y="1"/>
                      <a:pt x="612" y="257"/>
                      <a:pt x="414" y="454"/>
                    </a:cubicBezTo>
                    <a:cubicBezTo>
                      <a:pt x="355" y="750"/>
                      <a:pt x="375" y="1045"/>
                      <a:pt x="395" y="1361"/>
                    </a:cubicBezTo>
                    <a:cubicBezTo>
                      <a:pt x="395" y="1420"/>
                      <a:pt x="395" y="1479"/>
                      <a:pt x="355" y="1538"/>
                    </a:cubicBezTo>
                    <a:cubicBezTo>
                      <a:pt x="257" y="1657"/>
                      <a:pt x="40" y="1597"/>
                      <a:pt x="20" y="14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7"/>
              <p:cNvSpPr/>
              <p:nvPr/>
            </p:nvSpPr>
            <p:spPr>
              <a:xfrm>
                <a:off x="5254825" y="381550"/>
                <a:ext cx="28625" cy="9375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375" extrusionOk="0">
                    <a:moveTo>
                      <a:pt x="198" y="375"/>
                    </a:moveTo>
                    <a:cubicBezTo>
                      <a:pt x="100" y="375"/>
                      <a:pt x="1" y="296"/>
                      <a:pt x="1" y="197"/>
                    </a:cubicBezTo>
                    <a:cubicBezTo>
                      <a:pt x="1" y="99"/>
                      <a:pt x="100" y="0"/>
                      <a:pt x="198" y="0"/>
                    </a:cubicBezTo>
                    <a:lnTo>
                      <a:pt x="908" y="0"/>
                    </a:lnTo>
                    <a:cubicBezTo>
                      <a:pt x="1144" y="20"/>
                      <a:pt x="1144" y="375"/>
                      <a:pt x="908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7"/>
              <p:cNvSpPr/>
              <p:nvPr/>
            </p:nvSpPr>
            <p:spPr>
              <a:xfrm>
                <a:off x="5230200" y="400750"/>
                <a:ext cx="15800" cy="2960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84" extrusionOk="0">
                    <a:moveTo>
                      <a:pt x="158" y="1026"/>
                    </a:moveTo>
                    <a:cubicBezTo>
                      <a:pt x="158" y="770"/>
                      <a:pt x="0" y="21"/>
                      <a:pt x="375" y="1"/>
                    </a:cubicBezTo>
                    <a:cubicBezTo>
                      <a:pt x="533" y="1"/>
                      <a:pt x="631" y="218"/>
                      <a:pt x="513" y="316"/>
                    </a:cubicBezTo>
                    <a:cubicBezTo>
                      <a:pt x="473" y="474"/>
                      <a:pt x="493" y="652"/>
                      <a:pt x="513" y="809"/>
                    </a:cubicBezTo>
                    <a:cubicBezTo>
                      <a:pt x="513" y="947"/>
                      <a:pt x="552" y="1144"/>
                      <a:pt x="355" y="1184"/>
                    </a:cubicBezTo>
                    <a:cubicBezTo>
                      <a:pt x="257" y="1184"/>
                      <a:pt x="158" y="1125"/>
                      <a:pt x="158" y="10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7"/>
              <p:cNvSpPr/>
              <p:nvPr/>
            </p:nvSpPr>
            <p:spPr>
              <a:xfrm>
                <a:off x="5197175" y="384500"/>
                <a:ext cx="276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1105" h="494" extrusionOk="0">
                    <a:moveTo>
                      <a:pt x="20" y="335"/>
                    </a:moveTo>
                    <a:cubicBezTo>
                      <a:pt x="0" y="237"/>
                      <a:pt x="79" y="138"/>
                      <a:pt x="178" y="119"/>
                    </a:cubicBezTo>
                    <a:cubicBezTo>
                      <a:pt x="414" y="99"/>
                      <a:pt x="651" y="79"/>
                      <a:pt x="888" y="20"/>
                    </a:cubicBezTo>
                    <a:cubicBezTo>
                      <a:pt x="986" y="0"/>
                      <a:pt x="1065" y="99"/>
                      <a:pt x="1085" y="178"/>
                    </a:cubicBezTo>
                    <a:cubicBezTo>
                      <a:pt x="1104" y="276"/>
                      <a:pt x="1026" y="375"/>
                      <a:pt x="927" y="395"/>
                    </a:cubicBezTo>
                    <a:cubicBezTo>
                      <a:pt x="690" y="434"/>
                      <a:pt x="454" y="454"/>
                      <a:pt x="237" y="493"/>
                    </a:cubicBezTo>
                    <a:cubicBezTo>
                      <a:pt x="138" y="493"/>
                      <a:pt x="40" y="434"/>
                      <a:pt x="20" y="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3" name="Google Shape;133;p7"/>
            <p:cNvGrpSpPr/>
            <p:nvPr/>
          </p:nvGrpSpPr>
          <p:grpSpPr>
            <a:xfrm flipH="1">
              <a:off x="395847" y="3933014"/>
              <a:ext cx="170569" cy="156192"/>
              <a:chOff x="5117325" y="2664025"/>
              <a:chExt cx="110925" cy="101575"/>
            </a:xfrm>
          </p:grpSpPr>
          <p:sp>
            <p:nvSpPr>
              <p:cNvPr id="134" name="Google Shape;134;p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8" name="Google Shape;138;p7"/>
            <p:cNvSpPr/>
            <p:nvPr/>
          </p:nvSpPr>
          <p:spPr>
            <a:xfrm rot="-655445" flipH="1">
              <a:off x="449058" y="4521745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"/>
          <p:cNvSpPr txBox="1">
            <a:spLocks noGrp="1"/>
          </p:cNvSpPr>
          <p:nvPr>
            <p:ph type="title"/>
          </p:nvPr>
        </p:nvSpPr>
        <p:spPr>
          <a:xfrm>
            <a:off x="1190550" y="1197625"/>
            <a:ext cx="6762900" cy="274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42" name="Google Shape;142;p8"/>
          <p:cNvGrpSpPr/>
          <p:nvPr/>
        </p:nvGrpSpPr>
        <p:grpSpPr>
          <a:xfrm>
            <a:off x="379822" y="287364"/>
            <a:ext cx="662219" cy="1457204"/>
            <a:chOff x="379822" y="287364"/>
            <a:chExt cx="662219" cy="1457204"/>
          </a:xfrm>
        </p:grpSpPr>
        <p:grpSp>
          <p:nvGrpSpPr>
            <p:cNvPr id="143" name="Google Shape;143;p8"/>
            <p:cNvGrpSpPr/>
            <p:nvPr/>
          </p:nvGrpSpPr>
          <p:grpSpPr>
            <a:xfrm>
              <a:off x="379822" y="1588377"/>
              <a:ext cx="170569" cy="156192"/>
              <a:chOff x="5117325" y="2664025"/>
              <a:chExt cx="110925" cy="101575"/>
            </a:xfrm>
          </p:grpSpPr>
          <p:sp>
            <p:nvSpPr>
              <p:cNvPr id="144" name="Google Shape;144;p8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8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8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8"/>
            <p:cNvGrpSpPr/>
            <p:nvPr/>
          </p:nvGrpSpPr>
          <p:grpSpPr>
            <a:xfrm>
              <a:off x="871472" y="287364"/>
              <a:ext cx="170569" cy="156192"/>
              <a:chOff x="5117325" y="2664025"/>
              <a:chExt cx="110925" cy="101575"/>
            </a:xfrm>
          </p:grpSpPr>
          <p:sp>
            <p:nvSpPr>
              <p:cNvPr id="149" name="Google Shape;149;p8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8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8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8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" name="Google Shape;153;p8"/>
            <p:cNvSpPr/>
            <p:nvPr/>
          </p:nvSpPr>
          <p:spPr>
            <a:xfrm>
              <a:off x="388175" y="743594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" name="Google Shape;154;p8"/>
          <p:cNvGrpSpPr/>
          <p:nvPr/>
        </p:nvGrpSpPr>
        <p:grpSpPr>
          <a:xfrm>
            <a:off x="8053109" y="3812589"/>
            <a:ext cx="718510" cy="1028117"/>
            <a:chOff x="8053109" y="3812589"/>
            <a:chExt cx="718510" cy="1028117"/>
          </a:xfrm>
        </p:grpSpPr>
        <p:grpSp>
          <p:nvGrpSpPr>
            <p:cNvPr id="155" name="Google Shape;155;p8"/>
            <p:cNvGrpSpPr/>
            <p:nvPr/>
          </p:nvGrpSpPr>
          <p:grpSpPr>
            <a:xfrm flipH="1">
              <a:off x="8053109" y="4684514"/>
              <a:ext cx="170569" cy="156192"/>
              <a:chOff x="5117325" y="2664025"/>
              <a:chExt cx="110925" cy="101575"/>
            </a:xfrm>
          </p:grpSpPr>
          <p:sp>
            <p:nvSpPr>
              <p:cNvPr id="156" name="Google Shape;156;p8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8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8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8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" name="Google Shape;160;p8"/>
            <p:cNvSpPr/>
            <p:nvPr/>
          </p:nvSpPr>
          <p:spPr>
            <a:xfrm rot="-655445" flipH="1">
              <a:off x="8603546" y="442640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" name="Google Shape;161;p8"/>
            <p:cNvGrpSpPr/>
            <p:nvPr/>
          </p:nvGrpSpPr>
          <p:grpSpPr>
            <a:xfrm flipH="1">
              <a:off x="8595209" y="3812589"/>
              <a:ext cx="170569" cy="156192"/>
              <a:chOff x="5117325" y="2664025"/>
              <a:chExt cx="110925" cy="101575"/>
            </a:xfrm>
          </p:grpSpPr>
          <p:sp>
            <p:nvSpPr>
              <p:cNvPr id="162" name="Google Shape;162;p8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8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8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8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9"/>
          <p:cNvSpPr txBox="1">
            <a:spLocks noGrp="1"/>
          </p:cNvSpPr>
          <p:nvPr>
            <p:ph type="title"/>
          </p:nvPr>
        </p:nvSpPr>
        <p:spPr>
          <a:xfrm>
            <a:off x="863480" y="1368975"/>
            <a:ext cx="3465600" cy="11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9"/>
          <p:cNvSpPr txBox="1">
            <a:spLocks noGrp="1"/>
          </p:cNvSpPr>
          <p:nvPr>
            <p:ph type="subTitle" idx="1"/>
          </p:nvPr>
        </p:nvSpPr>
        <p:spPr>
          <a:xfrm>
            <a:off x="863480" y="2754225"/>
            <a:ext cx="3465600" cy="10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0" name="Google Shape;170;p9"/>
          <p:cNvGrpSpPr/>
          <p:nvPr/>
        </p:nvGrpSpPr>
        <p:grpSpPr>
          <a:xfrm>
            <a:off x="379822" y="3812589"/>
            <a:ext cx="182266" cy="791400"/>
            <a:chOff x="379822" y="3812589"/>
            <a:chExt cx="182266" cy="791400"/>
          </a:xfrm>
        </p:grpSpPr>
        <p:sp>
          <p:nvSpPr>
            <p:cNvPr id="171" name="Google Shape;171;p9"/>
            <p:cNvSpPr/>
            <p:nvPr/>
          </p:nvSpPr>
          <p:spPr>
            <a:xfrm rot="655445">
              <a:off x="394014" y="442640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9"/>
            <p:cNvGrpSpPr/>
            <p:nvPr/>
          </p:nvGrpSpPr>
          <p:grpSpPr>
            <a:xfrm>
              <a:off x="385663" y="3812589"/>
              <a:ext cx="170569" cy="156192"/>
              <a:chOff x="5117325" y="2664025"/>
              <a:chExt cx="110925" cy="101575"/>
            </a:xfrm>
          </p:grpSpPr>
          <p:sp>
            <p:nvSpPr>
              <p:cNvPr id="173" name="Google Shape;173;p9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9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9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9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7" name="Google Shape;177;p9"/>
          <p:cNvGrpSpPr/>
          <p:nvPr/>
        </p:nvGrpSpPr>
        <p:grpSpPr>
          <a:xfrm flipH="1">
            <a:off x="8109400" y="287364"/>
            <a:ext cx="662219" cy="1457204"/>
            <a:chOff x="379822" y="287364"/>
            <a:chExt cx="662219" cy="1457204"/>
          </a:xfrm>
        </p:grpSpPr>
        <p:grpSp>
          <p:nvGrpSpPr>
            <p:cNvPr id="178" name="Google Shape;178;p9"/>
            <p:cNvGrpSpPr/>
            <p:nvPr/>
          </p:nvGrpSpPr>
          <p:grpSpPr>
            <a:xfrm>
              <a:off x="379822" y="1588377"/>
              <a:ext cx="170569" cy="156192"/>
              <a:chOff x="5117325" y="2664025"/>
              <a:chExt cx="110925" cy="101575"/>
            </a:xfrm>
          </p:grpSpPr>
          <p:sp>
            <p:nvSpPr>
              <p:cNvPr id="179" name="Google Shape;179;p9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9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9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9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9"/>
            <p:cNvGrpSpPr/>
            <p:nvPr/>
          </p:nvGrpSpPr>
          <p:grpSpPr>
            <a:xfrm>
              <a:off x="871472" y="287364"/>
              <a:ext cx="170569" cy="156192"/>
              <a:chOff x="5117325" y="2664025"/>
              <a:chExt cx="110925" cy="101575"/>
            </a:xfrm>
          </p:grpSpPr>
          <p:sp>
            <p:nvSpPr>
              <p:cNvPr id="184" name="Google Shape;184;p9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9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9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9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8" name="Google Shape;188;p9"/>
            <p:cNvSpPr/>
            <p:nvPr/>
          </p:nvSpPr>
          <p:spPr>
            <a:xfrm>
              <a:off x="388175" y="743594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0" name="Google Shape;220;p13"/>
          <p:cNvSpPr txBox="1">
            <a:spLocks noGrp="1"/>
          </p:cNvSpPr>
          <p:nvPr>
            <p:ph type="subTitle" idx="1"/>
          </p:nvPr>
        </p:nvSpPr>
        <p:spPr>
          <a:xfrm>
            <a:off x="2227169" y="2055148"/>
            <a:ext cx="202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3"/>
          <p:cNvSpPr txBox="1">
            <a:spLocks noGrp="1"/>
          </p:cNvSpPr>
          <p:nvPr>
            <p:ph type="title" idx="2" hasCustomPrompt="1"/>
          </p:nvPr>
        </p:nvSpPr>
        <p:spPr>
          <a:xfrm>
            <a:off x="1319900" y="1807162"/>
            <a:ext cx="819000" cy="6792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22" name="Google Shape;222;p13"/>
          <p:cNvSpPr txBox="1">
            <a:spLocks noGrp="1"/>
          </p:cNvSpPr>
          <p:nvPr>
            <p:ph type="subTitle" idx="3"/>
          </p:nvPr>
        </p:nvSpPr>
        <p:spPr>
          <a:xfrm>
            <a:off x="5797894" y="2055148"/>
            <a:ext cx="202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3"/>
          <p:cNvSpPr txBox="1">
            <a:spLocks noGrp="1"/>
          </p:cNvSpPr>
          <p:nvPr>
            <p:ph type="title" idx="4" hasCustomPrompt="1"/>
          </p:nvPr>
        </p:nvSpPr>
        <p:spPr>
          <a:xfrm>
            <a:off x="4890675" y="1807162"/>
            <a:ext cx="819000" cy="679200"/>
          </a:xfrm>
          <a:prstGeom prst="rect">
            <a:avLst/>
          </a:prstGeom>
          <a:solidFill>
            <a:schemeClr val="accent5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24" name="Google Shape;224;p13"/>
          <p:cNvSpPr txBox="1">
            <a:spLocks noGrp="1"/>
          </p:cNvSpPr>
          <p:nvPr>
            <p:ph type="subTitle" idx="5"/>
          </p:nvPr>
        </p:nvSpPr>
        <p:spPr>
          <a:xfrm>
            <a:off x="2227169" y="3497903"/>
            <a:ext cx="202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13"/>
          <p:cNvSpPr txBox="1">
            <a:spLocks noGrp="1"/>
          </p:cNvSpPr>
          <p:nvPr>
            <p:ph type="title" idx="6" hasCustomPrompt="1"/>
          </p:nvPr>
        </p:nvSpPr>
        <p:spPr>
          <a:xfrm>
            <a:off x="1319900" y="3250038"/>
            <a:ext cx="819000" cy="679200"/>
          </a:xfrm>
          <a:prstGeom prst="rect">
            <a:avLst/>
          </a:prstGeom>
          <a:solidFill>
            <a:schemeClr val="accent6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26" name="Google Shape;226;p13"/>
          <p:cNvSpPr txBox="1">
            <a:spLocks noGrp="1"/>
          </p:cNvSpPr>
          <p:nvPr>
            <p:ph type="subTitle" idx="7"/>
          </p:nvPr>
        </p:nvSpPr>
        <p:spPr>
          <a:xfrm>
            <a:off x="5797894" y="3497900"/>
            <a:ext cx="202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3"/>
          <p:cNvSpPr txBox="1">
            <a:spLocks noGrp="1"/>
          </p:cNvSpPr>
          <p:nvPr>
            <p:ph type="title" idx="8" hasCustomPrompt="1"/>
          </p:nvPr>
        </p:nvSpPr>
        <p:spPr>
          <a:xfrm>
            <a:off x="4890675" y="3250041"/>
            <a:ext cx="819000" cy="679200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28" name="Google Shape;228;p13"/>
          <p:cNvSpPr txBox="1">
            <a:spLocks noGrp="1"/>
          </p:cNvSpPr>
          <p:nvPr>
            <p:ph type="subTitle" idx="9"/>
          </p:nvPr>
        </p:nvSpPr>
        <p:spPr>
          <a:xfrm>
            <a:off x="2227169" y="1705000"/>
            <a:ext cx="20262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229" name="Google Shape;229;p13"/>
          <p:cNvSpPr txBox="1">
            <a:spLocks noGrp="1"/>
          </p:cNvSpPr>
          <p:nvPr>
            <p:ph type="subTitle" idx="13"/>
          </p:nvPr>
        </p:nvSpPr>
        <p:spPr>
          <a:xfrm>
            <a:off x="5797894" y="1705000"/>
            <a:ext cx="20262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230" name="Google Shape;230;p13"/>
          <p:cNvSpPr txBox="1">
            <a:spLocks noGrp="1"/>
          </p:cNvSpPr>
          <p:nvPr>
            <p:ph type="subTitle" idx="14"/>
          </p:nvPr>
        </p:nvSpPr>
        <p:spPr>
          <a:xfrm>
            <a:off x="2227169" y="3147755"/>
            <a:ext cx="20262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231" name="Google Shape;231;p13"/>
          <p:cNvSpPr txBox="1">
            <a:spLocks noGrp="1"/>
          </p:cNvSpPr>
          <p:nvPr>
            <p:ph type="subTitle" idx="15"/>
          </p:nvPr>
        </p:nvSpPr>
        <p:spPr>
          <a:xfrm>
            <a:off x="5797894" y="3147752"/>
            <a:ext cx="20262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grpSp>
        <p:nvGrpSpPr>
          <p:cNvPr id="232" name="Google Shape;232;p13"/>
          <p:cNvGrpSpPr/>
          <p:nvPr/>
        </p:nvGrpSpPr>
        <p:grpSpPr>
          <a:xfrm>
            <a:off x="417272" y="461389"/>
            <a:ext cx="170569" cy="156192"/>
            <a:chOff x="5117325" y="2664025"/>
            <a:chExt cx="110925" cy="101575"/>
          </a:xfrm>
        </p:grpSpPr>
        <p:sp>
          <p:nvSpPr>
            <p:cNvPr id="233" name="Google Shape;233;p13"/>
            <p:cNvSpPr/>
            <p:nvPr/>
          </p:nvSpPr>
          <p:spPr>
            <a:xfrm>
              <a:off x="5166625" y="2664025"/>
              <a:ext cx="9875" cy="38975"/>
            </a:xfrm>
            <a:custGeom>
              <a:avLst/>
              <a:gdLst/>
              <a:ahLst/>
              <a:cxnLst/>
              <a:rect l="l" t="t" r="r" b="b"/>
              <a:pathLst>
                <a:path w="395" h="1559" extrusionOk="0">
                  <a:moveTo>
                    <a:pt x="20" y="1302"/>
                  </a:moveTo>
                  <a:cubicBezTo>
                    <a:pt x="0" y="947"/>
                    <a:pt x="0" y="592"/>
                    <a:pt x="20" y="237"/>
                  </a:cubicBezTo>
                  <a:cubicBezTo>
                    <a:pt x="39" y="1"/>
                    <a:pt x="394" y="1"/>
                    <a:pt x="394" y="237"/>
                  </a:cubicBezTo>
                  <a:cubicBezTo>
                    <a:pt x="375" y="592"/>
                    <a:pt x="375" y="947"/>
                    <a:pt x="375" y="1302"/>
                  </a:cubicBezTo>
                  <a:cubicBezTo>
                    <a:pt x="375" y="1558"/>
                    <a:pt x="20" y="1558"/>
                    <a:pt x="20" y="13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/>
            <p:cNvSpPr/>
            <p:nvPr/>
          </p:nvSpPr>
          <p:spPr>
            <a:xfrm>
              <a:off x="5188800" y="2710375"/>
              <a:ext cx="39450" cy="9875"/>
            </a:xfrm>
            <a:custGeom>
              <a:avLst/>
              <a:gdLst/>
              <a:ahLst/>
              <a:cxnLst/>
              <a:rect l="l" t="t" r="r" b="b"/>
              <a:pathLst>
                <a:path w="1578" h="395" extrusionOk="0">
                  <a:moveTo>
                    <a:pt x="1400" y="375"/>
                  </a:moveTo>
                  <a:cubicBezTo>
                    <a:pt x="1006" y="375"/>
                    <a:pt x="631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631" y="0"/>
                    <a:pt x="1006" y="20"/>
                    <a:pt x="1400" y="20"/>
                  </a:cubicBezTo>
                  <a:cubicBezTo>
                    <a:pt x="1499" y="20"/>
                    <a:pt x="1577" y="99"/>
                    <a:pt x="1577" y="197"/>
                  </a:cubicBezTo>
                  <a:cubicBezTo>
                    <a:pt x="1577" y="296"/>
                    <a:pt x="1499" y="394"/>
                    <a:pt x="1400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3"/>
            <p:cNvSpPr/>
            <p:nvPr/>
          </p:nvSpPr>
          <p:spPr>
            <a:xfrm>
              <a:off x="5165125" y="2723675"/>
              <a:ext cx="11875" cy="41925"/>
            </a:xfrm>
            <a:custGeom>
              <a:avLst/>
              <a:gdLst/>
              <a:ahLst/>
              <a:cxnLst/>
              <a:rect l="l" t="t" r="r" b="b"/>
              <a:pathLst>
                <a:path w="475" h="1677" extrusionOk="0">
                  <a:moveTo>
                    <a:pt x="99" y="1479"/>
                  </a:moveTo>
                  <a:cubicBezTo>
                    <a:pt x="99" y="1164"/>
                    <a:pt x="80" y="848"/>
                    <a:pt x="60" y="533"/>
                  </a:cubicBezTo>
                  <a:cubicBezTo>
                    <a:pt x="60" y="474"/>
                    <a:pt x="60" y="414"/>
                    <a:pt x="40" y="355"/>
                  </a:cubicBezTo>
                  <a:cubicBezTo>
                    <a:pt x="21" y="316"/>
                    <a:pt x="1" y="276"/>
                    <a:pt x="1" y="237"/>
                  </a:cubicBezTo>
                  <a:cubicBezTo>
                    <a:pt x="1" y="60"/>
                    <a:pt x="257" y="0"/>
                    <a:pt x="336" y="138"/>
                  </a:cubicBezTo>
                  <a:cubicBezTo>
                    <a:pt x="454" y="296"/>
                    <a:pt x="415" y="513"/>
                    <a:pt x="435" y="690"/>
                  </a:cubicBezTo>
                  <a:cubicBezTo>
                    <a:pt x="454" y="966"/>
                    <a:pt x="454" y="1223"/>
                    <a:pt x="474" y="1479"/>
                  </a:cubicBezTo>
                  <a:cubicBezTo>
                    <a:pt x="474" y="1578"/>
                    <a:pt x="375" y="1676"/>
                    <a:pt x="277" y="1676"/>
                  </a:cubicBezTo>
                  <a:cubicBezTo>
                    <a:pt x="178" y="1676"/>
                    <a:pt x="99" y="1578"/>
                    <a:pt x="99" y="14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5117325" y="2702475"/>
              <a:ext cx="30575" cy="13325"/>
            </a:xfrm>
            <a:custGeom>
              <a:avLst/>
              <a:gdLst/>
              <a:ahLst/>
              <a:cxnLst/>
              <a:rect l="l" t="t" r="r" b="b"/>
              <a:pathLst>
                <a:path w="1223" h="533" extrusionOk="0">
                  <a:moveTo>
                    <a:pt x="20" y="356"/>
                  </a:moveTo>
                  <a:cubicBezTo>
                    <a:pt x="1" y="257"/>
                    <a:pt x="79" y="158"/>
                    <a:pt x="178" y="139"/>
                  </a:cubicBezTo>
                  <a:cubicBezTo>
                    <a:pt x="454" y="99"/>
                    <a:pt x="730" y="60"/>
                    <a:pt x="986" y="20"/>
                  </a:cubicBezTo>
                  <a:cubicBezTo>
                    <a:pt x="1085" y="1"/>
                    <a:pt x="1183" y="80"/>
                    <a:pt x="1203" y="178"/>
                  </a:cubicBezTo>
                  <a:cubicBezTo>
                    <a:pt x="1223" y="277"/>
                    <a:pt x="1144" y="375"/>
                    <a:pt x="1045" y="375"/>
                  </a:cubicBezTo>
                  <a:cubicBezTo>
                    <a:pt x="769" y="434"/>
                    <a:pt x="493" y="474"/>
                    <a:pt x="217" y="513"/>
                  </a:cubicBezTo>
                  <a:cubicBezTo>
                    <a:pt x="119" y="533"/>
                    <a:pt x="20" y="454"/>
                    <a:pt x="20" y="3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" name="Google Shape;237;p13"/>
          <p:cNvGrpSpPr/>
          <p:nvPr/>
        </p:nvGrpSpPr>
        <p:grpSpPr>
          <a:xfrm>
            <a:off x="8479894" y="445481"/>
            <a:ext cx="176643" cy="188022"/>
            <a:chOff x="2186225" y="235150"/>
            <a:chExt cx="114875" cy="122275"/>
          </a:xfrm>
        </p:grpSpPr>
        <p:sp>
          <p:nvSpPr>
            <p:cNvPr id="238" name="Google Shape;238;p13"/>
            <p:cNvSpPr/>
            <p:nvPr/>
          </p:nvSpPr>
          <p:spPr>
            <a:xfrm>
              <a:off x="2230575" y="235150"/>
              <a:ext cx="14325" cy="47850"/>
            </a:xfrm>
            <a:custGeom>
              <a:avLst/>
              <a:gdLst/>
              <a:ahLst/>
              <a:cxnLst/>
              <a:rect l="l" t="t" r="r" b="b"/>
              <a:pathLst>
                <a:path w="573" h="1914" extrusionOk="0">
                  <a:moveTo>
                    <a:pt x="40" y="1676"/>
                  </a:moveTo>
                  <a:cubicBezTo>
                    <a:pt x="1" y="1400"/>
                    <a:pt x="1" y="1144"/>
                    <a:pt x="1" y="888"/>
                  </a:cubicBezTo>
                  <a:cubicBezTo>
                    <a:pt x="21" y="651"/>
                    <a:pt x="21" y="395"/>
                    <a:pt x="159" y="198"/>
                  </a:cubicBezTo>
                  <a:cubicBezTo>
                    <a:pt x="297" y="1"/>
                    <a:pt x="573" y="218"/>
                    <a:pt x="435" y="415"/>
                  </a:cubicBezTo>
                  <a:cubicBezTo>
                    <a:pt x="316" y="809"/>
                    <a:pt x="375" y="1223"/>
                    <a:pt x="395" y="1617"/>
                  </a:cubicBezTo>
                  <a:cubicBezTo>
                    <a:pt x="415" y="1854"/>
                    <a:pt x="80" y="1913"/>
                    <a:pt x="40" y="16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2260650" y="292825"/>
              <a:ext cx="40450" cy="9375"/>
            </a:xfrm>
            <a:custGeom>
              <a:avLst/>
              <a:gdLst/>
              <a:ahLst/>
              <a:cxnLst/>
              <a:rect l="l" t="t" r="r" b="b"/>
              <a:pathLst>
                <a:path w="1618" h="375" extrusionOk="0">
                  <a:moveTo>
                    <a:pt x="0" y="198"/>
                  </a:moveTo>
                  <a:cubicBezTo>
                    <a:pt x="0" y="99"/>
                    <a:pt x="79" y="20"/>
                    <a:pt x="178" y="20"/>
                  </a:cubicBezTo>
                  <a:cubicBezTo>
                    <a:pt x="612" y="20"/>
                    <a:pt x="1026" y="20"/>
                    <a:pt x="1440" y="0"/>
                  </a:cubicBezTo>
                  <a:cubicBezTo>
                    <a:pt x="1538" y="0"/>
                    <a:pt x="1617" y="99"/>
                    <a:pt x="1617" y="198"/>
                  </a:cubicBezTo>
                  <a:cubicBezTo>
                    <a:pt x="1617" y="276"/>
                    <a:pt x="1538" y="375"/>
                    <a:pt x="1440" y="375"/>
                  </a:cubicBezTo>
                  <a:cubicBezTo>
                    <a:pt x="1026" y="375"/>
                    <a:pt x="612" y="375"/>
                    <a:pt x="178" y="375"/>
                  </a:cubicBezTo>
                  <a:cubicBezTo>
                    <a:pt x="79" y="375"/>
                    <a:pt x="0" y="296"/>
                    <a:pt x="0" y="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3"/>
            <p:cNvSpPr/>
            <p:nvPr/>
          </p:nvSpPr>
          <p:spPr>
            <a:xfrm>
              <a:off x="2228125" y="316475"/>
              <a:ext cx="11350" cy="40950"/>
            </a:xfrm>
            <a:custGeom>
              <a:avLst/>
              <a:gdLst/>
              <a:ahLst/>
              <a:cxnLst/>
              <a:rect l="l" t="t" r="r" b="b"/>
              <a:pathLst>
                <a:path w="454" h="1638" extrusionOk="0">
                  <a:moveTo>
                    <a:pt x="0" y="1460"/>
                  </a:moveTo>
                  <a:cubicBezTo>
                    <a:pt x="0" y="1203"/>
                    <a:pt x="0" y="967"/>
                    <a:pt x="20" y="710"/>
                  </a:cubicBezTo>
                  <a:cubicBezTo>
                    <a:pt x="20" y="592"/>
                    <a:pt x="20" y="474"/>
                    <a:pt x="40" y="356"/>
                  </a:cubicBezTo>
                  <a:cubicBezTo>
                    <a:pt x="40" y="277"/>
                    <a:pt x="40" y="178"/>
                    <a:pt x="99" y="119"/>
                  </a:cubicBezTo>
                  <a:cubicBezTo>
                    <a:pt x="217" y="1"/>
                    <a:pt x="454" y="99"/>
                    <a:pt x="414" y="277"/>
                  </a:cubicBezTo>
                  <a:cubicBezTo>
                    <a:pt x="355" y="671"/>
                    <a:pt x="375" y="1065"/>
                    <a:pt x="375" y="1460"/>
                  </a:cubicBezTo>
                  <a:cubicBezTo>
                    <a:pt x="375" y="1558"/>
                    <a:pt x="276" y="1637"/>
                    <a:pt x="178" y="1637"/>
                  </a:cubicBezTo>
                  <a:cubicBezTo>
                    <a:pt x="79" y="1637"/>
                    <a:pt x="0" y="1558"/>
                    <a:pt x="0" y="1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3"/>
            <p:cNvSpPr/>
            <p:nvPr/>
          </p:nvSpPr>
          <p:spPr>
            <a:xfrm>
              <a:off x="2186225" y="294300"/>
              <a:ext cx="30575" cy="10375"/>
            </a:xfrm>
            <a:custGeom>
              <a:avLst/>
              <a:gdLst/>
              <a:ahLst/>
              <a:cxnLst/>
              <a:rect l="l" t="t" r="r" b="b"/>
              <a:pathLst>
                <a:path w="1223" h="415" extrusionOk="0">
                  <a:moveTo>
                    <a:pt x="139" y="375"/>
                  </a:moveTo>
                  <a:cubicBezTo>
                    <a:pt x="1" y="277"/>
                    <a:pt x="60" y="60"/>
                    <a:pt x="217" y="40"/>
                  </a:cubicBezTo>
                  <a:cubicBezTo>
                    <a:pt x="474" y="20"/>
                    <a:pt x="730" y="1"/>
                    <a:pt x="986" y="1"/>
                  </a:cubicBezTo>
                  <a:cubicBezTo>
                    <a:pt x="1223" y="20"/>
                    <a:pt x="1223" y="375"/>
                    <a:pt x="986" y="375"/>
                  </a:cubicBezTo>
                  <a:cubicBezTo>
                    <a:pt x="769" y="375"/>
                    <a:pt x="572" y="375"/>
                    <a:pt x="375" y="395"/>
                  </a:cubicBezTo>
                  <a:cubicBezTo>
                    <a:pt x="296" y="395"/>
                    <a:pt x="198" y="415"/>
                    <a:pt x="139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2" name="Google Shape;242;p13"/>
          <p:cNvGrpSpPr/>
          <p:nvPr/>
        </p:nvGrpSpPr>
        <p:grpSpPr>
          <a:xfrm>
            <a:off x="369606" y="4328704"/>
            <a:ext cx="342904" cy="494686"/>
            <a:chOff x="369606" y="4328704"/>
            <a:chExt cx="342904" cy="494686"/>
          </a:xfrm>
        </p:grpSpPr>
        <p:grpSp>
          <p:nvGrpSpPr>
            <p:cNvPr id="243" name="Google Shape;243;p13"/>
            <p:cNvGrpSpPr/>
            <p:nvPr/>
          </p:nvGrpSpPr>
          <p:grpSpPr>
            <a:xfrm>
              <a:off x="579845" y="4677846"/>
              <a:ext cx="132665" cy="145543"/>
              <a:chOff x="5197175" y="335700"/>
              <a:chExt cx="86275" cy="94650"/>
            </a:xfrm>
          </p:grpSpPr>
          <p:sp>
            <p:nvSpPr>
              <p:cNvPr id="244" name="Google Shape;244;p13"/>
              <p:cNvSpPr/>
              <p:nvPr/>
            </p:nvSpPr>
            <p:spPr>
              <a:xfrm>
                <a:off x="5235125" y="335700"/>
                <a:ext cx="153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612" h="1657" extrusionOk="0">
                    <a:moveTo>
                      <a:pt x="20" y="1440"/>
                    </a:moveTo>
                    <a:cubicBezTo>
                      <a:pt x="0" y="1223"/>
                      <a:pt x="0" y="986"/>
                      <a:pt x="20" y="750"/>
                    </a:cubicBezTo>
                    <a:cubicBezTo>
                      <a:pt x="40" y="572"/>
                      <a:pt x="20" y="375"/>
                      <a:pt x="138" y="217"/>
                    </a:cubicBezTo>
                    <a:cubicBezTo>
                      <a:pt x="296" y="1"/>
                      <a:pt x="612" y="257"/>
                      <a:pt x="414" y="454"/>
                    </a:cubicBezTo>
                    <a:cubicBezTo>
                      <a:pt x="355" y="750"/>
                      <a:pt x="375" y="1045"/>
                      <a:pt x="395" y="1361"/>
                    </a:cubicBezTo>
                    <a:cubicBezTo>
                      <a:pt x="395" y="1420"/>
                      <a:pt x="395" y="1479"/>
                      <a:pt x="355" y="1538"/>
                    </a:cubicBezTo>
                    <a:cubicBezTo>
                      <a:pt x="257" y="1657"/>
                      <a:pt x="40" y="1597"/>
                      <a:pt x="20" y="14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3"/>
              <p:cNvSpPr/>
              <p:nvPr/>
            </p:nvSpPr>
            <p:spPr>
              <a:xfrm>
                <a:off x="5254825" y="381550"/>
                <a:ext cx="28625" cy="9375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375" extrusionOk="0">
                    <a:moveTo>
                      <a:pt x="198" y="375"/>
                    </a:moveTo>
                    <a:cubicBezTo>
                      <a:pt x="100" y="375"/>
                      <a:pt x="1" y="296"/>
                      <a:pt x="1" y="197"/>
                    </a:cubicBezTo>
                    <a:cubicBezTo>
                      <a:pt x="1" y="99"/>
                      <a:pt x="100" y="0"/>
                      <a:pt x="198" y="0"/>
                    </a:cubicBezTo>
                    <a:lnTo>
                      <a:pt x="908" y="0"/>
                    </a:lnTo>
                    <a:cubicBezTo>
                      <a:pt x="1144" y="20"/>
                      <a:pt x="1144" y="375"/>
                      <a:pt x="908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3"/>
              <p:cNvSpPr/>
              <p:nvPr/>
            </p:nvSpPr>
            <p:spPr>
              <a:xfrm>
                <a:off x="5230200" y="400750"/>
                <a:ext cx="15800" cy="2960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84" extrusionOk="0">
                    <a:moveTo>
                      <a:pt x="158" y="1026"/>
                    </a:moveTo>
                    <a:cubicBezTo>
                      <a:pt x="158" y="770"/>
                      <a:pt x="0" y="21"/>
                      <a:pt x="375" y="1"/>
                    </a:cubicBezTo>
                    <a:cubicBezTo>
                      <a:pt x="533" y="1"/>
                      <a:pt x="631" y="218"/>
                      <a:pt x="513" y="316"/>
                    </a:cubicBezTo>
                    <a:cubicBezTo>
                      <a:pt x="473" y="474"/>
                      <a:pt x="493" y="652"/>
                      <a:pt x="513" y="809"/>
                    </a:cubicBezTo>
                    <a:cubicBezTo>
                      <a:pt x="513" y="947"/>
                      <a:pt x="552" y="1144"/>
                      <a:pt x="355" y="1184"/>
                    </a:cubicBezTo>
                    <a:cubicBezTo>
                      <a:pt x="257" y="1184"/>
                      <a:pt x="158" y="1125"/>
                      <a:pt x="158" y="10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3"/>
              <p:cNvSpPr/>
              <p:nvPr/>
            </p:nvSpPr>
            <p:spPr>
              <a:xfrm>
                <a:off x="5197175" y="384500"/>
                <a:ext cx="276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1105" h="494" extrusionOk="0">
                    <a:moveTo>
                      <a:pt x="20" y="335"/>
                    </a:moveTo>
                    <a:cubicBezTo>
                      <a:pt x="0" y="237"/>
                      <a:pt x="79" y="138"/>
                      <a:pt x="178" y="119"/>
                    </a:cubicBezTo>
                    <a:cubicBezTo>
                      <a:pt x="414" y="99"/>
                      <a:pt x="651" y="79"/>
                      <a:pt x="888" y="20"/>
                    </a:cubicBezTo>
                    <a:cubicBezTo>
                      <a:pt x="986" y="0"/>
                      <a:pt x="1065" y="99"/>
                      <a:pt x="1085" y="178"/>
                    </a:cubicBezTo>
                    <a:cubicBezTo>
                      <a:pt x="1104" y="276"/>
                      <a:pt x="1026" y="375"/>
                      <a:pt x="927" y="395"/>
                    </a:cubicBezTo>
                    <a:cubicBezTo>
                      <a:pt x="690" y="434"/>
                      <a:pt x="454" y="454"/>
                      <a:pt x="237" y="493"/>
                    </a:cubicBezTo>
                    <a:cubicBezTo>
                      <a:pt x="138" y="493"/>
                      <a:pt x="40" y="434"/>
                      <a:pt x="20" y="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" name="Google Shape;248;p13"/>
            <p:cNvSpPr/>
            <p:nvPr/>
          </p:nvSpPr>
          <p:spPr>
            <a:xfrm>
              <a:off x="369606" y="4328704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" name="Google Shape;249;p13"/>
          <p:cNvGrpSpPr/>
          <p:nvPr/>
        </p:nvGrpSpPr>
        <p:grpSpPr>
          <a:xfrm>
            <a:off x="8404484" y="4379291"/>
            <a:ext cx="327488" cy="449415"/>
            <a:chOff x="8404484" y="4379291"/>
            <a:chExt cx="327488" cy="449415"/>
          </a:xfrm>
        </p:grpSpPr>
        <p:grpSp>
          <p:nvGrpSpPr>
            <p:cNvPr id="250" name="Google Shape;250;p13"/>
            <p:cNvGrpSpPr/>
            <p:nvPr/>
          </p:nvGrpSpPr>
          <p:grpSpPr>
            <a:xfrm>
              <a:off x="8404484" y="4672514"/>
              <a:ext cx="170569" cy="156192"/>
              <a:chOff x="5117325" y="2664025"/>
              <a:chExt cx="110925" cy="101575"/>
            </a:xfrm>
          </p:grpSpPr>
          <p:sp>
            <p:nvSpPr>
              <p:cNvPr id="251" name="Google Shape;251;p13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3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3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3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5" name="Google Shape;255;p13"/>
            <p:cNvSpPr/>
            <p:nvPr/>
          </p:nvSpPr>
          <p:spPr>
            <a:xfrm>
              <a:off x="8578088" y="4379291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259" name="Google Shape;259;p14"/>
          <p:cNvGrpSpPr/>
          <p:nvPr/>
        </p:nvGrpSpPr>
        <p:grpSpPr>
          <a:xfrm>
            <a:off x="8336347" y="4720414"/>
            <a:ext cx="170569" cy="156192"/>
            <a:chOff x="5117325" y="2664025"/>
            <a:chExt cx="110925" cy="101575"/>
          </a:xfrm>
        </p:grpSpPr>
        <p:sp>
          <p:nvSpPr>
            <p:cNvPr id="260" name="Google Shape;260;p14"/>
            <p:cNvSpPr/>
            <p:nvPr/>
          </p:nvSpPr>
          <p:spPr>
            <a:xfrm>
              <a:off x="5166625" y="2664025"/>
              <a:ext cx="9875" cy="38975"/>
            </a:xfrm>
            <a:custGeom>
              <a:avLst/>
              <a:gdLst/>
              <a:ahLst/>
              <a:cxnLst/>
              <a:rect l="l" t="t" r="r" b="b"/>
              <a:pathLst>
                <a:path w="395" h="1559" extrusionOk="0">
                  <a:moveTo>
                    <a:pt x="20" y="1302"/>
                  </a:moveTo>
                  <a:cubicBezTo>
                    <a:pt x="0" y="947"/>
                    <a:pt x="0" y="592"/>
                    <a:pt x="20" y="237"/>
                  </a:cubicBezTo>
                  <a:cubicBezTo>
                    <a:pt x="39" y="1"/>
                    <a:pt x="394" y="1"/>
                    <a:pt x="394" y="237"/>
                  </a:cubicBezTo>
                  <a:cubicBezTo>
                    <a:pt x="375" y="592"/>
                    <a:pt x="375" y="947"/>
                    <a:pt x="375" y="1302"/>
                  </a:cubicBezTo>
                  <a:cubicBezTo>
                    <a:pt x="375" y="1558"/>
                    <a:pt x="20" y="1558"/>
                    <a:pt x="20" y="13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5188800" y="2710375"/>
              <a:ext cx="39450" cy="9875"/>
            </a:xfrm>
            <a:custGeom>
              <a:avLst/>
              <a:gdLst/>
              <a:ahLst/>
              <a:cxnLst/>
              <a:rect l="l" t="t" r="r" b="b"/>
              <a:pathLst>
                <a:path w="1578" h="395" extrusionOk="0">
                  <a:moveTo>
                    <a:pt x="1400" y="375"/>
                  </a:moveTo>
                  <a:cubicBezTo>
                    <a:pt x="1006" y="375"/>
                    <a:pt x="631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631" y="0"/>
                    <a:pt x="1006" y="20"/>
                    <a:pt x="1400" y="20"/>
                  </a:cubicBezTo>
                  <a:cubicBezTo>
                    <a:pt x="1499" y="20"/>
                    <a:pt x="1577" y="99"/>
                    <a:pt x="1577" y="197"/>
                  </a:cubicBezTo>
                  <a:cubicBezTo>
                    <a:pt x="1577" y="296"/>
                    <a:pt x="1499" y="394"/>
                    <a:pt x="1400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5165125" y="2723675"/>
              <a:ext cx="11875" cy="41925"/>
            </a:xfrm>
            <a:custGeom>
              <a:avLst/>
              <a:gdLst/>
              <a:ahLst/>
              <a:cxnLst/>
              <a:rect l="l" t="t" r="r" b="b"/>
              <a:pathLst>
                <a:path w="475" h="1677" extrusionOk="0">
                  <a:moveTo>
                    <a:pt x="99" y="1479"/>
                  </a:moveTo>
                  <a:cubicBezTo>
                    <a:pt x="99" y="1164"/>
                    <a:pt x="80" y="848"/>
                    <a:pt x="60" y="533"/>
                  </a:cubicBezTo>
                  <a:cubicBezTo>
                    <a:pt x="60" y="474"/>
                    <a:pt x="60" y="414"/>
                    <a:pt x="40" y="355"/>
                  </a:cubicBezTo>
                  <a:cubicBezTo>
                    <a:pt x="21" y="316"/>
                    <a:pt x="1" y="276"/>
                    <a:pt x="1" y="237"/>
                  </a:cubicBezTo>
                  <a:cubicBezTo>
                    <a:pt x="1" y="60"/>
                    <a:pt x="257" y="0"/>
                    <a:pt x="336" y="138"/>
                  </a:cubicBezTo>
                  <a:cubicBezTo>
                    <a:pt x="454" y="296"/>
                    <a:pt x="415" y="513"/>
                    <a:pt x="435" y="690"/>
                  </a:cubicBezTo>
                  <a:cubicBezTo>
                    <a:pt x="454" y="966"/>
                    <a:pt x="454" y="1223"/>
                    <a:pt x="474" y="1479"/>
                  </a:cubicBezTo>
                  <a:cubicBezTo>
                    <a:pt x="474" y="1578"/>
                    <a:pt x="375" y="1676"/>
                    <a:pt x="277" y="1676"/>
                  </a:cubicBezTo>
                  <a:cubicBezTo>
                    <a:pt x="178" y="1676"/>
                    <a:pt x="99" y="1578"/>
                    <a:pt x="99" y="14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5117325" y="2702475"/>
              <a:ext cx="30575" cy="13325"/>
            </a:xfrm>
            <a:custGeom>
              <a:avLst/>
              <a:gdLst/>
              <a:ahLst/>
              <a:cxnLst/>
              <a:rect l="l" t="t" r="r" b="b"/>
              <a:pathLst>
                <a:path w="1223" h="533" extrusionOk="0">
                  <a:moveTo>
                    <a:pt x="20" y="356"/>
                  </a:moveTo>
                  <a:cubicBezTo>
                    <a:pt x="1" y="257"/>
                    <a:pt x="79" y="158"/>
                    <a:pt x="178" y="139"/>
                  </a:cubicBezTo>
                  <a:cubicBezTo>
                    <a:pt x="454" y="99"/>
                    <a:pt x="730" y="60"/>
                    <a:pt x="986" y="20"/>
                  </a:cubicBezTo>
                  <a:cubicBezTo>
                    <a:pt x="1085" y="1"/>
                    <a:pt x="1183" y="80"/>
                    <a:pt x="1203" y="178"/>
                  </a:cubicBezTo>
                  <a:cubicBezTo>
                    <a:pt x="1223" y="277"/>
                    <a:pt x="1144" y="375"/>
                    <a:pt x="1045" y="375"/>
                  </a:cubicBezTo>
                  <a:cubicBezTo>
                    <a:pt x="769" y="434"/>
                    <a:pt x="493" y="474"/>
                    <a:pt x="217" y="513"/>
                  </a:cubicBezTo>
                  <a:cubicBezTo>
                    <a:pt x="119" y="533"/>
                    <a:pt x="20" y="454"/>
                    <a:pt x="20" y="3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14"/>
          <p:cNvSpPr/>
          <p:nvPr/>
        </p:nvSpPr>
        <p:spPr>
          <a:xfrm rot="655445">
            <a:off x="8626436" y="4150182"/>
            <a:ext cx="153882" cy="164492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5" name="Google Shape;265;p14"/>
          <p:cNvGrpSpPr/>
          <p:nvPr/>
        </p:nvGrpSpPr>
        <p:grpSpPr>
          <a:xfrm>
            <a:off x="8525834" y="3663889"/>
            <a:ext cx="170569" cy="156192"/>
            <a:chOff x="5117325" y="2664025"/>
            <a:chExt cx="110925" cy="101575"/>
          </a:xfrm>
        </p:grpSpPr>
        <p:sp>
          <p:nvSpPr>
            <p:cNvPr id="266" name="Google Shape;266;p14"/>
            <p:cNvSpPr/>
            <p:nvPr/>
          </p:nvSpPr>
          <p:spPr>
            <a:xfrm>
              <a:off x="5166625" y="2664025"/>
              <a:ext cx="9875" cy="38975"/>
            </a:xfrm>
            <a:custGeom>
              <a:avLst/>
              <a:gdLst/>
              <a:ahLst/>
              <a:cxnLst/>
              <a:rect l="l" t="t" r="r" b="b"/>
              <a:pathLst>
                <a:path w="395" h="1559" extrusionOk="0">
                  <a:moveTo>
                    <a:pt x="20" y="1302"/>
                  </a:moveTo>
                  <a:cubicBezTo>
                    <a:pt x="0" y="947"/>
                    <a:pt x="0" y="592"/>
                    <a:pt x="20" y="237"/>
                  </a:cubicBezTo>
                  <a:cubicBezTo>
                    <a:pt x="39" y="1"/>
                    <a:pt x="394" y="1"/>
                    <a:pt x="394" y="237"/>
                  </a:cubicBezTo>
                  <a:cubicBezTo>
                    <a:pt x="375" y="592"/>
                    <a:pt x="375" y="947"/>
                    <a:pt x="375" y="1302"/>
                  </a:cubicBezTo>
                  <a:cubicBezTo>
                    <a:pt x="375" y="1558"/>
                    <a:pt x="20" y="1558"/>
                    <a:pt x="20" y="13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5188800" y="2710375"/>
              <a:ext cx="39450" cy="9875"/>
            </a:xfrm>
            <a:custGeom>
              <a:avLst/>
              <a:gdLst/>
              <a:ahLst/>
              <a:cxnLst/>
              <a:rect l="l" t="t" r="r" b="b"/>
              <a:pathLst>
                <a:path w="1578" h="395" extrusionOk="0">
                  <a:moveTo>
                    <a:pt x="1400" y="375"/>
                  </a:moveTo>
                  <a:cubicBezTo>
                    <a:pt x="1006" y="375"/>
                    <a:pt x="631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631" y="0"/>
                    <a:pt x="1006" y="20"/>
                    <a:pt x="1400" y="20"/>
                  </a:cubicBezTo>
                  <a:cubicBezTo>
                    <a:pt x="1499" y="20"/>
                    <a:pt x="1577" y="99"/>
                    <a:pt x="1577" y="197"/>
                  </a:cubicBezTo>
                  <a:cubicBezTo>
                    <a:pt x="1577" y="296"/>
                    <a:pt x="1499" y="394"/>
                    <a:pt x="1400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5165125" y="2723675"/>
              <a:ext cx="11875" cy="41925"/>
            </a:xfrm>
            <a:custGeom>
              <a:avLst/>
              <a:gdLst/>
              <a:ahLst/>
              <a:cxnLst/>
              <a:rect l="l" t="t" r="r" b="b"/>
              <a:pathLst>
                <a:path w="475" h="1677" extrusionOk="0">
                  <a:moveTo>
                    <a:pt x="99" y="1479"/>
                  </a:moveTo>
                  <a:cubicBezTo>
                    <a:pt x="99" y="1164"/>
                    <a:pt x="80" y="848"/>
                    <a:pt x="60" y="533"/>
                  </a:cubicBezTo>
                  <a:cubicBezTo>
                    <a:pt x="60" y="474"/>
                    <a:pt x="60" y="414"/>
                    <a:pt x="40" y="355"/>
                  </a:cubicBezTo>
                  <a:cubicBezTo>
                    <a:pt x="21" y="316"/>
                    <a:pt x="1" y="276"/>
                    <a:pt x="1" y="237"/>
                  </a:cubicBezTo>
                  <a:cubicBezTo>
                    <a:pt x="1" y="60"/>
                    <a:pt x="257" y="0"/>
                    <a:pt x="336" y="138"/>
                  </a:cubicBezTo>
                  <a:cubicBezTo>
                    <a:pt x="454" y="296"/>
                    <a:pt x="415" y="513"/>
                    <a:pt x="435" y="690"/>
                  </a:cubicBezTo>
                  <a:cubicBezTo>
                    <a:pt x="454" y="966"/>
                    <a:pt x="454" y="1223"/>
                    <a:pt x="474" y="1479"/>
                  </a:cubicBezTo>
                  <a:cubicBezTo>
                    <a:pt x="474" y="1578"/>
                    <a:pt x="375" y="1676"/>
                    <a:pt x="277" y="1676"/>
                  </a:cubicBezTo>
                  <a:cubicBezTo>
                    <a:pt x="178" y="1676"/>
                    <a:pt x="99" y="1578"/>
                    <a:pt x="99" y="14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5117325" y="2702475"/>
              <a:ext cx="30575" cy="13325"/>
            </a:xfrm>
            <a:custGeom>
              <a:avLst/>
              <a:gdLst/>
              <a:ahLst/>
              <a:cxnLst/>
              <a:rect l="l" t="t" r="r" b="b"/>
              <a:pathLst>
                <a:path w="1223" h="533" extrusionOk="0">
                  <a:moveTo>
                    <a:pt x="20" y="356"/>
                  </a:moveTo>
                  <a:cubicBezTo>
                    <a:pt x="1" y="257"/>
                    <a:pt x="79" y="158"/>
                    <a:pt x="178" y="139"/>
                  </a:cubicBezTo>
                  <a:cubicBezTo>
                    <a:pt x="454" y="99"/>
                    <a:pt x="730" y="60"/>
                    <a:pt x="986" y="20"/>
                  </a:cubicBezTo>
                  <a:cubicBezTo>
                    <a:pt x="1085" y="1"/>
                    <a:pt x="1183" y="80"/>
                    <a:pt x="1203" y="178"/>
                  </a:cubicBezTo>
                  <a:cubicBezTo>
                    <a:pt x="1223" y="277"/>
                    <a:pt x="1144" y="375"/>
                    <a:pt x="1045" y="375"/>
                  </a:cubicBezTo>
                  <a:cubicBezTo>
                    <a:pt x="769" y="434"/>
                    <a:pt x="493" y="474"/>
                    <a:pt x="217" y="513"/>
                  </a:cubicBezTo>
                  <a:cubicBezTo>
                    <a:pt x="119" y="533"/>
                    <a:pt x="20" y="454"/>
                    <a:pt x="20" y="3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" name="Google Shape;270;p14"/>
          <p:cNvGrpSpPr/>
          <p:nvPr/>
        </p:nvGrpSpPr>
        <p:grpSpPr>
          <a:xfrm flipH="1">
            <a:off x="380581" y="329554"/>
            <a:ext cx="542491" cy="336213"/>
            <a:chOff x="437331" y="4508654"/>
            <a:chExt cx="542491" cy="336213"/>
          </a:xfrm>
        </p:grpSpPr>
        <p:grpSp>
          <p:nvGrpSpPr>
            <p:cNvPr id="271" name="Google Shape;271;p14"/>
            <p:cNvGrpSpPr/>
            <p:nvPr/>
          </p:nvGrpSpPr>
          <p:grpSpPr>
            <a:xfrm>
              <a:off x="847157" y="4699324"/>
              <a:ext cx="132665" cy="145543"/>
              <a:chOff x="5197175" y="335700"/>
              <a:chExt cx="86275" cy="94650"/>
            </a:xfrm>
          </p:grpSpPr>
          <p:sp>
            <p:nvSpPr>
              <p:cNvPr id="272" name="Google Shape;272;p14"/>
              <p:cNvSpPr/>
              <p:nvPr/>
            </p:nvSpPr>
            <p:spPr>
              <a:xfrm>
                <a:off x="5235125" y="335700"/>
                <a:ext cx="153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612" h="1657" extrusionOk="0">
                    <a:moveTo>
                      <a:pt x="20" y="1440"/>
                    </a:moveTo>
                    <a:cubicBezTo>
                      <a:pt x="0" y="1223"/>
                      <a:pt x="0" y="986"/>
                      <a:pt x="20" y="750"/>
                    </a:cubicBezTo>
                    <a:cubicBezTo>
                      <a:pt x="40" y="572"/>
                      <a:pt x="20" y="375"/>
                      <a:pt x="138" y="217"/>
                    </a:cubicBezTo>
                    <a:cubicBezTo>
                      <a:pt x="296" y="1"/>
                      <a:pt x="612" y="257"/>
                      <a:pt x="414" y="454"/>
                    </a:cubicBezTo>
                    <a:cubicBezTo>
                      <a:pt x="355" y="750"/>
                      <a:pt x="375" y="1045"/>
                      <a:pt x="395" y="1361"/>
                    </a:cubicBezTo>
                    <a:cubicBezTo>
                      <a:pt x="395" y="1420"/>
                      <a:pt x="395" y="1479"/>
                      <a:pt x="355" y="1538"/>
                    </a:cubicBezTo>
                    <a:cubicBezTo>
                      <a:pt x="257" y="1657"/>
                      <a:pt x="40" y="1597"/>
                      <a:pt x="20" y="14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4"/>
              <p:cNvSpPr/>
              <p:nvPr/>
            </p:nvSpPr>
            <p:spPr>
              <a:xfrm>
                <a:off x="5254825" y="381550"/>
                <a:ext cx="28625" cy="9375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375" extrusionOk="0">
                    <a:moveTo>
                      <a:pt x="198" y="375"/>
                    </a:moveTo>
                    <a:cubicBezTo>
                      <a:pt x="100" y="375"/>
                      <a:pt x="1" y="296"/>
                      <a:pt x="1" y="197"/>
                    </a:cubicBezTo>
                    <a:cubicBezTo>
                      <a:pt x="1" y="99"/>
                      <a:pt x="100" y="0"/>
                      <a:pt x="198" y="0"/>
                    </a:cubicBezTo>
                    <a:lnTo>
                      <a:pt x="908" y="0"/>
                    </a:lnTo>
                    <a:cubicBezTo>
                      <a:pt x="1144" y="20"/>
                      <a:pt x="1144" y="375"/>
                      <a:pt x="908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4"/>
              <p:cNvSpPr/>
              <p:nvPr/>
            </p:nvSpPr>
            <p:spPr>
              <a:xfrm>
                <a:off x="5230200" y="400750"/>
                <a:ext cx="15800" cy="2960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84" extrusionOk="0">
                    <a:moveTo>
                      <a:pt x="158" y="1026"/>
                    </a:moveTo>
                    <a:cubicBezTo>
                      <a:pt x="158" y="770"/>
                      <a:pt x="0" y="21"/>
                      <a:pt x="375" y="1"/>
                    </a:cubicBezTo>
                    <a:cubicBezTo>
                      <a:pt x="533" y="1"/>
                      <a:pt x="631" y="218"/>
                      <a:pt x="513" y="316"/>
                    </a:cubicBezTo>
                    <a:cubicBezTo>
                      <a:pt x="473" y="474"/>
                      <a:pt x="493" y="652"/>
                      <a:pt x="513" y="809"/>
                    </a:cubicBezTo>
                    <a:cubicBezTo>
                      <a:pt x="513" y="947"/>
                      <a:pt x="552" y="1144"/>
                      <a:pt x="355" y="1184"/>
                    </a:cubicBezTo>
                    <a:cubicBezTo>
                      <a:pt x="257" y="1184"/>
                      <a:pt x="158" y="1125"/>
                      <a:pt x="158" y="10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4"/>
              <p:cNvSpPr/>
              <p:nvPr/>
            </p:nvSpPr>
            <p:spPr>
              <a:xfrm>
                <a:off x="5197175" y="384500"/>
                <a:ext cx="276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1105" h="494" extrusionOk="0">
                    <a:moveTo>
                      <a:pt x="20" y="335"/>
                    </a:moveTo>
                    <a:cubicBezTo>
                      <a:pt x="0" y="237"/>
                      <a:pt x="79" y="138"/>
                      <a:pt x="178" y="119"/>
                    </a:cubicBezTo>
                    <a:cubicBezTo>
                      <a:pt x="414" y="99"/>
                      <a:pt x="651" y="79"/>
                      <a:pt x="888" y="20"/>
                    </a:cubicBezTo>
                    <a:cubicBezTo>
                      <a:pt x="986" y="0"/>
                      <a:pt x="1065" y="99"/>
                      <a:pt x="1085" y="178"/>
                    </a:cubicBezTo>
                    <a:cubicBezTo>
                      <a:pt x="1104" y="276"/>
                      <a:pt x="1026" y="375"/>
                      <a:pt x="927" y="395"/>
                    </a:cubicBezTo>
                    <a:cubicBezTo>
                      <a:pt x="690" y="434"/>
                      <a:pt x="454" y="454"/>
                      <a:pt x="237" y="493"/>
                    </a:cubicBezTo>
                    <a:cubicBezTo>
                      <a:pt x="138" y="493"/>
                      <a:pt x="40" y="434"/>
                      <a:pt x="20" y="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6" name="Google Shape;276;p14"/>
            <p:cNvSpPr/>
            <p:nvPr/>
          </p:nvSpPr>
          <p:spPr>
            <a:xfrm rot="655445">
              <a:off x="451523" y="4521745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9" name="Google Shape;309;p17"/>
          <p:cNvSpPr txBox="1">
            <a:spLocks noGrp="1"/>
          </p:cNvSpPr>
          <p:nvPr>
            <p:ph type="subTitle" idx="1"/>
          </p:nvPr>
        </p:nvSpPr>
        <p:spPr>
          <a:xfrm>
            <a:off x="5250640" y="2884725"/>
            <a:ext cx="2716800" cy="7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17"/>
          <p:cNvSpPr txBox="1">
            <a:spLocks noGrp="1"/>
          </p:cNvSpPr>
          <p:nvPr>
            <p:ph type="subTitle" idx="2"/>
          </p:nvPr>
        </p:nvSpPr>
        <p:spPr>
          <a:xfrm>
            <a:off x="5250645" y="2534575"/>
            <a:ext cx="27168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311" name="Google Shape;311;p17"/>
          <p:cNvSpPr txBox="1">
            <a:spLocks noGrp="1"/>
          </p:cNvSpPr>
          <p:nvPr>
            <p:ph type="subTitle" idx="3"/>
          </p:nvPr>
        </p:nvSpPr>
        <p:spPr>
          <a:xfrm>
            <a:off x="1176555" y="2884725"/>
            <a:ext cx="2716800" cy="7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17"/>
          <p:cNvSpPr txBox="1">
            <a:spLocks noGrp="1"/>
          </p:cNvSpPr>
          <p:nvPr>
            <p:ph type="subTitle" idx="4"/>
          </p:nvPr>
        </p:nvSpPr>
        <p:spPr>
          <a:xfrm>
            <a:off x="1176555" y="2534575"/>
            <a:ext cx="27168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grpSp>
        <p:nvGrpSpPr>
          <p:cNvPr id="313" name="Google Shape;313;p17"/>
          <p:cNvGrpSpPr/>
          <p:nvPr/>
        </p:nvGrpSpPr>
        <p:grpSpPr>
          <a:xfrm>
            <a:off x="413494" y="353202"/>
            <a:ext cx="737019" cy="750767"/>
            <a:chOff x="395847" y="429789"/>
            <a:chExt cx="737019" cy="750767"/>
          </a:xfrm>
        </p:grpSpPr>
        <p:grpSp>
          <p:nvGrpSpPr>
            <p:cNvPr id="314" name="Google Shape;314;p17"/>
            <p:cNvGrpSpPr/>
            <p:nvPr/>
          </p:nvGrpSpPr>
          <p:grpSpPr>
            <a:xfrm>
              <a:off x="395847" y="1024364"/>
              <a:ext cx="170569" cy="156192"/>
              <a:chOff x="5117325" y="2664025"/>
              <a:chExt cx="110925" cy="101575"/>
            </a:xfrm>
          </p:grpSpPr>
          <p:sp>
            <p:nvSpPr>
              <p:cNvPr id="315" name="Google Shape;315;p1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9" name="Google Shape;319;p17"/>
            <p:cNvSpPr/>
            <p:nvPr/>
          </p:nvSpPr>
          <p:spPr>
            <a:xfrm rot="655445">
              <a:off x="521423" y="522232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0" name="Google Shape;320;p17"/>
            <p:cNvGrpSpPr/>
            <p:nvPr/>
          </p:nvGrpSpPr>
          <p:grpSpPr>
            <a:xfrm>
              <a:off x="962297" y="429789"/>
              <a:ext cx="170569" cy="156192"/>
              <a:chOff x="5117325" y="2664025"/>
              <a:chExt cx="110925" cy="101575"/>
            </a:xfrm>
          </p:grpSpPr>
          <p:sp>
            <p:nvSpPr>
              <p:cNvPr id="321" name="Google Shape;321;p1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1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1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25" name="Google Shape;325;p17"/>
          <p:cNvGrpSpPr/>
          <p:nvPr/>
        </p:nvGrpSpPr>
        <p:grpSpPr>
          <a:xfrm flipH="1">
            <a:off x="292647" y="4237256"/>
            <a:ext cx="324466" cy="550575"/>
            <a:chOff x="292647" y="646331"/>
            <a:chExt cx="324466" cy="550575"/>
          </a:xfrm>
        </p:grpSpPr>
        <p:grpSp>
          <p:nvGrpSpPr>
            <p:cNvPr id="326" name="Google Shape;326;p17"/>
            <p:cNvGrpSpPr/>
            <p:nvPr/>
          </p:nvGrpSpPr>
          <p:grpSpPr>
            <a:xfrm flipH="1">
              <a:off x="292647" y="1040714"/>
              <a:ext cx="170569" cy="156192"/>
              <a:chOff x="5117325" y="2664025"/>
              <a:chExt cx="110925" cy="101575"/>
            </a:xfrm>
          </p:grpSpPr>
          <p:sp>
            <p:nvSpPr>
              <p:cNvPr id="327" name="Google Shape;327;p1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1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1" name="Google Shape;331;p17"/>
            <p:cNvSpPr/>
            <p:nvPr/>
          </p:nvSpPr>
          <p:spPr>
            <a:xfrm flipH="1">
              <a:off x="463228" y="646331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" name="Google Shape;332;p17"/>
          <p:cNvGrpSpPr/>
          <p:nvPr/>
        </p:nvGrpSpPr>
        <p:grpSpPr>
          <a:xfrm flipH="1">
            <a:off x="8512722" y="646331"/>
            <a:ext cx="324466" cy="550575"/>
            <a:chOff x="292647" y="646331"/>
            <a:chExt cx="324466" cy="550575"/>
          </a:xfrm>
        </p:grpSpPr>
        <p:grpSp>
          <p:nvGrpSpPr>
            <p:cNvPr id="333" name="Google Shape;333;p17"/>
            <p:cNvGrpSpPr/>
            <p:nvPr/>
          </p:nvGrpSpPr>
          <p:grpSpPr>
            <a:xfrm flipH="1">
              <a:off x="292647" y="1040714"/>
              <a:ext cx="170569" cy="156192"/>
              <a:chOff x="5117325" y="2664025"/>
              <a:chExt cx="110925" cy="101575"/>
            </a:xfrm>
          </p:grpSpPr>
          <p:sp>
            <p:nvSpPr>
              <p:cNvPr id="334" name="Google Shape;334;p1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1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8" name="Google Shape;338;p17"/>
            <p:cNvSpPr/>
            <p:nvPr/>
          </p:nvSpPr>
          <p:spPr>
            <a:xfrm flipH="1">
              <a:off x="463228" y="646331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9" name="Google Shape;339;p17"/>
          <p:cNvGrpSpPr/>
          <p:nvPr/>
        </p:nvGrpSpPr>
        <p:grpSpPr>
          <a:xfrm flipH="1">
            <a:off x="8080304" y="3933014"/>
            <a:ext cx="653684" cy="911853"/>
            <a:chOff x="395847" y="3933014"/>
            <a:chExt cx="653684" cy="911853"/>
          </a:xfrm>
        </p:grpSpPr>
        <p:grpSp>
          <p:nvGrpSpPr>
            <p:cNvPr id="340" name="Google Shape;340;p17"/>
            <p:cNvGrpSpPr/>
            <p:nvPr/>
          </p:nvGrpSpPr>
          <p:grpSpPr>
            <a:xfrm flipH="1">
              <a:off x="916866" y="4699324"/>
              <a:ext cx="132665" cy="145543"/>
              <a:chOff x="5197175" y="335700"/>
              <a:chExt cx="86275" cy="94650"/>
            </a:xfrm>
          </p:grpSpPr>
          <p:sp>
            <p:nvSpPr>
              <p:cNvPr id="341" name="Google Shape;341;p17"/>
              <p:cNvSpPr/>
              <p:nvPr/>
            </p:nvSpPr>
            <p:spPr>
              <a:xfrm>
                <a:off x="5235125" y="335700"/>
                <a:ext cx="153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612" h="1657" extrusionOk="0">
                    <a:moveTo>
                      <a:pt x="20" y="1440"/>
                    </a:moveTo>
                    <a:cubicBezTo>
                      <a:pt x="0" y="1223"/>
                      <a:pt x="0" y="986"/>
                      <a:pt x="20" y="750"/>
                    </a:cubicBezTo>
                    <a:cubicBezTo>
                      <a:pt x="40" y="572"/>
                      <a:pt x="20" y="375"/>
                      <a:pt x="138" y="217"/>
                    </a:cubicBezTo>
                    <a:cubicBezTo>
                      <a:pt x="296" y="1"/>
                      <a:pt x="612" y="257"/>
                      <a:pt x="414" y="454"/>
                    </a:cubicBezTo>
                    <a:cubicBezTo>
                      <a:pt x="355" y="750"/>
                      <a:pt x="375" y="1045"/>
                      <a:pt x="395" y="1361"/>
                    </a:cubicBezTo>
                    <a:cubicBezTo>
                      <a:pt x="395" y="1420"/>
                      <a:pt x="395" y="1479"/>
                      <a:pt x="355" y="1538"/>
                    </a:cubicBezTo>
                    <a:cubicBezTo>
                      <a:pt x="257" y="1657"/>
                      <a:pt x="40" y="1597"/>
                      <a:pt x="20" y="14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7"/>
              <p:cNvSpPr/>
              <p:nvPr/>
            </p:nvSpPr>
            <p:spPr>
              <a:xfrm>
                <a:off x="5254825" y="381550"/>
                <a:ext cx="28625" cy="9375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375" extrusionOk="0">
                    <a:moveTo>
                      <a:pt x="198" y="375"/>
                    </a:moveTo>
                    <a:cubicBezTo>
                      <a:pt x="100" y="375"/>
                      <a:pt x="1" y="296"/>
                      <a:pt x="1" y="197"/>
                    </a:cubicBezTo>
                    <a:cubicBezTo>
                      <a:pt x="1" y="99"/>
                      <a:pt x="100" y="0"/>
                      <a:pt x="198" y="0"/>
                    </a:cubicBezTo>
                    <a:lnTo>
                      <a:pt x="908" y="0"/>
                    </a:lnTo>
                    <a:cubicBezTo>
                      <a:pt x="1144" y="20"/>
                      <a:pt x="1144" y="375"/>
                      <a:pt x="908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17"/>
              <p:cNvSpPr/>
              <p:nvPr/>
            </p:nvSpPr>
            <p:spPr>
              <a:xfrm>
                <a:off x="5230200" y="400750"/>
                <a:ext cx="15800" cy="2960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84" extrusionOk="0">
                    <a:moveTo>
                      <a:pt x="158" y="1026"/>
                    </a:moveTo>
                    <a:cubicBezTo>
                      <a:pt x="158" y="770"/>
                      <a:pt x="0" y="21"/>
                      <a:pt x="375" y="1"/>
                    </a:cubicBezTo>
                    <a:cubicBezTo>
                      <a:pt x="533" y="1"/>
                      <a:pt x="631" y="218"/>
                      <a:pt x="513" y="316"/>
                    </a:cubicBezTo>
                    <a:cubicBezTo>
                      <a:pt x="473" y="474"/>
                      <a:pt x="493" y="652"/>
                      <a:pt x="513" y="809"/>
                    </a:cubicBezTo>
                    <a:cubicBezTo>
                      <a:pt x="513" y="947"/>
                      <a:pt x="552" y="1144"/>
                      <a:pt x="355" y="1184"/>
                    </a:cubicBezTo>
                    <a:cubicBezTo>
                      <a:pt x="257" y="1184"/>
                      <a:pt x="158" y="1125"/>
                      <a:pt x="158" y="10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17"/>
              <p:cNvSpPr/>
              <p:nvPr/>
            </p:nvSpPr>
            <p:spPr>
              <a:xfrm>
                <a:off x="5197175" y="384500"/>
                <a:ext cx="276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1105" h="494" extrusionOk="0">
                    <a:moveTo>
                      <a:pt x="20" y="335"/>
                    </a:moveTo>
                    <a:cubicBezTo>
                      <a:pt x="0" y="237"/>
                      <a:pt x="79" y="138"/>
                      <a:pt x="178" y="119"/>
                    </a:cubicBezTo>
                    <a:cubicBezTo>
                      <a:pt x="414" y="99"/>
                      <a:pt x="651" y="79"/>
                      <a:pt x="888" y="20"/>
                    </a:cubicBezTo>
                    <a:cubicBezTo>
                      <a:pt x="986" y="0"/>
                      <a:pt x="1065" y="99"/>
                      <a:pt x="1085" y="178"/>
                    </a:cubicBezTo>
                    <a:cubicBezTo>
                      <a:pt x="1104" y="276"/>
                      <a:pt x="1026" y="375"/>
                      <a:pt x="927" y="395"/>
                    </a:cubicBezTo>
                    <a:cubicBezTo>
                      <a:pt x="690" y="434"/>
                      <a:pt x="454" y="454"/>
                      <a:pt x="237" y="493"/>
                    </a:cubicBezTo>
                    <a:cubicBezTo>
                      <a:pt x="138" y="493"/>
                      <a:pt x="40" y="434"/>
                      <a:pt x="20" y="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5" name="Google Shape;345;p17"/>
            <p:cNvGrpSpPr/>
            <p:nvPr/>
          </p:nvGrpSpPr>
          <p:grpSpPr>
            <a:xfrm flipH="1">
              <a:off x="395847" y="3933014"/>
              <a:ext cx="170569" cy="156192"/>
              <a:chOff x="5117325" y="2664025"/>
              <a:chExt cx="110925" cy="101575"/>
            </a:xfrm>
          </p:grpSpPr>
          <p:sp>
            <p:nvSpPr>
              <p:cNvPr id="346" name="Google Shape;346;p1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1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1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1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0" name="Google Shape;350;p17"/>
            <p:cNvSpPr/>
            <p:nvPr/>
          </p:nvSpPr>
          <p:spPr>
            <a:xfrm rot="-655445" flipH="1">
              <a:off x="449058" y="4521745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8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8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4" name="Google Shape;354;p18"/>
          <p:cNvSpPr txBox="1">
            <a:spLocks noGrp="1"/>
          </p:cNvSpPr>
          <p:nvPr>
            <p:ph type="subTitle" idx="1"/>
          </p:nvPr>
        </p:nvSpPr>
        <p:spPr>
          <a:xfrm>
            <a:off x="3393300" y="2883204"/>
            <a:ext cx="2357400" cy="7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18"/>
          <p:cNvSpPr txBox="1">
            <a:spLocks noGrp="1"/>
          </p:cNvSpPr>
          <p:nvPr>
            <p:ph type="subTitle" idx="2"/>
          </p:nvPr>
        </p:nvSpPr>
        <p:spPr>
          <a:xfrm>
            <a:off x="3393300" y="2533038"/>
            <a:ext cx="23574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356" name="Google Shape;356;p18"/>
          <p:cNvSpPr txBox="1">
            <a:spLocks noGrp="1"/>
          </p:cNvSpPr>
          <p:nvPr>
            <p:ph type="subTitle" idx="3"/>
          </p:nvPr>
        </p:nvSpPr>
        <p:spPr>
          <a:xfrm>
            <a:off x="714100" y="2883204"/>
            <a:ext cx="2357400" cy="7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8"/>
          <p:cNvSpPr txBox="1">
            <a:spLocks noGrp="1"/>
          </p:cNvSpPr>
          <p:nvPr>
            <p:ph type="subTitle" idx="4"/>
          </p:nvPr>
        </p:nvSpPr>
        <p:spPr>
          <a:xfrm>
            <a:off x="714100" y="2533038"/>
            <a:ext cx="23574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358" name="Google Shape;358;p18"/>
          <p:cNvSpPr txBox="1">
            <a:spLocks noGrp="1"/>
          </p:cNvSpPr>
          <p:nvPr>
            <p:ph type="subTitle" idx="5"/>
          </p:nvPr>
        </p:nvSpPr>
        <p:spPr>
          <a:xfrm>
            <a:off x="6072500" y="2883204"/>
            <a:ext cx="2357400" cy="7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18"/>
          <p:cNvSpPr txBox="1">
            <a:spLocks noGrp="1"/>
          </p:cNvSpPr>
          <p:nvPr>
            <p:ph type="subTitle" idx="6"/>
          </p:nvPr>
        </p:nvSpPr>
        <p:spPr>
          <a:xfrm>
            <a:off x="6072500" y="2533038"/>
            <a:ext cx="23574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grpSp>
        <p:nvGrpSpPr>
          <p:cNvPr id="360" name="Google Shape;360;p18"/>
          <p:cNvGrpSpPr/>
          <p:nvPr/>
        </p:nvGrpSpPr>
        <p:grpSpPr>
          <a:xfrm flipH="1">
            <a:off x="383697" y="550569"/>
            <a:ext cx="324466" cy="550575"/>
            <a:chOff x="292647" y="646331"/>
            <a:chExt cx="324466" cy="550575"/>
          </a:xfrm>
        </p:grpSpPr>
        <p:grpSp>
          <p:nvGrpSpPr>
            <p:cNvPr id="361" name="Google Shape;361;p18"/>
            <p:cNvGrpSpPr/>
            <p:nvPr/>
          </p:nvGrpSpPr>
          <p:grpSpPr>
            <a:xfrm flipH="1">
              <a:off x="292647" y="1040714"/>
              <a:ext cx="170569" cy="156192"/>
              <a:chOff x="5117325" y="2664025"/>
              <a:chExt cx="110925" cy="101575"/>
            </a:xfrm>
          </p:grpSpPr>
          <p:sp>
            <p:nvSpPr>
              <p:cNvPr id="362" name="Google Shape;362;p18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18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18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18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6" name="Google Shape;366;p18"/>
            <p:cNvSpPr/>
            <p:nvPr/>
          </p:nvSpPr>
          <p:spPr>
            <a:xfrm flipH="1">
              <a:off x="463228" y="646331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7" name="Google Shape;367;p18"/>
          <p:cNvGrpSpPr/>
          <p:nvPr/>
        </p:nvGrpSpPr>
        <p:grpSpPr>
          <a:xfrm>
            <a:off x="8512722" y="446306"/>
            <a:ext cx="324466" cy="550575"/>
            <a:chOff x="292647" y="646331"/>
            <a:chExt cx="324466" cy="550575"/>
          </a:xfrm>
        </p:grpSpPr>
        <p:grpSp>
          <p:nvGrpSpPr>
            <p:cNvPr id="368" name="Google Shape;368;p18"/>
            <p:cNvGrpSpPr/>
            <p:nvPr/>
          </p:nvGrpSpPr>
          <p:grpSpPr>
            <a:xfrm flipH="1">
              <a:off x="292647" y="1040714"/>
              <a:ext cx="170569" cy="156192"/>
              <a:chOff x="5117325" y="2664025"/>
              <a:chExt cx="110925" cy="101575"/>
            </a:xfrm>
          </p:grpSpPr>
          <p:sp>
            <p:nvSpPr>
              <p:cNvPr id="369" name="Google Shape;369;p18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3" name="Google Shape;373;p18"/>
            <p:cNvSpPr/>
            <p:nvPr/>
          </p:nvSpPr>
          <p:spPr>
            <a:xfrm flipH="1">
              <a:off x="463228" y="646331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4" name="Google Shape;374;p18"/>
          <p:cNvGrpSpPr/>
          <p:nvPr/>
        </p:nvGrpSpPr>
        <p:grpSpPr>
          <a:xfrm>
            <a:off x="7889804" y="4062452"/>
            <a:ext cx="805190" cy="777090"/>
            <a:chOff x="7889804" y="4062452"/>
            <a:chExt cx="805190" cy="777090"/>
          </a:xfrm>
        </p:grpSpPr>
        <p:grpSp>
          <p:nvGrpSpPr>
            <p:cNvPr id="375" name="Google Shape;375;p18"/>
            <p:cNvGrpSpPr/>
            <p:nvPr/>
          </p:nvGrpSpPr>
          <p:grpSpPr>
            <a:xfrm>
              <a:off x="7889804" y="4693999"/>
              <a:ext cx="132665" cy="145543"/>
              <a:chOff x="5197175" y="335700"/>
              <a:chExt cx="86275" cy="94650"/>
            </a:xfrm>
          </p:grpSpPr>
          <p:sp>
            <p:nvSpPr>
              <p:cNvPr id="376" name="Google Shape;376;p18"/>
              <p:cNvSpPr/>
              <p:nvPr/>
            </p:nvSpPr>
            <p:spPr>
              <a:xfrm>
                <a:off x="5235125" y="335700"/>
                <a:ext cx="153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612" h="1657" extrusionOk="0">
                    <a:moveTo>
                      <a:pt x="20" y="1440"/>
                    </a:moveTo>
                    <a:cubicBezTo>
                      <a:pt x="0" y="1223"/>
                      <a:pt x="0" y="986"/>
                      <a:pt x="20" y="750"/>
                    </a:cubicBezTo>
                    <a:cubicBezTo>
                      <a:pt x="40" y="572"/>
                      <a:pt x="20" y="375"/>
                      <a:pt x="138" y="217"/>
                    </a:cubicBezTo>
                    <a:cubicBezTo>
                      <a:pt x="296" y="1"/>
                      <a:pt x="612" y="257"/>
                      <a:pt x="414" y="454"/>
                    </a:cubicBezTo>
                    <a:cubicBezTo>
                      <a:pt x="355" y="750"/>
                      <a:pt x="375" y="1045"/>
                      <a:pt x="395" y="1361"/>
                    </a:cubicBezTo>
                    <a:cubicBezTo>
                      <a:pt x="395" y="1420"/>
                      <a:pt x="395" y="1479"/>
                      <a:pt x="355" y="1538"/>
                    </a:cubicBezTo>
                    <a:cubicBezTo>
                      <a:pt x="257" y="1657"/>
                      <a:pt x="40" y="1597"/>
                      <a:pt x="20" y="14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5254825" y="381550"/>
                <a:ext cx="28625" cy="9375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375" extrusionOk="0">
                    <a:moveTo>
                      <a:pt x="198" y="375"/>
                    </a:moveTo>
                    <a:cubicBezTo>
                      <a:pt x="100" y="375"/>
                      <a:pt x="1" y="296"/>
                      <a:pt x="1" y="197"/>
                    </a:cubicBezTo>
                    <a:cubicBezTo>
                      <a:pt x="1" y="99"/>
                      <a:pt x="100" y="0"/>
                      <a:pt x="198" y="0"/>
                    </a:cubicBezTo>
                    <a:lnTo>
                      <a:pt x="908" y="0"/>
                    </a:lnTo>
                    <a:cubicBezTo>
                      <a:pt x="1144" y="20"/>
                      <a:pt x="1144" y="375"/>
                      <a:pt x="908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18"/>
              <p:cNvSpPr/>
              <p:nvPr/>
            </p:nvSpPr>
            <p:spPr>
              <a:xfrm>
                <a:off x="5230200" y="400750"/>
                <a:ext cx="15800" cy="2960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84" extrusionOk="0">
                    <a:moveTo>
                      <a:pt x="158" y="1026"/>
                    </a:moveTo>
                    <a:cubicBezTo>
                      <a:pt x="158" y="770"/>
                      <a:pt x="0" y="21"/>
                      <a:pt x="375" y="1"/>
                    </a:cubicBezTo>
                    <a:cubicBezTo>
                      <a:pt x="533" y="1"/>
                      <a:pt x="631" y="218"/>
                      <a:pt x="513" y="316"/>
                    </a:cubicBezTo>
                    <a:cubicBezTo>
                      <a:pt x="473" y="474"/>
                      <a:pt x="493" y="652"/>
                      <a:pt x="513" y="809"/>
                    </a:cubicBezTo>
                    <a:cubicBezTo>
                      <a:pt x="513" y="947"/>
                      <a:pt x="552" y="1144"/>
                      <a:pt x="355" y="1184"/>
                    </a:cubicBezTo>
                    <a:cubicBezTo>
                      <a:pt x="257" y="1184"/>
                      <a:pt x="158" y="1125"/>
                      <a:pt x="158" y="10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18"/>
              <p:cNvSpPr/>
              <p:nvPr/>
            </p:nvSpPr>
            <p:spPr>
              <a:xfrm>
                <a:off x="5197175" y="384500"/>
                <a:ext cx="276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1105" h="494" extrusionOk="0">
                    <a:moveTo>
                      <a:pt x="20" y="335"/>
                    </a:moveTo>
                    <a:cubicBezTo>
                      <a:pt x="0" y="237"/>
                      <a:pt x="79" y="138"/>
                      <a:pt x="178" y="119"/>
                    </a:cubicBezTo>
                    <a:cubicBezTo>
                      <a:pt x="414" y="99"/>
                      <a:pt x="651" y="79"/>
                      <a:pt x="888" y="20"/>
                    </a:cubicBezTo>
                    <a:cubicBezTo>
                      <a:pt x="986" y="0"/>
                      <a:pt x="1065" y="99"/>
                      <a:pt x="1085" y="178"/>
                    </a:cubicBezTo>
                    <a:cubicBezTo>
                      <a:pt x="1104" y="276"/>
                      <a:pt x="1026" y="375"/>
                      <a:pt x="927" y="395"/>
                    </a:cubicBezTo>
                    <a:cubicBezTo>
                      <a:pt x="690" y="434"/>
                      <a:pt x="454" y="454"/>
                      <a:pt x="237" y="493"/>
                    </a:cubicBezTo>
                    <a:cubicBezTo>
                      <a:pt x="138" y="493"/>
                      <a:pt x="40" y="434"/>
                      <a:pt x="20" y="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0" name="Google Shape;380;p18"/>
            <p:cNvGrpSpPr/>
            <p:nvPr/>
          </p:nvGrpSpPr>
          <p:grpSpPr>
            <a:xfrm>
              <a:off x="8429894" y="4062452"/>
              <a:ext cx="170569" cy="156192"/>
              <a:chOff x="5117325" y="2664025"/>
              <a:chExt cx="110925" cy="101575"/>
            </a:xfrm>
          </p:grpSpPr>
          <p:sp>
            <p:nvSpPr>
              <p:cNvPr id="381" name="Google Shape;381;p18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18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18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5" name="Google Shape;385;p18"/>
            <p:cNvSpPr/>
            <p:nvPr/>
          </p:nvSpPr>
          <p:spPr>
            <a:xfrm rot="655445">
              <a:off x="8526920" y="4617095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" name="Google Shape;386;p18"/>
          <p:cNvGrpSpPr/>
          <p:nvPr/>
        </p:nvGrpSpPr>
        <p:grpSpPr>
          <a:xfrm>
            <a:off x="383694" y="4062452"/>
            <a:ext cx="906919" cy="782417"/>
            <a:chOff x="383694" y="4062452"/>
            <a:chExt cx="906919" cy="782417"/>
          </a:xfrm>
        </p:grpSpPr>
        <p:grpSp>
          <p:nvGrpSpPr>
            <p:cNvPr id="387" name="Google Shape;387;p18"/>
            <p:cNvGrpSpPr/>
            <p:nvPr/>
          </p:nvGrpSpPr>
          <p:grpSpPr>
            <a:xfrm>
              <a:off x="383694" y="4062452"/>
              <a:ext cx="170569" cy="156192"/>
              <a:chOff x="5117325" y="2664025"/>
              <a:chExt cx="110925" cy="101575"/>
            </a:xfrm>
          </p:grpSpPr>
          <p:sp>
            <p:nvSpPr>
              <p:cNvPr id="388" name="Google Shape;388;p18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18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18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18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2" name="Google Shape;392;p18"/>
            <p:cNvSpPr/>
            <p:nvPr/>
          </p:nvSpPr>
          <p:spPr>
            <a:xfrm rot="655445">
              <a:off x="568457" y="4617095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3" name="Google Shape;393;p18"/>
            <p:cNvGrpSpPr/>
            <p:nvPr/>
          </p:nvGrpSpPr>
          <p:grpSpPr>
            <a:xfrm>
              <a:off x="1120044" y="4688677"/>
              <a:ext cx="170569" cy="156192"/>
              <a:chOff x="5117325" y="2664025"/>
              <a:chExt cx="110925" cy="101575"/>
            </a:xfrm>
          </p:grpSpPr>
          <p:sp>
            <p:nvSpPr>
              <p:cNvPr id="394" name="Google Shape;394;p18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18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18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18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_1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9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9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1" name="Google Shape;401;p19"/>
          <p:cNvSpPr txBox="1">
            <a:spLocks noGrp="1"/>
          </p:cNvSpPr>
          <p:nvPr>
            <p:ph type="subTitle" idx="1"/>
          </p:nvPr>
        </p:nvSpPr>
        <p:spPr>
          <a:xfrm>
            <a:off x="3368026" y="2207550"/>
            <a:ext cx="240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9"/>
          <p:cNvSpPr txBox="1">
            <a:spLocks noGrp="1"/>
          </p:cNvSpPr>
          <p:nvPr>
            <p:ph type="subTitle" idx="2"/>
          </p:nvPr>
        </p:nvSpPr>
        <p:spPr>
          <a:xfrm>
            <a:off x="3368026" y="1857400"/>
            <a:ext cx="24078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403" name="Google Shape;403;p19"/>
          <p:cNvSpPr txBox="1">
            <a:spLocks noGrp="1"/>
          </p:cNvSpPr>
          <p:nvPr>
            <p:ph type="subTitle" idx="3"/>
          </p:nvPr>
        </p:nvSpPr>
        <p:spPr>
          <a:xfrm>
            <a:off x="722375" y="2207550"/>
            <a:ext cx="240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9"/>
          <p:cNvSpPr txBox="1">
            <a:spLocks noGrp="1"/>
          </p:cNvSpPr>
          <p:nvPr>
            <p:ph type="subTitle" idx="4"/>
          </p:nvPr>
        </p:nvSpPr>
        <p:spPr>
          <a:xfrm>
            <a:off x="722375" y="1857400"/>
            <a:ext cx="24078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405" name="Google Shape;405;p19"/>
          <p:cNvSpPr txBox="1">
            <a:spLocks noGrp="1"/>
          </p:cNvSpPr>
          <p:nvPr>
            <p:ph type="subTitle" idx="5"/>
          </p:nvPr>
        </p:nvSpPr>
        <p:spPr>
          <a:xfrm>
            <a:off x="6013677" y="2207550"/>
            <a:ext cx="240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19"/>
          <p:cNvSpPr txBox="1">
            <a:spLocks noGrp="1"/>
          </p:cNvSpPr>
          <p:nvPr>
            <p:ph type="subTitle" idx="6"/>
          </p:nvPr>
        </p:nvSpPr>
        <p:spPr>
          <a:xfrm>
            <a:off x="6013677" y="1857400"/>
            <a:ext cx="24078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407" name="Google Shape;407;p19"/>
          <p:cNvSpPr txBox="1">
            <a:spLocks noGrp="1"/>
          </p:cNvSpPr>
          <p:nvPr>
            <p:ph type="subTitle" idx="7"/>
          </p:nvPr>
        </p:nvSpPr>
        <p:spPr>
          <a:xfrm>
            <a:off x="3368026" y="4031300"/>
            <a:ext cx="240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8" name="Google Shape;408;p19"/>
          <p:cNvSpPr txBox="1">
            <a:spLocks noGrp="1"/>
          </p:cNvSpPr>
          <p:nvPr>
            <p:ph type="subTitle" idx="8"/>
          </p:nvPr>
        </p:nvSpPr>
        <p:spPr>
          <a:xfrm>
            <a:off x="3368026" y="3681150"/>
            <a:ext cx="24078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409" name="Google Shape;409;p19"/>
          <p:cNvSpPr txBox="1">
            <a:spLocks noGrp="1"/>
          </p:cNvSpPr>
          <p:nvPr>
            <p:ph type="subTitle" idx="9"/>
          </p:nvPr>
        </p:nvSpPr>
        <p:spPr>
          <a:xfrm>
            <a:off x="722375" y="4031300"/>
            <a:ext cx="240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0" name="Google Shape;410;p19"/>
          <p:cNvSpPr txBox="1">
            <a:spLocks noGrp="1"/>
          </p:cNvSpPr>
          <p:nvPr>
            <p:ph type="subTitle" idx="13"/>
          </p:nvPr>
        </p:nvSpPr>
        <p:spPr>
          <a:xfrm>
            <a:off x="722375" y="3681150"/>
            <a:ext cx="24078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411" name="Google Shape;411;p19"/>
          <p:cNvSpPr txBox="1">
            <a:spLocks noGrp="1"/>
          </p:cNvSpPr>
          <p:nvPr>
            <p:ph type="subTitle" idx="14"/>
          </p:nvPr>
        </p:nvSpPr>
        <p:spPr>
          <a:xfrm>
            <a:off x="6013677" y="4031300"/>
            <a:ext cx="240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19"/>
          <p:cNvSpPr txBox="1">
            <a:spLocks noGrp="1"/>
          </p:cNvSpPr>
          <p:nvPr>
            <p:ph type="subTitle" idx="15"/>
          </p:nvPr>
        </p:nvSpPr>
        <p:spPr>
          <a:xfrm>
            <a:off x="6013677" y="3681150"/>
            <a:ext cx="24078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grpSp>
        <p:nvGrpSpPr>
          <p:cNvPr id="413" name="Google Shape;413;p19"/>
          <p:cNvGrpSpPr/>
          <p:nvPr/>
        </p:nvGrpSpPr>
        <p:grpSpPr>
          <a:xfrm>
            <a:off x="8512722" y="4258331"/>
            <a:ext cx="324466" cy="550575"/>
            <a:chOff x="292647" y="646331"/>
            <a:chExt cx="324466" cy="550575"/>
          </a:xfrm>
        </p:grpSpPr>
        <p:grpSp>
          <p:nvGrpSpPr>
            <p:cNvPr id="414" name="Google Shape;414;p19"/>
            <p:cNvGrpSpPr/>
            <p:nvPr/>
          </p:nvGrpSpPr>
          <p:grpSpPr>
            <a:xfrm flipH="1">
              <a:off x="292647" y="1040714"/>
              <a:ext cx="170569" cy="156192"/>
              <a:chOff x="5117325" y="2664025"/>
              <a:chExt cx="110925" cy="101575"/>
            </a:xfrm>
          </p:grpSpPr>
          <p:sp>
            <p:nvSpPr>
              <p:cNvPr id="415" name="Google Shape;415;p19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9" name="Google Shape;419;p19"/>
            <p:cNvSpPr/>
            <p:nvPr/>
          </p:nvSpPr>
          <p:spPr>
            <a:xfrm flipH="1">
              <a:off x="463228" y="646331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19"/>
          <p:cNvGrpSpPr/>
          <p:nvPr/>
        </p:nvGrpSpPr>
        <p:grpSpPr>
          <a:xfrm>
            <a:off x="8100181" y="275702"/>
            <a:ext cx="625635" cy="836492"/>
            <a:chOff x="8100181" y="275702"/>
            <a:chExt cx="625635" cy="836492"/>
          </a:xfrm>
        </p:grpSpPr>
        <p:grpSp>
          <p:nvGrpSpPr>
            <p:cNvPr id="421" name="Google Shape;421;p19"/>
            <p:cNvGrpSpPr/>
            <p:nvPr/>
          </p:nvGrpSpPr>
          <p:grpSpPr>
            <a:xfrm flipH="1">
              <a:off x="8549406" y="956002"/>
              <a:ext cx="170569" cy="156192"/>
              <a:chOff x="5117325" y="2664025"/>
              <a:chExt cx="110925" cy="101575"/>
            </a:xfrm>
          </p:grpSpPr>
          <p:sp>
            <p:nvSpPr>
              <p:cNvPr id="422" name="Google Shape;422;p19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19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19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6" name="Google Shape;426;p19"/>
            <p:cNvSpPr/>
            <p:nvPr/>
          </p:nvSpPr>
          <p:spPr>
            <a:xfrm rot="-655445" flipH="1">
              <a:off x="8557743" y="368145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7" name="Google Shape;427;p19"/>
            <p:cNvGrpSpPr/>
            <p:nvPr/>
          </p:nvGrpSpPr>
          <p:grpSpPr>
            <a:xfrm flipH="1">
              <a:off x="8100181" y="275702"/>
              <a:ext cx="170569" cy="156192"/>
              <a:chOff x="5117325" y="2664025"/>
              <a:chExt cx="110925" cy="101575"/>
            </a:xfrm>
          </p:grpSpPr>
          <p:sp>
            <p:nvSpPr>
              <p:cNvPr id="428" name="Google Shape;428;p19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19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32" name="Google Shape;432;p19"/>
          <p:cNvGrpSpPr/>
          <p:nvPr/>
        </p:nvGrpSpPr>
        <p:grpSpPr>
          <a:xfrm flipH="1">
            <a:off x="383697" y="4362594"/>
            <a:ext cx="324466" cy="550575"/>
            <a:chOff x="292647" y="646331"/>
            <a:chExt cx="324466" cy="550575"/>
          </a:xfrm>
        </p:grpSpPr>
        <p:grpSp>
          <p:nvGrpSpPr>
            <p:cNvPr id="433" name="Google Shape;433;p19"/>
            <p:cNvGrpSpPr/>
            <p:nvPr/>
          </p:nvGrpSpPr>
          <p:grpSpPr>
            <a:xfrm flipH="1">
              <a:off x="292647" y="1040714"/>
              <a:ext cx="170569" cy="156192"/>
              <a:chOff x="5117325" y="2664025"/>
              <a:chExt cx="110925" cy="101575"/>
            </a:xfrm>
          </p:grpSpPr>
          <p:sp>
            <p:nvSpPr>
              <p:cNvPr id="434" name="Google Shape;434;p19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19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8" name="Google Shape;438;p19"/>
            <p:cNvSpPr/>
            <p:nvPr/>
          </p:nvSpPr>
          <p:spPr>
            <a:xfrm flipH="1">
              <a:off x="463228" y="646331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" name="Google Shape;439;p19"/>
          <p:cNvGrpSpPr/>
          <p:nvPr/>
        </p:nvGrpSpPr>
        <p:grpSpPr>
          <a:xfrm>
            <a:off x="353856" y="315102"/>
            <a:ext cx="737019" cy="750767"/>
            <a:chOff x="395847" y="429789"/>
            <a:chExt cx="737019" cy="750767"/>
          </a:xfrm>
        </p:grpSpPr>
        <p:grpSp>
          <p:nvGrpSpPr>
            <p:cNvPr id="440" name="Google Shape;440;p19"/>
            <p:cNvGrpSpPr/>
            <p:nvPr/>
          </p:nvGrpSpPr>
          <p:grpSpPr>
            <a:xfrm>
              <a:off x="395847" y="1024364"/>
              <a:ext cx="170569" cy="156192"/>
              <a:chOff x="5117325" y="2664025"/>
              <a:chExt cx="110925" cy="101575"/>
            </a:xfrm>
          </p:grpSpPr>
          <p:sp>
            <p:nvSpPr>
              <p:cNvPr id="441" name="Google Shape;441;p19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19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5" name="Google Shape;445;p19"/>
            <p:cNvSpPr/>
            <p:nvPr/>
          </p:nvSpPr>
          <p:spPr>
            <a:xfrm rot="655445">
              <a:off x="521423" y="522232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6" name="Google Shape;446;p19"/>
            <p:cNvGrpSpPr/>
            <p:nvPr/>
          </p:nvGrpSpPr>
          <p:grpSpPr>
            <a:xfrm>
              <a:off x="962297" y="429789"/>
              <a:ext cx="170569" cy="156192"/>
              <a:chOff x="5117325" y="2664025"/>
              <a:chExt cx="110925" cy="101575"/>
            </a:xfrm>
          </p:grpSpPr>
          <p:sp>
            <p:nvSpPr>
              <p:cNvPr id="447" name="Google Shape;447;p19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9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19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19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5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0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20"/>
          <p:cNvSpPr txBox="1">
            <a:spLocks noGrp="1"/>
          </p:cNvSpPr>
          <p:nvPr>
            <p:ph type="subTitle" idx="1"/>
          </p:nvPr>
        </p:nvSpPr>
        <p:spPr>
          <a:xfrm>
            <a:off x="4755953" y="1763254"/>
            <a:ext cx="366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4" name="Google Shape;454;p20"/>
          <p:cNvSpPr txBox="1">
            <a:spLocks noGrp="1"/>
          </p:cNvSpPr>
          <p:nvPr>
            <p:ph type="title" hasCustomPrompt="1"/>
          </p:nvPr>
        </p:nvSpPr>
        <p:spPr>
          <a:xfrm>
            <a:off x="4755953" y="857075"/>
            <a:ext cx="36657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5" name="Google Shape;455;p20"/>
          <p:cNvSpPr txBox="1">
            <a:spLocks noGrp="1"/>
          </p:cNvSpPr>
          <p:nvPr>
            <p:ph type="subTitle" idx="2"/>
          </p:nvPr>
        </p:nvSpPr>
        <p:spPr>
          <a:xfrm>
            <a:off x="4755953" y="3926726"/>
            <a:ext cx="366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20"/>
          <p:cNvSpPr txBox="1">
            <a:spLocks noGrp="1"/>
          </p:cNvSpPr>
          <p:nvPr>
            <p:ph type="title" idx="3" hasCustomPrompt="1"/>
          </p:nvPr>
        </p:nvSpPr>
        <p:spPr>
          <a:xfrm>
            <a:off x="4755953" y="3020397"/>
            <a:ext cx="36657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457" name="Google Shape;457;p20"/>
          <p:cNvGrpSpPr/>
          <p:nvPr/>
        </p:nvGrpSpPr>
        <p:grpSpPr>
          <a:xfrm>
            <a:off x="8440758" y="3982789"/>
            <a:ext cx="352825" cy="811875"/>
            <a:chOff x="8440758" y="3982789"/>
            <a:chExt cx="352825" cy="811875"/>
          </a:xfrm>
        </p:grpSpPr>
        <p:sp>
          <p:nvSpPr>
            <p:cNvPr id="458" name="Google Shape;458;p20"/>
            <p:cNvSpPr/>
            <p:nvPr/>
          </p:nvSpPr>
          <p:spPr>
            <a:xfrm rot="-655445" flipH="1">
              <a:off x="8454950" y="4617082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9" name="Google Shape;459;p20"/>
            <p:cNvGrpSpPr/>
            <p:nvPr/>
          </p:nvGrpSpPr>
          <p:grpSpPr>
            <a:xfrm flipH="1">
              <a:off x="8623014" y="3982789"/>
              <a:ext cx="170569" cy="156192"/>
              <a:chOff x="5117325" y="2664025"/>
              <a:chExt cx="110925" cy="101575"/>
            </a:xfrm>
          </p:grpSpPr>
          <p:sp>
            <p:nvSpPr>
              <p:cNvPr id="460" name="Google Shape;460;p20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20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0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0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64" name="Google Shape;464;p20"/>
          <p:cNvGrpSpPr/>
          <p:nvPr/>
        </p:nvGrpSpPr>
        <p:grpSpPr>
          <a:xfrm flipH="1">
            <a:off x="335833" y="3982789"/>
            <a:ext cx="352825" cy="811875"/>
            <a:chOff x="8440758" y="3982789"/>
            <a:chExt cx="352825" cy="811875"/>
          </a:xfrm>
        </p:grpSpPr>
        <p:sp>
          <p:nvSpPr>
            <p:cNvPr id="465" name="Google Shape;465;p20"/>
            <p:cNvSpPr/>
            <p:nvPr/>
          </p:nvSpPr>
          <p:spPr>
            <a:xfrm rot="-655445" flipH="1">
              <a:off x="8454950" y="4617082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6" name="Google Shape;466;p20"/>
            <p:cNvGrpSpPr/>
            <p:nvPr/>
          </p:nvGrpSpPr>
          <p:grpSpPr>
            <a:xfrm flipH="1">
              <a:off x="8623014" y="3982789"/>
              <a:ext cx="170569" cy="156192"/>
              <a:chOff x="5117325" y="2664025"/>
              <a:chExt cx="110925" cy="101575"/>
            </a:xfrm>
          </p:grpSpPr>
          <p:sp>
            <p:nvSpPr>
              <p:cNvPr id="467" name="Google Shape;467;p20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20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20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20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71" name="Google Shape;471;p20"/>
          <p:cNvGrpSpPr/>
          <p:nvPr/>
        </p:nvGrpSpPr>
        <p:grpSpPr>
          <a:xfrm>
            <a:off x="376101" y="287364"/>
            <a:ext cx="662219" cy="1457204"/>
            <a:chOff x="379822" y="287364"/>
            <a:chExt cx="662219" cy="1457204"/>
          </a:xfrm>
        </p:grpSpPr>
        <p:grpSp>
          <p:nvGrpSpPr>
            <p:cNvPr id="472" name="Google Shape;472;p20"/>
            <p:cNvGrpSpPr/>
            <p:nvPr/>
          </p:nvGrpSpPr>
          <p:grpSpPr>
            <a:xfrm>
              <a:off x="379822" y="1588377"/>
              <a:ext cx="170569" cy="156192"/>
              <a:chOff x="5117325" y="2664025"/>
              <a:chExt cx="110925" cy="101575"/>
            </a:xfrm>
          </p:grpSpPr>
          <p:sp>
            <p:nvSpPr>
              <p:cNvPr id="473" name="Google Shape;473;p20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20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20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20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7" name="Google Shape;477;p20"/>
            <p:cNvGrpSpPr/>
            <p:nvPr/>
          </p:nvGrpSpPr>
          <p:grpSpPr>
            <a:xfrm>
              <a:off x="871472" y="287364"/>
              <a:ext cx="170569" cy="156192"/>
              <a:chOff x="5117325" y="2664025"/>
              <a:chExt cx="110925" cy="101575"/>
            </a:xfrm>
          </p:grpSpPr>
          <p:sp>
            <p:nvSpPr>
              <p:cNvPr id="478" name="Google Shape;478;p20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20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20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20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82" name="Google Shape;482;p20"/>
            <p:cNvSpPr/>
            <p:nvPr/>
          </p:nvSpPr>
          <p:spPr>
            <a:xfrm>
              <a:off x="388175" y="743594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1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1"/>
          <p:cNvSpPr txBox="1">
            <a:spLocks noGrp="1"/>
          </p:cNvSpPr>
          <p:nvPr>
            <p:ph type="ctrTitle"/>
          </p:nvPr>
        </p:nvSpPr>
        <p:spPr>
          <a:xfrm>
            <a:off x="722375" y="714900"/>
            <a:ext cx="3651900" cy="93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86" name="Google Shape;486;p21"/>
          <p:cNvSpPr txBox="1">
            <a:spLocks noGrp="1"/>
          </p:cNvSpPr>
          <p:nvPr>
            <p:ph type="subTitle" idx="1"/>
          </p:nvPr>
        </p:nvSpPr>
        <p:spPr>
          <a:xfrm>
            <a:off x="722375" y="1791047"/>
            <a:ext cx="3651900" cy="10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21"/>
          <p:cNvSpPr txBox="1"/>
          <p:nvPr/>
        </p:nvSpPr>
        <p:spPr>
          <a:xfrm>
            <a:off x="722375" y="3433447"/>
            <a:ext cx="2990100" cy="6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CRÉDITOS:</a:t>
            </a:r>
            <a:r>
              <a:rPr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Esta plantilla para presentaciones es una creación de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Cairo"/>
                <a:ea typeface="Cairo"/>
                <a:cs typeface="Cairo"/>
                <a:sym typeface="Cairo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e incluye iconos de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Cairo"/>
                <a:ea typeface="Cairo"/>
                <a:cs typeface="Cairo"/>
                <a:sym typeface="Cairo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infografías e imágenes de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.</a:t>
            </a:r>
            <a:endParaRPr sz="10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grpSp>
        <p:nvGrpSpPr>
          <p:cNvPr id="488" name="Google Shape;488;p21"/>
          <p:cNvGrpSpPr/>
          <p:nvPr/>
        </p:nvGrpSpPr>
        <p:grpSpPr>
          <a:xfrm>
            <a:off x="8251064" y="4471092"/>
            <a:ext cx="523235" cy="481014"/>
            <a:chOff x="8251064" y="4471092"/>
            <a:chExt cx="523235" cy="481014"/>
          </a:xfrm>
        </p:grpSpPr>
        <p:sp>
          <p:nvSpPr>
            <p:cNvPr id="489" name="Google Shape;489;p21"/>
            <p:cNvSpPr/>
            <p:nvPr/>
          </p:nvSpPr>
          <p:spPr>
            <a:xfrm rot="-655445" flipH="1">
              <a:off x="8606225" y="4484182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0" name="Google Shape;490;p21"/>
            <p:cNvGrpSpPr/>
            <p:nvPr/>
          </p:nvGrpSpPr>
          <p:grpSpPr>
            <a:xfrm flipH="1">
              <a:off x="8251064" y="4795914"/>
              <a:ext cx="170569" cy="156192"/>
              <a:chOff x="5117325" y="2664025"/>
              <a:chExt cx="110925" cy="101575"/>
            </a:xfrm>
          </p:grpSpPr>
          <p:sp>
            <p:nvSpPr>
              <p:cNvPr id="491" name="Google Shape;491;p21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21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21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21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95" name="Google Shape;495;p21"/>
          <p:cNvGrpSpPr/>
          <p:nvPr/>
        </p:nvGrpSpPr>
        <p:grpSpPr>
          <a:xfrm flipH="1">
            <a:off x="309508" y="301664"/>
            <a:ext cx="352825" cy="811875"/>
            <a:chOff x="8440758" y="3982789"/>
            <a:chExt cx="352825" cy="811875"/>
          </a:xfrm>
        </p:grpSpPr>
        <p:sp>
          <p:nvSpPr>
            <p:cNvPr id="496" name="Google Shape;496;p21"/>
            <p:cNvSpPr/>
            <p:nvPr/>
          </p:nvSpPr>
          <p:spPr>
            <a:xfrm rot="-655445" flipH="1">
              <a:off x="8454950" y="4617082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7" name="Google Shape;497;p21"/>
            <p:cNvGrpSpPr/>
            <p:nvPr/>
          </p:nvGrpSpPr>
          <p:grpSpPr>
            <a:xfrm flipH="1">
              <a:off x="8623014" y="3982789"/>
              <a:ext cx="170569" cy="156192"/>
              <a:chOff x="5117325" y="2664025"/>
              <a:chExt cx="110925" cy="101575"/>
            </a:xfrm>
          </p:grpSpPr>
          <p:sp>
            <p:nvSpPr>
              <p:cNvPr id="498" name="Google Shape;498;p21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21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21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21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02" name="Google Shape;502;p21"/>
          <p:cNvGrpSpPr/>
          <p:nvPr/>
        </p:nvGrpSpPr>
        <p:grpSpPr>
          <a:xfrm>
            <a:off x="383957" y="3922464"/>
            <a:ext cx="560394" cy="936292"/>
            <a:chOff x="383957" y="3922464"/>
            <a:chExt cx="560394" cy="936292"/>
          </a:xfrm>
        </p:grpSpPr>
        <p:grpSp>
          <p:nvGrpSpPr>
            <p:cNvPr id="503" name="Google Shape;503;p21"/>
            <p:cNvGrpSpPr/>
            <p:nvPr/>
          </p:nvGrpSpPr>
          <p:grpSpPr>
            <a:xfrm flipH="1">
              <a:off x="773782" y="4702564"/>
              <a:ext cx="170569" cy="156192"/>
              <a:chOff x="5117325" y="2664025"/>
              <a:chExt cx="110925" cy="101575"/>
            </a:xfrm>
          </p:grpSpPr>
          <p:sp>
            <p:nvSpPr>
              <p:cNvPr id="504" name="Google Shape;504;p21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21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1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1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8" name="Google Shape;508;p21"/>
            <p:cNvSpPr/>
            <p:nvPr/>
          </p:nvSpPr>
          <p:spPr>
            <a:xfrm rot="-655445" flipH="1">
              <a:off x="463643" y="4306482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9" name="Google Shape;509;p21"/>
            <p:cNvGrpSpPr/>
            <p:nvPr/>
          </p:nvGrpSpPr>
          <p:grpSpPr>
            <a:xfrm flipH="1">
              <a:off x="383957" y="3922464"/>
              <a:ext cx="170569" cy="156192"/>
              <a:chOff x="5117325" y="2664025"/>
              <a:chExt cx="110925" cy="101575"/>
            </a:xfrm>
          </p:grpSpPr>
          <p:sp>
            <p:nvSpPr>
              <p:cNvPr id="510" name="Google Shape;510;p21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1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1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1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2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3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8" name="Google Shape;518;p23"/>
          <p:cNvGrpSpPr/>
          <p:nvPr/>
        </p:nvGrpSpPr>
        <p:grpSpPr>
          <a:xfrm flipH="1">
            <a:off x="8109400" y="287364"/>
            <a:ext cx="662219" cy="1457204"/>
            <a:chOff x="379822" y="287364"/>
            <a:chExt cx="662219" cy="1457204"/>
          </a:xfrm>
        </p:grpSpPr>
        <p:grpSp>
          <p:nvGrpSpPr>
            <p:cNvPr id="519" name="Google Shape;519;p23"/>
            <p:cNvGrpSpPr/>
            <p:nvPr/>
          </p:nvGrpSpPr>
          <p:grpSpPr>
            <a:xfrm>
              <a:off x="379822" y="1588377"/>
              <a:ext cx="170569" cy="156192"/>
              <a:chOff x="5117325" y="2664025"/>
              <a:chExt cx="110925" cy="101575"/>
            </a:xfrm>
          </p:grpSpPr>
          <p:sp>
            <p:nvSpPr>
              <p:cNvPr id="520" name="Google Shape;520;p23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4" name="Google Shape;524;p23"/>
            <p:cNvGrpSpPr/>
            <p:nvPr/>
          </p:nvGrpSpPr>
          <p:grpSpPr>
            <a:xfrm>
              <a:off x="871472" y="287364"/>
              <a:ext cx="170569" cy="156192"/>
              <a:chOff x="5117325" y="2664025"/>
              <a:chExt cx="110925" cy="101575"/>
            </a:xfrm>
          </p:grpSpPr>
          <p:sp>
            <p:nvSpPr>
              <p:cNvPr id="525" name="Google Shape;525;p23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29" name="Google Shape;529;p23"/>
            <p:cNvSpPr/>
            <p:nvPr/>
          </p:nvSpPr>
          <p:spPr>
            <a:xfrm>
              <a:off x="388175" y="743594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0" name="Google Shape;530;p23"/>
          <p:cNvGrpSpPr/>
          <p:nvPr/>
        </p:nvGrpSpPr>
        <p:grpSpPr>
          <a:xfrm>
            <a:off x="370297" y="3945939"/>
            <a:ext cx="182266" cy="791400"/>
            <a:chOff x="379822" y="3812589"/>
            <a:chExt cx="182266" cy="791400"/>
          </a:xfrm>
        </p:grpSpPr>
        <p:sp>
          <p:nvSpPr>
            <p:cNvPr id="531" name="Google Shape;531;p23"/>
            <p:cNvSpPr/>
            <p:nvPr/>
          </p:nvSpPr>
          <p:spPr>
            <a:xfrm rot="655445">
              <a:off x="394014" y="442640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2" name="Google Shape;532;p23"/>
            <p:cNvGrpSpPr/>
            <p:nvPr/>
          </p:nvGrpSpPr>
          <p:grpSpPr>
            <a:xfrm>
              <a:off x="385663" y="3812589"/>
              <a:ext cx="170569" cy="156192"/>
              <a:chOff x="5117325" y="2664025"/>
              <a:chExt cx="110925" cy="101575"/>
            </a:xfrm>
          </p:grpSpPr>
          <p:sp>
            <p:nvSpPr>
              <p:cNvPr id="533" name="Google Shape;533;p23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3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8_1_1"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4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9" name="Google Shape;539;p24"/>
          <p:cNvGrpSpPr/>
          <p:nvPr/>
        </p:nvGrpSpPr>
        <p:grpSpPr>
          <a:xfrm>
            <a:off x="8336338" y="3583014"/>
            <a:ext cx="540044" cy="1257179"/>
            <a:chOff x="8336338" y="3583014"/>
            <a:chExt cx="540044" cy="1257179"/>
          </a:xfrm>
        </p:grpSpPr>
        <p:grpSp>
          <p:nvGrpSpPr>
            <p:cNvPr id="540" name="Google Shape;540;p24"/>
            <p:cNvGrpSpPr/>
            <p:nvPr/>
          </p:nvGrpSpPr>
          <p:grpSpPr>
            <a:xfrm flipH="1">
              <a:off x="8336338" y="4684002"/>
              <a:ext cx="170569" cy="156192"/>
              <a:chOff x="5117325" y="2664025"/>
              <a:chExt cx="110925" cy="101575"/>
            </a:xfrm>
          </p:grpSpPr>
          <p:sp>
            <p:nvSpPr>
              <p:cNvPr id="541" name="Google Shape;541;p24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24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24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24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5" name="Google Shape;545;p24"/>
            <p:cNvGrpSpPr/>
            <p:nvPr/>
          </p:nvGrpSpPr>
          <p:grpSpPr>
            <a:xfrm flipH="1">
              <a:off x="8705813" y="3583014"/>
              <a:ext cx="170569" cy="156192"/>
              <a:chOff x="5117325" y="2664025"/>
              <a:chExt cx="110925" cy="101575"/>
            </a:xfrm>
          </p:grpSpPr>
          <p:sp>
            <p:nvSpPr>
              <p:cNvPr id="546" name="Google Shape;546;p24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4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24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24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50" name="Google Shape;550;p24"/>
            <p:cNvSpPr/>
            <p:nvPr/>
          </p:nvSpPr>
          <p:spPr>
            <a:xfrm flipH="1">
              <a:off x="8714156" y="4126044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1" name="Google Shape;551;p24"/>
          <p:cNvGrpSpPr/>
          <p:nvPr/>
        </p:nvGrpSpPr>
        <p:grpSpPr>
          <a:xfrm>
            <a:off x="8637997" y="469314"/>
            <a:ext cx="182266" cy="791400"/>
            <a:chOff x="379822" y="3812589"/>
            <a:chExt cx="182266" cy="791400"/>
          </a:xfrm>
        </p:grpSpPr>
        <p:sp>
          <p:nvSpPr>
            <p:cNvPr id="552" name="Google Shape;552;p24"/>
            <p:cNvSpPr/>
            <p:nvPr/>
          </p:nvSpPr>
          <p:spPr>
            <a:xfrm rot="655445">
              <a:off x="394014" y="442640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3" name="Google Shape;553;p24"/>
            <p:cNvGrpSpPr/>
            <p:nvPr/>
          </p:nvGrpSpPr>
          <p:grpSpPr>
            <a:xfrm>
              <a:off x="385663" y="3812589"/>
              <a:ext cx="170569" cy="156192"/>
              <a:chOff x="5117325" y="2664025"/>
              <a:chExt cx="110925" cy="101575"/>
            </a:xfrm>
          </p:grpSpPr>
          <p:sp>
            <p:nvSpPr>
              <p:cNvPr id="554" name="Google Shape;554;p24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24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24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24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8" name="Google Shape;558;p24"/>
          <p:cNvGrpSpPr/>
          <p:nvPr/>
        </p:nvGrpSpPr>
        <p:grpSpPr>
          <a:xfrm flipH="1">
            <a:off x="316288" y="3583014"/>
            <a:ext cx="540044" cy="1257179"/>
            <a:chOff x="8336338" y="3583014"/>
            <a:chExt cx="540044" cy="1257179"/>
          </a:xfrm>
        </p:grpSpPr>
        <p:grpSp>
          <p:nvGrpSpPr>
            <p:cNvPr id="559" name="Google Shape;559;p24"/>
            <p:cNvGrpSpPr/>
            <p:nvPr/>
          </p:nvGrpSpPr>
          <p:grpSpPr>
            <a:xfrm flipH="1">
              <a:off x="8336338" y="4684002"/>
              <a:ext cx="170569" cy="156192"/>
              <a:chOff x="5117325" y="2664025"/>
              <a:chExt cx="110925" cy="101575"/>
            </a:xfrm>
          </p:grpSpPr>
          <p:sp>
            <p:nvSpPr>
              <p:cNvPr id="560" name="Google Shape;560;p24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24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24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24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4" name="Google Shape;564;p24"/>
            <p:cNvGrpSpPr/>
            <p:nvPr/>
          </p:nvGrpSpPr>
          <p:grpSpPr>
            <a:xfrm flipH="1">
              <a:off x="8705813" y="3583014"/>
              <a:ext cx="170569" cy="156192"/>
              <a:chOff x="5117325" y="2664025"/>
              <a:chExt cx="110925" cy="101575"/>
            </a:xfrm>
          </p:grpSpPr>
          <p:sp>
            <p:nvSpPr>
              <p:cNvPr id="565" name="Google Shape;565;p24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24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24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24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9" name="Google Shape;569;p24"/>
            <p:cNvSpPr/>
            <p:nvPr/>
          </p:nvSpPr>
          <p:spPr>
            <a:xfrm flipH="1">
              <a:off x="8714156" y="4126044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0" name="Google Shape;570;p24"/>
          <p:cNvGrpSpPr/>
          <p:nvPr/>
        </p:nvGrpSpPr>
        <p:grpSpPr>
          <a:xfrm>
            <a:off x="389347" y="469314"/>
            <a:ext cx="182266" cy="791400"/>
            <a:chOff x="379822" y="3812589"/>
            <a:chExt cx="182266" cy="791400"/>
          </a:xfrm>
        </p:grpSpPr>
        <p:sp>
          <p:nvSpPr>
            <p:cNvPr id="571" name="Google Shape;571;p24"/>
            <p:cNvSpPr/>
            <p:nvPr/>
          </p:nvSpPr>
          <p:spPr>
            <a:xfrm rot="655445">
              <a:off x="394014" y="442640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2" name="Google Shape;572;p24"/>
            <p:cNvGrpSpPr/>
            <p:nvPr/>
          </p:nvGrpSpPr>
          <p:grpSpPr>
            <a:xfrm>
              <a:off x="385663" y="3812589"/>
              <a:ext cx="170569" cy="156192"/>
              <a:chOff x="5117325" y="2664025"/>
              <a:chExt cx="110925" cy="101575"/>
            </a:xfrm>
          </p:grpSpPr>
          <p:sp>
            <p:nvSpPr>
              <p:cNvPr id="573" name="Google Shape;573;p24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24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24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24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  <p:sldLayoutId id="2147483660" r:id="rId10"/>
    <p:sldLayoutId id="2147483661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7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12" Type="http://schemas.openxmlformats.org/officeDocument/2006/relationships/hyperlink" Target="https://slidesgo.com/es/slidesgo-school/tips-para-presentaciones/como-editar-las-diapositivas-maestras-en-nuestras-plantillas?utm_source=slidesgo_template&amp;utm_medium=referral-link&amp;utm_campaign=how-to-edit-the-master-slides-in-our-templates&amp;utm_term=slidesgo-school&amp;utm_content=how-to-edit-the-master-slides-in-our-templat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11" Type="http://schemas.openxmlformats.org/officeDocument/2006/relationships/slide" Target="slide18.xml"/><Relationship Id="rId5" Type="http://schemas.openxmlformats.org/officeDocument/2006/relationships/hyperlink" Target="http://bit.ly/33VAFh3" TargetMode="External"/><Relationship Id="rId10" Type="http://schemas.openxmlformats.org/officeDocument/2006/relationships/hyperlink" Target="https://www.videvo.net/?utm_source=slidesgo_template&amp;utm_medium=referral-link&amp;utm_campaign=sg_resources&amp;utm_content=videvo" TargetMode="External"/><Relationship Id="rId4" Type="http://schemas.openxmlformats.org/officeDocument/2006/relationships/hyperlink" Target="http://bit.ly/30B07Gq" TargetMode="External"/><Relationship Id="rId9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es/slidesgo-school/tips-para-presentaciones/como-modificar-una-grafica-en-nuestras-presentacion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.png"/><Relationship Id="rId4" Type="http://schemas.openxmlformats.org/officeDocument/2006/relationships/hyperlink" Target="https://docs.google.com/spreadsheets/d/1siVoQDV1Nqb3K0wPebXz1yFcFiDDc9DUJTPtDo8wri0/copy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7" name="Google Shape;587;p28"/>
          <p:cNvGrpSpPr/>
          <p:nvPr/>
        </p:nvGrpSpPr>
        <p:grpSpPr>
          <a:xfrm>
            <a:off x="3964051" y="880525"/>
            <a:ext cx="5984664" cy="4433771"/>
            <a:chOff x="238125" y="95300"/>
            <a:chExt cx="7116975" cy="5272650"/>
          </a:xfrm>
        </p:grpSpPr>
        <p:sp>
          <p:nvSpPr>
            <p:cNvPr id="588" name="Google Shape;588;p28"/>
            <p:cNvSpPr/>
            <p:nvPr/>
          </p:nvSpPr>
          <p:spPr>
            <a:xfrm>
              <a:off x="895625" y="862900"/>
              <a:ext cx="5724425" cy="4505050"/>
            </a:xfrm>
            <a:custGeom>
              <a:avLst/>
              <a:gdLst/>
              <a:ahLst/>
              <a:cxnLst/>
              <a:rect l="l" t="t" r="r" b="b"/>
              <a:pathLst>
                <a:path w="228977" h="180202" extrusionOk="0">
                  <a:moveTo>
                    <a:pt x="15927" y="176641"/>
                  </a:moveTo>
                  <a:cubicBezTo>
                    <a:pt x="14817" y="176220"/>
                    <a:pt x="14281" y="174842"/>
                    <a:pt x="14740" y="173770"/>
                  </a:cubicBezTo>
                  <a:cubicBezTo>
                    <a:pt x="15429" y="172468"/>
                    <a:pt x="16922" y="172239"/>
                    <a:pt x="17879" y="171167"/>
                  </a:cubicBezTo>
                  <a:cubicBezTo>
                    <a:pt x="19564" y="169635"/>
                    <a:pt x="21019" y="167874"/>
                    <a:pt x="22474" y="166075"/>
                  </a:cubicBezTo>
                  <a:cubicBezTo>
                    <a:pt x="27489" y="159950"/>
                    <a:pt x="31279" y="153020"/>
                    <a:pt x="35567" y="146359"/>
                  </a:cubicBezTo>
                  <a:cubicBezTo>
                    <a:pt x="39893" y="139468"/>
                    <a:pt x="45291" y="132577"/>
                    <a:pt x="45520" y="124116"/>
                  </a:cubicBezTo>
                  <a:cubicBezTo>
                    <a:pt x="45865" y="122240"/>
                    <a:pt x="45138" y="119292"/>
                    <a:pt x="46363" y="117876"/>
                  </a:cubicBezTo>
                  <a:cubicBezTo>
                    <a:pt x="47626" y="116498"/>
                    <a:pt x="50191" y="117531"/>
                    <a:pt x="50114" y="119445"/>
                  </a:cubicBezTo>
                  <a:cubicBezTo>
                    <a:pt x="50421" y="131237"/>
                    <a:pt x="46592" y="137707"/>
                    <a:pt x="40275" y="147163"/>
                  </a:cubicBezTo>
                  <a:cubicBezTo>
                    <a:pt x="34916" y="155470"/>
                    <a:pt x="30169" y="164237"/>
                    <a:pt x="23545" y="171626"/>
                  </a:cubicBezTo>
                  <a:cubicBezTo>
                    <a:pt x="21938" y="173272"/>
                    <a:pt x="18377" y="177598"/>
                    <a:pt x="15927" y="176641"/>
                  </a:cubicBezTo>
                  <a:close/>
                  <a:moveTo>
                    <a:pt x="187477" y="114507"/>
                  </a:moveTo>
                  <a:cubicBezTo>
                    <a:pt x="183993" y="112899"/>
                    <a:pt x="186022" y="106238"/>
                    <a:pt x="189965" y="108343"/>
                  </a:cubicBezTo>
                  <a:cubicBezTo>
                    <a:pt x="192913" y="110104"/>
                    <a:pt x="191037" y="115923"/>
                    <a:pt x="187477" y="114507"/>
                  </a:cubicBezTo>
                  <a:close/>
                  <a:moveTo>
                    <a:pt x="198732" y="121092"/>
                  </a:moveTo>
                  <a:cubicBezTo>
                    <a:pt x="199804" y="121130"/>
                    <a:pt x="200723" y="120977"/>
                    <a:pt x="201488" y="120556"/>
                  </a:cubicBezTo>
                  <a:cubicBezTo>
                    <a:pt x="202139" y="121742"/>
                    <a:pt x="202790" y="122929"/>
                    <a:pt x="203403" y="124116"/>
                  </a:cubicBezTo>
                  <a:cubicBezTo>
                    <a:pt x="201795" y="131084"/>
                    <a:pt x="205814" y="137937"/>
                    <a:pt x="207997" y="144483"/>
                  </a:cubicBezTo>
                  <a:cubicBezTo>
                    <a:pt x="209834" y="149958"/>
                    <a:pt x="211136" y="155624"/>
                    <a:pt x="213433" y="160945"/>
                  </a:cubicBezTo>
                  <a:cubicBezTo>
                    <a:pt x="215883" y="166649"/>
                    <a:pt x="217682" y="173311"/>
                    <a:pt x="222927" y="177101"/>
                  </a:cubicBezTo>
                  <a:cubicBezTo>
                    <a:pt x="223693" y="177522"/>
                    <a:pt x="224727" y="177330"/>
                    <a:pt x="225377" y="176718"/>
                  </a:cubicBezTo>
                  <a:cubicBezTo>
                    <a:pt x="226641" y="177637"/>
                    <a:pt x="228632" y="176795"/>
                    <a:pt x="228785" y="175187"/>
                  </a:cubicBezTo>
                  <a:cubicBezTo>
                    <a:pt x="228976" y="174115"/>
                    <a:pt x="228134" y="173311"/>
                    <a:pt x="227560" y="172430"/>
                  </a:cubicBezTo>
                  <a:cubicBezTo>
                    <a:pt x="226296" y="170554"/>
                    <a:pt x="225109" y="168602"/>
                    <a:pt x="223923" y="166649"/>
                  </a:cubicBezTo>
                  <a:cubicBezTo>
                    <a:pt x="222506" y="164812"/>
                    <a:pt x="219903" y="158227"/>
                    <a:pt x="217338" y="158878"/>
                  </a:cubicBezTo>
                  <a:cubicBezTo>
                    <a:pt x="214696" y="152637"/>
                    <a:pt x="213433" y="145976"/>
                    <a:pt x="210944" y="139698"/>
                  </a:cubicBezTo>
                  <a:cubicBezTo>
                    <a:pt x="210562" y="138664"/>
                    <a:pt x="210141" y="137630"/>
                    <a:pt x="209719" y="136597"/>
                  </a:cubicBezTo>
                  <a:cubicBezTo>
                    <a:pt x="210830" y="138779"/>
                    <a:pt x="212361" y="142837"/>
                    <a:pt x="213854" y="143181"/>
                  </a:cubicBezTo>
                  <a:cubicBezTo>
                    <a:pt x="215692" y="143756"/>
                    <a:pt x="217338" y="141573"/>
                    <a:pt x="216342" y="139966"/>
                  </a:cubicBezTo>
                  <a:cubicBezTo>
                    <a:pt x="214543" y="136482"/>
                    <a:pt x="212706" y="132960"/>
                    <a:pt x="211021" y="129399"/>
                  </a:cubicBezTo>
                  <a:cubicBezTo>
                    <a:pt x="210064" y="127523"/>
                    <a:pt x="209145" y="125647"/>
                    <a:pt x="208150" y="123733"/>
                  </a:cubicBezTo>
                  <a:cubicBezTo>
                    <a:pt x="208494" y="123236"/>
                    <a:pt x="208954" y="122776"/>
                    <a:pt x="208877" y="122087"/>
                  </a:cubicBezTo>
                  <a:cubicBezTo>
                    <a:pt x="208762" y="120326"/>
                    <a:pt x="207422" y="119713"/>
                    <a:pt x="206197" y="119981"/>
                  </a:cubicBezTo>
                  <a:cubicBezTo>
                    <a:pt x="203747" y="115426"/>
                    <a:pt x="201067" y="110985"/>
                    <a:pt x="197813" y="106965"/>
                  </a:cubicBezTo>
                  <a:cubicBezTo>
                    <a:pt x="194023" y="102486"/>
                    <a:pt x="189391" y="98849"/>
                    <a:pt x="185409" y="94523"/>
                  </a:cubicBezTo>
                  <a:cubicBezTo>
                    <a:pt x="187936" y="87976"/>
                    <a:pt x="189429" y="81085"/>
                    <a:pt x="190195" y="74079"/>
                  </a:cubicBezTo>
                  <a:cubicBezTo>
                    <a:pt x="190348" y="72701"/>
                    <a:pt x="190501" y="71323"/>
                    <a:pt x="190578" y="69945"/>
                  </a:cubicBezTo>
                  <a:cubicBezTo>
                    <a:pt x="191037" y="65772"/>
                    <a:pt x="191152" y="61522"/>
                    <a:pt x="191037" y="57311"/>
                  </a:cubicBezTo>
                  <a:cubicBezTo>
                    <a:pt x="191075" y="55780"/>
                    <a:pt x="191113" y="54287"/>
                    <a:pt x="191075" y="52793"/>
                  </a:cubicBezTo>
                  <a:cubicBezTo>
                    <a:pt x="191037" y="52449"/>
                    <a:pt x="191037" y="52104"/>
                    <a:pt x="190999" y="51760"/>
                  </a:cubicBezTo>
                  <a:lnTo>
                    <a:pt x="190999" y="51722"/>
                  </a:lnTo>
                  <a:cubicBezTo>
                    <a:pt x="191113" y="51186"/>
                    <a:pt x="191075" y="50726"/>
                    <a:pt x="190884" y="50343"/>
                  </a:cubicBezTo>
                  <a:cubicBezTo>
                    <a:pt x="190156" y="42495"/>
                    <a:pt x="187898" y="34800"/>
                    <a:pt x="184452" y="27718"/>
                  </a:cubicBezTo>
                  <a:cubicBezTo>
                    <a:pt x="183074" y="25191"/>
                    <a:pt x="181657" y="22664"/>
                    <a:pt x="180011" y="20291"/>
                  </a:cubicBezTo>
                  <a:cubicBezTo>
                    <a:pt x="179705" y="19831"/>
                    <a:pt x="179246" y="19563"/>
                    <a:pt x="178748" y="19487"/>
                  </a:cubicBezTo>
                  <a:cubicBezTo>
                    <a:pt x="178480" y="19027"/>
                    <a:pt x="178250" y="18568"/>
                    <a:pt x="177982" y="18108"/>
                  </a:cubicBezTo>
                  <a:cubicBezTo>
                    <a:pt x="177446" y="17036"/>
                    <a:pt x="175991" y="16730"/>
                    <a:pt x="174996" y="17304"/>
                  </a:cubicBezTo>
                  <a:cubicBezTo>
                    <a:pt x="173962" y="17879"/>
                    <a:pt x="173618" y="19295"/>
                    <a:pt x="174192" y="20291"/>
                  </a:cubicBezTo>
                  <a:cubicBezTo>
                    <a:pt x="176336" y="24310"/>
                    <a:pt x="178442" y="28292"/>
                    <a:pt x="180356" y="32427"/>
                  </a:cubicBezTo>
                  <a:cubicBezTo>
                    <a:pt x="182002" y="36025"/>
                    <a:pt x="183265" y="39777"/>
                    <a:pt x="184184" y="43605"/>
                  </a:cubicBezTo>
                  <a:cubicBezTo>
                    <a:pt x="183763" y="44065"/>
                    <a:pt x="183572" y="44754"/>
                    <a:pt x="183801" y="45558"/>
                  </a:cubicBezTo>
                  <a:cubicBezTo>
                    <a:pt x="184682" y="49157"/>
                    <a:pt x="185371" y="52793"/>
                    <a:pt x="185830" y="56507"/>
                  </a:cubicBezTo>
                  <a:cubicBezTo>
                    <a:pt x="185907" y="56966"/>
                    <a:pt x="185945" y="57426"/>
                    <a:pt x="185983" y="57923"/>
                  </a:cubicBezTo>
                  <a:cubicBezTo>
                    <a:pt x="185677" y="60642"/>
                    <a:pt x="185294" y="63321"/>
                    <a:pt x="184797" y="66001"/>
                  </a:cubicBezTo>
                  <a:cubicBezTo>
                    <a:pt x="184376" y="68490"/>
                    <a:pt x="183993" y="70940"/>
                    <a:pt x="183495" y="73390"/>
                  </a:cubicBezTo>
                  <a:cubicBezTo>
                    <a:pt x="183342" y="74232"/>
                    <a:pt x="183801" y="75113"/>
                    <a:pt x="184529" y="75572"/>
                  </a:cubicBezTo>
                  <a:cubicBezTo>
                    <a:pt x="184299" y="76683"/>
                    <a:pt x="184031" y="77831"/>
                    <a:pt x="183763" y="78980"/>
                  </a:cubicBezTo>
                  <a:cubicBezTo>
                    <a:pt x="183036" y="81506"/>
                    <a:pt x="182270" y="84071"/>
                    <a:pt x="181466" y="86598"/>
                  </a:cubicBezTo>
                  <a:cubicBezTo>
                    <a:pt x="180739" y="86751"/>
                    <a:pt x="180088" y="87249"/>
                    <a:pt x="179858" y="87976"/>
                  </a:cubicBezTo>
                  <a:cubicBezTo>
                    <a:pt x="179705" y="87747"/>
                    <a:pt x="179514" y="87555"/>
                    <a:pt x="179360" y="87364"/>
                  </a:cubicBezTo>
                  <a:cubicBezTo>
                    <a:pt x="177676" y="83880"/>
                    <a:pt x="172546" y="87134"/>
                    <a:pt x="176757" y="91154"/>
                  </a:cubicBezTo>
                  <a:cubicBezTo>
                    <a:pt x="177331" y="91805"/>
                    <a:pt x="177906" y="92494"/>
                    <a:pt x="178518" y="93183"/>
                  </a:cubicBezTo>
                  <a:cubicBezTo>
                    <a:pt x="178212" y="94255"/>
                    <a:pt x="177867" y="95250"/>
                    <a:pt x="177523" y="96284"/>
                  </a:cubicBezTo>
                  <a:cubicBezTo>
                    <a:pt x="177178" y="97203"/>
                    <a:pt x="176834" y="98160"/>
                    <a:pt x="176489" y="99079"/>
                  </a:cubicBezTo>
                  <a:cubicBezTo>
                    <a:pt x="175800" y="100610"/>
                    <a:pt x="175111" y="102103"/>
                    <a:pt x="174383" y="103634"/>
                  </a:cubicBezTo>
                  <a:cubicBezTo>
                    <a:pt x="174192" y="104055"/>
                    <a:pt x="174154" y="104515"/>
                    <a:pt x="174269" y="104974"/>
                  </a:cubicBezTo>
                  <a:cubicBezTo>
                    <a:pt x="172699" y="107003"/>
                    <a:pt x="171015" y="108956"/>
                    <a:pt x="169139" y="110678"/>
                  </a:cubicBezTo>
                  <a:cubicBezTo>
                    <a:pt x="168143" y="111712"/>
                    <a:pt x="166420" y="112286"/>
                    <a:pt x="166152" y="113818"/>
                  </a:cubicBezTo>
                  <a:cubicBezTo>
                    <a:pt x="165961" y="115005"/>
                    <a:pt x="166880" y="116153"/>
                    <a:pt x="168028" y="116306"/>
                  </a:cubicBezTo>
                  <a:cubicBezTo>
                    <a:pt x="168182" y="116306"/>
                    <a:pt x="168296" y="116268"/>
                    <a:pt x="168450" y="116268"/>
                  </a:cubicBezTo>
                  <a:cubicBezTo>
                    <a:pt x="168450" y="116689"/>
                    <a:pt x="168641" y="117148"/>
                    <a:pt x="169100" y="117608"/>
                  </a:cubicBezTo>
                  <a:cubicBezTo>
                    <a:pt x="171168" y="119407"/>
                    <a:pt x="172890" y="117034"/>
                    <a:pt x="174269" y="115311"/>
                  </a:cubicBezTo>
                  <a:cubicBezTo>
                    <a:pt x="175455" y="123044"/>
                    <a:pt x="178863" y="130318"/>
                    <a:pt x="181925" y="137477"/>
                  </a:cubicBezTo>
                  <a:cubicBezTo>
                    <a:pt x="183763" y="141727"/>
                    <a:pt x="185447" y="146053"/>
                    <a:pt x="187630" y="150187"/>
                  </a:cubicBezTo>
                  <a:cubicBezTo>
                    <a:pt x="189850" y="154016"/>
                    <a:pt x="192071" y="157806"/>
                    <a:pt x="194329" y="161596"/>
                  </a:cubicBezTo>
                  <a:cubicBezTo>
                    <a:pt x="196129" y="163855"/>
                    <a:pt x="199536" y="161175"/>
                    <a:pt x="197813" y="158916"/>
                  </a:cubicBezTo>
                  <a:cubicBezTo>
                    <a:pt x="197698" y="158686"/>
                    <a:pt x="197545" y="158457"/>
                    <a:pt x="197430" y="158227"/>
                  </a:cubicBezTo>
                  <a:cubicBezTo>
                    <a:pt x="198962" y="159031"/>
                    <a:pt x="200723" y="159605"/>
                    <a:pt x="201795" y="161098"/>
                  </a:cubicBezTo>
                  <a:cubicBezTo>
                    <a:pt x="203939" y="163012"/>
                    <a:pt x="203173" y="166266"/>
                    <a:pt x="205164" y="168257"/>
                  </a:cubicBezTo>
                  <a:cubicBezTo>
                    <a:pt x="206350" y="169559"/>
                    <a:pt x="207958" y="170516"/>
                    <a:pt x="208954" y="172009"/>
                  </a:cubicBezTo>
                  <a:cubicBezTo>
                    <a:pt x="210102" y="173311"/>
                    <a:pt x="210141" y="175646"/>
                    <a:pt x="211480" y="176527"/>
                  </a:cubicBezTo>
                  <a:cubicBezTo>
                    <a:pt x="213088" y="177522"/>
                    <a:pt x="215309" y="175837"/>
                    <a:pt x="214696" y="174038"/>
                  </a:cubicBezTo>
                  <a:cubicBezTo>
                    <a:pt x="214084" y="172047"/>
                    <a:pt x="213203" y="170095"/>
                    <a:pt x="211825" y="168525"/>
                  </a:cubicBezTo>
                  <a:cubicBezTo>
                    <a:pt x="210753" y="167147"/>
                    <a:pt x="209183" y="166266"/>
                    <a:pt x="208111" y="164927"/>
                  </a:cubicBezTo>
                  <a:cubicBezTo>
                    <a:pt x="207537" y="159873"/>
                    <a:pt x="203785" y="155777"/>
                    <a:pt x="199077" y="154169"/>
                  </a:cubicBezTo>
                  <a:cubicBezTo>
                    <a:pt x="198885" y="150264"/>
                    <a:pt x="195440" y="147239"/>
                    <a:pt x="191688" y="146665"/>
                  </a:cubicBezTo>
                  <a:cubicBezTo>
                    <a:pt x="191420" y="146627"/>
                    <a:pt x="191113" y="146589"/>
                    <a:pt x="190769" y="146589"/>
                  </a:cubicBezTo>
                  <a:cubicBezTo>
                    <a:pt x="189659" y="144368"/>
                    <a:pt x="188587" y="142148"/>
                    <a:pt x="187706" y="139812"/>
                  </a:cubicBezTo>
                  <a:cubicBezTo>
                    <a:pt x="183840" y="130165"/>
                    <a:pt x="178288" y="120594"/>
                    <a:pt x="178250" y="109989"/>
                  </a:cubicBezTo>
                  <a:cubicBezTo>
                    <a:pt x="180471" y="106620"/>
                    <a:pt x="182347" y="102983"/>
                    <a:pt x="183763" y="99155"/>
                  </a:cubicBezTo>
                  <a:cubicBezTo>
                    <a:pt x="187859" y="103328"/>
                    <a:pt x="192492" y="107042"/>
                    <a:pt x="196014" y="111750"/>
                  </a:cubicBezTo>
                  <a:cubicBezTo>
                    <a:pt x="193832" y="114469"/>
                    <a:pt x="195095" y="120403"/>
                    <a:pt x="198694" y="121092"/>
                  </a:cubicBezTo>
                  <a:lnTo>
                    <a:pt x="198694" y="121092"/>
                  </a:lnTo>
                  <a:close/>
                  <a:moveTo>
                    <a:pt x="16731" y="109607"/>
                  </a:moveTo>
                  <a:cubicBezTo>
                    <a:pt x="15697" y="109568"/>
                    <a:pt x="14817" y="108917"/>
                    <a:pt x="14434" y="107999"/>
                  </a:cubicBezTo>
                  <a:cubicBezTo>
                    <a:pt x="14013" y="107003"/>
                    <a:pt x="14319" y="105855"/>
                    <a:pt x="15123" y="105127"/>
                  </a:cubicBezTo>
                  <a:cubicBezTo>
                    <a:pt x="15391" y="103290"/>
                    <a:pt x="17765" y="102754"/>
                    <a:pt x="19105" y="103787"/>
                  </a:cubicBezTo>
                  <a:cubicBezTo>
                    <a:pt x="21555" y="105625"/>
                    <a:pt x="19449" y="109607"/>
                    <a:pt x="16731" y="109607"/>
                  </a:cubicBezTo>
                  <a:lnTo>
                    <a:pt x="16731" y="109607"/>
                  </a:lnTo>
                  <a:close/>
                  <a:moveTo>
                    <a:pt x="4021" y="121704"/>
                  </a:moveTo>
                  <a:cubicBezTo>
                    <a:pt x="1" y="121589"/>
                    <a:pt x="996" y="115196"/>
                    <a:pt x="4327" y="114545"/>
                  </a:cubicBezTo>
                  <a:cubicBezTo>
                    <a:pt x="6394" y="113779"/>
                    <a:pt x="8538" y="115655"/>
                    <a:pt x="8232" y="117799"/>
                  </a:cubicBezTo>
                  <a:cubicBezTo>
                    <a:pt x="7964" y="119752"/>
                    <a:pt x="6011" y="121589"/>
                    <a:pt x="4059" y="121704"/>
                  </a:cubicBezTo>
                  <a:lnTo>
                    <a:pt x="4059" y="121704"/>
                  </a:lnTo>
                  <a:close/>
                  <a:moveTo>
                    <a:pt x="14089" y="125571"/>
                  </a:moveTo>
                  <a:cubicBezTo>
                    <a:pt x="16195" y="125686"/>
                    <a:pt x="20406" y="124958"/>
                    <a:pt x="19641" y="122049"/>
                  </a:cubicBezTo>
                  <a:cubicBezTo>
                    <a:pt x="24349" y="116536"/>
                    <a:pt x="17190" y="113014"/>
                    <a:pt x="13056" y="117378"/>
                  </a:cubicBezTo>
                  <a:cubicBezTo>
                    <a:pt x="10223" y="119828"/>
                    <a:pt x="9802" y="124614"/>
                    <a:pt x="14089" y="125571"/>
                  </a:cubicBezTo>
                  <a:close/>
                  <a:moveTo>
                    <a:pt x="115159" y="161175"/>
                  </a:moveTo>
                  <a:cubicBezTo>
                    <a:pt x="113283" y="160409"/>
                    <a:pt x="113244" y="157767"/>
                    <a:pt x="114087" y="156198"/>
                  </a:cubicBezTo>
                  <a:cubicBezTo>
                    <a:pt x="114852" y="154858"/>
                    <a:pt x="116843" y="154322"/>
                    <a:pt x="118106" y="155317"/>
                  </a:cubicBezTo>
                  <a:cubicBezTo>
                    <a:pt x="119446" y="156313"/>
                    <a:pt x="119293" y="158303"/>
                    <a:pt x="118566" y="159643"/>
                  </a:cubicBezTo>
                  <a:cubicBezTo>
                    <a:pt x="118374" y="161213"/>
                    <a:pt x="116422" y="162055"/>
                    <a:pt x="115159" y="161175"/>
                  </a:cubicBezTo>
                  <a:close/>
                  <a:moveTo>
                    <a:pt x="119829" y="172200"/>
                  </a:moveTo>
                  <a:cubicBezTo>
                    <a:pt x="121628" y="174230"/>
                    <a:pt x="124883" y="173617"/>
                    <a:pt x="126069" y="171320"/>
                  </a:cubicBezTo>
                  <a:cubicBezTo>
                    <a:pt x="127333" y="168793"/>
                    <a:pt x="128175" y="165195"/>
                    <a:pt x="126031" y="162936"/>
                  </a:cubicBezTo>
                  <a:cubicBezTo>
                    <a:pt x="123849" y="160447"/>
                    <a:pt x="120365" y="162055"/>
                    <a:pt x="119102" y="164620"/>
                  </a:cubicBezTo>
                  <a:cubicBezTo>
                    <a:pt x="117838" y="166956"/>
                    <a:pt x="118068" y="170248"/>
                    <a:pt x="119829" y="172239"/>
                  </a:cubicBezTo>
                  <a:lnTo>
                    <a:pt x="119829" y="172239"/>
                  </a:lnTo>
                  <a:close/>
                  <a:moveTo>
                    <a:pt x="101836" y="132424"/>
                  </a:moveTo>
                  <a:cubicBezTo>
                    <a:pt x="101721" y="132500"/>
                    <a:pt x="101644" y="132577"/>
                    <a:pt x="101529" y="132653"/>
                  </a:cubicBezTo>
                  <a:cubicBezTo>
                    <a:pt x="98696" y="135027"/>
                    <a:pt x="95672" y="138434"/>
                    <a:pt x="95021" y="142148"/>
                  </a:cubicBezTo>
                  <a:cubicBezTo>
                    <a:pt x="95021" y="144828"/>
                    <a:pt x="99041" y="145096"/>
                    <a:pt x="99386" y="142454"/>
                  </a:cubicBezTo>
                  <a:cubicBezTo>
                    <a:pt x="99845" y="141267"/>
                    <a:pt x="100534" y="140195"/>
                    <a:pt x="101262" y="139200"/>
                  </a:cubicBezTo>
                  <a:cubicBezTo>
                    <a:pt x="99615" y="146589"/>
                    <a:pt x="100687" y="154667"/>
                    <a:pt x="102716" y="161902"/>
                  </a:cubicBezTo>
                  <a:cubicBezTo>
                    <a:pt x="104133" y="166688"/>
                    <a:pt x="105817" y="171358"/>
                    <a:pt x="107463" y="176067"/>
                  </a:cubicBezTo>
                  <a:cubicBezTo>
                    <a:pt x="107923" y="177139"/>
                    <a:pt x="107999" y="178556"/>
                    <a:pt x="109110" y="179206"/>
                  </a:cubicBezTo>
                  <a:cubicBezTo>
                    <a:pt x="110679" y="180202"/>
                    <a:pt x="112593" y="178709"/>
                    <a:pt x="112440" y="177101"/>
                  </a:cubicBezTo>
                  <a:cubicBezTo>
                    <a:pt x="113397" y="176565"/>
                    <a:pt x="113972" y="175340"/>
                    <a:pt x="113436" y="174115"/>
                  </a:cubicBezTo>
                  <a:cubicBezTo>
                    <a:pt x="112364" y="170248"/>
                    <a:pt x="111215" y="166381"/>
                    <a:pt x="110143" y="162476"/>
                  </a:cubicBezTo>
                  <a:cubicBezTo>
                    <a:pt x="108727" y="157576"/>
                    <a:pt x="107617" y="152523"/>
                    <a:pt x="107310" y="147393"/>
                  </a:cubicBezTo>
                  <a:cubicBezTo>
                    <a:pt x="106774" y="142071"/>
                    <a:pt x="108038" y="137018"/>
                    <a:pt x="112402" y="134759"/>
                  </a:cubicBezTo>
                  <a:cubicBezTo>
                    <a:pt x="116384" y="134759"/>
                    <a:pt x="120327" y="134376"/>
                    <a:pt x="124193" y="133572"/>
                  </a:cubicBezTo>
                  <a:cubicBezTo>
                    <a:pt x="127830" y="137515"/>
                    <a:pt x="128634" y="139812"/>
                    <a:pt x="130549" y="146742"/>
                  </a:cubicBezTo>
                  <a:cubicBezTo>
                    <a:pt x="133228" y="156236"/>
                    <a:pt x="135679" y="165807"/>
                    <a:pt x="139009" y="175110"/>
                  </a:cubicBezTo>
                  <a:cubicBezTo>
                    <a:pt x="140120" y="177752"/>
                    <a:pt x="144139" y="176029"/>
                    <a:pt x="143067" y="173387"/>
                  </a:cubicBezTo>
                  <a:cubicBezTo>
                    <a:pt x="140847" y="167415"/>
                    <a:pt x="139316" y="161251"/>
                    <a:pt x="137440" y="155164"/>
                  </a:cubicBezTo>
                  <a:cubicBezTo>
                    <a:pt x="135717" y="149192"/>
                    <a:pt x="134339" y="143067"/>
                    <a:pt x="132080" y="137247"/>
                  </a:cubicBezTo>
                  <a:cubicBezTo>
                    <a:pt x="131314" y="135563"/>
                    <a:pt x="130357" y="134032"/>
                    <a:pt x="129209" y="132615"/>
                  </a:cubicBezTo>
                  <a:cubicBezTo>
                    <a:pt x="131582" y="132577"/>
                    <a:pt x="133994" y="132577"/>
                    <a:pt x="136406" y="132539"/>
                  </a:cubicBezTo>
                  <a:cubicBezTo>
                    <a:pt x="138818" y="132539"/>
                    <a:pt x="141268" y="132539"/>
                    <a:pt x="143680" y="132577"/>
                  </a:cubicBezTo>
                  <a:cubicBezTo>
                    <a:pt x="144867" y="132577"/>
                    <a:pt x="145900" y="131543"/>
                    <a:pt x="145900" y="130356"/>
                  </a:cubicBezTo>
                  <a:cubicBezTo>
                    <a:pt x="145900" y="129170"/>
                    <a:pt x="144867" y="128174"/>
                    <a:pt x="143680" y="128174"/>
                  </a:cubicBezTo>
                  <a:cubicBezTo>
                    <a:pt x="142838" y="128174"/>
                    <a:pt x="141995" y="128174"/>
                    <a:pt x="141153" y="128174"/>
                  </a:cubicBezTo>
                  <a:cubicBezTo>
                    <a:pt x="143029" y="127332"/>
                    <a:pt x="144828" y="126222"/>
                    <a:pt x="145441" y="124499"/>
                  </a:cubicBezTo>
                  <a:cubicBezTo>
                    <a:pt x="145594" y="123350"/>
                    <a:pt x="144714" y="122164"/>
                    <a:pt x="143527" y="122049"/>
                  </a:cubicBezTo>
                  <a:cubicBezTo>
                    <a:pt x="142417" y="121819"/>
                    <a:pt x="141651" y="122738"/>
                    <a:pt x="140847" y="123312"/>
                  </a:cubicBezTo>
                  <a:cubicBezTo>
                    <a:pt x="140579" y="123465"/>
                    <a:pt x="140311" y="123618"/>
                    <a:pt x="140043" y="123772"/>
                  </a:cubicBezTo>
                  <a:cubicBezTo>
                    <a:pt x="139545" y="122470"/>
                    <a:pt x="137746" y="121704"/>
                    <a:pt x="135947" y="123082"/>
                  </a:cubicBezTo>
                  <a:cubicBezTo>
                    <a:pt x="135296" y="123427"/>
                    <a:pt x="134607" y="123733"/>
                    <a:pt x="133918" y="124078"/>
                  </a:cubicBezTo>
                  <a:cubicBezTo>
                    <a:pt x="130549" y="124805"/>
                    <a:pt x="127141" y="125303"/>
                    <a:pt x="123734" y="125762"/>
                  </a:cubicBezTo>
                  <a:cubicBezTo>
                    <a:pt x="120480" y="126107"/>
                    <a:pt x="117264" y="126605"/>
                    <a:pt x="114010" y="126528"/>
                  </a:cubicBezTo>
                  <a:cubicBezTo>
                    <a:pt x="112517" y="126566"/>
                    <a:pt x="110947" y="126413"/>
                    <a:pt x="109531" y="126834"/>
                  </a:cubicBezTo>
                  <a:cubicBezTo>
                    <a:pt x="109225" y="126949"/>
                    <a:pt x="108957" y="127102"/>
                    <a:pt x="108727" y="127332"/>
                  </a:cubicBezTo>
                  <a:cubicBezTo>
                    <a:pt x="108382" y="127255"/>
                    <a:pt x="107999" y="127332"/>
                    <a:pt x="107617" y="127447"/>
                  </a:cubicBezTo>
                  <a:cubicBezTo>
                    <a:pt x="107042" y="127715"/>
                    <a:pt x="106545" y="128136"/>
                    <a:pt x="106124" y="128595"/>
                  </a:cubicBezTo>
                  <a:cubicBezTo>
                    <a:pt x="105128" y="128519"/>
                    <a:pt x="104133" y="128366"/>
                    <a:pt x="103099" y="128442"/>
                  </a:cubicBezTo>
                  <a:cubicBezTo>
                    <a:pt x="101185" y="128672"/>
                    <a:pt x="100802" y="130892"/>
                    <a:pt x="101759" y="132041"/>
                  </a:cubicBezTo>
                  <a:cubicBezTo>
                    <a:pt x="101759" y="132194"/>
                    <a:pt x="101797" y="132309"/>
                    <a:pt x="101836" y="132424"/>
                  </a:cubicBezTo>
                  <a:lnTo>
                    <a:pt x="101836" y="132424"/>
                  </a:lnTo>
                  <a:close/>
                  <a:moveTo>
                    <a:pt x="41960" y="81085"/>
                  </a:moveTo>
                  <a:cubicBezTo>
                    <a:pt x="40811" y="80741"/>
                    <a:pt x="39816" y="78635"/>
                    <a:pt x="39050" y="75802"/>
                  </a:cubicBezTo>
                  <a:cubicBezTo>
                    <a:pt x="39433" y="77869"/>
                    <a:pt x="39969" y="79937"/>
                    <a:pt x="40505" y="81966"/>
                  </a:cubicBezTo>
                  <a:cubicBezTo>
                    <a:pt x="41194" y="84416"/>
                    <a:pt x="41922" y="86866"/>
                    <a:pt x="42726" y="89316"/>
                  </a:cubicBezTo>
                  <a:cubicBezTo>
                    <a:pt x="43300" y="91115"/>
                    <a:pt x="41118" y="92800"/>
                    <a:pt x="39510" y="91805"/>
                  </a:cubicBezTo>
                  <a:cubicBezTo>
                    <a:pt x="38974" y="91498"/>
                    <a:pt x="38668" y="91039"/>
                    <a:pt x="38476" y="90465"/>
                  </a:cubicBezTo>
                  <a:cubicBezTo>
                    <a:pt x="37557" y="87670"/>
                    <a:pt x="36715" y="84837"/>
                    <a:pt x="35988" y="82004"/>
                  </a:cubicBezTo>
                  <a:cubicBezTo>
                    <a:pt x="35911" y="83688"/>
                    <a:pt x="35988" y="85373"/>
                    <a:pt x="36524" y="86981"/>
                  </a:cubicBezTo>
                  <a:cubicBezTo>
                    <a:pt x="38208" y="90924"/>
                    <a:pt x="40888" y="94446"/>
                    <a:pt x="41845" y="98734"/>
                  </a:cubicBezTo>
                  <a:cubicBezTo>
                    <a:pt x="42764" y="101797"/>
                    <a:pt x="42649" y="105051"/>
                    <a:pt x="42534" y="108228"/>
                  </a:cubicBezTo>
                  <a:cubicBezTo>
                    <a:pt x="43491" y="110104"/>
                    <a:pt x="41118" y="112210"/>
                    <a:pt x="39357" y="111061"/>
                  </a:cubicBezTo>
                  <a:cubicBezTo>
                    <a:pt x="37174" y="109721"/>
                    <a:pt x="38591" y="105625"/>
                    <a:pt x="38208" y="103366"/>
                  </a:cubicBezTo>
                  <a:cubicBezTo>
                    <a:pt x="38055" y="101490"/>
                    <a:pt x="37557" y="99691"/>
                    <a:pt x="36983" y="97930"/>
                  </a:cubicBezTo>
                  <a:cubicBezTo>
                    <a:pt x="35299" y="93221"/>
                    <a:pt x="31508" y="89240"/>
                    <a:pt x="31585" y="83995"/>
                  </a:cubicBezTo>
                  <a:cubicBezTo>
                    <a:pt x="31508" y="82693"/>
                    <a:pt x="31585" y="81353"/>
                    <a:pt x="31700" y="80051"/>
                  </a:cubicBezTo>
                  <a:cubicBezTo>
                    <a:pt x="31891" y="78176"/>
                    <a:pt x="31891" y="75036"/>
                    <a:pt x="34495" y="75343"/>
                  </a:cubicBezTo>
                  <a:cubicBezTo>
                    <a:pt x="33806" y="71055"/>
                    <a:pt x="33576" y="66729"/>
                    <a:pt x="33614" y="62403"/>
                  </a:cubicBezTo>
                  <a:cubicBezTo>
                    <a:pt x="33499" y="50918"/>
                    <a:pt x="36371" y="39586"/>
                    <a:pt x="40697" y="28981"/>
                  </a:cubicBezTo>
                  <a:cubicBezTo>
                    <a:pt x="44219" y="21133"/>
                    <a:pt x="49196" y="13935"/>
                    <a:pt x="54900" y="7504"/>
                  </a:cubicBezTo>
                  <a:cubicBezTo>
                    <a:pt x="56814" y="5436"/>
                    <a:pt x="58958" y="3561"/>
                    <a:pt x="61102" y="1685"/>
                  </a:cubicBezTo>
                  <a:cubicBezTo>
                    <a:pt x="62021" y="957"/>
                    <a:pt x="62901" y="0"/>
                    <a:pt x="64126" y="0"/>
                  </a:cubicBezTo>
                  <a:cubicBezTo>
                    <a:pt x="65313" y="0"/>
                    <a:pt x="66308" y="996"/>
                    <a:pt x="66308" y="2182"/>
                  </a:cubicBezTo>
                  <a:cubicBezTo>
                    <a:pt x="66385" y="3867"/>
                    <a:pt x="64126" y="4594"/>
                    <a:pt x="63284" y="5590"/>
                  </a:cubicBezTo>
                  <a:cubicBezTo>
                    <a:pt x="61102" y="7504"/>
                    <a:pt x="58958" y="9495"/>
                    <a:pt x="57044" y="11677"/>
                  </a:cubicBezTo>
                  <a:cubicBezTo>
                    <a:pt x="52756" y="16845"/>
                    <a:pt x="48851" y="22358"/>
                    <a:pt x="45827" y="28368"/>
                  </a:cubicBezTo>
                  <a:cubicBezTo>
                    <a:pt x="41998" y="36523"/>
                    <a:pt x="39472" y="45290"/>
                    <a:pt x="38476" y="54248"/>
                  </a:cubicBezTo>
                  <a:cubicBezTo>
                    <a:pt x="40122" y="53253"/>
                    <a:pt x="42572" y="54593"/>
                    <a:pt x="41501" y="57196"/>
                  </a:cubicBezTo>
                  <a:cubicBezTo>
                    <a:pt x="40965" y="62020"/>
                    <a:pt x="41883" y="66920"/>
                    <a:pt x="42649" y="71667"/>
                  </a:cubicBezTo>
                  <a:cubicBezTo>
                    <a:pt x="43262" y="73390"/>
                    <a:pt x="43798" y="75189"/>
                    <a:pt x="44295" y="77027"/>
                  </a:cubicBezTo>
                  <a:cubicBezTo>
                    <a:pt x="45214" y="79056"/>
                    <a:pt x="44640" y="81506"/>
                    <a:pt x="41960" y="81085"/>
                  </a:cubicBezTo>
                  <a:lnTo>
                    <a:pt x="41960" y="81085"/>
                  </a:lnTo>
                  <a:close/>
                  <a:moveTo>
                    <a:pt x="178595" y="89852"/>
                  </a:moveTo>
                  <a:cubicBezTo>
                    <a:pt x="178595" y="89852"/>
                    <a:pt x="178633" y="89852"/>
                    <a:pt x="178633" y="89814"/>
                  </a:cubicBezTo>
                  <a:cubicBezTo>
                    <a:pt x="178633" y="89814"/>
                    <a:pt x="178633" y="89852"/>
                    <a:pt x="178633" y="89852"/>
                  </a:cubicBezTo>
                  <a:cubicBezTo>
                    <a:pt x="178633" y="89852"/>
                    <a:pt x="178595" y="89852"/>
                    <a:pt x="178595" y="89852"/>
                  </a:cubicBezTo>
                  <a:close/>
                  <a:moveTo>
                    <a:pt x="55589" y="179245"/>
                  </a:moveTo>
                  <a:cubicBezTo>
                    <a:pt x="54440" y="178938"/>
                    <a:pt x="53751" y="177675"/>
                    <a:pt x="54058" y="176527"/>
                  </a:cubicBezTo>
                  <a:cubicBezTo>
                    <a:pt x="54670" y="174153"/>
                    <a:pt x="55206" y="171779"/>
                    <a:pt x="55742" y="169367"/>
                  </a:cubicBezTo>
                  <a:cubicBezTo>
                    <a:pt x="56852" y="164429"/>
                    <a:pt x="57618" y="159414"/>
                    <a:pt x="59532" y="154667"/>
                  </a:cubicBezTo>
                  <a:cubicBezTo>
                    <a:pt x="62939" y="145938"/>
                    <a:pt x="67380" y="137439"/>
                    <a:pt x="72664" y="129667"/>
                  </a:cubicBezTo>
                  <a:cubicBezTo>
                    <a:pt x="74616" y="127791"/>
                    <a:pt x="77411" y="129897"/>
                    <a:pt x="76415" y="132347"/>
                  </a:cubicBezTo>
                  <a:cubicBezTo>
                    <a:pt x="73544" y="140004"/>
                    <a:pt x="70711" y="147661"/>
                    <a:pt x="67993" y="155394"/>
                  </a:cubicBezTo>
                  <a:cubicBezTo>
                    <a:pt x="65543" y="162208"/>
                    <a:pt x="62403" y="168793"/>
                    <a:pt x="60872" y="175876"/>
                  </a:cubicBezTo>
                  <a:lnTo>
                    <a:pt x="60872" y="175876"/>
                  </a:lnTo>
                  <a:cubicBezTo>
                    <a:pt x="60872" y="175837"/>
                    <a:pt x="60872" y="175799"/>
                    <a:pt x="60872" y="175723"/>
                  </a:cubicBezTo>
                  <a:cubicBezTo>
                    <a:pt x="61408" y="177560"/>
                    <a:pt x="59647" y="179360"/>
                    <a:pt x="57848" y="178556"/>
                  </a:cubicBezTo>
                  <a:cubicBezTo>
                    <a:pt x="57273" y="179168"/>
                    <a:pt x="56393" y="179436"/>
                    <a:pt x="55589" y="179245"/>
                  </a:cubicBezTo>
                  <a:close/>
                </a:path>
              </a:pathLst>
            </a:custGeom>
            <a:solidFill>
              <a:srgbClr val="E1BF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8"/>
            <p:cNvSpPr/>
            <p:nvPr/>
          </p:nvSpPr>
          <p:spPr>
            <a:xfrm>
              <a:off x="4886725" y="2967550"/>
              <a:ext cx="734100" cy="1852000"/>
            </a:xfrm>
            <a:custGeom>
              <a:avLst/>
              <a:gdLst/>
              <a:ahLst/>
              <a:cxnLst/>
              <a:rect l="l" t="t" r="r" b="b"/>
              <a:pathLst>
                <a:path w="29364" h="74080" extrusionOk="0">
                  <a:moveTo>
                    <a:pt x="29364" y="66690"/>
                  </a:moveTo>
                  <a:cubicBezTo>
                    <a:pt x="29364" y="67341"/>
                    <a:pt x="28522" y="67571"/>
                    <a:pt x="28139" y="67073"/>
                  </a:cubicBezTo>
                  <a:cubicBezTo>
                    <a:pt x="27947" y="67035"/>
                    <a:pt x="27794" y="66958"/>
                    <a:pt x="27679" y="66805"/>
                  </a:cubicBezTo>
                  <a:cubicBezTo>
                    <a:pt x="27641" y="66805"/>
                    <a:pt x="27641" y="66767"/>
                    <a:pt x="27641" y="66767"/>
                  </a:cubicBezTo>
                  <a:cubicBezTo>
                    <a:pt x="25421" y="69332"/>
                    <a:pt x="18951" y="74079"/>
                    <a:pt x="15467" y="73314"/>
                  </a:cubicBezTo>
                  <a:cubicBezTo>
                    <a:pt x="13744" y="72280"/>
                    <a:pt x="13055" y="70059"/>
                    <a:pt x="12136" y="68375"/>
                  </a:cubicBezTo>
                  <a:cubicBezTo>
                    <a:pt x="9571" y="63704"/>
                    <a:pt x="7734" y="58689"/>
                    <a:pt x="6087" y="53636"/>
                  </a:cubicBezTo>
                  <a:cubicBezTo>
                    <a:pt x="4556" y="49424"/>
                    <a:pt x="3407" y="45060"/>
                    <a:pt x="2336" y="40696"/>
                  </a:cubicBezTo>
                  <a:cubicBezTo>
                    <a:pt x="1264" y="36370"/>
                    <a:pt x="0" y="31929"/>
                    <a:pt x="613" y="27450"/>
                  </a:cubicBezTo>
                  <a:cubicBezTo>
                    <a:pt x="1110" y="23430"/>
                    <a:pt x="4403" y="20635"/>
                    <a:pt x="7121" y="17955"/>
                  </a:cubicBezTo>
                  <a:cubicBezTo>
                    <a:pt x="11639" y="13399"/>
                    <a:pt x="15965" y="8576"/>
                    <a:pt x="19257" y="3025"/>
                  </a:cubicBezTo>
                  <a:cubicBezTo>
                    <a:pt x="21477" y="0"/>
                    <a:pt x="22894" y="4824"/>
                    <a:pt x="23009" y="6662"/>
                  </a:cubicBezTo>
                  <a:cubicBezTo>
                    <a:pt x="23047" y="9112"/>
                    <a:pt x="22128" y="11447"/>
                    <a:pt x="21133" y="13629"/>
                  </a:cubicBezTo>
                  <a:cubicBezTo>
                    <a:pt x="18912" y="17687"/>
                    <a:pt x="16003" y="21592"/>
                    <a:pt x="15467" y="26339"/>
                  </a:cubicBezTo>
                  <a:cubicBezTo>
                    <a:pt x="15161" y="30742"/>
                    <a:pt x="16539" y="34877"/>
                    <a:pt x="17840" y="39011"/>
                  </a:cubicBezTo>
                  <a:cubicBezTo>
                    <a:pt x="18989" y="42801"/>
                    <a:pt x="20635" y="46400"/>
                    <a:pt x="21975" y="50075"/>
                  </a:cubicBezTo>
                  <a:cubicBezTo>
                    <a:pt x="22703" y="51607"/>
                    <a:pt x="23200" y="53291"/>
                    <a:pt x="23851" y="54861"/>
                  </a:cubicBezTo>
                  <a:cubicBezTo>
                    <a:pt x="24502" y="55588"/>
                    <a:pt x="24693" y="56737"/>
                    <a:pt x="25191" y="57617"/>
                  </a:cubicBezTo>
                  <a:cubicBezTo>
                    <a:pt x="25918" y="59263"/>
                    <a:pt x="26607" y="60910"/>
                    <a:pt x="27297" y="62556"/>
                  </a:cubicBezTo>
                  <a:cubicBezTo>
                    <a:pt x="27986" y="63934"/>
                    <a:pt x="29019" y="65197"/>
                    <a:pt x="29364" y="66690"/>
                  </a:cubicBezTo>
                  <a:close/>
                </a:path>
              </a:pathLst>
            </a:custGeom>
            <a:solidFill>
              <a:srgbClr val="ECB7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8"/>
            <p:cNvSpPr/>
            <p:nvPr/>
          </p:nvSpPr>
          <p:spPr>
            <a:xfrm>
              <a:off x="4921175" y="3066125"/>
              <a:ext cx="679550" cy="1732350"/>
            </a:xfrm>
            <a:custGeom>
              <a:avLst/>
              <a:gdLst/>
              <a:ahLst/>
              <a:cxnLst/>
              <a:rect l="l" t="t" r="r" b="b"/>
              <a:pathLst>
                <a:path w="27182" h="69294" extrusionOk="0">
                  <a:moveTo>
                    <a:pt x="1072" y="23047"/>
                  </a:moveTo>
                  <a:close/>
                  <a:moveTo>
                    <a:pt x="19602" y="65466"/>
                  </a:moveTo>
                  <a:cubicBezTo>
                    <a:pt x="19755" y="65427"/>
                    <a:pt x="19908" y="65389"/>
                    <a:pt x="20061" y="65312"/>
                  </a:cubicBezTo>
                  <a:cubicBezTo>
                    <a:pt x="22167" y="64585"/>
                    <a:pt x="24081" y="63245"/>
                    <a:pt x="25497" y="61522"/>
                  </a:cubicBezTo>
                  <a:cubicBezTo>
                    <a:pt x="25880" y="61025"/>
                    <a:pt x="26225" y="60527"/>
                    <a:pt x="26493" y="59953"/>
                  </a:cubicBezTo>
                  <a:cubicBezTo>
                    <a:pt x="26646" y="59800"/>
                    <a:pt x="26876" y="59838"/>
                    <a:pt x="26991" y="59991"/>
                  </a:cubicBezTo>
                  <a:cubicBezTo>
                    <a:pt x="27029" y="59991"/>
                    <a:pt x="27029" y="59991"/>
                    <a:pt x="27029" y="60029"/>
                  </a:cubicBezTo>
                  <a:cubicBezTo>
                    <a:pt x="27182" y="60259"/>
                    <a:pt x="27144" y="60527"/>
                    <a:pt x="27067" y="60795"/>
                  </a:cubicBezTo>
                  <a:cubicBezTo>
                    <a:pt x="27067" y="60833"/>
                    <a:pt x="27067" y="60872"/>
                    <a:pt x="27029" y="60948"/>
                  </a:cubicBezTo>
                  <a:cubicBezTo>
                    <a:pt x="26914" y="61216"/>
                    <a:pt x="26799" y="61522"/>
                    <a:pt x="26646" y="61790"/>
                  </a:cubicBezTo>
                  <a:cubicBezTo>
                    <a:pt x="26608" y="61829"/>
                    <a:pt x="26608" y="61829"/>
                    <a:pt x="26608" y="61829"/>
                  </a:cubicBezTo>
                  <a:cubicBezTo>
                    <a:pt x="26110" y="62901"/>
                    <a:pt x="25383" y="63819"/>
                    <a:pt x="24693" y="64700"/>
                  </a:cubicBezTo>
                  <a:cubicBezTo>
                    <a:pt x="24847" y="65274"/>
                    <a:pt x="23392" y="65695"/>
                    <a:pt x="23047" y="66002"/>
                  </a:cubicBezTo>
                  <a:cubicBezTo>
                    <a:pt x="22435" y="66384"/>
                    <a:pt x="20138" y="68260"/>
                    <a:pt x="19602" y="67533"/>
                  </a:cubicBezTo>
                  <a:cubicBezTo>
                    <a:pt x="19487" y="67571"/>
                    <a:pt x="19372" y="67648"/>
                    <a:pt x="19257" y="67686"/>
                  </a:cubicBezTo>
                  <a:cubicBezTo>
                    <a:pt x="18070" y="68337"/>
                    <a:pt x="16922" y="69294"/>
                    <a:pt x="15544" y="69294"/>
                  </a:cubicBezTo>
                  <a:cubicBezTo>
                    <a:pt x="14663" y="68988"/>
                    <a:pt x="14472" y="67801"/>
                    <a:pt x="13974" y="67073"/>
                  </a:cubicBezTo>
                  <a:cubicBezTo>
                    <a:pt x="13055" y="65236"/>
                    <a:pt x="12251" y="63322"/>
                    <a:pt x="11332" y="61484"/>
                  </a:cubicBezTo>
                  <a:cubicBezTo>
                    <a:pt x="8653" y="55550"/>
                    <a:pt x="6241" y="49463"/>
                    <a:pt x="4633" y="43146"/>
                  </a:cubicBezTo>
                  <a:cubicBezTo>
                    <a:pt x="3101" y="37059"/>
                    <a:pt x="958" y="31048"/>
                    <a:pt x="422" y="24770"/>
                  </a:cubicBezTo>
                  <a:cubicBezTo>
                    <a:pt x="307" y="23162"/>
                    <a:pt x="0" y="22703"/>
                    <a:pt x="1647" y="21899"/>
                  </a:cubicBezTo>
                  <a:cubicBezTo>
                    <a:pt x="2833" y="21095"/>
                    <a:pt x="3791" y="20061"/>
                    <a:pt x="4824" y="19027"/>
                  </a:cubicBezTo>
                  <a:cubicBezTo>
                    <a:pt x="7160" y="16769"/>
                    <a:pt x="9265" y="14242"/>
                    <a:pt x="11179" y="11600"/>
                  </a:cubicBezTo>
                  <a:cubicBezTo>
                    <a:pt x="11754" y="10796"/>
                    <a:pt x="12328" y="10031"/>
                    <a:pt x="12864" y="9265"/>
                  </a:cubicBezTo>
                  <a:cubicBezTo>
                    <a:pt x="13170" y="8882"/>
                    <a:pt x="13400" y="7925"/>
                    <a:pt x="14012" y="8155"/>
                  </a:cubicBezTo>
                  <a:cubicBezTo>
                    <a:pt x="14969" y="6470"/>
                    <a:pt x="15850" y="4709"/>
                    <a:pt x="16769" y="2948"/>
                  </a:cubicBezTo>
                  <a:cubicBezTo>
                    <a:pt x="17381" y="1991"/>
                    <a:pt x="17688" y="460"/>
                    <a:pt x="18836" y="0"/>
                  </a:cubicBezTo>
                  <a:cubicBezTo>
                    <a:pt x="19525" y="39"/>
                    <a:pt x="19831" y="1800"/>
                    <a:pt x="20367" y="2297"/>
                  </a:cubicBezTo>
                  <a:cubicBezTo>
                    <a:pt x="20750" y="2910"/>
                    <a:pt x="21554" y="3331"/>
                    <a:pt x="21363" y="4135"/>
                  </a:cubicBezTo>
                  <a:cubicBezTo>
                    <a:pt x="20980" y="9227"/>
                    <a:pt x="17764" y="13323"/>
                    <a:pt x="15429" y="17611"/>
                  </a:cubicBezTo>
                  <a:cubicBezTo>
                    <a:pt x="12749" y="22588"/>
                    <a:pt x="11141" y="27258"/>
                    <a:pt x="11409" y="33001"/>
                  </a:cubicBezTo>
                  <a:cubicBezTo>
                    <a:pt x="11524" y="41079"/>
                    <a:pt x="13515" y="49004"/>
                    <a:pt x="16080" y="56622"/>
                  </a:cubicBezTo>
                  <a:cubicBezTo>
                    <a:pt x="17037" y="59340"/>
                    <a:pt x="18070" y="62058"/>
                    <a:pt x="19257" y="64700"/>
                  </a:cubicBezTo>
                  <a:cubicBezTo>
                    <a:pt x="19372" y="64930"/>
                    <a:pt x="19487" y="65198"/>
                    <a:pt x="19602" y="65466"/>
                  </a:cubicBezTo>
                  <a:lnTo>
                    <a:pt x="19602" y="65466"/>
                  </a:lnTo>
                  <a:close/>
                  <a:moveTo>
                    <a:pt x="20138" y="66538"/>
                  </a:moveTo>
                  <a:lnTo>
                    <a:pt x="20176" y="66538"/>
                  </a:lnTo>
                  <a:cubicBezTo>
                    <a:pt x="20176" y="66538"/>
                    <a:pt x="20138" y="66538"/>
                    <a:pt x="20099" y="66538"/>
                  </a:cubicBezTo>
                  <a:lnTo>
                    <a:pt x="20099" y="66538"/>
                  </a:lnTo>
                  <a:close/>
                </a:path>
              </a:pathLst>
            </a:custGeom>
            <a:solidFill>
              <a:srgbClr val="D69E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8"/>
            <p:cNvSpPr/>
            <p:nvPr/>
          </p:nvSpPr>
          <p:spPr>
            <a:xfrm>
              <a:off x="5309750" y="4532400"/>
              <a:ext cx="884375" cy="755150"/>
            </a:xfrm>
            <a:custGeom>
              <a:avLst/>
              <a:gdLst/>
              <a:ahLst/>
              <a:cxnLst/>
              <a:rect l="l" t="t" r="r" b="b"/>
              <a:pathLst>
                <a:path w="35375" h="30206" extrusionOk="0">
                  <a:moveTo>
                    <a:pt x="34954" y="24808"/>
                  </a:moveTo>
                  <a:cubicBezTo>
                    <a:pt x="35183" y="25574"/>
                    <a:pt x="35375" y="26339"/>
                    <a:pt x="34839" y="26990"/>
                  </a:cubicBezTo>
                  <a:cubicBezTo>
                    <a:pt x="31814" y="30168"/>
                    <a:pt x="22090" y="30206"/>
                    <a:pt x="17803" y="30053"/>
                  </a:cubicBezTo>
                  <a:cubicBezTo>
                    <a:pt x="15506" y="29976"/>
                    <a:pt x="13209" y="29593"/>
                    <a:pt x="10912" y="29364"/>
                  </a:cubicBezTo>
                  <a:cubicBezTo>
                    <a:pt x="10222" y="29211"/>
                    <a:pt x="8806" y="29517"/>
                    <a:pt x="8385" y="28866"/>
                  </a:cubicBezTo>
                  <a:cubicBezTo>
                    <a:pt x="8117" y="28943"/>
                    <a:pt x="7849" y="28828"/>
                    <a:pt x="7696" y="28483"/>
                  </a:cubicBezTo>
                  <a:cubicBezTo>
                    <a:pt x="7083" y="27258"/>
                    <a:pt x="6509" y="26033"/>
                    <a:pt x="5973" y="24808"/>
                  </a:cubicBezTo>
                  <a:cubicBezTo>
                    <a:pt x="5360" y="23468"/>
                    <a:pt x="4748" y="22166"/>
                    <a:pt x="4097" y="20865"/>
                  </a:cubicBezTo>
                  <a:cubicBezTo>
                    <a:pt x="2604" y="18070"/>
                    <a:pt x="1226" y="15199"/>
                    <a:pt x="192" y="12213"/>
                  </a:cubicBezTo>
                  <a:cubicBezTo>
                    <a:pt x="192" y="12136"/>
                    <a:pt x="192" y="12098"/>
                    <a:pt x="192" y="12021"/>
                  </a:cubicBezTo>
                  <a:cubicBezTo>
                    <a:pt x="154" y="11983"/>
                    <a:pt x="154" y="11983"/>
                    <a:pt x="116" y="11945"/>
                  </a:cubicBezTo>
                  <a:cubicBezTo>
                    <a:pt x="1" y="11715"/>
                    <a:pt x="1" y="11485"/>
                    <a:pt x="116" y="11294"/>
                  </a:cubicBezTo>
                  <a:cubicBezTo>
                    <a:pt x="1" y="10375"/>
                    <a:pt x="1264" y="10452"/>
                    <a:pt x="1877" y="10145"/>
                  </a:cubicBezTo>
                  <a:cubicBezTo>
                    <a:pt x="3025" y="9724"/>
                    <a:pt x="4135" y="9265"/>
                    <a:pt x="5246" y="8729"/>
                  </a:cubicBezTo>
                  <a:cubicBezTo>
                    <a:pt x="5628" y="8001"/>
                    <a:pt x="6585" y="7657"/>
                    <a:pt x="7275" y="7197"/>
                  </a:cubicBezTo>
                  <a:cubicBezTo>
                    <a:pt x="8193" y="6738"/>
                    <a:pt x="9036" y="6049"/>
                    <a:pt x="9916" y="5475"/>
                  </a:cubicBezTo>
                  <a:cubicBezTo>
                    <a:pt x="9954" y="4900"/>
                    <a:pt x="10529" y="4594"/>
                    <a:pt x="10835" y="4173"/>
                  </a:cubicBezTo>
                  <a:cubicBezTo>
                    <a:pt x="10758" y="3369"/>
                    <a:pt x="12022" y="2680"/>
                    <a:pt x="11562" y="1876"/>
                  </a:cubicBezTo>
                  <a:cubicBezTo>
                    <a:pt x="11333" y="1646"/>
                    <a:pt x="11065" y="1302"/>
                    <a:pt x="11218" y="957"/>
                  </a:cubicBezTo>
                  <a:cubicBezTo>
                    <a:pt x="11715" y="0"/>
                    <a:pt x="13668" y="919"/>
                    <a:pt x="14395" y="1263"/>
                  </a:cubicBezTo>
                  <a:cubicBezTo>
                    <a:pt x="15429" y="1110"/>
                    <a:pt x="16118" y="2144"/>
                    <a:pt x="16578" y="2910"/>
                  </a:cubicBezTo>
                  <a:cubicBezTo>
                    <a:pt x="17917" y="3254"/>
                    <a:pt x="17764" y="5092"/>
                    <a:pt x="18262" y="6087"/>
                  </a:cubicBezTo>
                  <a:cubicBezTo>
                    <a:pt x="18300" y="6355"/>
                    <a:pt x="18339" y="6623"/>
                    <a:pt x="18339" y="6929"/>
                  </a:cubicBezTo>
                  <a:cubicBezTo>
                    <a:pt x="18492" y="7006"/>
                    <a:pt x="18645" y="7197"/>
                    <a:pt x="18721" y="7504"/>
                  </a:cubicBezTo>
                  <a:cubicBezTo>
                    <a:pt x="20865" y="9303"/>
                    <a:pt x="22818" y="8537"/>
                    <a:pt x="25115" y="11791"/>
                  </a:cubicBezTo>
                  <a:cubicBezTo>
                    <a:pt x="25191" y="11906"/>
                    <a:pt x="25268" y="12059"/>
                    <a:pt x="25383" y="12251"/>
                  </a:cubicBezTo>
                  <a:cubicBezTo>
                    <a:pt x="26302" y="12481"/>
                    <a:pt x="26646" y="14586"/>
                    <a:pt x="26914" y="15926"/>
                  </a:cubicBezTo>
                  <a:cubicBezTo>
                    <a:pt x="26914" y="15926"/>
                    <a:pt x="26952" y="15964"/>
                    <a:pt x="26952" y="15964"/>
                  </a:cubicBezTo>
                  <a:cubicBezTo>
                    <a:pt x="28484" y="17228"/>
                    <a:pt x="30475" y="17879"/>
                    <a:pt x="31738" y="19486"/>
                  </a:cubicBezTo>
                  <a:cubicBezTo>
                    <a:pt x="32236" y="20099"/>
                    <a:pt x="32657" y="20750"/>
                    <a:pt x="32963" y="21439"/>
                  </a:cubicBezTo>
                  <a:cubicBezTo>
                    <a:pt x="33231" y="21516"/>
                    <a:pt x="33384" y="21784"/>
                    <a:pt x="33537" y="22166"/>
                  </a:cubicBezTo>
                  <a:cubicBezTo>
                    <a:pt x="33614" y="22205"/>
                    <a:pt x="33652" y="22319"/>
                    <a:pt x="33690" y="22396"/>
                  </a:cubicBezTo>
                  <a:cubicBezTo>
                    <a:pt x="33729" y="22549"/>
                    <a:pt x="33844" y="22702"/>
                    <a:pt x="33958" y="22932"/>
                  </a:cubicBezTo>
                  <a:cubicBezTo>
                    <a:pt x="34226" y="22932"/>
                    <a:pt x="34456" y="23047"/>
                    <a:pt x="34571" y="23391"/>
                  </a:cubicBezTo>
                  <a:cubicBezTo>
                    <a:pt x="34609" y="23851"/>
                    <a:pt x="34801" y="24310"/>
                    <a:pt x="34954" y="24808"/>
                  </a:cubicBezTo>
                  <a:close/>
                </a:path>
              </a:pathLst>
            </a:custGeom>
            <a:solidFill>
              <a:srgbClr val="EF7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8"/>
            <p:cNvSpPr/>
            <p:nvPr/>
          </p:nvSpPr>
          <p:spPr>
            <a:xfrm>
              <a:off x="5290600" y="4554400"/>
              <a:ext cx="906400" cy="752300"/>
            </a:xfrm>
            <a:custGeom>
              <a:avLst/>
              <a:gdLst/>
              <a:ahLst/>
              <a:cxnLst/>
              <a:rect l="l" t="t" r="r" b="b"/>
              <a:pathLst>
                <a:path w="36256" h="30092" extrusionOk="0">
                  <a:moveTo>
                    <a:pt x="33384" y="24923"/>
                  </a:moveTo>
                  <a:cubicBezTo>
                    <a:pt x="34342" y="24732"/>
                    <a:pt x="36179" y="22856"/>
                    <a:pt x="36256" y="24808"/>
                  </a:cubicBezTo>
                  <a:cubicBezTo>
                    <a:pt x="35643" y="29517"/>
                    <a:pt x="26953" y="30015"/>
                    <a:pt x="23239" y="30092"/>
                  </a:cubicBezTo>
                  <a:cubicBezTo>
                    <a:pt x="18760" y="29938"/>
                    <a:pt x="14243" y="29594"/>
                    <a:pt x="9916" y="28216"/>
                  </a:cubicBezTo>
                  <a:cubicBezTo>
                    <a:pt x="8309" y="27373"/>
                    <a:pt x="7658" y="25574"/>
                    <a:pt x="6930" y="23928"/>
                  </a:cubicBezTo>
                  <a:cubicBezTo>
                    <a:pt x="6739" y="23507"/>
                    <a:pt x="6548" y="23124"/>
                    <a:pt x="6356" y="22779"/>
                  </a:cubicBezTo>
                  <a:cubicBezTo>
                    <a:pt x="5514" y="21210"/>
                    <a:pt x="4710" y="19640"/>
                    <a:pt x="4136" y="17956"/>
                  </a:cubicBezTo>
                  <a:cubicBezTo>
                    <a:pt x="3370" y="16156"/>
                    <a:pt x="2413" y="14357"/>
                    <a:pt x="1571" y="12596"/>
                  </a:cubicBezTo>
                  <a:cubicBezTo>
                    <a:pt x="1303" y="11754"/>
                    <a:pt x="1" y="10529"/>
                    <a:pt x="1150" y="9878"/>
                  </a:cubicBezTo>
                  <a:cubicBezTo>
                    <a:pt x="6241" y="7964"/>
                    <a:pt x="8998" y="5896"/>
                    <a:pt x="12328" y="1532"/>
                  </a:cubicBezTo>
                  <a:cubicBezTo>
                    <a:pt x="12290" y="1264"/>
                    <a:pt x="12175" y="996"/>
                    <a:pt x="11984" y="766"/>
                  </a:cubicBezTo>
                  <a:cubicBezTo>
                    <a:pt x="11869" y="651"/>
                    <a:pt x="11907" y="422"/>
                    <a:pt x="12022" y="307"/>
                  </a:cubicBezTo>
                  <a:cubicBezTo>
                    <a:pt x="12635" y="1"/>
                    <a:pt x="12864" y="958"/>
                    <a:pt x="13017" y="1379"/>
                  </a:cubicBezTo>
                  <a:cubicBezTo>
                    <a:pt x="13515" y="3178"/>
                    <a:pt x="12022" y="4595"/>
                    <a:pt x="11103" y="5935"/>
                  </a:cubicBezTo>
                  <a:cubicBezTo>
                    <a:pt x="10299" y="7007"/>
                    <a:pt x="9534" y="8117"/>
                    <a:pt x="8959" y="9265"/>
                  </a:cubicBezTo>
                  <a:cubicBezTo>
                    <a:pt x="7734" y="11792"/>
                    <a:pt x="6815" y="14931"/>
                    <a:pt x="10874" y="12902"/>
                  </a:cubicBezTo>
                  <a:cubicBezTo>
                    <a:pt x="13707" y="11447"/>
                    <a:pt x="16233" y="9418"/>
                    <a:pt x="18262" y="7007"/>
                  </a:cubicBezTo>
                  <a:cubicBezTo>
                    <a:pt x="18454" y="6815"/>
                    <a:pt x="18607" y="6585"/>
                    <a:pt x="18798" y="6432"/>
                  </a:cubicBezTo>
                  <a:cubicBezTo>
                    <a:pt x="19373" y="6203"/>
                    <a:pt x="19449" y="6853"/>
                    <a:pt x="19143" y="7236"/>
                  </a:cubicBezTo>
                  <a:cubicBezTo>
                    <a:pt x="17880" y="9763"/>
                    <a:pt x="11410" y="17917"/>
                    <a:pt x="15353" y="19870"/>
                  </a:cubicBezTo>
                  <a:cubicBezTo>
                    <a:pt x="18951" y="21248"/>
                    <a:pt x="22665" y="19142"/>
                    <a:pt x="25421" y="16884"/>
                  </a:cubicBezTo>
                  <a:cubicBezTo>
                    <a:pt x="26072" y="16386"/>
                    <a:pt x="26723" y="15812"/>
                    <a:pt x="27259" y="15161"/>
                  </a:cubicBezTo>
                  <a:cubicBezTo>
                    <a:pt x="27450" y="14778"/>
                    <a:pt x="28101" y="14740"/>
                    <a:pt x="28025" y="15276"/>
                  </a:cubicBezTo>
                  <a:cubicBezTo>
                    <a:pt x="26646" y="17573"/>
                    <a:pt x="24809" y="20023"/>
                    <a:pt x="25307" y="22856"/>
                  </a:cubicBezTo>
                  <a:cubicBezTo>
                    <a:pt x="25383" y="23239"/>
                    <a:pt x="25536" y="23622"/>
                    <a:pt x="25689" y="23928"/>
                  </a:cubicBezTo>
                  <a:cubicBezTo>
                    <a:pt x="27068" y="26378"/>
                    <a:pt x="30973" y="25727"/>
                    <a:pt x="33384" y="24885"/>
                  </a:cubicBezTo>
                  <a:close/>
                </a:path>
              </a:pathLst>
            </a:custGeom>
            <a:solidFill>
              <a:srgbClr val="D55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8"/>
            <p:cNvSpPr/>
            <p:nvPr/>
          </p:nvSpPr>
          <p:spPr>
            <a:xfrm>
              <a:off x="4088500" y="3945700"/>
              <a:ext cx="574275" cy="1336125"/>
            </a:xfrm>
            <a:custGeom>
              <a:avLst/>
              <a:gdLst/>
              <a:ahLst/>
              <a:cxnLst/>
              <a:rect l="l" t="t" r="r" b="b"/>
              <a:pathLst>
                <a:path w="22971" h="53445" extrusionOk="0">
                  <a:moveTo>
                    <a:pt x="22894" y="48276"/>
                  </a:moveTo>
                  <a:cubicBezTo>
                    <a:pt x="22971" y="49195"/>
                    <a:pt x="22971" y="50152"/>
                    <a:pt x="22894" y="51071"/>
                  </a:cubicBezTo>
                  <a:cubicBezTo>
                    <a:pt x="22014" y="52985"/>
                    <a:pt x="18339" y="53444"/>
                    <a:pt x="16501" y="52985"/>
                  </a:cubicBezTo>
                  <a:cubicBezTo>
                    <a:pt x="13936" y="52564"/>
                    <a:pt x="13017" y="50611"/>
                    <a:pt x="12519" y="48276"/>
                  </a:cubicBezTo>
                  <a:lnTo>
                    <a:pt x="12481" y="48199"/>
                  </a:lnTo>
                  <a:cubicBezTo>
                    <a:pt x="12405" y="47281"/>
                    <a:pt x="11524" y="45405"/>
                    <a:pt x="12022" y="44716"/>
                  </a:cubicBezTo>
                  <a:cubicBezTo>
                    <a:pt x="10797" y="39318"/>
                    <a:pt x="8155" y="34417"/>
                    <a:pt x="6968" y="29019"/>
                  </a:cubicBezTo>
                  <a:cubicBezTo>
                    <a:pt x="6317" y="26914"/>
                    <a:pt x="5284" y="24846"/>
                    <a:pt x="5207" y="22664"/>
                  </a:cubicBezTo>
                  <a:cubicBezTo>
                    <a:pt x="3714" y="18070"/>
                    <a:pt x="2987" y="13285"/>
                    <a:pt x="1455" y="8691"/>
                  </a:cubicBezTo>
                  <a:cubicBezTo>
                    <a:pt x="1302" y="7465"/>
                    <a:pt x="1" y="5092"/>
                    <a:pt x="383" y="4173"/>
                  </a:cubicBezTo>
                  <a:cubicBezTo>
                    <a:pt x="1226" y="3216"/>
                    <a:pt x="2719" y="3331"/>
                    <a:pt x="3829" y="2986"/>
                  </a:cubicBezTo>
                  <a:cubicBezTo>
                    <a:pt x="6241" y="2527"/>
                    <a:pt x="8614" y="2029"/>
                    <a:pt x="10758" y="957"/>
                  </a:cubicBezTo>
                  <a:cubicBezTo>
                    <a:pt x="12098" y="0"/>
                    <a:pt x="12558" y="1531"/>
                    <a:pt x="12749" y="2642"/>
                  </a:cubicBezTo>
                  <a:cubicBezTo>
                    <a:pt x="13094" y="4058"/>
                    <a:pt x="13476" y="5513"/>
                    <a:pt x="13898" y="6929"/>
                  </a:cubicBezTo>
                  <a:cubicBezTo>
                    <a:pt x="15199" y="11600"/>
                    <a:pt x="16577" y="16232"/>
                    <a:pt x="17917" y="20903"/>
                  </a:cubicBezTo>
                  <a:cubicBezTo>
                    <a:pt x="19602" y="27067"/>
                    <a:pt x="20214" y="33345"/>
                    <a:pt x="21516" y="39547"/>
                  </a:cubicBezTo>
                  <a:cubicBezTo>
                    <a:pt x="21937" y="42419"/>
                    <a:pt x="22703" y="45328"/>
                    <a:pt x="22894" y="48238"/>
                  </a:cubicBezTo>
                  <a:close/>
                </a:path>
              </a:pathLst>
            </a:custGeom>
            <a:solidFill>
              <a:srgbClr val="A06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8"/>
            <p:cNvSpPr/>
            <p:nvPr/>
          </p:nvSpPr>
          <p:spPr>
            <a:xfrm>
              <a:off x="4092325" y="3962925"/>
              <a:ext cx="581950" cy="1312200"/>
            </a:xfrm>
            <a:custGeom>
              <a:avLst/>
              <a:gdLst/>
              <a:ahLst/>
              <a:cxnLst/>
              <a:rect l="l" t="t" r="r" b="b"/>
              <a:pathLst>
                <a:path w="23278" h="52488" extrusionOk="0">
                  <a:moveTo>
                    <a:pt x="1838" y="10337"/>
                  </a:moveTo>
                  <a:lnTo>
                    <a:pt x="1838" y="10337"/>
                  </a:lnTo>
                  <a:lnTo>
                    <a:pt x="1838" y="10337"/>
                  </a:lnTo>
                  <a:close/>
                  <a:moveTo>
                    <a:pt x="22971" y="47587"/>
                  </a:moveTo>
                  <a:cubicBezTo>
                    <a:pt x="22741" y="46324"/>
                    <a:pt x="22473" y="45098"/>
                    <a:pt x="22244" y="43873"/>
                  </a:cubicBezTo>
                  <a:cubicBezTo>
                    <a:pt x="21095" y="38552"/>
                    <a:pt x="19947" y="33192"/>
                    <a:pt x="19104" y="27794"/>
                  </a:cubicBezTo>
                  <a:cubicBezTo>
                    <a:pt x="17879" y="20252"/>
                    <a:pt x="16310" y="12710"/>
                    <a:pt x="13362" y="5628"/>
                  </a:cubicBezTo>
                  <a:cubicBezTo>
                    <a:pt x="12787" y="4671"/>
                    <a:pt x="11103" y="0"/>
                    <a:pt x="10031" y="307"/>
                  </a:cubicBezTo>
                  <a:cubicBezTo>
                    <a:pt x="7543" y="842"/>
                    <a:pt x="5246" y="2221"/>
                    <a:pt x="2681" y="2565"/>
                  </a:cubicBezTo>
                  <a:cubicBezTo>
                    <a:pt x="1264" y="2872"/>
                    <a:pt x="1" y="2604"/>
                    <a:pt x="1" y="3905"/>
                  </a:cubicBezTo>
                  <a:cubicBezTo>
                    <a:pt x="154" y="4211"/>
                    <a:pt x="269" y="4556"/>
                    <a:pt x="422" y="4901"/>
                  </a:cubicBezTo>
                  <a:cubicBezTo>
                    <a:pt x="575" y="5398"/>
                    <a:pt x="728" y="5896"/>
                    <a:pt x="881" y="6394"/>
                  </a:cubicBezTo>
                  <a:cubicBezTo>
                    <a:pt x="1188" y="7504"/>
                    <a:pt x="1456" y="8652"/>
                    <a:pt x="1723" y="9763"/>
                  </a:cubicBezTo>
                  <a:cubicBezTo>
                    <a:pt x="1762" y="9954"/>
                    <a:pt x="1800" y="10107"/>
                    <a:pt x="1838" y="10260"/>
                  </a:cubicBezTo>
                  <a:lnTo>
                    <a:pt x="1838" y="10260"/>
                  </a:lnTo>
                  <a:lnTo>
                    <a:pt x="1838" y="10260"/>
                  </a:lnTo>
                  <a:lnTo>
                    <a:pt x="1838" y="10260"/>
                  </a:lnTo>
                  <a:lnTo>
                    <a:pt x="1838" y="10260"/>
                  </a:lnTo>
                  <a:lnTo>
                    <a:pt x="1838" y="10260"/>
                  </a:lnTo>
                  <a:cubicBezTo>
                    <a:pt x="1838" y="10260"/>
                    <a:pt x="1838" y="10299"/>
                    <a:pt x="1838" y="10299"/>
                  </a:cubicBez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cubicBezTo>
                    <a:pt x="1838" y="10337"/>
                    <a:pt x="1838" y="10375"/>
                    <a:pt x="1838" y="10375"/>
                  </a:cubicBezTo>
                  <a:cubicBezTo>
                    <a:pt x="1838" y="10375"/>
                    <a:pt x="1838" y="10375"/>
                    <a:pt x="1838" y="10375"/>
                  </a:cubicBezTo>
                  <a:cubicBezTo>
                    <a:pt x="1915" y="10796"/>
                    <a:pt x="2030" y="11179"/>
                    <a:pt x="2106" y="11600"/>
                  </a:cubicBezTo>
                  <a:lnTo>
                    <a:pt x="2106" y="11638"/>
                  </a:lnTo>
                  <a:cubicBezTo>
                    <a:pt x="2298" y="11677"/>
                    <a:pt x="2527" y="11562"/>
                    <a:pt x="2489" y="11256"/>
                  </a:cubicBezTo>
                  <a:cubicBezTo>
                    <a:pt x="9342" y="11677"/>
                    <a:pt x="11218" y="19716"/>
                    <a:pt x="12941" y="25076"/>
                  </a:cubicBezTo>
                  <a:cubicBezTo>
                    <a:pt x="14434" y="30321"/>
                    <a:pt x="15582" y="35642"/>
                    <a:pt x="16922" y="40926"/>
                  </a:cubicBezTo>
                  <a:cubicBezTo>
                    <a:pt x="17458" y="43108"/>
                    <a:pt x="17956" y="45366"/>
                    <a:pt x="18492" y="47587"/>
                  </a:cubicBezTo>
                  <a:cubicBezTo>
                    <a:pt x="18683" y="48467"/>
                    <a:pt x="18913" y="49348"/>
                    <a:pt x="19143" y="50229"/>
                  </a:cubicBezTo>
                  <a:cubicBezTo>
                    <a:pt x="19449" y="50994"/>
                    <a:pt x="19334" y="52334"/>
                    <a:pt x="20368" y="52487"/>
                  </a:cubicBezTo>
                  <a:cubicBezTo>
                    <a:pt x="21133" y="52334"/>
                    <a:pt x="23124" y="52296"/>
                    <a:pt x="23201" y="51262"/>
                  </a:cubicBezTo>
                  <a:cubicBezTo>
                    <a:pt x="23277" y="49999"/>
                    <a:pt x="23162" y="48774"/>
                    <a:pt x="22971" y="47587"/>
                  </a:cubicBezTo>
                  <a:close/>
                </a:path>
              </a:pathLst>
            </a:custGeom>
            <a:solidFill>
              <a:srgbClr val="885B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8"/>
            <p:cNvSpPr/>
            <p:nvPr/>
          </p:nvSpPr>
          <p:spPr>
            <a:xfrm>
              <a:off x="1871875" y="350850"/>
              <a:ext cx="3725025" cy="3725025"/>
            </a:xfrm>
            <a:custGeom>
              <a:avLst/>
              <a:gdLst/>
              <a:ahLst/>
              <a:cxnLst/>
              <a:rect l="l" t="t" r="r" b="b"/>
              <a:pathLst>
                <a:path w="149001" h="149001" extrusionOk="0">
                  <a:moveTo>
                    <a:pt x="74501" y="0"/>
                  </a:moveTo>
                  <a:cubicBezTo>
                    <a:pt x="33346" y="0"/>
                    <a:pt x="0" y="33346"/>
                    <a:pt x="0" y="74501"/>
                  </a:cubicBezTo>
                  <a:cubicBezTo>
                    <a:pt x="0" y="115656"/>
                    <a:pt x="33346" y="149001"/>
                    <a:pt x="74501" y="149001"/>
                  </a:cubicBezTo>
                  <a:cubicBezTo>
                    <a:pt x="115617" y="149001"/>
                    <a:pt x="149001" y="115656"/>
                    <a:pt x="149001" y="74501"/>
                  </a:cubicBezTo>
                  <a:cubicBezTo>
                    <a:pt x="149001" y="33346"/>
                    <a:pt x="115617" y="0"/>
                    <a:pt x="74501" y="0"/>
                  </a:cubicBezTo>
                  <a:close/>
                </a:path>
              </a:pathLst>
            </a:custGeom>
            <a:solidFill>
              <a:srgbClr val="68C0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8"/>
            <p:cNvSpPr/>
            <p:nvPr/>
          </p:nvSpPr>
          <p:spPr>
            <a:xfrm>
              <a:off x="2165700" y="485800"/>
              <a:ext cx="3036875" cy="3036875"/>
            </a:xfrm>
            <a:custGeom>
              <a:avLst/>
              <a:gdLst/>
              <a:ahLst/>
              <a:cxnLst/>
              <a:rect l="l" t="t" r="r" b="b"/>
              <a:pathLst>
                <a:path w="121475" h="121475" extrusionOk="0">
                  <a:moveTo>
                    <a:pt x="60719" y="0"/>
                  </a:moveTo>
                  <a:cubicBezTo>
                    <a:pt x="27182" y="0"/>
                    <a:pt x="1" y="27182"/>
                    <a:pt x="1" y="60718"/>
                  </a:cubicBezTo>
                  <a:cubicBezTo>
                    <a:pt x="1" y="94293"/>
                    <a:pt x="27182" y="121475"/>
                    <a:pt x="60719" y="121475"/>
                  </a:cubicBezTo>
                  <a:cubicBezTo>
                    <a:pt x="94293" y="121475"/>
                    <a:pt x="121475" y="94293"/>
                    <a:pt x="121475" y="60718"/>
                  </a:cubicBezTo>
                  <a:cubicBezTo>
                    <a:pt x="121475" y="27182"/>
                    <a:pt x="94293" y="0"/>
                    <a:pt x="60719" y="0"/>
                  </a:cubicBezTo>
                  <a:close/>
                </a:path>
              </a:pathLst>
            </a:custGeom>
            <a:solidFill>
              <a:srgbClr val="FFFFFF">
                <a:alpha val="21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8"/>
            <p:cNvSpPr/>
            <p:nvPr/>
          </p:nvSpPr>
          <p:spPr>
            <a:xfrm>
              <a:off x="2349450" y="677225"/>
              <a:ext cx="2227200" cy="1522750"/>
            </a:xfrm>
            <a:custGeom>
              <a:avLst/>
              <a:gdLst/>
              <a:ahLst/>
              <a:cxnLst/>
              <a:rect l="l" t="t" r="r" b="b"/>
              <a:pathLst>
                <a:path w="89088" h="60910" extrusionOk="0">
                  <a:moveTo>
                    <a:pt x="65964" y="27296"/>
                  </a:moveTo>
                  <a:cubicBezTo>
                    <a:pt x="68338" y="27794"/>
                    <a:pt x="69831" y="29938"/>
                    <a:pt x="67993" y="32005"/>
                  </a:cubicBezTo>
                  <a:cubicBezTo>
                    <a:pt x="65887" y="33920"/>
                    <a:pt x="62786" y="33652"/>
                    <a:pt x="60145" y="34149"/>
                  </a:cubicBezTo>
                  <a:cubicBezTo>
                    <a:pt x="55168" y="35145"/>
                    <a:pt x="52756" y="37250"/>
                    <a:pt x="49119" y="40504"/>
                  </a:cubicBezTo>
                  <a:cubicBezTo>
                    <a:pt x="48162" y="41308"/>
                    <a:pt x="47205" y="42036"/>
                    <a:pt x="46171" y="42763"/>
                  </a:cubicBezTo>
                  <a:cubicBezTo>
                    <a:pt x="44755" y="43835"/>
                    <a:pt x="42917" y="44486"/>
                    <a:pt x="41883" y="46017"/>
                  </a:cubicBezTo>
                  <a:cubicBezTo>
                    <a:pt x="40926" y="47472"/>
                    <a:pt x="40084" y="49003"/>
                    <a:pt x="39395" y="50573"/>
                  </a:cubicBezTo>
                  <a:cubicBezTo>
                    <a:pt x="38706" y="52219"/>
                    <a:pt x="38208" y="54018"/>
                    <a:pt x="37098" y="55397"/>
                  </a:cubicBezTo>
                  <a:cubicBezTo>
                    <a:pt x="36294" y="56354"/>
                    <a:pt x="35413" y="57234"/>
                    <a:pt x="34495" y="58077"/>
                  </a:cubicBezTo>
                  <a:cubicBezTo>
                    <a:pt x="33078" y="59225"/>
                    <a:pt x="31279" y="60910"/>
                    <a:pt x="29288" y="60259"/>
                  </a:cubicBezTo>
                  <a:cubicBezTo>
                    <a:pt x="26417" y="58766"/>
                    <a:pt x="26800" y="54861"/>
                    <a:pt x="28178" y="52449"/>
                  </a:cubicBezTo>
                  <a:cubicBezTo>
                    <a:pt x="29211" y="49960"/>
                    <a:pt x="31355" y="47970"/>
                    <a:pt x="32044" y="45405"/>
                  </a:cubicBezTo>
                  <a:cubicBezTo>
                    <a:pt x="29288" y="46055"/>
                    <a:pt x="26876" y="49424"/>
                    <a:pt x="23852" y="48850"/>
                  </a:cubicBezTo>
                  <a:cubicBezTo>
                    <a:pt x="20827" y="47319"/>
                    <a:pt x="25192" y="41844"/>
                    <a:pt x="26264" y="39968"/>
                  </a:cubicBezTo>
                  <a:cubicBezTo>
                    <a:pt x="28484" y="36982"/>
                    <a:pt x="31394" y="34494"/>
                    <a:pt x="34533" y="32503"/>
                  </a:cubicBezTo>
                  <a:cubicBezTo>
                    <a:pt x="37213" y="30933"/>
                    <a:pt x="40161" y="29823"/>
                    <a:pt x="43109" y="28866"/>
                  </a:cubicBezTo>
                  <a:cubicBezTo>
                    <a:pt x="45750" y="28100"/>
                    <a:pt x="48468" y="27641"/>
                    <a:pt x="50918" y="26378"/>
                  </a:cubicBezTo>
                  <a:cubicBezTo>
                    <a:pt x="53101" y="25421"/>
                    <a:pt x="54670" y="23430"/>
                    <a:pt x="56852" y="22473"/>
                  </a:cubicBezTo>
                  <a:cubicBezTo>
                    <a:pt x="58039" y="21937"/>
                    <a:pt x="59456" y="22817"/>
                    <a:pt x="59188" y="24157"/>
                  </a:cubicBezTo>
                  <a:cubicBezTo>
                    <a:pt x="58920" y="25803"/>
                    <a:pt x="57733" y="27450"/>
                    <a:pt x="60413" y="27143"/>
                  </a:cubicBezTo>
                  <a:cubicBezTo>
                    <a:pt x="62250" y="27028"/>
                    <a:pt x="64126" y="26760"/>
                    <a:pt x="65964" y="27258"/>
                  </a:cubicBezTo>
                  <a:lnTo>
                    <a:pt x="65964" y="27258"/>
                  </a:lnTo>
                  <a:close/>
                  <a:moveTo>
                    <a:pt x="28905" y="32465"/>
                  </a:moveTo>
                  <a:cubicBezTo>
                    <a:pt x="29747" y="32924"/>
                    <a:pt x="32389" y="30933"/>
                    <a:pt x="33499" y="30589"/>
                  </a:cubicBezTo>
                  <a:cubicBezTo>
                    <a:pt x="34801" y="30053"/>
                    <a:pt x="34495" y="28675"/>
                    <a:pt x="33078" y="28713"/>
                  </a:cubicBezTo>
                  <a:cubicBezTo>
                    <a:pt x="31853" y="28713"/>
                    <a:pt x="28676" y="29632"/>
                    <a:pt x="28790" y="31125"/>
                  </a:cubicBezTo>
                  <a:cubicBezTo>
                    <a:pt x="28676" y="31278"/>
                    <a:pt x="28561" y="31508"/>
                    <a:pt x="28561" y="31699"/>
                  </a:cubicBezTo>
                  <a:cubicBezTo>
                    <a:pt x="28522" y="32005"/>
                    <a:pt x="28637" y="32312"/>
                    <a:pt x="28905" y="32465"/>
                  </a:cubicBezTo>
                  <a:lnTo>
                    <a:pt x="28905" y="32465"/>
                  </a:lnTo>
                  <a:close/>
                  <a:moveTo>
                    <a:pt x="72472" y="45634"/>
                  </a:moveTo>
                  <a:cubicBezTo>
                    <a:pt x="70481" y="45290"/>
                    <a:pt x="72510" y="42954"/>
                    <a:pt x="73697" y="43337"/>
                  </a:cubicBezTo>
                  <a:cubicBezTo>
                    <a:pt x="74386" y="43146"/>
                    <a:pt x="75075" y="43835"/>
                    <a:pt x="74693" y="44486"/>
                  </a:cubicBezTo>
                  <a:cubicBezTo>
                    <a:pt x="74233" y="45213"/>
                    <a:pt x="73314" y="45558"/>
                    <a:pt x="72472" y="45596"/>
                  </a:cubicBezTo>
                  <a:lnTo>
                    <a:pt x="72472" y="45596"/>
                  </a:lnTo>
                  <a:close/>
                  <a:moveTo>
                    <a:pt x="75037" y="39586"/>
                  </a:moveTo>
                  <a:cubicBezTo>
                    <a:pt x="74539" y="38016"/>
                    <a:pt x="77679" y="36331"/>
                    <a:pt x="78942" y="36829"/>
                  </a:cubicBezTo>
                  <a:cubicBezTo>
                    <a:pt x="80244" y="36331"/>
                    <a:pt x="81660" y="37633"/>
                    <a:pt x="80129" y="38514"/>
                  </a:cubicBezTo>
                  <a:cubicBezTo>
                    <a:pt x="78904" y="38935"/>
                    <a:pt x="75918" y="41155"/>
                    <a:pt x="75037" y="39586"/>
                  </a:cubicBezTo>
                  <a:close/>
                  <a:moveTo>
                    <a:pt x="63399" y="2948"/>
                  </a:moveTo>
                  <a:cubicBezTo>
                    <a:pt x="62442" y="2948"/>
                    <a:pt x="62059" y="1685"/>
                    <a:pt x="62863" y="1149"/>
                  </a:cubicBezTo>
                  <a:cubicBezTo>
                    <a:pt x="63820" y="689"/>
                    <a:pt x="65198" y="0"/>
                    <a:pt x="66194" y="651"/>
                  </a:cubicBezTo>
                  <a:cubicBezTo>
                    <a:pt x="67380" y="2182"/>
                    <a:pt x="64471" y="2871"/>
                    <a:pt x="63399" y="2948"/>
                  </a:cubicBezTo>
                  <a:close/>
                  <a:moveTo>
                    <a:pt x="1800" y="46974"/>
                  </a:moveTo>
                  <a:cubicBezTo>
                    <a:pt x="1" y="46438"/>
                    <a:pt x="2221" y="43529"/>
                    <a:pt x="3370" y="43682"/>
                  </a:cubicBezTo>
                  <a:cubicBezTo>
                    <a:pt x="5131" y="44103"/>
                    <a:pt x="2987" y="47281"/>
                    <a:pt x="1800" y="46974"/>
                  </a:cubicBezTo>
                  <a:close/>
                  <a:moveTo>
                    <a:pt x="2145" y="54363"/>
                  </a:moveTo>
                  <a:cubicBezTo>
                    <a:pt x="1073" y="53100"/>
                    <a:pt x="2107" y="50956"/>
                    <a:pt x="3179" y="49999"/>
                  </a:cubicBezTo>
                  <a:cubicBezTo>
                    <a:pt x="3829" y="49539"/>
                    <a:pt x="4557" y="48620"/>
                    <a:pt x="5476" y="48812"/>
                  </a:cubicBezTo>
                  <a:cubicBezTo>
                    <a:pt x="6203" y="49080"/>
                    <a:pt x="5897" y="49922"/>
                    <a:pt x="5552" y="50420"/>
                  </a:cubicBezTo>
                  <a:cubicBezTo>
                    <a:pt x="4786" y="51415"/>
                    <a:pt x="3829" y="55090"/>
                    <a:pt x="2145" y="54363"/>
                  </a:cubicBezTo>
                  <a:lnTo>
                    <a:pt x="2145" y="54363"/>
                  </a:lnTo>
                  <a:close/>
                  <a:moveTo>
                    <a:pt x="63475" y="24693"/>
                  </a:moveTo>
                  <a:cubicBezTo>
                    <a:pt x="64777" y="24655"/>
                    <a:pt x="66040" y="24081"/>
                    <a:pt x="67304" y="23698"/>
                  </a:cubicBezTo>
                  <a:cubicBezTo>
                    <a:pt x="68414" y="23238"/>
                    <a:pt x="70060" y="23315"/>
                    <a:pt x="70596" y="22090"/>
                  </a:cubicBezTo>
                  <a:cubicBezTo>
                    <a:pt x="70788" y="20023"/>
                    <a:pt x="67112" y="20482"/>
                    <a:pt x="65849" y="20941"/>
                  </a:cubicBezTo>
                  <a:cubicBezTo>
                    <a:pt x="64662" y="21324"/>
                    <a:pt x="63399" y="21822"/>
                    <a:pt x="62480" y="22741"/>
                  </a:cubicBezTo>
                  <a:cubicBezTo>
                    <a:pt x="61714" y="23545"/>
                    <a:pt x="62404" y="24731"/>
                    <a:pt x="63475" y="24693"/>
                  </a:cubicBezTo>
                  <a:lnTo>
                    <a:pt x="63475" y="24693"/>
                  </a:lnTo>
                  <a:close/>
                  <a:moveTo>
                    <a:pt x="70252" y="39547"/>
                  </a:moveTo>
                  <a:cubicBezTo>
                    <a:pt x="70175" y="39126"/>
                    <a:pt x="69907" y="38743"/>
                    <a:pt x="69639" y="38437"/>
                  </a:cubicBezTo>
                  <a:cubicBezTo>
                    <a:pt x="69371" y="38169"/>
                    <a:pt x="69065" y="37978"/>
                    <a:pt x="68759" y="37824"/>
                  </a:cubicBezTo>
                  <a:cubicBezTo>
                    <a:pt x="68070" y="37518"/>
                    <a:pt x="67266" y="37442"/>
                    <a:pt x="66538" y="37403"/>
                  </a:cubicBezTo>
                  <a:cubicBezTo>
                    <a:pt x="65926" y="37365"/>
                    <a:pt x="65351" y="37327"/>
                    <a:pt x="64739" y="37327"/>
                  </a:cubicBezTo>
                  <a:cubicBezTo>
                    <a:pt x="64471" y="37327"/>
                    <a:pt x="64165" y="37289"/>
                    <a:pt x="63858" y="37289"/>
                  </a:cubicBezTo>
                  <a:cubicBezTo>
                    <a:pt x="63552" y="37289"/>
                    <a:pt x="63246" y="37289"/>
                    <a:pt x="62939" y="37327"/>
                  </a:cubicBezTo>
                  <a:cubicBezTo>
                    <a:pt x="62633" y="37365"/>
                    <a:pt x="62327" y="37403"/>
                    <a:pt x="62021" y="37480"/>
                  </a:cubicBezTo>
                  <a:cubicBezTo>
                    <a:pt x="61753" y="37518"/>
                    <a:pt x="61485" y="37595"/>
                    <a:pt x="61178" y="37671"/>
                  </a:cubicBezTo>
                  <a:cubicBezTo>
                    <a:pt x="60604" y="37863"/>
                    <a:pt x="60030" y="38092"/>
                    <a:pt x="59456" y="38360"/>
                  </a:cubicBezTo>
                  <a:cubicBezTo>
                    <a:pt x="58958" y="38628"/>
                    <a:pt x="58460" y="38896"/>
                    <a:pt x="57963" y="39203"/>
                  </a:cubicBezTo>
                  <a:cubicBezTo>
                    <a:pt x="57503" y="39547"/>
                    <a:pt x="57044" y="39892"/>
                    <a:pt x="56584" y="40198"/>
                  </a:cubicBezTo>
                  <a:cubicBezTo>
                    <a:pt x="56470" y="40275"/>
                    <a:pt x="56393" y="40313"/>
                    <a:pt x="56316" y="40389"/>
                  </a:cubicBezTo>
                  <a:cubicBezTo>
                    <a:pt x="56010" y="40543"/>
                    <a:pt x="55704" y="40734"/>
                    <a:pt x="55436" y="40925"/>
                  </a:cubicBezTo>
                  <a:cubicBezTo>
                    <a:pt x="54938" y="41232"/>
                    <a:pt x="54440" y="41538"/>
                    <a:pt x="53943" y="41806"/>
                  </a:cubicBezTo>
                  <a:cubicBezTo>
                    <a:pt x="53637" y="41959"/>
                    <a:pt x="53483" y="42342"/>
                    <a:pt x="53560" y="42648"/>
                  </a:cubicBezTo>
                  <a:cubicBezTo>
                    <a:pt x="53369" y="42916"/>
                    <a:pt x="53177" y="43184"/>
                    <a:pt x="52986" y="43452"/>
                  </a:cubicBezTo>
                  <a:cubicBezTo>
                    <a:pt x="52718" y="43835"/>
                    <a:pt x="52450" y="44256"/>
                    <a:pt x="52373" y="44716"/>
                  </a:cubicBezTo>
                  <a:cubicBezTo>
                    <a:pt x="52258" y="45098"/>
                    <a:pt x="52297" y="45520"/>
                    <a:pt x="52450" y="45864"/>
                  </a:cubicBezTo>
                  <a:cubicBezTo>
                    <a:pt x="52603" y="46209"/>
                    <a:pt x="52947" y="46477"/>
                    <a:pt x="53292" y="46668"/>
                  </a:cubicBezTo>
                  <a:cubicBezTo>
                    <a:pt x="53598" y="46783"/>
                    <a:pt x="53981" y="46859"/>
                    <a:pt x="54326" y="46859"/>
                  </a:cubicBezTo>
                  <a:cubicBezTo>
                    <a:pt x="54670" y="46859"/>
                    <a:pt x="54976" y="46821"/>
                    <a:pt x="55321" y="46745"/>
                  </a:cubicBezTo>
                  <a:cubicBezTo>
                    <a:pt x="55589" y="46668"/>
                    <a:pt x="55857" y="46591"/>
                    <a:pt x="56125" y="46515"/>
                  </a:cubicBezTo>
                  <a:cubicBezTo>
                    <a:pt x="56738" y="46323"/>
                    <a:pt x="57312" y="46132"/>
                    <a:pt x="57886" y="45902"/>
                  </a:cubicBezTo>
                  <a:cubicBezTo>
                    <a:pt x="57924" y="45902"/>
                    <a:pt x="58001" y="45864"/>
                    <a:pt x="58077" y="45864"/>
                  </a:cubicBezTo>
                  <a:cubicBezTo>
                    <a:pt x="58116" y="45826"/>
                    <a:pt x="58116" y="45826"/>
                    <a:pt x="58154" y="45826"/>
                  </a:cubicBezTo>
                  <a:cubicBezTo>
                    <a:pt x="59303" y="45443"/>
                    <a:pt x="60489" y="45098"/>
                    <a:pt x="61676" y="44677"/>
                  </a:cubicBezTo>
                  <a:cubicBezTo>
                    <a:pt x="62212" y="44486"/>
                    <a:pt x="62786" y="44256"/>
                    <a:pt x="63361" y="44026"/>
                  </a:cubicBezTo>
                  <a:cubicBezTo>
                    <a:pt x="63858" y="43835"/>
                    <a:pt x="64356" y="43605"/>
                    <a:pt x="64854" y="43414"/>
                  </a:cubicBezTo>
                  <a:cubicBezTo>
                    <a:pt x="65428" y="43261"/>
                    <a:pt x="65964" y="43069"/>
                    <a:pt x="66500" y="42916"/>
                  </a:cubicBezTo>
                  <a:cubicBezTo>
                    <a:pt x="67112" y="42725"/>
                    <a:pt x="67687" y="42495"/>
                    <a:pt x="68223" y="42189"/>
                  </a:cubicBezTo>
                  <a:cubicBezTo>
                    <a:pt x="68491" y="42036"/>
                    <a:pt x="68759" y="41844"/>
                    <a:pt x="68988" y="41691"/>
                  </a:cubicBezTo>
                  <a:cubicBezTo>
                    <a:pt x="69103" y="41615"/>
                    <a:pt x="69218" y="41538"/>
                    <a:pt x="69295" y="41461"/>
                  </a:cubicBezTo>
                  <a:cubicBezTo>
                    <a:pt x="69333" y="41423"/>
                    <a:pt x="69409" y="41347"/>
                    <a:pt x="69448" y="41308"/>
                  </a:cubicBezTo>
                  <a:cubicBezTo>
                    <a:pt x="69563" y="41193"/>
                    <a:pt x="69677" y="41117"/>
                    <a:pt x="69754" y="40964"/>
                  </a:cubicBezTo>
                  <a:cubicBezTo>
                    <a:pt x="69907" y="40811"/>
                    <a:pt x="70022" y="40657"/>
                    <a:pt x="70137" y="40428"/>
                  </a:cubicBezTo>
                  <a:cubicBezTo>
                    <a:pt x="70252" y="40160"/>
                    <a:pt x="70290" y="39854"/>
                    <a:pt x="70252" y="39547"/>
                  </a:cubicBezTo>
                  <a:lnTo>
                    <a:pt x="70252" y="39547"/>
                  </a:lnTo>
                  <a:close/>
                  <a:moveTo>
                    <a:pt x="73008" y="3293"/>
                  </a:moveTo>
                  <a:cubicBezTo>
                    <a:pt x="71515" y="2833"/>
                    <a:pt x="65313" y="4403"/>
                    <a:pt x="67495" y="6623"/>
                  </a:cubicBezTo>
                  <a:cubicBezTo>
                    <a:pt x="69141" y="7236"/>
                    <a:pt x="71821" y="6202"/>
                    <a:pt x="73468" y="5666"/>
                  </a:cubicBezTo>
                  <a:cubicBezTo>
                    <a:pt x="74769" y="5092"/>
                    <a:pt x="74348" y="3446"/>
                    <a:pt x="73008" y="3293"/>
                  </a:cubicBezTo>
                  <a:close/>
                  <a:moveTo>
                    <a:pt x="85986" y="9571"/>
                  </a:moveTo>
                  <a:cubicBezTo>
                    <a:pt x="86982" y="10260"/>
                    <a:pt x="89087" y="11064"/>
                    <a:pt x="87747" y="12481"/>
                  </a:cubicBezTo>
                  <a:cubicBezTo>
                    <a:pt x="84914" y="14816"/>
                    <a:pt x="80971" y="14471"/>
                    <a:pt x="77679" y="15773"/>
                  </a:cubicBezTo>
                  <a:cubicBezTo>
                    <a:pt x="75458" y="16768"/>
                    <a:pt x="73046" y="16998"/>
                    <a:pt x="70596" y="16922"/>
                  </a:cubicBezTo>
                  <a:cubicBezTo>
                    <a:pt x="68491" y="16883"/>
                    <a:pt x="66347" y="17151"/>
                    <a:pt x="64241" y="17304"/>
                  </a:cubicBezTo>
                  <a:cubicBezTo>
                    <a:pt x="61370" y="16654"/>
                    <a:pt x="64509" y="13782"/>
                    <a:pt x="65658" y="12902"/>
                  </a:cubicBezTo>
                  <a:cubicBezTo>
                    <a:pt x="67074" y="11715"/>
                    <a:pt x="68414" y="10375"/>
                    <a:pt x="70137" y="9648"/>
                  </a:cubicBezTo>
                  <a:cubicBezTo>
                    <a:pt x="74616" y="7657"/>
                    <a:pt x="81622" y="7121"/>
                    <a:pt x="85986" y="9571"/>
                  </a:cubicBezTo>
                  <a:lnTo>
                    <a:pt x="85986" y="9571"/>
                  </a:lnTo>
                  <a:close/>
                  <a:moveTo>
                    <a:pt x="20559" y="30168"/>
                  </a:moveTo>
                  <a:cubicBezTo>
                    <a:pt x="19066" y="30589"/>
                    <a:pt x="17765" y="31393"/>
                    <a:pt x="16386" y="32082"/>
                  </a:cubicBezTo>
                  <a:cubicBezTo>
                    <a:pt x="13668" y="33384"/>
                    <a:pt x="10720" y="34800"/>
                    <a:pt x="9074" y="37480"/>
                  </a:cubicBezTo>
                  <a:cubicBezTo>
                    <a:pt x="7849" y="39279"/>
                    <a:pt x="7390" y="41461"/>
                    <a:pt x="7198" y="43605"/>
                  </a:cubicBezTo>
                  <a:cubicBezTo>
                    <a:pt x="6930" y="45749"/>
                    <a:pt x="5744" y="49156"/>
                    <a:pt x="9074" y="49195"/>
                  </a:cubicBezTo>
                  <a:cubicBezTo>
                    <a:pt x="13209" y="49156"/>
                    <a:pt x="15161" y="41347"/>
                    <a:pt x="18147" y="38705"/>
                  </a:cubicBezTo>
                  <a:cubicBezTo>
                    <a:pt x="19487" y="37901"/>
                    <a:pt x="20827" y="37059"/>
                    <a:pt x="21938" y="35949"/>
                  </a:cubicBezTo>
                  <a:cubicBezTo>
                    <a:pt x="22971" y="34685"/>
                    <a:pt x="25153" y="33001"/>
                    <a:pt x="25268" y="31431"/>
                  </a:cubicBezTo>
                  <a:cubicBezTo>
                    <a:pt x="25039" y="29249"/>
                    <a:pt x="22052" y="29708"/>
                    <a:pt x="20559" y="30168"/>
                  </a:cubicBezTo>
                  <a:close/>
                </a:path>
              </a:pathLst>
            </a:custGeom>
            <a:solidFill>
              <a:srgbClr val="FFFFFF">
                <a:alpha val="21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8"/>
            <p:cNvSpPr/>
            <p:nvPr/>
          </p:nvSpPr>
          <p:spPr>
            <a:xfrm>
              <a:off x="2998375" y="1822850"/>
              <a:ext cx="1342825" cy="1111225"/>
            </a:xfrm>
            <a:custGeom>
              <a:avLst/>
              <a:gdLst/>
              <a:ahLst/>
              <a:cxnLst/>
              <a:rect l="l" t="t" r="r" b="b"/>
              <a:pathLst>
                <a:path w="53713" h="44449" extrusionOk="0">
                  <a:moveTo>
                    <a:pt x="51837" y="4786"/>
                  </a:moveTo>
                  <a:cubicBezTo>
                    <a:pt x="51224" y="3599"/>
                    <a:pt x="50918" y="1379"/>
                    <a:pt x="52105" y="460"/>
                  </a:cubicBezTo>
                  <a:cubicBezTo>
                    <a:pt x="52909" y="1"/>
                    <a:pt x="53712" y="1111"/>
                    <a:pt x="52985" y="1724"/>
                  </a:cubicBezTo>
                  <a:cubicBezTo>
                    <a:pt x="52717" y="2528"/>
                    <a:pt x="52832" y="3370"/>
                    <a:pt x="53215" y="4097"/>
                  </a:cubicBezTo>
                  <a:cubicBezTo>
                    <a:pt x="53674" y="5016"/>
                    <a:pt x="52296" y="5705"/>
                    <a:pt x="51837" y="4786"/>
                  </a:cubicBezTo>
                  <a:close/>
                  <a:moveTo>
                    <a:pt x="4977" y="21019"/>
                  </a:moveTo>
                  <a:cubicBezTo>
                    <a:pt x="4786" y="20942"/>
                    <a:pt x="4633" y="20827"/>
                    <a:pt x="4556" y="20674"/>
                  </a:cubicBezTo>
                  <a:cubicBezTo>
                    <a:pt x="4288" y="20559"/>
                    <a:pt x="4058" y="20329"/>
                    <a:pt x="4058" y="19985"/>
                  </a:cubicBezTo>
                  <a:cubicBezTo>
                    <a:pt x="4020" y="19372"/>
                    <a:pt x="4020" y="18683"/>
                    <a:pt x="3637" y="18186"/>
                  </a:cubicBezTo>
                  <a:cubicBezTo>
                    <a:pt x="3599" y="18186"/>
                    <a:pt x="3561" y="18186"/>
                    <a:pt x="3561" y="18186"/>
                  </a:cubicBezTo>
                  <a:cubicBezTo>
                    <a:pt x="3446" y="18339"/>
                    <a:pt x="3331" y="18530"/>
                    <a:pt x="3178" y="18683"/>
                  </a:cubicBezTo>
                  <a:cubicBezTo>
                    <a:pt x="2680" y="19296"/>
                    <a:pt x="2144" y="20751"/>
                    <a:pt x="1187" y="20023"/>
                  </a:cubicBezTo>
                  <a:cubicBezTo>
                    <a:pt x="957" y="19832"/>
                    <a:pt x="919" y="19602"/>
                    <a:pt x="957" y="19334"/>
                  </a:cubicBezTo>
                  <a:cubicBezTo>
                    <a:pt x="0" y="18032"/>
                    <a:pt x="4058" y="16233"/>
                    <a:pt x="3063" y="12788"/>
                  </a:cubicBezTo>
                  <a:cubicBezTo>
                    <a:pt x="3063" y="12749"/>
                    <a:pt x="3063" y="12673"/>
                    <a:pt x="3063" y="12634"/>
                  </a:cubicBezTo>
                  <a:cubicBezTo>
                    <a:pt x="3101" y="12634"/>
                    <a:pt x="3178" y="12634"/>
                    <a:pt x="3216" y="12634"/>
                  </a:cubicBezTo>
                  <a:lnTo>
                    <a:pt x="3216" y="12634"/>
                  </a:lnTo>
                  <a:lnTo>
                    <a:pt x="3216" y="12634"/>
                  </a:lnTo>
                  <a:lnTo>
                    <a:pt x="3216" y="12634"/>
                  </a:lnTo>
                  <a:lnTo>
                    <a:pt x="3254" y="12634"/>
                  </a:lnTo>
                  <a:lnTo>
                    <a:pt x="3254" y="12634"/>
                  </a:lnTo>
                  <a:lnTo>
                    <a:pt x="3254" y="12634"/>
                  </a:lnTo>
                  <a:lnTo>
                    <a:pt x="3254" y="12634"/>
                  </a:lnTo>
                  <a:lnTo>
                    <a:pt x="3254" y="12634"/>
                  </a:lnTo>
                  <a:lnTo>
                    <a:pt x="3254" y="12634"/>
                  </a:lnTo>
                  <a:lnTo>
                    <a:pt x="3254" y="12634"/>
                  </a:lnTo>
                  <a:lnTo>
                    <a:pt x="3254" y="12634"/>
                  </a:lnTo>
                  <a:lnTo>
                    <a:pt x="3293" y="12634"/>
                  </a:lnTo>
                  <a:lnTo>
                    <a:pt x="3293" y="12634"/>
                  </a:lnTo>
                  <a:lnTo>
                    <a:pt x="3293" y="12634"/>
                  </a:lnTo>
                  <a:lnTo>
                    <a:pt x="3293" y="12634"/>
                  </a:lnTo>
                  <a:lnTo>
                    <a:pt x="3293" y="12634"/>
                  </a:lnTo>
                  <a:lnTo>
                    <a:pt x="3293" y="12634"/>
                  </a:lnTo>
                  <a:lnTo>
                    <a:pt x="3293" y="12634"/>
                  </a:lnTo>
                  <a:lnTo>
                    <a:pt x="3293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408" y="12634"/>
                  </a:lnTo>
                  <a:lnTo>
                    <a:pt x="3408" y="12634"/>
                  </a:lnTo>
                  <a:lnTo>
                    <a:pt x="3408" y="12634"/>
                  </a:lnTo>
                  <a:lnTo>
                    <a:pt x="3408" y="12634"/>
                  </a:lnTo>
                  <a:lnTo>
                    <a:pt x="3408" y="12634"/>
                  </a:lnTo>
                  <a:lnTo>
                    <a:pt x="3408" y="12634"/>
                  </a:lnTo>
                  <a:lnTo>
                    <a:pt x="3408" y="12634"/>
                  </a:lnTo>
                  <a:lnTo>
                    <a:pt x="3408" y="12634"/>
                  </a:lnTo>
                  <a:lnTo>
                    <a:pt x="3446" y="12634"/>
                  </a:lnTo>
                  <a:lnTo>
                    <a:pt x="3446" y="12634"/>
                  </a:lnTo>
                  <a:lnTo>
                    <a:pt x="3446" y="12634"/>
                  </a:lnTo>
                  <a:lnTo>
                    <a:pt x="3446" y="12634"/>
                  </a:lnTo>
                  <a:lnTo>
                    <a:pt x="3446" y="12634"/>
                  </a:lnTo>
                  <a:lnTo>
                    <a:pt x="3446" y="12634"/>
                  </a:lnTo>
                  <a:lnTo>
                    <a:pt x="3446" y="12634"/>
                  </a:lnTo>
                  <a:lnTo>
                    <a:pt x="3446" y="12634"/>
                  </a:lnTo>
                  <a:lnTo>
                    <a:pt x="3484" y="12634"/>
                  </a:lnTo>
                  <a:lnTo>
                    <a:pt x="3484" y="12634"/>
                  </a:lnTo>
                  <a:lnTo>
                    <a:pt x="3484" y="12634"/>
                  </a:lnTo>
                  <a:lnTo>
                    <a:pt x="3484" y="12634"/>
                  </a:lnTo>
                  <a:lnTo>
                    <a:pt x="3484" y="12634"/>
                  </a:lnTo>
                  <a:lnTo>
                    <a:pt x="3484" y="12634"/>
                  </a:lnTo>
                  <a:lnTo>
                    <a:pt x="3484" y="12634"/>
                  </a:lnTo>
                  <a:lnTo>
                    <a:pt x="3484" y="12634"/>
                  </a:lnTo>
                  <a:lnTo>
                    <a:pt x="3522" y="12634"/>
                  </a:lnTo>
                  <a:lnTo>
                    <a:pt x="3522" y="12634"/>
                  </a:lnTo>
                  <a:lnTo>
                    <a:pt x="3522" y="12634"/>
                  </a:lnTo>
                  <a:lnTo>
                    <a:pt x="3522" y="12634"/>
                  </a:lnTo>
                  <a:lnTo>
                    <a:pt x="3522" y="12634"/>
                  </a:lnTo>
                  <a:lnTo>
                    <a:pt x="4556" y="12826"/>
                  </a:lnTo>
                  <a:cubicBezTo>
                    <a:pt x="4594" y="12826"/>
                    <a:pt x="4671" y="12826"/>
                    <a:pt x="4709" y="12826"/>
                  </a:cubicBezTo>
                  <a:cubicBezTo>
                    <a:pt x="4862" y="13706"/>
                    <a:pt x="4824" y="14625"/>
                    <a:pt x="4671" y="15506"/>
                  </a:cubicBezTo>
                  <a:cubicBezTo>
                    <a:pt x="4594" y="15927"/>
                    <a:pt x="4441" y="16310"/>
                    <a:pt x="4288" y="16731"/>
                  </a:cubicBezTo>
                  <a:cubicBezTo>
                    <a:pt x="4441" y="16769"/>
                    <a:pt x="4633" y="16846"/>
                    <a:pt x="4824" y="16999"/>
                  </a:cubicBezTo>
                  <a:cubicBezTo>
                    <a:pt x="5858" y="17535"/>
                    <a:pt x="6777" y="21401"/>
                    <a:pt x="4862" y="21057"/>
                  </a:cubicBezTo>
                  <a:lnTo>
                    <a:pt x="4862" y="21057"/>
                  </a:lnTo>
                  <a:close/>
                  <a:moveTo>
                    <a:pt x="4709" y="12213"/>
                  </a:moveTo>
                  <a:cubicBezTo>
                    <a:pt x="4594" y="12175"/>
                    <a:pt x="4518" y="12175"/>
                    <a:pt x="4403" y="12137"/>
                  </a:cubicBezTo>
                  <a:cubicBezTo>
                    <a:pt x="4097" y="12098"/>
                    <a:pt x="3829" y="12060"/>
                    <a:pt x="3522" y="12060"/>
                  </a:cubicBez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cubicBezTo>
                    <a:pt x="3408" y="12060"/>
                    <a:pt x="3331" y="12060"/>
                    <a:pt x="3216" y="12060"/>
                  </a:cubicBezTo>
                  <a:cubicBezTo>
                    <a:pt x="3140" y="11333"/>
                    <a:pt x="4020" y="10759"/>
                    <a:pt x="4594" y="11371"/>
                  </a:cubicBezTo>
                  <a:cubicBezTo>
                    <a:pt x="4709" y="11639"/>
                    <a:pt x="4824" y="11907"/>
                    <a:pt x="4901" y="12213"/>
                  </a:cubicBezTo>
                  <a:lnTo>
                    <a:pt x="4901" y="12213"/>
                  </a:lnTo>
                  <a:close/>
                  <a:moveTo>
                    <a:pt x="23009" y="41347"/>
                  </a:moveTo>
                  <a:cubicBezTo>
                    <a:pt x="22664" y="40314"/>
                    <a:pt x="22511" y="39165"/>
                    <a:pt x="22664" y="38208"/>
                  </a:cubicBezTo>
                  <a:cubicBezTo>
                    <a:pt x="22817" y="37366"/>
                    <a:pt x="23392" y="35681"/>
                    <a:pt x="24502" y="36409"/>
                  </a:cubicBezTo>
                  <a:cubicBezTo>
                    <a:pt x="24885" y="36791"/>
                    <a:pt x="24770" y="37136"/>
                    <a:pt x="24540" y="37557"/>
                  </a:cubicBezTo>
                  <a:cubicBezTo>
                    <a:pt x="24693" y="37749"/>
                    <a:pt x="24770" y="37978"/>
                    <a:pt x="24655" y="38285"/>
                  </a:cubicBezTo>
                  <a:cubicBezTo>
                    <a:pt x="24387" y="39127"/>
                    <a:pt x="24387" y="40007"/>
                    <a:pt x="24464" y="40888"/>
                  </a:cubicBezTo>
                  <a:cubicBezTo>
                    <a:pt x="24617" y="41271"/>
                    <a:pt x="24770" y="41692"/>
                    <a:pt x="24923" y="42113"/>
                  </a:cubicBezTo>
                  <a:cubicBezTo>
                    <a:pt x="25000" y="42419"/>
                    <a:pt x="24847" y="42687"/>
                    <a:pt x="24655" y="42840"/>
                  </a:cubicBezTo>
                  <a:lnTo>
                    <a:pt x="24655" y="43032"/>
                  </a:lnTo>
                  <a:cubicBezTo>
                    <a:pt x="24961" y="43951"/>
                    <a:pt x="23507" y="44448"/>
                    <a:pt x="23162" y="43529"/>
                  </a:cubicBezTo>
                  <a:cubicBezTo>
                    <a:pt x="23047" y="42802"/>
                    <a:pt x="23047" y="42075"/>
                    <a:pt x="23009" y="41347"/>
                  </a:cubicBezTo>
                  <a:lnTo>
                    <a:pt x="23009" y="41347"/>
                  </a:lnTo>
                  <a:close/>
                  <a:moveTo>
                    <a:pt x="10260" y="31432"/>
                  </a:moveTo>
                  <a:cubicBezTo>
                    <a:pt x="10146" y="30666"/>
                    <a:pt x="10567" y="29900"/>
                    <a:pt x="10682" y="29135"/>
                  </a:cubicBezTo>
                  <a:cubicBezTo>
                    <a:pt x="11026" y="27756"/>
                    <a:pt x="11218" y="26340"/>
                    <a:pt x="11256" y="24923"/>
                  </a:cubicBezTo>
                  <a:cubicBezTo>
                    <a:pt x="11141" y="22818"/>
                    <a:pt x="11026" y="19602"/>
                    <a:pt x="8270" y="19525"/>
                  </a:cubicBezTo>
                  <a:cubicBezTo>
                    <a:pt x="7274" y="19334"/>
                    <a:pt x="7581" y="17841"/>
                    <a:pt x="8576" y="18032"/>
                  </a:cubicBezTo>
                  <a:cubicBezTo>
                    <a:pt x="12749" y="18300"/>
                    <a:pt x="12979" y="23354"/>
                    <a:pt x="12672" y="26570"/>
                  </a:cubicBezTo>
                  <a:cubicBezTo>
                    <a:pt x="12557" y="28139"/>
                    <a:pt x="12136" y="29632"/>
                    <a:pt x="11792" y="31164"/>
                  </a:cubicBezTo>
                  <a:cubicBezTo>
                    <a:pt x="11907" y="32121"/>
                    <a:pt x="10452" y="32389"/>
                    <a:pt x="10260" y="31432"/>
                  </a:cubicBezTo>
                  <a:close/>
                </a:path>
              </a:pathLst>
            </a:custGeom>
            <a:solidFill>
              <a:srgbClr val="74CA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8"/>
            <p:cNvSpPr/>
            <p:nvPr/>
          </p:nvSpPr>
          <p:spPr>
            <a:xfrm>
              <a:off x="2093925" y="629350"/>
              <a:ext cx="2856950" cy="2989050"/>
            </a:xfrm>
            <a:custGeom>
              <a:avLst/>
              <a:gdLst/>
              <a:ahLst/>
              <a:cxnLst/>
              <a:rect l="l" t="t" r="r" b="b"/>
              <a:pathLst>
                <a:path w="114278" h="119562" extrusionOk="0">
                  <a:moveTo>
                    <a:pt x="59149" y="65772"/>
                  </a:moveTo>
                  <a:cubicBezTo>
                    <a:pt x="60297" y="69601"/>
                    <a:pt x="59455" y="73735"/>
                    <a:pt x="58804" y="77602"/>
                  </a:cubicBezTo>
                  <a:cubicBezTo>
                    <a:pt x="58460" y="79899"/>
                    <a:pt x="57962" y="82196"/>
                    <a:pt x="57541" y="84455"/>
                  </a:cubicBezTo>
                  <a:cubicBezTo>
                    <a:pt x="57234" y="87709"/>
                    <a:pt x="57120" y="91001"/>
                    <a:pt x="57120" y="94256"/>
                  </a:cubicBezTo>
                  <a:cubicBezTo>
                    <a:pt x="57081" y="96246"/>
                    <a:pt x="56737" y="98237"/>
                    <a:pt x="56469" y="100228"/>
                  </a:cubicBezTo>
                  <a:cubicBezTo>
                    <a:pt x="56201" y="100955"/>
                    <a:pt x="56354" y="102831"/>
                    <a:pt x="55473" y="103061"/>
                  </a:cubicBezTo>
                  <a:cubicBezTo>
                    <a:pt x="55359" y="103597"/>
                    <a:pt x="55129" y="104133"/>
                    <a:pt x="54516" y="104056"/>
                  </a:cubicBezTo>
                  <a:cubicBezTo>
                    <a:pt x="54440" y="104248"/>
                    <a:pt x="54401" y="104401"/>
                    <a:pt x="54325" y="104592"/>
                  </a:cubicBezTo>
                  <a:cubicBezTo>
                    <a:pt x="54325" y="105243"/>
                    <a:pt x="53521" y="105588"/>
                    <a:pt x="53062" y="105166"/>
                  </a:cubicBezTo>
                  <a:cubicBezTo>
                    <a:pt x="52564" y="104707"/>
                    <a:pt x="52908" y="104018"/>
                    <a:pt x="53062" y="103482"/>
                  </a:cubicBezTo>
                  <a:cubicBezTo>
                    <a:pt x="53330" y="102640"/>
                    <a:pt x="53597" y="101836"/>
                    <a:pt x="53827" y="100993"/>
                  </a:cubicBezTo>
                  <a:cubicBezTo>
                    <a:pt x="54095" y="99807"/>
                    <a:pt x="53865" y="97242"/>
                    <a:pt x="54937" y="96553"/>
                  </a:cubicBezTo>
                  <a:cubicBezTo>
                    <a:pt x="55282" y="92686"/>
                    <a:pt x="55205" y="88743"/>
                    <a:pt x="55895" y="84876"/>
                  </a:cubicBezTo>
                  <a:cubicBezTo>
                    <a:pt x="55933" y="84646"/>
                    <a:pt x="55971" y="84417"/>
                    <a:pt x="56009" y="84149"/>
                  </a:cubicBezTo>
                  <a:cubicBezTo>
                    <a:pt x="56086" y="83574"/>
                    <a:pt x="56124" y="82962"/>
                    <a:pt x="56201" y="82388"/>
                  </a:cubicBezTo>
                  <a:cubicBezTo>
                    <a:pt x="56622" y="78521"/>
                    <a:pt x="57656" y="74731"/>
                    <a:pt x="57617" y="70826"/>
                  </a:cubicBezTo>
                  <a:cubicBezTo>
                    <a:pt x="57617" y="69716"/>
                    <a:pt x="57541" y="68644"/>
                    <a:pt x="57388" y="67648"/>
                  </a:cubicBezTo>
                  <a:cubicBezTo>
                    <a:pt x="57349" y="67265"/>
                    <a:pt x="57234" y="66883"/>
                    <a:pt x="57464" y="66576"/>
                  </a:cubicBezTo>
                  <a:cubicBezTo>
                    <a:pt x="57502" y="66500"/>
                    <a:pt x="57579" y="66423"/>
                    <a:pt x="57656" y="66385"/>
                  </a:cubicBezTo>
                  <a:cubicBezTo>
                    <a:pt x="57464" y="65964"/>
                    <a:pt x="57234" y="65619"/>
                    <a:pt x="56966" y="65390"/>
                  </a:cubicBezTo>
                  <a:cubicBezTo>
                    <a:pt x="56277" y="64662"/>
                    <a:pt x="57464" y="63590"/>
                    <a:pt x="58115" y="64356"/>
                  </a:cubicBezTo>
                  <a:cubicBezTo>
                    <a:pt x="58498" y="64777"/>
                    <a:pt x="58919" y="65198"/>
                    <a:pt x="59149" y="65772"/>
                  </a:cubicBezTo>
                  <a:close/>
                  <a:moveTo>
                    <a:pt x="78444" y="51454"/>
                  </a:moveTo>
                  <a:cubicBezTo>
                    <a:pt x="78635" y="51493"/>
                    <a:pt x="78865" y="51646"/>
                    <a:pt x="78788" y="51875"/>
                  </a:cubicBezTo>
                  <a:cubicBezTo>
                    <a:pt x="78673" y="52220"/>
                    <a:pt x="78137" y="52220"/>
                    <a:pt x="77869" y="52373"/>
                  </a:cubicBezTo>
                  <a:cubicBezTo>
                    <a:pt x="77410" y="52526"/>
                    <a:pt x="76951" y="52718"/>
                    <a:pt x="76529" y="52909"/>
                  </a:cubicBezTo>
                  <a:cubicBezTo>
                    <a:pt x="75993" y="53139"/>
                    <a:pt x="75419" y="53254"/>
                    <a:pt x="74883" y="53483"/>
                  </a:cubicBezTo>
                  <a:cubicBezTo>
                    <a:pt x="74386" y="53790"/>
                    <a:pt x="73850" y="54019"/>
                    <a:pt x="73275" y="54096"/>
                  </a:cubicBezTo>
                  <a:cubicBezTo>
                    <a:pt x="72510" y="54249"/>
                    <a:pt x="71744" y="54211"/>
                    <a:pt x="70978" y="54172"/>
                  </a:cubicBezTo>
                  <a:cubicBezTo>
                    <a:pt x="70098" y="54326"/>
                    <a:pt x="69256" y="54632"/>
                    <a:pt x="68375" y="54555"/>
                  </a:cubicBezTo>
                  <a:cubicBezTo>
                    <a:pt x="67801" y="54517"/>
                    <a:pt x="67341" y="54249"/>
                    <a:pt x="66882" y="53981"/>
                  </a:cubicBezTo>
                  <a:cubicBezTo>
                    <a:pt x="66767" y="53904"/>
                    <a:pt x="66691" y="53866"/>
                    <a:pt x="66576" y="53866"/>
                  </a:cubicBezTo>
                  <a:cubicBezTo>
                    <a:pt x="64317" y="54211"/>
                    <a:pt x="63972" y="53598"/>
                    <a:pt x="62135" y="52603"/>
                  </a:cubicBezTo>
                  <a:cubicBezTo>
                    <a:pt x="61561" y="52335"/>
                    <a:pt x="60910" y="52182"/>
                    <a:pt x="60374" y="51837"/>
                  </a:cubicBezTo>
                  <a:cubicBezTo>
                    <a:pt x="60067" y="51646"/>
                    <a:pt x="59838" y="51378"/>
                    <a:pt x="59493" y="51263"/>
                  </a:cubicBezTo>
                  <a:cubicBezTo>
                    <a:pt x="59187" y="51071"/>
                    <a:pt x="58881" y="50957"/>
                    <a:pt x="58536" y="50842"/>
                  </a:cubicBezTo>
                  <a:cubicBezTo>
                    <a:pt x="58306" y="50765"/>
                    <a:pt x="57962" y="50535"/>
                    <a:pt x="58115" y="50268"/>
                  </a:cubicBezTo>
                  <a:cubicBezTo>
                    <a:pt x="58306" y="50038"/>
                    <a:pt x="58613" y="50000"/>
                    <a:pt x="58881" y="49923"/>
                  </a:cubicBezTo>
                  <a:cubicBezTo>
                    <a:pt x="59570" y="49732"/>
                    <a:pt x="60259" y="49617"/>
                    <a:pt x="60948" y="49425"/>
                  </a:cubicBezTo>
                  <a:cubicBezTo>
                    <a:pt x="61407" y="49349"/>
                    <a:pt x="63283" y="48315"/>
                    <a:pt x="63398" y="49081"/>
                  </a:cubicBezTo>
                  <a:cubicBezTo>
                    <a:pt x="64049" y="49042"/>
                    <a:pt x="64661" y="49081"/>
                    <a:pt x="65312" y="49004"/>
                  </a:cubicBezTo>
                  <a:cubicBezTo>
                    <a:pt x="66537" y="48928"/>
                    <a:pt x="67762" y="48774"/>
                    <a:pt x="68988" y="48966"/>
                  </a:cubicBezTo>
                  <a:cubicBezTo>
                    <a:pt x="70060" y="49157"/>
                    <a:pt x="71093" y="49387"/>
                    <a:pt x="72165" y="49578"/>
                  </a:cubicBezTo>
                  <a:cubicBezTo>
                    <a:pt x="73237" y="49808"/>
                    <a:pt x="74386" y="49808"/>
                    <a:pt x="75419" y="50114"/>
                  </a:cubicBezTo>
                  <a:cubicBezTo>
                    <a:pt x="75993" y="50268"/>
                    <a:pt x="76453" y="50689"/>
                    <a:pt x="76989" y="50995"/>
                  </a:cubicBezTo>
                  <a:cubicBezTo>
                    <a:pt x="77448" y="51186"/>
                    <a:pt x="77984" y="51301"/>
                    <a:pt x="78444" y="51454"/>
                  </a:cubicBezTo>
                  <a:lnTo>
                    <a:pt x="78444" y="51454"/>
                  </a:lnTo>
                  <a:close/>
                  <a:moveTo>
                    <a:pt x="28062" y="54785"/>
                  </a:moveTo>
                  <a:lnTo>
                    <a:pt x="28062" y="54747"/>
                  </a:lnTo>
                  <a:lnTo>
                    <a:pt x="28062" y="54785"/>
                  </a:lnTo>
                  <a:cubicBezTo>
                    <a:pt x="28062" y="54823"/>
                    <a:pt x="28062" y="54900"/>
                    <a:pt x="28062" y="54938"/>
                  </a:cubicBezTo>
                  <a:lnTo>
                    <a:pt x="28062" y="54785"/>
                  </a:lnTo>
                  <a:lnTo>
                    <a:pt x="28062" y="54785"/>
                  </a:lnTo>
                  <a:close/>
                  <a:moveTo>
                    <a:pt x="28062" y="54747"/>
                  </a:moveTo>
                  <a:cubicBezTo>
                    <a:pt x="28062" y="54670"/>
                    <a:pt x="28100" y="54632"/>
                    <a:pt x="28100" y="54555"/>
                  </a:cubicBezTo>
                  <a:cubicBezTo>
                    <a:pt x="28100" y="54632"/>
                    <a:pt x="28100" y="54670"/>
                    <a:pt x="28062" y="54747"/>
                  </a:cubicBezTo>
                  <a:close/>
                  <a:moveTo>
                    <a:pt x="28100" y="54517"/>
                  </a:moveTo>
                  <a:lnTo>
                    <a:pt x="28100" y="54364"/>
                  </a:lnTo>
                  <a:close/>
                  <a:moveTo>
                    <a:pt x="28100" y="54364"/>
                  </a:moveTo>
                  <a:cubicBezTo>
                    <a:pt x="28100" y="54326"/>
                    <a:pt x="28100" y="54249"/>
                    <a:pt x="28062" y="54211"/>
                  </a:cubicBezTo>
                  <a:cubicBezTo>
                    <a:pt x="28062" y="54249"/>
                    <a:pt x="28100" y="54326"/>
                    <a:pt x="28100" y="54364"/>
                  </a:cubicBezTo>
                  <a:close/>
                  <a:moveTo>
                    <a:pt x="28062" y="54211"/>
                  </a:moveTo>
                  <a:cubicBezTo>
                    <a:pt x="28062" y="54172"/>
                    <a:pt x="28062" y="54134"/>
                    <a:pt x="28062" y="54096"/>
                  </a:cubicBezTo>
                  <a:cubicBezTo>
                    <a:pt x="28062" y="54134"/>
                    <a:pt x="28062" y="54172"/>
                    <a:pt x="28062" y="54211"/>
                  </a:cubicBezTo>
                  <a:close/>
                  <a:moveTo>
                    <a:pt x="28062" y="53981"/>
                  </a:moveTo>
                  <a:cubicBezTo>
                    <a:pt x="28062" y="53943"/>
                    <a:pt x="28062" y="53866"/>
                    <a:pt x="28024" y="53828"/>
                  </a:cubicBezTo>
                  <a:cubicBezTo>
                    <a:pt x="28062" y="53866"/>
                    <a:pt x="28062" y="53943"/>
                    <a:pt x="28062" y="53981"/>
                  </a:cubicBezTo>
                  <a:close/>
                  <a:moveTo>
                    <a:pt x="28024" y="55091"/>
                  </a:moveTo>
                  <a:cubicBezTo>
                    <a:pt x="28024" y="55091"/>
                    <a:pt x="28024" y="55053"/>
                    <a:pt x="28024" y="55053"/>
                  </a:cubicBezTo>
                  <a:cubicBezTo>
                    <a:pt x="28024" y="55053"/>
                    <a:pt x="28024" y="55091"/>
                    <a:pt x="28024" y="55091"/>
                  </a:cubicBezTo>
                  <a:close/>
                  <a:moveTo>
                    <a:pt x="28024" y="55053"/>
                  </a:moveTo>
                  <a:cubicBezTo>
                    <a:pt x="28024" y="55053"/>
                    <a:pt x="28062" y="54976"/>
                    <a:pt x="28062" y="54976"/>
                  </a:cubicBezTo>
                  <a:cubicBezTo>
                    <a:pt x="28062" y="54976"/>
                    <a:pt x="28062" y="55015"/>
                    <a:pt x="28024" y="55053"/>
                  </a:cubicBezTo>
                  <a:close/>
                  <a:moveTo>
                    <a:pt x="40581" y="59877"/>
                  </a:moveTo>
                  <a:cubicBezTo>
                    <a:pt x="40696" y="59915"/>
                    <a:pt x="40772" y="59915"/>
                    <a:pt x="40887" y="59953"/>
                  </a:cubicBezTo>
                  <a:cubicBezTo>
                    <a:pt x="40811" y="59647"/>
                    <a:pt x="40734" y="59379"/>
                    <a:pt x="40581" y="59111"/>
                  </a:cubicBezTo>
                  <a:cubicBezTo>
                    <a:pt x="40007" y="58499"/>
                    <a:pt x="39126" y="59073"/>
                    <a:pt x="39241" y="59800"/>
                  </a:cubicBezTo>
                  <a:cubicBezTo>
                    <a:pt x="39318" y="59800"/>
                    <a:pt x="39432" y="59800"/>
                    <a:pt x="39509" y="59800"/>
                  </a:cubicBezTo>
                  <a:cubicBezTo>
                    <a:pt x="39586" y="59800"/>
                    <a:pt x="39624" y="59762"/>
                    <a:pt x="39700" y="59762"/>
                  </a:cubicBezTo>
                  <a:cubicBezTo>
                    <a:pt x="40007" y="59800"/>
                    <a:pt x="40275" y="59838"/>
                    <a:pt x="40581" y="59877"/>
                  </a:cubicBezTo>
                  <a:lnTo>
                    <a:pt x="40581" y="59877"/>
                  </a:lnTo>
                  <a:close/>
                  <a:moveTo>
                    <a:pt x="62939" y="58345"/>
                  </a:moveTo>
                  <a:cubicBezTo>
                    <a:pt x="62786" y="57886"/>
                    <a:pt x="62096" y="58039"/>
                    <a:pt x="61714" y="58001"/>
                  </a:cubicBezTo>
                  <a:cubicBezTo>
                    <a:pt x="60297" y="58001"/>
                    <a:pt x="58842" y="57886"/>
                    <a:pt x="57502" y="57350"/>
                  </a:cubicBezTo>
                  <a:cubicBezTo>
                    <a:pt x="56852" y="57082"/>
                    <a:pt x="56277" y="56623"/>
                    <a:pt x="55588" y="56355"/>
                  </a:cubicBezTo>
                  <a:cubicBezTo>
                    <a:pt x="53559" y="55512"/>
                    <a:pt x="51300" y="55819"/>
                    <a:pt x="49157" y="55474"/>
                  </a:cubicBezTo>
                  <a:cubicBezTo>
                    <a:pt x="48238" y="55359"/>
                    <a:pt x="47357" y="54900"/>
                    <a:pt x="46477" y="54632"/>
                  </a:cubicBezTo>
                  <a:cubicBezTo>
                    <a:pt x="45520" y="54364"/>
                    <a:pt x="44563" y="54249"/>
                    <a:pt x="43567" y="54172"/>
                  </a:cubicBezTo>
                  <a:cubicBezTo>
                    <a:pt x="42610" y="54058"/>
                    <a:pt x="41615" y="54058"/>
                    <a:pt x="40658" y="53866"/>
                  </a:cubicBezTo>
                  <a:cubicBezTo>
                    <a:pt x="39509" y="53598"/>
                    <a:pt x="38399" y="53062"/>
                    <a:pt x="37212" y="52871"/>
                  </a:cubicBezTo>
                  <a:cubicBezTo>
                    <a:pt x="35451" y="52450"/>
                    <a:pt x="33575" y="52833"/>
                    <a:pt x="31891" y="52067"/>
                  </a:cubicBezTo>
                  <a:cubicBezTo>
                    <a:pt x="31240" y="51722"/>
                    <a:pt x="30627" y="51225"/>
                    <a:pt x="29976" y="50842"/>
                  </a:cubicBezTo>
                  <a:cubicBezTo>
                    <a:pt x="28866" y="50268"/>
                    <a:pt x="27641" y="49961"/>
                    <a:pt x="26416" y="49770"/>
                  </a:cubicBezTo>
                  <a:cubicBezTo>
                    <a:pt x="25038" y="49578"/>
                    <a:pt x="23621" y="49425"/>
                    <a:pt x="22243" y="49157"/>
                  </a:cubicBezTo>
                  <a:cubicBezTo>
                    <a:pt x="21324" y="48966"/>
                    <a:pt x="20444" y="48660"/>
                    <a:pt x="19525" y="48468"/>
                  </a:cubicBezTo>
                  <a:cubicBezTo>
                    <a:pt x="19448" y="48315"/>
                    <a:pt x="19257" y="48238"/>
                    <a:pt x="19104" y="48200"/>
                  </a:cubicBezTo>
                  <a:cubicBezTo>
                    <a:pt x="18912" y="48162"/>
                    <a:pt x="18759" y="48085"/>
                    <a:pt x="18568" y="48047"/>
                  </a:cubicBezTo>
                  <a:cubicBezTo>
                    <a:pt x="18185" y="47970"/>
                    <a:pt x="17764" y="47856"/>
                    <a:pt x="17381" y="47817"/>
                  </a:cubicBezTo>
                  <a:cubicBezTo>
                    <a:pt x="17036" y="47779"/>
                    <a:pt x="16769" y="48047"/>
                    <a:pt x="16730" y="48353"/>
                  </a:cubicBezTo>
                  <a:cubicBezTo>
                    <a:pt x="16615" y="49234"/>
                    <a:pt x="17266" y="50114"/>
                    <a:pt x="17726" y="50803"/>
                  </a:cubicBezTo>
                  <a:cubicBezTo>
                    <a:pt x="18223" y="51493"/>
                    <a:pt x="18874" y="51990"/>
                    <a:pt x="19602" y="52411"/>
                  </a:cubicBezTo>
                  <a:cubicBezTo>
                    <a:pt x="19793" y="52526"/>
                    <a:pt x="20023" y="52603"/>
                    <a:pt x="20214" y="52756"/>
                  </a:cubicBezTo>
                  <a:cubicBezTo>
                    <a:pt x="20405" y="52947"/>
                    <a:pt x="20559" y="53177"/>
                    <a:pt x="20750" y="53368"/>
                  </a:cubicBezTo>
                  <a:cubicBezTo>
                    <a:pt x="21363" y="54096"/>
                    <a:pt x="22128" y="54708"/>
                    <a:pt x="22970" y="55168"/>
                  </a:cubicBezTo>
                  <a:cubicBezTo>
                    <a:pt x="23621" y="55512"/>
                    <a:pt x="24349" y="55704"/>
                    <a:pt x="25000" y="56087"/>
                  </a:cubicBezTo>
                  <a:cubicBezTo>
                    <a:pt x="25268" y="56278"/>
                    <a:pt x="25535" y="56469"/>
                    <a:pt x="25803" y="56661"/>
                  </a:cubicBezTo>
                  <a:cubicBezTo>
                    <a:pt x="24846" y="58690"/>
                    <a:pt x="23353" y="60413"/>
                    <a:pt x="22320" y="62365"/>
                  </a:cubicBezTo>
                  <a:cubicBezTo>
                    <a:pt x="20903" y="65007"/>
                    <a:pt x="19869" y="67840"/>
                    <a:pt x="19027" y="70711"/>
                  </a:cubicBezTo>
                  <a:cubicBezTo>
                    <a:pt x="18491" y="72396"/>
                    <a:pt x="17994" y="74080"/>
                    <a:pt x="17649" y="75764"/>
                  </a:cubicBezTo>
                  <a:cubicBezTo>
                    <a:pt x="17572" y="76300"/>
                    <a:pt x="17304" y="76836"/>
                    <a:pt x="17534" y="77334"/>
                  </a:cubicBezTo>
                  <a:cubicBezTo>
                    <a:pt x="17649" y="77640"/>
                    <a:pt x="17955" y="77755"/>
                    <a:pt x="18223" y="77755"/>
                  </a:cubicBezTo>
                  <a:cubicBezTo>
                    <a:pt x="18338" y="78368"/>
                    <a:pt x="19180" y="78597"/>
                    <a:pt x="19563" y="78100"/>
                  </a:cubicBezTo>
                  <a:cubicBezTo>
                    <a:pt x="19869" y="77794"/>
                    <a:pt x="19716" y="77296"/>
                    <a:pt x="19755" y="76875"/>
                  </a:cubicBezTo>
                  <a:cubicBezTo>
                    <a:pt x="19755" y="76186"/>
                    <a:pt x="19831" y="75458"/>
                    <a:pt x="19908" y="74731"/>
                  </a:cubicBezTo>
                  <a:cubicBezTo>
                    <a:pt x="20367" y="71821"/>
                    <a:pt x="21133" y="68873"/>
                    <a:pt x="22435" y="66232"/>
                  </a:cubicBezTo>
                  <a:cubicBezTo>
                    <a:pt x="23774" y="63743"/>
                    <a:pt x="25076" y="61293"/>
                    <a:pt x="26454" y="58843"/>
                  </a:cubicBezTo>
                  <a:cubicBezTo>
                    <a:pt x="26684" y="58422"/>
                    <a:pt x="26952" y="57963"/>
                    <a:pt x="27182" y="57503"/>
                  </a:cubicBezTo>
                  <a:cubicBezTo>
                    <a:pt x="27220" y="57541"/>
                    <a:pt x="27220" y="57580"/>
                    <a:pt x="27258" y="57618"/>
                  </a:cubicBezTo>
                  <a:cubicBezTo>
                    <a:pt x="28598" y="58996"/>
                    <a:pt x="28943" y="59302"/>
                    <a:pt x="30933" y="59341"/>
                  </a:cubicBezTo>
                  <a:cubicBezTo>
                    <a:pt x="31278" y="59341"/>
                    <a:pt x="31661" y="59264"/>
                    <a:pt x="31967" y="59417"/>
                  </a:cubicBezTo>
                  <a:cubicBezTo>
                    <a:pt x="32848" y="59838"/>
                    <a:pt x="33652" y="59877"/>
                    <a:pt x="34609" y="59647"/>
                  </a:cubicBezTo>
                  <a:cubicBezTo>
                    <a:pt x="34953" y="59647"/>
                    <a:pt x="35298" y="59341"/>
                    <a:pt x="35604" y="59532"/>
                  </a:cubicBezTo>
                  <a:cubicBezTo>
                    <a:pt x="36217" y="59915"/>
                    <a:pt x="36829" y="60260"/>
                    <a:pt x="37557" y="60336"/>
                  </a:cubicBezTo>
                  <a:cubicBezTo>
                    <a:pt x="38131" y="60413"/>
                    <a:pt x="38667" y="60413"/>
                    <a:pt x="39241" y="60374"/>
                  </a:cubicBezTo>
                  <a:cubicBezTo>
                    <a:pt x="39318" y="60374"/>
                    <a:pt x="39356" y="60374"/>
                    <a:pt x="39394" y="60374"/>
                  </a:cubicBezTo>
                  <a:cubicBezTo>
                    <a:pt x="39547" y="60374"/>
                    <a:pt x="39700" y="60374"/>
                    <a:pt x="39854" y="60336"/>
                  </a:cubicBezTo>
                  <a:lnTo>
                    <a:pt x="40887" y="60528"/>
                  </a:lnTo>
                  <a:cubicBezTo>
                    <a:pt x="40926" y="60528"/>
                    <a:pt x="40964" y="60528"/>
                    <a:pt x="41040" y="60566"/>
                  </a:cubicBezTo>
                  <a:cubicBezTo>
                    <a:pt x="41730" y="60642"/>
                    <a:pt x="42419" y="60719"/>
                    <a:pt x="43108" y="60681"/>
                  </a:cubicBezTo>
                  <a:cubicBezTo>
                    <a:pt x="43644" y="60642"/>
                    <a:pt x="44141" y="60604"/>
                    <a:pt x="44639" y="60451"/>
                  </a:cubicBezTo>
                  <a:cubicBezTo>
                    <a:pt x="44792" y="60451"/>
                    <a:pt x="44907" y="60336"/>
                    <a:pt x="45060" y="60336"/>
                  </a:cubicBezTo>
                  <a:cubicBezTo>
                    <a:pt x="45252" y="60413"/>
                    <a:pt x="45520" y="60566"/>
                    <a:pt x="45749" y="60642"/>
                  </a:cubicBezTo>
                  <a:cubicBezTo>
                    <a:pt x="46209" y="60796"/>
                    <a:pt x="46706" y="60910"/>
                    <a:pt x="47242" y="60910"/>
                  </a:cubicBezTo>
                  <a:cubicBezTo>
                    <a:pt x="47931" y="60949"/>
                    <a:pt x="48621" y="60796"/>
                    <a:pt x="49271" y="60566"/>
                  </a:cubicBezTo>
                  <a:cubicBezTo>
                    <a:pt x="49501" y="60489"/>
                    <a:pt x="49693" y="60336"/>
                    <a:pt x="49961" y="60298"/>
                  </a:cubicBezTo>
                  <a:cubicBezTo>
                    <a:pt x="50382" y="60298"/>
                    <a:pt x="50803" y="60336"/>
                    <a:pt x="51224" y="60374"/>
                  </a:cubicBezTo>
                  <a:cubicBezTo>
                    <a:pt x="52143" y="60374"/>
                    <a:pt x="53023" y="60183"/>
                    <a:pt x="53904" y="60106"/>
                  </a:cubicBezTo>
                  <a:cubicBezTo>
                    <a:pt x="54937" y="60106"/>
                    <a:pt x="55933" y="60106"/>
                    <a:pt x="56928" y="59915"/>
                  </a:cubicBezTo>
                  <a:cubicBezTo>
                    <a:pt x="57388" y="59838"/>
                    <a:pt x="57885" y="59762"/>
                    <a:pt x="58383" y="59800"/>
                  </a:cubicBezTo>
                  <a:cubicBezTo>
                    <a:pt x="58995" y="59838"/>
                    <a:pt x="59608" y="59724"/>
                    <a:pt x="60221" y="59570"/>
                  </a:cubicBezTo>
                  <a:cubicBezTo>
                    <a:pt x="61063" y="59302"/>
                    <a:pt x="61943" y="59111"/>
                    <a:pt x="62747" y="58728"/>
                  </a:cubicBezTo>
                  <a:cubicBezTo>
                    <a:pt x="62862" y="58652"/>
                    <a:pt x="62977" y="58499"/>
                    <a:pt x="62939" y="58345"/>
                  </a:cubicBezTo>
                  <a:lnTo>
                    <a:pt x="62939" y="58345"/>
                  </a:lnTo>
                  <a:close/>
                  <a:moveTo>
                    <a:pt x="1302" y="51225"/>
                  </a:moveTo>
                  <a:cubicBezTo>
                    <a:pt x="306" y="50306"/>
                    <a:pt x="2221" y="48774"/>
                    <a:pt x="2872" y="48162"/>
                  </a:cubicBezTo>
                  <a:cubicBezTo>
                    <a:pt x="3637" y="47549"/>
                    <a:pt x="4556" y="46899"/>
                    <a:pt x="4709" y="45827"/>
                  </a:cubicBezTo>
                  <a:cubicBezTo>
                    <a:pt x="4901" y="45176"/>
                    <a:pt x="4479" y="44104"/>
                    <a:pt x="5437" y="43951"/>
                  </a:cubicBezTo>
                  <a:cubicBezTo>
                    <a:pt x="6547" y="43874"/>
                    <a:pt x="6355" y="45291"/>
                    <a:pt x="6240" y="46018"/>
                  </a:cubicBezTo>
                  <a:cubicBezTo>
                    <a:pt x="6049" y="47588"/>
                    <a:pt x="4786" y="48621"/>
                    <a:pt x="3637" y="49502"/>
                  </a:cubicBezTo>
                  <a:cubicBezTo>
                    <a:pt x="2833" y="50000"/>
                    <a:pt x="2374" y="51952"/>
                    <a:pt x="1302" y="51225"/>
                  </a:cubicBezTo>
                  <a:lnTo>
                    <a:pt x="1302" y="51225"/>
                  </a:lnTo>
                  <a:close/>
                  <a:moveTo>
                    <a:pt x="2450" y="50229"/>
                  </a:moveTo>
                  <a:lnTo>
                    <a:pt x="2450" y="50191"/>
                  </a:lnTo>
                  <a:lnTo>
                    <a:pt x="2450" y="50191"/>
                  </a:lnTo>
                  <a:cubicBezTo>
                    <a:pt x="2412" y="50191"/>
                    <a:pt x="2412" y="50153"/>
                    <a:pt x="2374" y="50114"/>
                  </a:cubicBezTo>
                  <a:lnTo>
                    <a:pt x="2374" y="50114"/>
                  </a:lnTo>
                  <a:cubicBezTo>
                    <a:pt x="2336" y="50076"/>
                    <a:pt x="2336" y="50038"/>
                    <a:pt x="2297" y="50000"/>
                  </a:cubicBezTo>
                  <a:cubicBezTo>
                    <a:pt x="2336" y="50076"/>
                    <a:pt x="2412" y="50153"/>
                    <a:pt x="2450" y="50229"/>
                  </a:cubicBezTo>
                  <a:lnTo>
                    <a:pt x="2450" y="50229"/>
                  </a:lnTo>
                  <a:close/>
                  <a:moveTo>
                    <a:pt x="15582" y="35720"/>
                  </a:moveTo>
                  <a:cubicBezTo>
                    <a:pt x="16769" y="36294"/>
                    <a:pt x="15658" y="37825"/>
                    <a:pt x="14739" y="37940"/>
                  </a:cubicBezTo>
                  <a:cubicBezTo>
                    <a:pt x="13821" y="38246"/>
                    <a:pt x="12864" y="37710"/>
                    <a:pt x="11983" y="37940"/>
                  </a:cubicBezTo>
                  <a:cubicBezTo>
                    <a:pt x="10145" y="38706"/>
                    <a:pt x="8270" y="39357"/>
                    <a:pt x="6317" y="39816"/>
                  </a:cubicBezTo>
                  <a:cubicBezTo>
                    <a:pt x="5475" y="40199"/>
                    <a:pt x="4633" y="40658"/>
                    <a:pt x="3867" y="41233"/>
                  </a:cubicBezTo>
                  <a:cubicBezTo>
                    <a:pt x="3063" y="41615"/>
                    <a:pt x="2489" y="43223"/>
                    <a:pt x="1493" y="42649"/>
                  </a:cubicBezTo>
                  <a:cubicBezTo>
                    <a:pt x="0" y="41309"/>
                    <a:pt x="4594" y="38936"/>
                    <a:pt x="5590" y="38438"/>
                  </a:cubicBezTo>
                  <a:cubicBezTo>
                    <a:pt x="6279" y="38132"/>
                    <a:pt x="7006" y="38055"/>
                    <a:pt x="7734" y="37902"/>
                  </a:cubicBezTo>
                  <a:cubicBezTo>
                    <a:pt x="9150" y="37519"/>
                    <a:pt x="10413" y="36792"/>
                    <a:pt x="11792" y="36409"/>
                  </a:cubicBezTo>
                  <a:cubicBezTo>
                    <a:pt x="12672" y="36026"/>
                    <a:pt x="13974" y="36945"/>
                    <a:pt x="14625" y="36217"/>
                  </a:cubicBezTo>
                  <a:cubicBezTo>
                    <a:pt x="14739" y="35835"/>
                    <a:pt x="15199" y="35605"/>
                    <a:pt x="15582" y="35720"/>
                  </a:cubicBezTo>
                  <a:close/>
                  <a:moveTo>
                    <a:pt x="60144" y="8194"/>
                  </a:moveTo>
                  <a:cubicBezTo>
                    <a:pt x="60335" y="9380"/>
                    <a:pt x="59991" y="10567"/>
                    <a:pt x="59225" y="11486"/>
                  </a:cubicBezTo>
                  <a:cubicBezTo>
                    <a:pt x="58536" y="12060"/>
                    <a:pt x="57694" y="14166"/>
                    <a:pt x="56660" y="13017"/>
                  </a:cubicBezTo>
                  <a:cubicBezTo>
                    <a:pt x="55818" y="11295"/>
                    <a:pt x="61025" y="10146"/>
                    <a:pt x="57388" y="6050"/>
                  </a:cubicBezTo>
                  <a:cubicBezTo>
                    <a:pt x="57005" y="5322"/>
                    <a:pt x="55703" y="4250"/>
                    <a:pt x="56622" y="3485"/>
                  </a:cubicBezTo>
                  <a:cubicBezTo>
                    <a:pt x="57694" y="2872"/>
                    <a:pt x="58038" y="4557"/>
                    <a:pt x="58651" y="5169"/>
                  </a:cubicBezTo>
                  <a:cubicBezTo>
                    <a:pt x="59340" y="6050"/>
                    <a:pt x="60182" y="6969"/>
                    <a:pt x="60144" y="8194"/>
                  </a:cubicBezTo>
                  <a:lnTo>
                    <a:pt x="60144" y="8194"/>
                  </a:lnTo>
                  <a:close/>
                  <a:moveTo>
                    <a:pt x="62671" y="20176"/>
                  </a:moveTo>
                  <a:cubicBezTo>
                    <a:pt x="62632" y="17765"/>
                    <a:pt x="60718" y="16118"/>
                    <a:pt x="59110" y="14587"/>
                  </a:cubicBezTo>
                  <a:cubicBezTo>
                    <a:pt x="58345" y="13898"/>
                    <a:pt x="57311" y="15085"/>
                    <a:pt x="58077" y="15736"/>
                  </a:cubicBezTo>
                  <a:cubicBezTo>
                    <a:pt x="59455" y="17114"/>
                    <a:pt x="61446" y="18645"/>
                    <a:pt x="61063" y="20789"/>
                  </a:cubicBezTo>
                  <a:cubicBezTo>
                    <a:pt x="60833" y="21478"/>
                    <a:pt x="60106" y="21861"/>
                    <a:pt x="59646" y="22397"/>
                  </a:cubicBezTo>
                  <a:cubicBezTo>
                    <a:pt x="59034" y="23086"/>
                    <a:pt x="58536" y="24005"/>
                    <a:pt x="57656" y="24426"/>
                  </a:cubicBezTo>
                  <a:cubicBezTo>
                    <a:pt x="56354" y="25268"/>
                    <a:pt x="54784" y="25039"/>
                    <a:pt x="53330" y="25000"/>
                  </a:cubicBezTo>
                  <a:cubicBezTo>
                    <a:pt x="51990" y="25153"/>
                    <a:pt x="50611" y="25039"/>
                    <a:pt x="49271" y="25268"/>
                  </a:cubicBezTo>
                  <a:cubicBezTo>
                    <a:pt x="48391" y="25383"/>
                    <a:pt x="47740" y="25957"/>
                    <a:pt x="46936" y="26225"/>
                  </a:cubicBezTo>
                  <a:cubicBezTo>
                    <a:pt x="45060" y="26723"/>
                    <a:pt x="43337" y="25651"/>
                    <a:pt x="41538" y="25383"/>
                  </a:cubicBezTo>
                  <a:cubicBezTo>
                    <a:pt x="40504" y="25307"/>
                    <a:pt x="39471" y="25613"/>
                    <a:pt x="38437" y="25460"/>
                  </a:cubicBezTo>
                  <a:cubicBezTo>
                    <a:pt x="37480" y="25383"/>
                    <a:pt x="36561" y="24962"/>
                    <a:pt x="35642" y="24732"/>
                  </a:cubicBezTo>
                  <a:cubicBezTo>
                    <a:pt x="33996" y="24503"/>
                    <a:pt x="32273" y="24885"/>
                    <a:pt x="30627" y="25039"/>
                  </a:cubicBezTo>
                  <a:cubicBezTo>
                    <a:pt x="28368" y="25421"/>
                    <a:pt x="26952" y="27489"/>
                    <a:pt x="24770" y="28063"/>
                  </a:cubicBezTo>
                  <a:cubicBezTo>
                    <a:pt x="23468" y="28293"/>
                    <a:pt x="22167" y="28407"/>
                    <a:pt x="21056" y="29173"/>
                  </a:cubicBezTo>
                  <a:cubicBezTo>
                    <a:pt x="19984" y="29977"/>
                    <a:pt x="18759" y="30322"/>
                    <a:pt x="17534" y="30819"/>
                  </a:cubicBezTo>
                  <a:cubicBezTo>
                    <a:pt x="16501" y="31202"/>
                    <a:pt x="12749" y="34380"/>
                    <a:pt x="15161" y="34992"/>
                  </a:cubicBezTo>
                  <a:cubicBezTo>
                    <a:pt x="15582" y="35031"/>
                    <a:pt x="15965" y="34648"/>
                    <a:pt x="15965" y="34227"/>
                  </a:cubicBezTo>
                  <a:cubicBezTo>
                    <a:pt x="16922" y="32695"/>
                    <a:pt x="18530" y="31968"/>
                    <a:pt x="20176" y="31470"/>
                  </a:cubicBezTo>
                  <a:cubicBezTo>
                    <a:pt x="21095" y="31049"/>
                    <a:pt x="21822" y="30398"/>
                    <a:pt x="22741" y="30054"/>
                  </a:cubicBezTo>
                  <a:cubicBezTo>
                    <a:pt x="23736" y="29633"/>
                    <a:pt x="24885" y="29786"/>
                    <a:pt x="25880" y="29326"/>
                  </a:cubicBezTo>
                  <a:cubicBezTo>
                    <a:pt x="30627" y="26991"/>
                    <a:pt x="28407" y="26532"/>
                    <a:pt x="34685" y="26187"/>
                  </a:cubicBezTo>
                  <a:cubicBezTo>
                    <a:pt x="36140" y="26302"/>
                    <a:pt x="37442" y="27106"/>
                    <a:pt x="38897" y="27029"/>
                  </a:cubicBezTo>
                  <a:cubicBezTo>
                    <a:pt x="39815" y="27029"/>
                    <a:pt x="40696" y="26838"/>
                    <a:pt x="41576" y="26953"/>
                  </a:cubicBezTo>
                  <a:cubicBezTo>
                    <a:pt x="42572" y="27106"/>
                    <a:pt x="43452" y="27642"/>
                    <a:pt x="44486" y="27757"/>
                  </a:cubicBezTo>
                  <a:cubicBezTo>
                    <a:pt x="47664" y="28484"/>
                    <a:pt x="48276" y="26570"/>
                    <a:pt x="50918" y="26646"/>
                  </a:cubicBezTo>
                  <a:cubicBezTo>
                    <a:pt x="51798" y="26685"/>
                    <a:pt x="52640" y="26532"/>
                    <a:pt x="53521" y="26493"/>
                  </a:cubicBezTo>
                  <a:cubicBezTo>
                    <a:pt x="55014" y="26646"/>
                    <a:pt x="56545" y="26723"/>
                    <a:pt x="57924" y="25996"/>
                  </a:cubicBezTo>
                  <a:cubicBezTo>
                    <a:pt x="59187" y="25460"/>
                    <a:pt x="60029" y="24388"/>
                    <a:pt x="60833" y="23354"/>
                  </a:cubicBezTo>
                  <a:cubicBezTo>
                    <a:pt x="61828" y="22550"/>
                    <a:pt x="62786" y="21555"/>
                    <a:pt x="62632" y="20176"/>
                  </a:cubicBezTo>
                  <a:lnTo>
                    <a:pt x="62632" y="20176"/>
                  </a:lnTo>
                  <a:close/>
                  <a:moveTo>
                    <a:pt x="71017" y="9495"/>
                  </a:moveTo>
                  <a:cubicBezTo>
                    <a:pt x="70634" y="10874"/>
                    <a:pt x="68758" y="10835"/>
                    <a:pt x="67571" y="11065"/>
                  </a:cubicBezTo>
                  <a:cubicBezTo>
                    <a:pt x="66537" y="10988"/>
                    <a:pt x="64815" y="10491"/>
                    <a:pt x="64011" y="9802"/>
                  </a:cubicBezTo>
                  <a:cubicBezTo>
                    <a:pt x="63628" y="9227"/>
                    <a:pt x="63704" y="8500"/>
                    <a:pt x="63436" y="7887"/>
                  </a:cubicBezTo>
                  <a:cubicBezTo>
                    <a:pt x="63168" y="7160"/>
                    <a:pt x="62594" y="6586"/>
                    <a:pt x="62326" y="5820"/>
                  </a:cubicBezTo>
                  <a:cubicBezTo>
                    <a:pt x="62441" y="3676"/>
                    <a:pt x="62326" y="3829"/>
                    <a:pt x="61254" y="1992"/>
                  </a:cubicBezTo>
                  <a:cubicBezTo>
                    <a:pt x="62441" y="1"/>
                    <a:pt x="58268" y="39"/>
                    <a:pt x="60144" y="3255"/>
                  </a:cubicBezTo>
                  <a:cubicBezTo>
                    <a:pt x="61637" y="4978"/>
                    <a:pt x="59876" y="5590"/>
                    <a:pt x="61790" y="8002"/>
                  </a:cubicBezTo>
                  <a:cubicBezTo>
                    <a:pt x="62211" y="8691"/>
                    <a:pt x="62135" y="9534"/>
                    <a:pt x="62518" y="10261"/>
                  </a:cubicBezTo>
                  <a:cubicBezTo>
                    <a:pt x="63360" y="11831"/>
                    <a:pt x="65427" y="12137"/>
                    <a:pt x="66997" y="12596"/>
                  </a:cubicBezTo>
                  <a:cubicBezTo>
                    <a:pt x="72433" y="12673"/>
                    <a:pt x="74539" y="9457"/>
                    <a:pt x="70481" y="5284"/>
                  </a:cubicBezTo>
                  <a:cubicBezTo>
                    <a:pt x="70174" y="4978"/>
                    <a:pt x="69715" y="4940"/>
                    <a:pt x="69370" y="5246"/>
                  </a:cubicBezTo>
                  <a:cubicBezTo>
                    <a:pt x="68260" y="6318"/>
                    <a:pt x="71553" y="7964"/>
                    <a:pt x="71017" y="9495"/>
                  </a:cubicBezTo>
                  <a:close/>
                  <a:moveTo>
                    <a:pt x="96092" y="20980"/>
                  </a:moveTo>
                  <a:cubicBezTo>
                    <a:pt x="96399" y="20062"/>
                    <a:pt x="97854" y="20521"/>
                    <a:pt x="97547" y="21478"/>
                  </a:cubicBezTo>
                  <a:cubicBezTo>
                    <a:pt x="97241" y="22550"/>
                    <a:pt x="96207" y="23009"/>
                    <a:pt x="95403" y="23584"/>
                  </a:cubicBezTo>
                  <a:cubicBezTo>
                    <a:pt x="94599" y="24158"/>
                    <a:pt x="93681" y="24885"/>
                    <a:pt x="93145" y="25689"/>
                  </a:cubicBezTo>
                  <a:cubicBezTo>
                    <a:pt x="92532" y="26493"/>
                    <a:pt x="91881" y="27259"/>
                    <a:pt x="91384" y="28139"/>
                  </a:cubicBezTo>
                  <a:cubicBezTo>
                    <a:pt x="90809" y="29058"/>
                    <a:pt x="89699" y="29403"/>
                    <a:pt x="88704" y="29441"/>
                  </a:cubicBezTo>
                  <a:cubicBezTo>
                    <a:pt x="86751" y="29326"/>
                    <a:pt x="84492" y="28216"/>
                    <a:pt x="85526" y="25957"/>
                  </a:cubicBezTo>
                  <a:cubicBezTo>
                    <a:pt x="86177" y="24847"/>
                    <a:pt x="87785" y="25881"/>
                    <a:pt x="86866" y="26838"/>
                  </a:cubicBezTo>
                  <a:cubicBezTo>
                    <a:pt x="86713" y="27680"/>
                    <a:pt x="87976" y="27680"/>
                    <a:pt x="88551" y="27872"/>
                  </a:cubicBezTo>
                  <a:cubicBezTo>
                    <a:pt x="89316" y="27948"/>
                    <a:pt x="90044" y="27565"/>
                    <a:pt x="90350" y="26838"/>
                  </a:cubicBezTo>
                  <a:cubicBezTo>
                    <a:pt x="91575" y="25039"/>
                    <a:pt x="92915" y="23316"/>
                    <a:pt x="94753" y="22129"/>
                  </a:cubicBezTo>
                  <a:cubicBezTo>
                    <a:pt x="95212" y="21784"/>
                    <a:pt x="95863" y="21593"/>
                    <a:pt x="96092" y="20980"/>
                  </a:cubicBezTo>
                  <a:lnTo>
                    <a:pt x="96092" y="20980"/>
                  </a:lnTo>
                  <a:close/>
                  <a:moveTo>
                    <a:pt x="110104" y="28675"/>
                  </a:moveTo>
                  <a:cubicBezTo>
                    <a:pt x="109224" y="28484"/>
                    <a:pt x="108152" y="28561"/>
                    <a:pt x="107501" y="29250"/>
                  </a:cubicBezTo>
                  <a:cubicBezTo>
                    <a:pt x="107003" y="29977"/>
                    <a:pt x="106161" y="30207"/>
                    <a:pt x="105472" y="30666"/>
                  </a:cubicBezTo>
                  <a:cubicBezTo>
                    <a:pt x="105051" y="30972"/>
                    <a:pt x="104821" y="31470"/>
                    <a:pt x="104438" y="31776"/>
                  </a:cubicBezTo>
                  <a:cubicBezTo>
                    <a:pt x="103979" y="32121"/>
                    <a:pt x="103481" y="32351"/>
                    <a:pt x="103060" y="32734"/>
                  </a:cubicBezTo>
                  <a:cubicBezTo>
                    <a:pt x="102486" y="33270"/>
                    <a:pt x="102065" y="33959"/>
                    <a:pt x="101376" y="34303"/>
                  </a:cubicBezTo>
                  <a:cubicBezTo>
                    <a:pt x="100763" y="34724"/>
                    <a:pt x="99997" y="34801"/>
                    <a:pt x="99308" y="34992"/>
                  </a:cubicBezTo>
                  <a:cubicBezTo>
                    <a:pt x="98236" y="35528"/>
                    <a:pt x="97050" y="35528"/>
                    <a:pt x="95939" y="35758"/>
                  </a:cubicBezTo>
                  <a:cubicBezTo>
                    <a:pt x="95403" y="35873"/>
                    <a:pt x="94982" y="35413"/>
                    <a:pt x="94485" y="35260"/>
                  </a:cubicBezTo>
                  <a:cubicBezTo>
                    <a:pt x="94140" y="35145"/>
                    <a:pt x="93757" y="35031"/>
                    <a:pt x="93413" y="34877"/>
                  </a:cubicBezTo>
                  <a:cubicBezTo>
                    <a:pt x="93987" y="34341"/>
                    <a:pt x="93336" y="33308"/>
                    <a:pt x="92609" y="33614"/>
                  </a:cubicBezTo>
                  <a:cubicBezTo>
                    <a:pt x="91958" y="33805"/>
                    <a:pt x="91652" y="34495"/>
                    <a:pt x="91805" y="35145"/>
                  </a:cubicBezTo>
                  <a:cubicBezTo>
                    <a:pt x="92034" y="36524"/>
                    <a:pt x="93719" y="36447"/>
                    <a:pt x="94676" y="37060"/>
                  </a:cubicBezTo>
                  <a:cubicBezTo>
                    <a:pt x="95480" y="37519"/>
                    <a:pt x="96360" y="37251"/>
                    <a:pt x="97203" y="37098"/>
                  </a:cubicBezTo>
                  <a:cubicBezTo>
                    <a:pt x="97700" y="37060"/>
                    <a:pt x="98236" y="37021"/>
                    <a:pt x="98734" y="36830"/>
                  </a:cubicBezTo>
                  <a:cubicBezTo>
                    <a:pt x="99844" y="36371"/>
                    <a:pt x="101069" y="36294"/>
                    <a:pt x="102103" y="35681"/>
                  </a:cubicBezTo>
                  <a:cubicBezTo>
                    <a:pt x="102869" y="35260"/>
                    <a:pt x="103405" y="34648"/>
                    <a:pt x="103941" y="34035"/>
                  </a:cubicBezTo>
                  <a:cubicBezTo>
                    <a:pt x="104400" y="33576"/>
                    <a:pt x="105013" y="33308"/>
                    <a:pt x="105472" y="32925"/>
                  </a:cubicBezTo>
                  <a:cubicBezTo>
                    <a:pt x="105855" y="32619"/>
                    <a:pt x="106085" y="32198"/>
                    <a:pt x="106429" y="31891"/>
                  </a:cubicBezTo>
                  <a:cubicBezTo>
                    <a:pt x="106812" y="31623"/>
                    <a:pt x="107233" y="31508"/>
                    <a:pt x="107616" y="31279"/>
                  </a:cubicBezTo>
                  <a:cubicBezTo>
                    <a:pt x="108420" y="30705"/>
                    <a:pt x="108611" y="29862"/>
                    <a:pt x="109798" y="30207"/>
                  </a:cubicBezTo>
                  <a:cubicBezTo>
                    <a:pt x="110793" y="30398"/>
                    <a:pt x="111061" y="28905"/>
                    <a:pt x="110066" y="28675"/>
                  </a:cubicBezTo>
                  <a:lnTo>
                    <a:pt x="110066" y="28675"/>
                  </a:lnTo>
                  <a:close/>
                  <a:moveTo>
                    <a:pt x="113397" y="53522"/>
                  </a:moveTo>
                  <a:cubicBezTo>
                    <a:pt x="114277" y="54249"/>
                    <a:pt x="113397" y="55551"/>
                    <a:pt x="112095" y="54555"/>
                  </a:cubicBezTo>
                  <a:cubicBezTo>
                    <a:pt x="111712" y="54402"/>
                    <a:pt x="111329" y="54440"/>
                    <a:pt x="110947" y="54517"/>
                  </a:cubicBezTo>
                  <a:cubicBezTo>
                    <a:pt x="110372" y="54555"/>
                    <a:pt x="109875" y="54517"/>
                    <a:pt x="109339" y="54785"/>
                  </a:cubicBezTo>
                  <a:cubicBezTo>
                    <a:pt x="108688" y="55130"/>
                    <a:pt x="108190" y="55474"/>
                    <a:pt x="107463" y="55589"/>
                  </a:cubicBezTo>
                  <a:cubicBezTo>
                    <a:pt x="106812" y="55742"/>
                    <a:pt x="106123" y="55474"/>
                    <a:pt x="105472" y="55551"/>
                  </a:cubicBezTo>
                  <a:cubicBezTo>
                    <a:pt x="104668" y="55819"/>
                    <a:pt x="103902" y="56316"/>
                    <a:pt x="103060" y="56125"/>
                  </a:cubicBezTo>
                  <a:cubicBezTo>
                    <a:pt x="102601" y="56087"/>
                    <a:pt x="102180" y="55933"/>
                    <a:pt x="101720" y="55933"/>
                  </a:cubicBezTo>
                  <a:cubicBezTo>
                    <a:pt x="101222" y="55972"/>
                    <a:pt x="100687" y="56125"/>
                    <a:pt x="100151" y="56087"/>
                  </a:cubicBezTo>
                  <a:cubicBezTo>
                    <a:pt x="99576" y="56125"/>
                    <a:pt x="99002" y="55819"/>
                    <a:pt x="98466" y="55972"/>
                  </a:cubicBezTo>
                  <a:cubicBezTo>
                    <a:pt x="96743" y="56661"/>
                    <a:pt x="96935" y="57771"/>
                    <a:pt x="94331" y="57733"/>
                  </a:cubicBezTo>
                  <a:cubicBezTo>
                    <a:pt x="93336" y="57733"/>
                    <a:pt x="92838" y="56393"/>
                    <a:pt x="93910" y="56087"/>
                  </a:cubicBezTo>
                  <a:cubicBezTo>
                    <a:pt x="94140" y="56048"/>
                    <a:pt x="94331" y="56087"/>
                    <a:pt x="94523" y="56201"/>
                  </a:cubicBezTo>
                  <a:cubicBezTo>
                    <a:pt x="94791" y="56201"/>
                    <a:pt x="95097" y="56125"/>
                    <a:pt x="95365" y="56087"/>
                  </a:cubicBezTo>
                  <a:cubicBezTo>
                    <a:pt x="95978" y="55972"/>
                    <a:pt x="96284" y="55436"/>
                    <a:pt x="96782" y="55130"/>
                  </a:cubicBezTo>
                  <a:cubicBezTo>
                    <a:pt x="97662" y="54402"/>
                    <a:pt x="98811" y="54249"/>
                    <a:pt x="99883" y="54555"/>
                  </a:cubicBezTo>
                  <a:cubicBezTo>
                    <a:pt x="100495" y="54632"/>
                    <a:pt x="101146" y="54402"/>
                    <a:pt x="101758" y="54402"/>
                  </a:cubicBezTo>
                  <a:cubicBezTo>
                    <a:pt x="102371" y="54402"/>
                    <a:pt x="102984" y="54594"/>
                    <a:pt x="103596" y="54594"/>
                  </a:cubicBezTo>
                  <a:cubicBezTo>
                    <a:pt x="104936" y="54134"/>
                    <a:pt x="105281" y="53828"/>
                    <a:pt x="106812" y="54096"/>
                  </a:cubicBezTo>
                  <a:cubicBezTo>
                    <a:pt x="107501" y="54134"/>
                    <a:pt x="108075" y="53675"/>
                    <a:pt x="108688" y="53368"/>
                  </a:cubicBezTo>
                  <a:cubicBezTo>
                    <a:pt x="109683" y="52947"/>
                    <a:pt x="110755" y="52947"/>
                    <a:pt x="111789" y="52909"/>
                  </a:cubicBezTo>
                  <a:cubicBezTo>
                    <a:pt x="112363" y="52947"/>
                    <a:pt x="112899" y="53215"/>
                    <a:pt x="113397" y="53522"/>
                  </a:cubicBezTo>
                  <a:lnTo>
                    <a:pt x="113397" y="53522"/>
                  </a:lnTo>
                  <a:close/>
                  <a:moveTo>
                    <a:pt x="88283" y="63667"/>
                  </a:moveTo>
                  <a:cubicBezTo>
                    <a:pt x="88436" y="63973"/>
                    <a:pt x="88589" y="64318"/>
                    <a:pt x="88397" y="64662"/>
                  </a:cubicBezTo>
                  <a:cubicBezTo>
                    <a:pt x="88168" y="65198"/>
                    <a:pt x="87402" y="65236"/>
                    <a:pt x="87057" y="64777"/>
                  </a:cubicBezTo>
                  <a:cubicBezTo>
                    <a:pt x="86943" y="64509"/>
                    <a:pt x="86790" y="64203"/>
                    <a:pt x="86675" y="63935"/>
                  </a:cubicBezTo>
                  <a:cubicBezTo>
                    <a:pt x="86598" y="63858"/>
                    <a:pt x="86483" y="63782"/>
                    <a:pt x="86445" y="63629"/>
                  </a:cubicBezTo>
                  <a:cubicBezTo>
                    <a:pt x="86100" y="62748"/>
                    <a:pt x="85526" y="61332"/>
                    <a:pt x="85028" y="59915"/>
                  </a:cubicBezTo>
                  <a:cubicBezTo>
                    <a:pt x="85028" y="59877"/>
                    <a:pt x="85028" y="59877"/>
                    <a:pt x="85028" y="59838"/>
                  </a:cubicBezTo>
                  <a:cubicBezTo>
                    <a:pt x="84339" y="58192"/>
                    <a:pt x="83880" y="56393"/>
                    <a:pt x="84033" y="54632"/>
                  </a:cubicBezTo>
                  <a:cubicBezTo>
                    <a:pt x="84148" y="53445"/>
                    <a:pt x="84760" y="52373"/>
                    <a:pt x="85564" y="51569"/>
                  </a:cubicBezTo>
                  <a:cubicBezTo>
                    <a:pt x="86368" y="50995"/>
                    <a:pt x="87287" y="52182"/>
                    <a:pt x="86522" y="52794"/>
                  </a:cubicBezTo>
                  <a:cubicBezTo>
                    <a:pt x="85947" y="53483"/>
                    <a:pt x="85526" y="54249"/>
                    <a:pt x="85564" y="55130"/>
                  </a:cubicBezTo>
                  <a:cubicBezTo>
                    <a:pt x="86675" y="55053"/>
                    <a:pt x="86560" y="56623"/>
                    <a:pt x="86866" y="57350"/>
                  </a:cubicBezTo>
                  <a:cubicBezTo>
                    <a:pt x="87287" y="59111"/>
                    <a:pt x="87555" y="60872"/>
                    <a:pt x="87976" y="62595"/>
                  </a:cubicBezTo>
                  <a:cubicBezTo>
                    <a:pt x="88053" y="62978"/>
                    <a:pt x="88168" y="63322"/>
                    <a:pt x="88283" y="63667"/>
                  </a:cubicBezTo>
                  <a:lnTo>
                    <a:pt x="88283" y="63667"/>
                  </a:lnTo>
                  <a:close/>
                  <a:moveTo>
                    <a:pt x="72701" y="60298"/>
                  </a:moveTo>
                  <a:cubicBezTo>
                    <a:pt x="72739" y="60221"/>
                    <a:pt x="72739" y="60145"/>
                    <a:pt x="72739" y="60068"/>
                  </a:cubicBezTo>
                  <a:cubicBezTo>
                    <a:pt x="72739" y="60145"/>
                    <a:pt x="72739" y="60260"/>
                    <a:pt x="72701" y="60336"/>
                  </a:cubicBezTo>
                  <a:cubicBezTo>
                    <a:pt x="72701" y="60336"/>
                    <a:pt x="72701" y="60298"/>
                    <a:pt x="72701" y="60298"/>
                  </a:cubicBezTo>
                  <a:lnTo>
                    <a:pt x="72701" y="60298"/>
                  </a:lnTo>
                  <a:close/>
                  <a:moveTo>
                    <a:pt x="77640" y="69563"/>
                  </a:moveTo>
                  <a:cubicBezTo>
                    <a:pt x="78137" y="70290"/>
                    <a:pt x="77180" y="71056"/>
                    <a:pt x="76568" y="70634"/>
                  </a:cubicBezTo>
                  <a:cubicBezTo>
                    <a:pt x="76261" y="70749"/>
                    <a:pt x="75879" y="70711"/>
                    <a:pt x="75649" y="70366"/>
                  </a:cubicBezTo>
                  <a:cubicBezTo>
                    <a:pt x="74271" y="68529"/>
                    <a:pt x="73199" y="66462"/>
                    <a:pt x="72395" y="64318"/>
                  </a:cubicBezTo>
                  <a:cubicBezTo>
                    <a:pt x="71859" y="63322"/>
                    <a:pt x="71361" y="62289"/>
                    <a:pt x="70978" y="61178"/>
                  </a:cubicBezTo>
                  <a:cubicBezTo>
                    <a:pt x="70634" y="59992"/>
                    <a:pt x="70557" y="58728"/>
                    <a:pt x="70749" y="57503"/>
                  </a:cubicBezTo>
                  <a:cubicBezTo>
                    <a:pt x="70863" y="55359"/>
                    <a:pt x="73275" y="56163"/>
                    <a:pt x="72318" y="57503"/>
                  </a:cubicBezTo>
                  <a:cubicBezTo>
                    <a:pt x="72165" y="58116"/>
                    <a:pt x="72165" y="58728"/>
                    <a:pt x="72203" y="59302"/>
                  </a:cubicBezTo>
                  <a:cubicBezTo>
                    <a:pt x="72471" y="59379"/>
                    <a:pt x="72701" y="59609"/>
                    <a:pt x="72778" y="60030"/>
                  </a:cubicBezTo>
                  <a:cubicBezTo>
                    <a:pt x="73007" y="61293"/>
                    <a:pt x="73390" y="62518"/>
                    <a:pt x="73811" y="63743"/>
                  </a:cubicBezTo>
                  <a:cubicBezTo>
                    <a:pt x="74462" y="64815"/>
                    <a:pt x="75151" y="65849"/>
                    <a:pt x="75764" y="66844"/>
                  </a:cubicBezTo>
                  <a:cubicBezTo>
                    <a:pt x="76376" y="67763"/>
                    <a:pt x="77027" y="68644"/>
                    <a:pt x="77640" y="69563"/>
                  </a:cubicBezTo>
                  <a:lnTo>
                    <a:pt x="77640" y="69563"/>
                  </a:lnTo>
                  <a:close/>
                  <a:moveTo>
                    <a:pt x="66576" y="78904"/>
                  </a:moveTo>
                  <a:cubicBezTo>
                    <a:pt x="66997" y="79440"/>
                    <a:pt x="66461" y="80244"/>
                    <a:pt x="65810" y="80091"/>
                  </a:cubicBezTo>
                  <a:cubicBezTo>
                    <a:pt x="65121" y="79899"/>
                    <a:pt x="63819" y="77526"/>
                    <a:pt x="63283" y="76836"/>
                  </a:cubicBezTo>
                  <a:cubicBezTo>
                    <a:pt x="62058" y="74807"/>
                    <a:pt x="60603" y="72663"/>
                    <a:pt x="60642" y="70252"/>
                  </a:cubicBezTo>
                  <a:cubicBezTo>
                    <a:pt x="60833" y="66079"/>
                    <a:pt x="62977" y="66998"/>
                    <a:pt x="62824" y="68031"/>
                  </a:cubicBezTo>
                  <a:cubicBezTo>
                    <a:pt x="63245" y="68720"/>
                    <a:pt x="62288" y="69295"/>
                    <a:pt x="62403" y="70290"/>
                  </a:cubicBezTo>
                  <a:cubicBezTo>
                    <a:pt x="62556" y="72128"/>
                    <a:pt x="63551" y="73774"/>
                    <a:pt x="64585" y="75267"/>
                  </a:cubicBezTo>
                  <a:cubicBezTo>
                    <a:pt x="65006" y="75803"/>
                    <a:pt x="65465" y="76300"/>
                    <a:pt x="65887" y="76836"/>
                  </a:cubicBezTo>
                  <a:cubicBezTo>
                    <a:pt x="66231" y="77181"/>
                    <a:pt x="66116" y="77602"/>
                    <a:pt x="65848" y="77870"/>
                  </a:cubicBezTo>
                  <a:cubicBezTo>
                    <a:pt x="66078" y="78215"/>
                    <a:pt x="66346" y="78559"/>
                    <a:pt x="66576" y="78904"/>
                  </a:cubicBezTo>
                  <a:lnTo>
                    <a:pt x="66576" y="78904"/>
                  </a:lnTo>
                  <a:close/>
                  <a:moveTo>
                    <a:pt x="38858" y="70941"/>
                  </a:moveTo>
                  <a:cubicBezTo>
                    <a:pt x="39394" y="70137"/>
                    <a:pt x="40658" y="70788"/>
                    <a:pt x="40275" y="71706"/>
                  </a:cubicBezTo>
                  <a:cubicBezTo>
                    <a:pt x="40390" y="73621"/>
                    <a:pt x="38935" y="75420"/>
                    <a:pt x="37327" y="77104"/>
                  </a:cubicBezTo>
                  <a:cubicBezTo>
                    <a:pt x="35834" y="79133"/>
                    <a:pt x="34034" y="80894"/>
                    <a:pt x="32618" y="83000"/>
                  </a:cubicBezTo>
                  <a:cubicBezTo>
                    <a:pt x="32388" y="83345"/>
                    <a:pt x="32159" y="83689"/>
                    <a:pt x="31929" y="84072"/>
                  </a:cubicBezTo>
                  <a:cubicBezTo>
                    <a:pt x="32044" y="86178"/>
                    <a:pt x="32388" y="88092"/>
                    <a:pt x="32580" y="90159"/>
                  </a:cubicBezTo>
                  <a:cubicBezTo>
                    <a:pt x="32656" y="90810"/>
                    <a:pt x="32695" y="91499"/>
                    <a:pt x="32733" y="92150"/>
                  </a:cubicBezTo>
                  <a:cubicBezTo>
                    <a:pt x="33269" y="91423"/>
                    <a:pt x="33805" y="90695"/>
                    <a:pt x="34302" y="89929"/>
                  </a:cubicBezTo>
                  <a:cubicBezTo>
                    <a:pt x="34953" y="89087"/>
                    <a:pt x="35374" y="88092"/>
                    <a:pt x="35949" y="87173"/>
                  </a:cubicBezTo>
                  <a:cubicBezTo>
                    <a:pt x="36217" y="86484"/>
                    <a:pt x="37289" y="86522"/>
                    <a:pt x="37442" y="87250"/>
                  </a:cubicBezTo>
                  <a:cubicBezTo>
                    <a:pt x="38016" y="87632"/>
                    <a:pt x="37786" y="88360"/>
                    <a:pt x="37518" y="88858"/>
                  </a:cubicBezTo>
                  <a:cubicBezTo>
                    <a:pt x="37135" y="89815"/>
                    <a:pt x="36714" y="90733"/>
                    <a:pt x="36217" y="91614"/>
                  </a:cubicBezTo>
                  <a:cubicBezTo>
                    <a:pt x="35374" y="93873"/>
                    <a:pt x="34570" y="96170"/>
                    <a:pt x="33384" y="98237"/>
                  </a:cubicBezTo>
                  <a:lnTo>
                    <a:pt x="33001" y="98888"/>
                  </a:lnTo>
                  <a:cubicBezTo>
                    <a:pt x="33039" y="99194"/>
                    <a:pt x="33077" y="99462"/>
                    <a:pt x="33116" y="99768"/>
                  </a:cubicBezTo>
                  <a:cubicBezTo>
                    <a:pt x="33307" y="101261"/>
                    <a:pt x="33690" y="102755"/>
                    <a:pt x="34456" y="103980"/>
                  </a:cubicBezTo>
                  <a:cubicBezTo>
                    <a:pt x="34647" y="104860"/>
                    <a:pt x="33422" y="105243"/>
                    <a:pt x="32963" y="104516"/>
                  </a:cubicBezTo>
                  <a:cubicBezTo>
                    <a:pt x="32350" y="103367"/>
                    <a:pt x="31967" y="102180"/>
                    <a:pt x="31737" y="100917"/>
                  </a:cubicBezTo>
                  <a:cubicBezTo>
                    <a:pt x="31469" y="101108"/>
                    <a:pt x="31125" y="101108"/>
                    <a:pt x="30857" y="100955"/>
                  </a:cubicBezTo>
                  <a:cubicBezTo>
                    <a:pt x="30704" y="100840"/>
                    <a:pt x="30589" y="100725"/>
                    <a:pt x="30551" y="100572"/>
                  </a:cubicBezTo>
                  <a:cubicBezTo>
                    <a:pt x="30512" y="100572"/>
                    <a:pt x="30436" y="100572"/>
                    <a:pt x="30398" y="100572"/>
                  </a:cubicBezTo>
                  <a:cubicBezTo>
                    <a:pt x="29900" y="100419"/>
                    <a:pt x="29785" y="100113"/>
                    <a:pt x="29823" y="99768"/>
                  </a:cubicBezTo>
                  <a:cubicBezTo>
                    <a:pt x="29747" y="99730"/>
                    <a:pt x="29670" y="99692"/>
                    <a:pt x="29594" y="99615"/>
                  </a:cubicBezTo>
                  <a:cubicBezTo>
                    <a:pt x="28828" y="98696"/>
                    <a:pt x="30551" y="97892"/>
                    <a:pt x="30857" y="97050"/>
                  </a:cubicBezTo>
                  <a:cubicBezTo>
                    <a:pt x="29517" y="96476"/>
                    <a:pt x="30589" y="95136"/>
                    <a:pt x="31278" y="94217"/>
                  </a:cubicBezTo>
                  <a:cubicBezTo>
                    <a:pt x="31240" y="93337"/>
                    <a:pt x="31240" y="92456"/>
                    <a:pt x="31163" y="91614"/>
                  </a:cubicBezTo>
                  <a:cubicBezTo>
                    <a:pt x="31087" y="90121"/>
                    <a:pt x="30857" y="88628"/>
                    <a:pt x="30666" y="87135"/>
                  </a:cubicBezTo>
                  <a:cubicBezTo>
                    <a:pt x="30474" y="87250"/>
                    <a:pt x="30168" y="87288"/>
                    <a:pt x="29938" y="87135"/>
                  </a:cubicBezTo>
                  <a:cubicBezTo>
                    <a:pt x="29326" y="87020"/>
                    <a:pt x="29172" y="86637"/>
                    <a:pt x="29249" y="86139"/>
                  </a:cubicBezTo>
                  <a:cubicBezTo>
                    <a:pt x="29211" y="85871"/>
                    <a:pt x="29364" y="85527"/>
                    <a:pt x="29555" y="85182"/>
                  </a:cubicBezTo>
                  <a:cubicBezTo>
                    <a:pt x="29670" y="84914"/>
                    <a:pt x="29785" y="84646"/>
                    <a:pt x="29862" y="84455"/>
                  </a:cubicBezTo>
                  <a:cubicBezTo>
                    <a:pt x="30053" y="83995"/>
                    <a:pt x="30244" y="83536"/>
                    <a:pt x="30436" y="83038"/>
                  </a:cubicBezTo>
                  <a:cubicBezTo>
                    <a:pt x="30512" y="81737"/>
                    <a:pt x="30780" y="80473"/>
                    <a:pt x="30933" y="79172"/>
                  </a:cubicBezTo>
                  <a:cubicBezTo>
                    <a:pt x="31087" y="78406"/>
                    <a:pt x="32082" y="78444"/>
                    <a:pt x="32388" y="78980"/>
                  </a:cubicBezTo>
                  <a:cubicBezTo>
                    <a:pt x="33345" y="77449"/>
                    <a:pt x="34570" y="76109"/>
                    <a:pt x="35872" y="74846"/>
                  </a:cubicBezTo>
                  <a:cubicBezTo>
                    <a:pt x="37021" y="73697"/>
                    <a:pt x="37786" y="72204"/>
                    <a:pt x="38858" y="70941"/>
                  </a:cubicBezTo>
                  <a:lnTo>
                    <a:pt x="38858" y="70941"/>
                  </a:lnTo>
                  <a:close/>
                  <a:moveTo>
                    <a:pt x="75726" y="115656"/>
                  </a:moveTo>
                  <a:cubicBezTo>
                    <a:pt x="76644" y="116116"/>
                    <a:pt x="75993" y="117494"/>
                    <a:pt x="75075" y="117073"/>
                  </a:cubicBezTo>
                  <a:cubicBezTo>
                    <a:pt x="74003" y="116613"/>
                    <a:pt x="73582" y="115503"/>
                    <a:pt x="73275" y="114469"/>
                  </a:cubicBezTo>
                  <a:cubicBezTo>
                    <a:pt x="71935" y="113283"/>
                    <a:pt x="72127" y="111904"/>
                    <a:pt x="71935" y="110335"/>
                  </a:cubicBezTo>
                  <a:cubicBezTo>
                    <a:pt x="70174" y="109033"/>
                    <a:pt x="70710" y="107081"/>
                    <a:pt x="70327" y="105320"/>
                  </a:cubicBezTo>
                  <a:cubicBezTo>
                    <a:pt x="69447" y="104286"/>
                    <a:pt x="68490" y="103252"/>
                    <a:pt x="67494" y="102295"/>
                  </a:cubicBezTo>
                  <a:cubicBezTo>
                    <a:pt x="66882" y="105320"/>
                    <a:pt x="66231" y="108344"/>
                    <a:pt x="66231" y="111407"/>
                  </a:cubicBezTo>
                  <a:cubicBezTo>
                    <a:pt x="66231" y="112938"/>
                    <a:pt x="66193" y="114584"/>
                    <a:pt x="67188" y="115771"/>
                  </a:cubicBezTo>
                  <a:cubicBezTo>
                    <a:pt x="67456" y="116077"/>
                    <a:pt x="67724" y="116384"/>
                    <a:pt x="68030" y="116652"/>
                  </a:cubicBezTo>
                  <a:cubicBezTo>
                    <a:pt x="68145" y="116728"/>
                    <a:pt x="68222" y="116843"/>
                    <a:pt x="68260" y="116958"/>
                  </a:cubicBezTo>
                  <a:cubicBezTo>
                    <a:pt x="68643" y="117226"/>
                    <a:pt x="69026" y="117494"/>
                    <a:pt x="69409" y="117723"/>
                  </a:cubicBezTo>
                  <a:cubicBezTo>
                    <a:pt x="70251" y="118259"/>
                    <a:pt x="69409" y="119561"/>
                    <a:pt x="68566" y="119025"/>
                  </a:cubicBezTo>
                  <a:cubicBezTo>
                    <a:pt x="68260" y="118834"/>
                    <a:pt x="67992" y="118642"/>
                    <a:pt x="67724" y="118451"/>
                  </a:cubicBezTo>
                  <a:cubicBezTo>
                    <a:pt x="67686" y="118987"/>
                    <a:pt x="67073" y="119408"/>
                    <a:pt x="66537" y="119102"/>
                  </a:cubicBezTo>
                  <a:cubicBezTo>
                    <a:pt x="65389" y="118795"/>
                    <a:pt x="60374" y="111789"/>
                    <a:pt x="63513" y="112172"/>
                  </a:cubicBezTo>
                  <a:cubicBezTo>
                    <a:pt x="63398" y="108995"/>
                    <a:pt x="64432" y="105932"/>
                    <a:pt x="64968" y="102831"/>
                  </a:cubicBezTo>
                  <a:cubicBezTo>
                    <a:pt x="65121" y="102104"/>
                    <a:pt x="65274" y="101338"/>
                    <a:pt x="65427" y="100572"/>
                  </a:cubicBezTo>
                  <a:cubicBezTo>
                    <a:pt x="65197" y="100419"/>
                    <a:pt x="64968" y="100228"/>
                    <a:pt x="64700" y="100075"/>
                  </a:cubicBezTo>
                  <a:cubicBezTo>
                    <a:pt x="64317" y="99692"/>
                    <a:pt x="64470" y="99041"/>
                    <a:pt x="64891" y="98811"/>
                  </a:cubicBezTo>
                  <a:cubicBezTo>
                    <a:pt x="64623" y="98428"/>
                    <a:pt x="64470" y="98007"/>
                    <a:pt x="64700" y="97663"/>
                  </a:cubicBezTo>
                  <a:cubicBezTo>
                    <a:pt x="64623" y="97471"/>
                    <a:pt x="64585" y="97280"/>
                    <a:pt x="64585" y="97089"/>
                  </a:cubicBezTo>
                  <a:cubicBezTo>
                    <a:pt x="64623" y="96744"/>
                    <a:pt x="64891" y="96399"/>
                    <a:pt x="65236" y="96323"/>
                  </a:cubicBezTo>
                  <a:cubicBezTo>
                    <a:pt x="65465" y="95863"/>
                    <a:pt x="66116" y="95825"/>
                    <a:pt x="66461" y="96093"/>
                  </a:cubicBezTo>
                  <a:cubicBezTo>
                    <a:pt x="66691" y="95251"/>
                    <a:pt x="66882" y="94409"/>
                    <a:pt x="67112" y="93566"/>
                  </a:cubicBezTo>
                  <a:cubicBezTo>
                    <a:pt x="67227" y="93107"/>
                    <a:pt x="67380" y="92686"/>
                    <a:pt x="67494" y="92226"/>
                  </a:cubicBezTo>
                  <a:cubicBezTo>
                    <a:pt x="67073" y="91614"/>
                    <a:pt x="67648" y="90504"/>
                    <a:pt x="67686" y="89776"/>
                  </a:cubicBezTo>
                  <a:cubicBezTo>
                    <a:pt x="67992" y="87977"/>
                    <a:pt x="68260" y="86178"/>
                    <a:pt x="68490" y="84378"/>
                  </a:cubicBezTo>
                  <a:cubicBezTo>
                    <a:pt x="68605" y="83383"/>
                    <a:pt x="68720" y="82311"/>
                    <a:pt x="69102" y="81392"/>
                  </a:cubicBezTo>
                  <a:cubicBezTo>
                    <a:pt x="69332" y="80856"/>
                    <a:pt x="70098" y="80665"/>
                    <a:pt x="70481" y="81086"/>
                  </a:cubicBezTo>
                  <a:cubicBezTo>
                    <a:pt x="70902" y="81622"/>
                    <a:pt x="70710" y="82311"/>
                    <a:pt x="70749" y="82924"/>
                  </a:cubicBezTo>
                  <a:cubicBezTo>
                    <a:pt x="71131" y="83268"/>
                    <a:pt x="71093" y="83766"/>
                    <a:pt x="71017" y="84302"/>
                  </a:cubicBezTo>
                  <a:cubicBezTo>
                    <a:pt x="71438" y="85067"/>
                    <a:pt x="71897" y="85833"/>
                    <a:pt x="72318" y="86599"/>
                  </a:cubicBezTo>
                  <a:cubicBezTo>
                    <a:pt x="72586" y="87096"/>
                    <a:pt x="73122" y="87671"/>
                    <a:pt x="72816" y="88207"/>
                  </a:cubicBezTo>
                  <a:cubicBezTo>
                    <a:pt x="73084" y="88245"/>
                    <a:pt x="73352" y="88398"/>
                    <a:pt x="73467" y="88743"/>
                  </a:cubicBezTo>
                  <a:cubicBezTo>
                    <a:pt x="73620" y="89317"/>
                    <a:pt x="73735" y="89891"/>
                    <a:pt x="73850" y="90465"/>
                  </a:cubicBezTo>
                  <a:cubicBezTo>
                    <a:pt x="74041" y="91461"/>
                    <a:pt x="72548" y="91729"/>
                    <a:pt x="72357" y="90733"/>
                  </a:cubicBezTo>
                  <a:cubicBezTo>
                    <a:pt x="72318" y="90657"/>
                    <a:pt x="72318" y="90580"/>
                    <a:pt x="72280" y="90504"/>
                  </a:cubicBezTo>
                  <a:cubicBezTo>
                    <a:pt x="72089" y="90465"/>
                    <a:pt x="71859" y="90389"/>
                    <a:pt x="71744" y="90197"/>
                  </a:cubicBezTo>
                  <a:cubicBezTo>
                    <a:pt x="71476" y="89661"/>
                    <a:pt x="70863" y="88896"/>
                    <a:pt x="70327" y="88092"/>
                  </a:cubicBezTo>
                  <a:cubicBezTo>
                    <a:pt x="70136" y="89011"/>
                    <a:pt x="69945" y="89929"/>
                    <a:pt x="69715" y="90848"/>
                  </a:cubicBezTo>
                  <a:cubicBezTo>
                    <a:pt x="69562" y="91614"/>
                    <a:pt x="69409" y="92380"/>
                    <a:pt x="69294" y="93145"/>
                  </a:cubicBezTo>
                  <a:cubicBezTo>
                    <a:pt x="69256" y="93375"/>
                    <a:pt x="69102" y="93566"/>
                    <a:pt x="68911" y="93681"/>
                  </a:cubicBezTo>
                  <a:cubicBezTo>
                    <a:pt x="68720" y="95136"/>
                    <a:pt x="68528" y="96591"/>
                    <a:pt x="68298" y="98046"/>
                  </a:cubicBezTo>
                  <a:lnTo>
                    <a:pt x="68260" y="98237"/>
                  </a:lnTo>
                  <a:cubicBezTo>
                    <a:pt x="69447" y="99462"/>
                    <a:pt x="70672" y="100649"/>
                    <a:pt x="71821" y="101912"/>
                  </a:cubicBezTo>
                  <a:cubicBezTo>
                    <a:pt x="72280" y="102448"/>
                    <a:pt x="73199" y="103252"/>
                    <a:pt x="72433" y="103941"/>
                  </a:cubicBezTo>
                  <a:cubicBezTo>
                    <a:pt x="72586" y="104171"/>
                    <a:pt x="72586" y="104477"/>
                    <a:pt x="72433" y="104707"/>
                  </a:cubicBezTo>
                  <a:cubicBezTo>
                    <a:pt x="72586" y="104975"/>
                    <a:pt x="72586" y="105243"/>
                    <a:pt x="72471" y="105434"/>
                  </a:cubicBezTo>
                  <a:cubicBezTo>
                    <a:pt x="72739" y="105779"/>
                    <a:pt x="72969" y="106162"/>
                    <a:pt x="72969" y="106430"/>
                  </a:cubicBezTo>
                  <a:cubicBezTo>
                    <a:pt x="72969" y="106889"/>
                    <a:pt x="72510" y="107195"/>
                    <a:pt x="72089" y="107157"/>
                  </a:cubicBezTo>
                  <a:cubicBezTo>
                    <a:pt x="72089" y="107310"/>
                    <a:pt x="72089" y="107502"/>
                    <a:pt x="72127" y="107655"/>
                  </a:cubicBezTo>
                  <a:cubicBezTo>
                    <a:pt x="72165" y="108421"/>
                    <a:pt x="72701" y="108918"/>
                    <a:pt x="73199" y="109416"/>
                  </a:cubicBezTo>
                  <a:cubicBezTo>
                    <a:pt x="73926" y="110450"/>
                    <a:pt x="73237" y="111904"/>
                    <a:pt x="74003" y="112938"/>
                  </a:cubicBezTo>
                  <a:cubicBezTo>
                    <a:pt x="74845" y="113665"/>
                    <a:pt x="74768" y="114546"/>
                    <a:pt x="75343" y="115388"/>
                  </a:cubicBezTo>
                  <a:cubicBezTo>
                    <a:pt x="75458" y="115503"/>
                    <a:pt x="75611" y="115580"/>
                    <a:pt x="75764" y="115656"/>
                  </a:cubicBezTo>
                  <a:close/>
                </a:path>
              </a:pathLst>
            </a:custGeom>
            <a:solidFill>
              <a:srgbClr val="68C0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8"/>
            <p:cNvSpPr/>
            <p:nvPr/>
          </p:nvSpPr>
          <p:spPr>
            <a:xfrm>
              <a:off x="1868050" y="508775"/>
              <a:ext cx="3725025" cy="3511600"/>
            </a:xfrm>
            <a:custGeom>
              <a:avLst/>
              <a:gdLst/>
              <a:ahLst/>
              <a:cxnLst/>
              <a:rect l="l" t="t" r="r" b="b"/>
              <a:pathLst>
                <a:path w="149001" h="140464" extrusionOk="0">
                  <a:moveTo>
                    <a:pt x="70366" y="24157"/>
                  </a:moveTo>
                  <a:cubicBezTo>
                    <a:pt x="70825" y="24999"/>
                    <a:pt x="69753" y="27679"/>
                    <a:pt x="68643" y="27718"/>
                  </a:cubicBezTo>
                  <a:cubicBezTo>
                    <a:pt x="68337" y="28024"/>
                    <a:pt x="68030" y="28330"/>
                    <a:pt x="67609" y="28675"/>
                  </a:cubicBezTo>
                  <a:cubicBezTo>
                    <a:pt x="67380" y="29364"/>
                    <a:pt x="66499" y="29670"/>
                    <a:pt x="65925" y="30053"/>
                  </a:cubicBezTo>
                  <a:cubicBezTo>
                    <a:pt x="65619" y="30321"/>
                    <a:pt x="65198" y="30436"/>
                    <a:pt x="64891" y="30206"/>
                  </a:cubicBezTo>
                  <a:cubicBezTo>
                    <a:pt x="63781" y="30512"/>
                    <a:pt x="62671" y="30359"/>
                    <a:pt x="61561" y="30206"/>
                  </a:cubicBezTo>
                  <a:cubicBezTo>
                    <a:pt x="60680" y="30091"/>
                    <a:pt x="59799" y="29976"/>
                    <a:pt x="58919" y="30053"/>
                  </a:cubicBezTo>
                  <a:cubicBezTo>
                    <a:pt x="57426" y="30168"/>
                    <a:pt x="56201" y="31278"/>
                    <a:pt x="54669" y="31125"/>
                  </a:cubicBezTo>
                  <a:cubicBezTo>
                    <a:pt x="53559" y="31087"/>
                    <a:pt x="52449" y="30857"/>
                    <a:pt x="51339" y="30780"/>
                  </a:cubicBezTo>
                  <a:cubicBezTo>
                    <a:pt x="50382" y="30780"/>
                    <a:pt x="49425" y="30819"/>
                    <a:pt x="48467" y="30627"/>
                  </a:cubicBezTo>
                  <a:cubicBezTo>
                    <a:pt x="47664" y="30436"/>
                    <a:pt x="46898" y="30015"/>
                    <a:pt x="46132" y="29747"/>
                  </a:cubicBezTo>
                  <a:cubicBezTo>
                    <a:pt x="45941" y="29747"/>
                    <a:pt x="45749" y="29747"/>
                    <a:pt x="45558" y="29747"/>
                  </a:cubicBezTo>
                  <a:cubicBezTo>
                    <a:pt x="45290" y="29785"/>
                    <a:pt x="44984" y="29823"/>
                    <a:pt x="44754" y="29747"/>
                  </a:cubicBezTo>
                  <a:cubicBezTo>
                    <a:pt x="44639" y="29785"/>
                    <a:pt x="44524" y="29823"/>
                    <a:pt x="44448" y="29823"/>
                  </a:cubicBezTo>
                  <a:cubicBezTo>
                    <a:pt x="44141" y="29823"/>
                    <a:pt x="43873" y="29632"/>
                    <a:pt x="43797" y="29326"/>
                  </a:cubicBezTo>
                  <a:lnTo>
                    <a:pt x="43759" y="29326"/>
                  </a:lnTo>
                  <a:cubicBezTo>
                    <a:pt x="43644" y="29555"/>
                    <a:pt x="43414" y="29708"/>
                    <a:pt x="43069" y="29632"/>
                  </a:cubicBezTo>
                  <a:cubicBezTo>
                    <a:pt x="42763" y="29594"/>
                    <a:pt x="42534" y="29440"/>
                    <a:pt x="42419" y="29249"/>
                  </a:cubicBezTo>
                  <a:cubicBezTo>
                    <a:pt x="42342" y="29326"/>
                    <a:pt x="42266" y="29364"/>
                    <a:pt x="42151" y="29364"/>
                  </a:cubicBezTo>
                  <a:cubicBezTo>
                    <a:pt x="41768" y="29402"/>
                    <a:pt x="41423" y="29440"/>
                    <a:pt x="41079" y="29517"/>
                  </a:cubicBezTo>
                  <a:cubicBezTo>
                    <a:pt x="40696" y="29594"/>
                    <a:pt x="40313" y="29708"/>
                    <a:pt x="39968" y="29823"/>
                  </a:cubicBezTo>
                  <a:cubicBezTo>
                    <a:pt x="39892" y="29862"/>
                    <a:pt x="39815" y="29862"/>
                    <a:pt x="39701" y="29900"/>
                  </a:cubicBezTo>
                  <a:cubicBezTo>
                    <a:pt x="39547" y="29976"/>
                    <a:pt x="39356" y="30053"/>
                    <a:pt x="39165" y="30053"/>
                  </a:cubicBezTo>
                  <a:cubicBezTo>
                    <a:pt x="39165" y="30053"/>
                    <a:pt x="39165" y="30053"/>
                    <a:pt x="39126" y="30053"/>
                  </a:cubicBezTo>
                  <a:cubicBezTo>
                    <a:pt x="38399" y="30397"/>
                    <a:pt x="37710" y="30780"/>
                    <a:pt x="36982" y="31201"/>
                  </a:cubicBezTo>
                  <a:lnTo>
                    <a:pt x="35949" y="31814"/>
                  </a:lnTo>
                  <a:cubicBezTo>
                    <a:pt x="35910" y="31929"/>
                    <a:pt x="35834" y="32005"/>
                    <a:pt x="35719" y="32044"/>
                  </a:cubicBezTo>
                  <a:cubicBezTo>
                    <a:pt x="34915" y="32580"/>
                    <a:pt x="34035" y="33039"/>
                    <a:pt x="33154" y="33384"/>
                  </a:cubicBezTo>
                  <a:cubicBezTo>
                    <a:pt x="29900" y="34226"/>
                    <a:pt x="29594" y="33498"/>
                    <a:pt x="26646" y="35949"/>
                  </a:cubicBezTo>
                  <a:cubicBezTo>
                    <a:pt x="25880" y="36676"/>
                    <a:pt x="24196" y="36944"/>
                    <a:pt x="24196" y="38207"/>
                  </a:cubicBezTo>
                  <a:cubicBezTo>
                    <a:pt x="24387" y="38782"/>
                    <a:pt x="24693" y="39356"/>
                    <a:pt x="24846" y="39968"/>
                  </a:cubicBezTo>
                  <a:cubicBezTo>
                    <a:pt x="25306" y="40045"/>
                    <a:pt x="25574" y="40581"/>
                    <a:pt x="25344" y="40964"/>
                  </a:cubicBezTo>
                  <a:cubicBezTo>
                    <a:pt x="24961" y="41500"/>
                    <a:pt x="24004" y="41461"/>
                    <a:pt x="23430" y="41385"/>
                  </a:cubicBezTo>
                  <a:cubicBezTo>
                    <a:pt x="21860" y="41347"/>
                    <a:pt x="20329" y="41691"/>
                    <a:pt x="18798" y="41921"/>
                  </a:cubicBezTo>
                  <a:cubicBezTo>
                    <a:pt x="17879" y="41997"/>
                    <a:pt x="16998" y="42227"/>
                    <a:pt x="16118" y="42533"/>
                  </a:cubicBezTo>
                  <a:cubicBezTo>
                    <a:pt x="14510" y="42955"/>
                    <a:pt x="13017" y="43605"/>
                    <a:pt x="11677" y="44524"/>
                  </a:cubicBezTo>
                  <a:cubicBezTo>
                    <a:pt x="11064" y="44869"/>
                    <a:pt x="10413" y="45175"/>
                    <a:pt x="9839" y="45558"/>
                  </a:cubicBezTo>
                  <a:cubicBezTo>
                    <a:pt x="9150" y="46017"/>
                    <a:pt x="8652" y="46630"/>
                    <a:pt x="7963" y="47013"/>
                  </a:cubicBezTo>
                  <a:cubicBezTo>
                    <a:pt x="7504" y="47242"/>
                    <a:pt x="6700" y="47778"/>
                    <a:pt x="5858" y="48161"/>
                  </a:cubicBezTo>
                  <a:cubicBezTo>
                    <a:pt x="5398" y="48467"/>
                    <a:pt x="4977" y="48812"/>
                    <a:pt x="4556" y="49080"/>
                  </a:cubicBezTo>
                  <a:cubicBezTo>
                    <a:pt x="4020" y="49539"/>
                    <a:pt x="3140" y="51300"/>
                    <a:pt x="2336" y="51300"/>
                  </a:cubicBezTo>
                  <a:cubicBezTo>
                    <a:pt x="2144" y="51300"/>
                    <a:pt x="1914" y="51186"/>
                    <a:pt x="1723" y="50879"/>
                  </a:cubicBezTo>
                  <a:cubicBezTo>
                    <a:pt x="1608" y="49846"/>
                    <a:pt x="2221" y="48774"/>
                    <a:pt x="2527" y="47778"/>
                  </a:cubicBezTo>
                  <a:cubicBezTo>
                    <a:pt x="2872" y="46745"/>
                    <a:pt x="3331" y="45749"/>
                    <a:pt x="3752" y="44716"/>
                  </a:cubicBezTo>
                  <a:cubicBezTo>
                    <a:pt x="3867" y="44371"/>
                    <a:pt x="3943" y="43988"/>
                    <a:pt x="4097" y="43644"/>
                  </a:cubicBezTo>
                  <a:cubicBezTo>
                    <a:pt x="3943" y="43069"/>
                    <a:pt x="4556" y="42151"/>
                    <a:pt x="4671" y="41615"/>
                  </a:cubicBezTo>
                  <a:cubicBezTo>
                    <a:pt x="4862" y="41194"/>
                    <a:pt x="5015" y="40619"/>
                    <a:pt x="5322" y="40275"/>
                  </a:cubicBezTo>
                  <a:cubicBezTo>
                    <a:pt x="5781" y="39279"/>
                    <a:pt x="6241" y="38322"/>
                    <a:pt x="6738" y="37365"/>
                  </a:cubicBezTo>
                  <a:cubicBezTo>
                    <a:pt x="7389" y="36102"/>
                    <a:pt x="7963" y="34800"/>
                    <a:pt x="8729" y="33575"/>
                  </a:cubicBezTo>
                  <a:cubicBezTo>
                    <a:pt x="8193" y="32924"/>
                    <a:pt x="10260" y="30474"/>
                    <a:pt x="10605" y="29670"/>
                  </a:cubicBezTo>
                  <a:cubicBezTo>
                    <a:pt x="12902" y="25957"/>
                    <a:pt x="15620" y="22588"/>
                    <a:pt x="18376" y="19257"/>
                  </a:cubicBezTo>
                  <a:cubicBezTo>
                    <a:pt x="19870" y="17458"/>
                    <a:pt x="21516" y="15773"/>
                    <a:pt x="23353" y="14280"/>
                  </a:cubicBezTo>
                  <a:cubicBezTo>
                    <a:pt x="23851" y="13017"/>
                    <a:pt x="25574" y="11906"/>
                    <a:pt x="26531" y="11026"/>
                  </a:cubicBezTo>
                  <a:cubicBezTo>
                    <a:pt x="30053" y="8193"/>
                    <a:pt x="33767" y="5666"/>
                    <a:pt x="37748" y="3561"/>
                  </a:cubicBezTo>
                  <a:cubicBezTo>
                    <a:pt x="39165" y="2757"/>
                    <a:pt x="40543" y="1914"/>
                    <a:pt x="42036" y="1225"/>
                  </a:cubicBezTo>
                  <a:cubicBezTo>
                    <a:pt x="42687" y="996"/>
                    <a:pt x="43797" y="0"/>
                    <a:pt x="44371" y="651"/>
                  </a:cubicBezTo>
                  <a:cubicBezTo>
                    <a:pt x="44563" y="651"/>
                    <a:pt x="44754" y="689"/>
                    <a:pt x="44945" y="766"/>
                  </a:cubicBezTo>
                  <a:cubicBezTo>
                    <a:pt x="45826" y="192"/>
                    <a:pt x="47204" y="919"/>
                    <a:pt x="48200" y="919"/>
                  </a:cubicBezTo>
                  <a:cubicBezTo>
                    <a:pt x="48850" y="1034"/>
                    <a:pt x="49539" y="996"/>
                    <a:pt x="50190" y="1225"/>
                  </a:cubicBezTo>
                  <a:cubicBezTo>
                    <a:pt x="51147" y="1608"/>
                    <a:pt x="51722" y="2642"/>
                    <a:pt x="52794" y="2833"/>
                  </a:cubicBezTo>
                  <a:cubicBezTo>
                    <a:pt x="54899" y="3178"/>
                    <a:pt x="57005" y="3484"/>
                    <a:pt x="59110" y="3867"/>
                  </a:cubicBezTo>
                  <a:cubicBezTo>
                    <a:pt x="60489" y="4058"/>
                    <a:pt x="61943" y="4097"/>
                    <a:pt x="63168" y="4786"/>
                  </a:cubicBezTo>
                  <a:cubicBezTo>
                    <a:pt x="65083" y="5704"/>
                    <a:pt x="66040" y="7619"/>
                    <a:pt x="66691" y="9495"/>
                  </a:cubicBezTo>
                  <a:cubicBezTo>
                    <a:pt x="66959" y="10145"/>
                    <a:pt x="67456" y="10605"/>
                    <a:pt x="67763" y="11179"/>
                  </a:cubicBezTo>
                  <a:cubicBezTo>
                    <a:pt x="68337" y="12481"/>
                    <a:pt x="67456" y="13935"/>
                    <a:pt x="67341" y="15467"/>
                  </a:cubicBezTo>
                  <a:cubicBezTo>
                    <a:pt x="67303" y="15543"/>
                    <a:pt x="67265" y="15658"/>
                    <a:pt x="67265" y="15735"/>
                  </a:cubicBezTo>
                  <a:cubicBezTo>
                    <a:pt x="67227" y="15773"/>
                    <a:pt x="67227" y="15811"/>
                    <a:pt x="67227" y="15888"/>
                  </a:cubicBezTo>
                  <a:cubicBezTo>
                    <a:pt x="67188" y="16003"/>
                    <a:pt x="67150" y="16156"/>
                    <a:pt x="67150" y="16309"/>
                  </a:cubicBezTo>
                  <a:lnTo>
                    <a:pt x="67150" y="16347"/>
                  </a:lnTo>
                  <a:cubicBezTo>
                    <a:pt x="67073" y="16615"/>
                    <a:pt x="67035" y="16883"/>
                    <a:pt x="67150" y="17151"/>
                  </a:cubicBezTo>
                  <a:cubicBezTo>
                    <a:pt x="67265" y="17381"/>
                    <a:pt x="67418" y="17611"/>
                    <a:pt x="67648" y="17802"/>
                  </a:cubicBezTo>
                  <a:cubicBezTo>
                    <a:pt x="67686" y="17840"/>
                    <a:pt x="67724" y="17879"/>
                    <a:pt x="67801" y="17917"/>
                  </a:cubicBezTo>
                  <a:cubicBezTo>
                    <a:pt x="68030" y="18415"/>
                    <a:pt x="68413" y="18836"/>
                    <a:pt x="68834" y="19219"/>
                  </a:cubicBezTo>
                  <a:cubicBezTo>
                    <a:pt x="68911" y="19372"/>
                    <a:pt x="68988" y="19487"/>
                    <a:pt x="68988" y="19601"/>
                  </a:cubicBezTo>
                  <a:cubicBezTo>
                    <a:pt x="69179" y="19640"/>
                    <a:pt x="69294" y="19755"/>
                    <a:pt x="69409" y="19984"/>
                  </a:cubicBezTo>
                  <a:cubicBezTo>
                    <a:pt x="69447" y="20061"/>
                    <a:pt x="69447" y="20137"/>
                    <a:pt x="69485" y="20214"/>
                  </a:cubicBezTo>
                  <a:lnTo>
                    <a:pt x="69485" y="20214"/>
                  </a:lnTo>
                  <a:cubicBezTo>
                    <a:pt x="69600" y="20291"/>
                    <a:pt x="69715" y="20405"/>
                    <a:pt x="69792" y="20559"/>
                  </a:cubicBezTo>
                  <a:cubicBezTo>
                    <a:pt x="70098" y="21018"/>
                    <a:pt x="70366" y="21516"/>
                    <a:pt x="70519" y="22052"/>
                  </a:cubicBezTo>
                  <a:cubicBezTo>
                    <a:pt x="70596" y="22396"/>
                    <a:pt x="70442" y="22626"/>
                    <a:pt x="70213" y="22741"/>
                  </a:cubicBezTo>
                  <a:cubicBezTo>
                    <a:pt x="70289" y="23200"/>
                    <a:pt x="70289" y="23621"/>
                    <a:pt x="70289" y="24042"/>
                  </a:cubicBezTo>
                  <a:cubicBezTo>
                    <a:pt x="70328" y="24081"/>
                    <a:pt x="70328" y="24119"/>
                    <a:pt x="70366" y="24157"/>
                  </a:cubicBezTo>
                  <a:lnTo>
                    <a:pt x="70366" y="24157"/>
                  </a:lnTo>
                  <a:close/>
                  <a:moveTo>
                    <a:pt x="148924" y="62288"/>
                  </a:moveTo>
                  <a:cubicBezTo>
                    <a:pt x="148924" y="62479"/>
                    <a:pt x="148962" y="62671"/>
                    <a:pt x="149001" y="62862"/>
                  </a:cubicBezTo>
                  <a:cubicBezTo>
                    <a:pt x="148733" y="63054"/>
                    <a:pt x="148580" y="63322"/>
                    <a:pt x="148580" y="63666"/>
                  </a:cubicBezTo>
                  <a:cubicBezTo>
                    <a:pt x="148541" y="64508"/>
                    <a:pt x="148580" y="65351"/>
                    <a:pt x="148580" y="66193"/>
                  </a:cubicBezTo>
                  <a:cubicBezTo>
                    <a:pt x="148580" y="66614"/>
                    <a:pt x="148580" y="67035"/>
                    <a:pt x="148618" y="67456"/>
                  </a:cubicBezTo>
                  <a:cubicBezTo>
                    <a:pt x="148618" y="67686"/>
                    <a:pt x="148618" y="67916"/>
                    <a:pt x="148618" y="68145"/>
                  </a:cubicBezTo>
                  <a:cubicBezTo>
                    <a:pt x="148656" y="68298"/>
                    <a:pt x="148656" y="68452"/>
                    <a:pt x="148694" y="68605"/>
                  </a:cubicBezTo>
                  <a:cubicBezTo>
                    <a:pt x="148733" y="68796"/>
                    <a:pt x="148848" y="68988"/>
                    <a:pt x="149001" y="69141"/>
                  </a:cubicBezTo>
                  <a:cubicBezTo>
                    <a:pt x="148694" y="69868"/>
                    <a:pt x="148197" y="70519"/>
                    <a:pt x="147431" y="70978"/>
                  </a:cubicBezTo>
                  <a:cubicBezTo>
                    <a:pt x="145593" y="71706"/>
                    <a:pt x="144024" y="73046"/>
                    <a:pt x="142416" y="74156"/>
                  </a:cubicBezTo>
                  <a:cubicBezTo>
                    <a:pt x="141152" y="75036"/>
                    <a:pt x="139889" y="75840"/>
                    <a:pt x="138587" y="76606"/>
                  </a:cubicBezTo>
                  <a:cubicBezTo>
                    <a:pt x="137362" y="77410"/>
                    <a:pt x="136367" y="78405"/>
                    <a:pt x="135333" y="79439"/>
                  </a:cubicBezTo>
                  <a:cubicBezTo>
                    <a:pt x="134644" y="80052"/>
                    <a:pt x="133840" y="80511"/>
                    <a:pt x="133228" y="81200"/>
                  </a:cubicBezTo>
                  <a:cubicBezTo>
                    <a:pt x="132653" y="81889"/>
                    <a:pt x="132424" y="82770"/>
                    <a:pt x="132079" y="83574"/>
                  </a:cubicBezTo>
                  <a:cubicBezTo>
                    <a:pt x="131773" y="84454"/>
                    <a:pt x="131352" y="85296"/>
                    <a:pt x="131160" y="86215"/>
                  </a:cubicBezTo>
                  <a:cubicBezTo>
                    <a:pt x="130816" y="87555"/>
                    <a:pt x="131084" y="88895"/>
                    <a:pt x="131314" y="90197"/>
                  </a:cubicBezTo>
                  <a:cubicBezTo>
                    <a:pt x="131964" y="91154"/>
                    <a:pt x="132577" y="92149"/>
                    <a:pt x="132577" y="93298"/>
                  </a:cubicBezTo>
                  <a:cubicBezTo>
                    <a:pt x="132960" y="95365"/>
                    <a:pt x="132539" y="97356"/>
                    <a:pt x="132309" y="99385"/>
                  </a:cubicBezTo>
                  <a:cubicBezTo>
                    <a:pt x="132194" y="101299"/>
                    <a:pt x="131314" y="103022"/>
                    <a:pt x="130510" y="104745"/>
                  </a:cubicBezTo>
                  <a:cubicBezTo>
                    <a:pt x="130280" y="105472"/>
                    <a:pt x="130203" y="106238"/>
                    <a:pt x="130012" y="107003"/>
                  </a:cubicBezTo>
                  <a:cubicBezTo>
                    <a:pt x="129706" y="108420"/>
                    <a:pt x="129208" y="109836"/>
                    <a:pt x="128404" y="111061"/>
                  </a:cubicBezTo>
                  <a:cubicBezTo>
                    <a:pt x="127715" y="112133"/>
                    <a:pt x="126605" y="112937"/>
                    <a:pt x="126873" y="114354"/>
                  </a:cubicBezTo>
                  <a:cubicBezTo>
                    <a:pt x="126949" y="115426"/>
                    <a:pt x="127141" y="116498"/>
                    <a:pt x="127064" y="117608"/>
                  </a:cubicBezTo>
                  <a:cubicBezTo>
                    <a:pt x="127026" y="118067"/>
                    <a:pt x="126796" y="119867"/>
                    <a:pt x="126337" y="121053"/>
                  </a:cubicBezTo>
                  <a:cubicBezTo>
                    <a:pt x="126452" y="121398"/>
                    <a:pt x="126184" y="121857"/>
                    <a:pt x="125839" y="122087"/>
                  </a:cubicBezTo>
                  <a:cubicBezTo>
                    <a:pt x="123848" y="123886"/>
                    <a:pt x="121513" y="125188"/>
                    <a:pt x="119254" y="126643"/>
                  </a:cubicBezTo>
                  <a:cubicBezTo>
                    <a:pt x="115962" y="129093"/>
                    <a:pt x="112440" y="131237"/>
                    <a:pt x="108918" y="133419"/>
                  </a:cubicBezTo>
                  <a:cubicBezTo>
                    <a:pt x="105740" y="135793"/>
                    <a:pt x="102180" y="137669"/>
                    <a:pt x="98313" y="138702"/>
                  </a:cubicBezTo>
                  <a:cubicBezTo>
                    <a:pt x="97050" y="139047"/>
                    <a:pt x="94599" y="140348"/>
                    <a:pt x="93106" y="140195"/>
                  </a:cubicBezTo>
                  <a:cubicBezTo>
                    <a:pt x="92953" y="140387"/>
                    <a:pt x="92647" y="140463"/>
                    <a:pt x="92417" y="140272"/>
                  </a:cubicBezTo>
                  <a:cubicBezTo>
                    <a:pt x="91575" y="139544"/>
                    <a:pt x="91384" y="138434"/>
                    <a:pt x="90771" y="137554"/>
                  </a:cubicBezTo>
                  <a:cubicBezTo>
                    <a:pt x="90235" y="136826"/>
                    <a:pt x="89431" y="136252"/>
                    <a:pt x="89010" y="135410"/>
                  </a:cubicBezTo>
                  <a:cubicBezTo>
                    <a:pt x="88665" y="134759"/>
                    <a:pt x="88665" y="133955"/>
                    <a:pt x="88512" y="133228"/>
                  </a:cubicBezTo>
                  <a:cubicBezTo>
                    <a:pt x="88091" y="132385"/>
                    <a:pt x="87632" y="131581"/>
                    <a:pt x="87402" y="130624"/>
                  </a:cubicBezTo>
                  <a:cubicBezTo>
                    <a:pt x="87019" y="128557"/>
                    <a:pt x="86100" y="126681"/>
                    <a:pt x="85718" y="124614"/>
                  </a:cubicBezTo>
                  <a:cubicBezTo>
                    <a:pt x="85526" y="122661"/>
                    <a:pt x="84378" y="121015"/>
                    <a:pt x="83382" y="119369"/>
                  </a:cubicBezTo>
                  <a:cubicBezTo>
                    <a:pt x="82770" y="118029"/>
                    <a:pt x="82502" y="116574"/>
                    <a:pt x="81889" y="115234"/>
                  </a:cubicBezTo>
                  <a:cubicBezTo>
                    <a:pt x="81200" y="113397"/>
                    <a:pt x="80664" y="111023"/>
                    <a:pt x="81009" y="109109"/>
                  </a:cubicBezTo>
                  <a:cubicBezTo>
                    <a:pt x="81430" y="107884"/>
                    <a:pt x="81966" y="106582"/>
                    <a:pt x="81774" y="105280"/>
                  </a:cubicBezTo>
                  <a:cubicBezTo>
                    <a:pt x="81660" y="103251"/>
                    <a:pt x="81238" y="101299"/>
                    <a:pt x="81277" y="99270"/>
                  </a:cubicBezTo>
                  <a:cubicBezTo>
                    <a:pt x="81047" y="97585"/>
                    <a:pt x="80932" y="96743"/>
                    <a:pt x="81774" y="95212"/>
                  </a:cubicBezTo>
                  <a:cubicBezTo>
                    <a:pt x="82042" y="94523"/>
                    <a:pt x="81506" y="93910"/>
                    <a:pt x="81506" y="93221"/>
                  </a:cubicBezTo>
                  <a:cubicBezTo>
                    <a:pt x="81468" y="91230"/>
                    <a:pt x="82195" y="89316"/>
                    <a:pt x="81966" y="87325"/>
                  </a:cubicBezTo>
                  <a:cubicBezTo>
                    <a:pt x="81774" y="85143"/>
                    <a:pt x="81392" y="82885"/>
                    <a:pt x="82119" y="80779"/>
                  </a:cubicBezTo>
                  <a:cubicBezTo>
                    <a:pt x="82234" y="80549"/>
                    <a:pt x="82310" y="80319"/>
                    <a:pt x="82425" y="80052"/>
                  </a:cubicBezTo>
                  <a:cubicBezTo>
                    <a:pt x="82349" y="79630"/>
                    <a:pt x="82770" y="79018"/>
                    <a:pt x="82808" y="78597"/>
                  </a:cubicBezTo>
                  <a:cubicBezTo>
                    <a:pt x="82770" y="77563"/>
                    <a:pt x="83344" y="76721"/>
                    <a:pt x="83727" y="75802"/>
                  </a:cubicBezTo>
                  <a:cubicBezTo>
                    <a:pt x="83842" y="73658"/>
                    <a:pt x="85832" y="72586"/>
                    <a:pt x="87479" y="71629"/>
                  </a:cubicBezTo>
                  <a:cubicBezTo>
                    <a:pt x="88512" y="71017"/>
                    <a:pt x="89469" y="70174"/>
                    <a:pt x="90580" y="69715"/>
                  </a:cubicBezTo>
                  <a:cubicBezTo>
                    <a:pt x="91307" y="69485"/>
                    <a:pt x="91881" y="69217"/>
                    <a:pt x="92570" y="68988"/>
                  </a:cubicBezTo>
                  <a:cubicBezTo>
                    <a:pt x="93910" y="68452"/>
                    <a:pt x="94753" y="69102"/>
                    <a:pt x="95978" y="69026"/>
                  </a:cubicBezTo>
                  <a:cubicBezTo>
                    <a:pt x="97662" y="68566"/>
                    <a:pt x="98811" y="68988"/>
                    <a:pt x="100457" y="69102"/>
                  </a:cubicBezTo>
                  <a:cubicBezTo>
                    <a:pt x="102754" y="69064"/>
                    <a:pt x="105281" y="68758"/>
                    <a:pt x="107080" y="67188"/>
                  </a:cubicBezTo>
                  <a:cubicBezTo>
                    <a:pt x="107884" y="66576"/>
                    <a:pt x="108918" y="66729"/>
                    <a:pt x="109836" y="66499"/>
                  </a:cubicBezTo>
                  <a:cubicBezTo>
                    <a:pt x="110717" y="66078"/>
                    <a:pt x="111483" y="65389"/>
                    <a:pt x="112478" y="65312"/>
                  </a:cubicBezTo>
                  <a:cubicBezTo>
                    <a:pt x="115579" y="65197"/>
                    <a:pt x="113933" y="66116"/>
                    <a:pt x="117455" y="64929"/>
                  </a:cubicBezTo>
                  <a:cubicBezTo>
                    <a:pt x="118680" y="64776"/>
                    <a:pt x="119982" y="64929"/>
                    <a:pt x="121054" y="64202"/>
                  </a:cubicBezTo>
                  <a:cubicBezTo>
                    <a:pt x="122011" y="63628"/>
                    <a:pt x="123236" y="62824"/>
                    <a:pt x="122585" y="61560"/>
                  </a:cubicBezTo>
                  <a:cubicBezTo>
                    <a:pt x="122125" y="60756"/>
                    <a:pt x="122202" y="59799"/>
                    <a:pt x="121704" y="59034"/>
                  </a:cubicBezTo>
                  <a:cubicBezTo>
                    <a:pt x="120364" y="57349"/>
                    <a:pt x="119599" y="57770"/>
                    <a:pt x="117838" y="58459"/>
                  </a:cubicBezTo>
                  <a:cubicBezTo>
                    <a:pt x="117110" y="58689"/>
                    <a:pt x="116421" y="58995"/>
                    <a:pt x="115655" y="59072"/>
                  </a:cubicBezTo>
                  <a:cubicBezTo>
                    <a:pt x="114890" y="59110"/>
                    <a:pt x="114086" y="58957"/>
                    <a:pt x="113358" y="59149"/>
                  </a:cubicBezTo>
                  <a:cubicBezTo>
                    <a:pt x="112363" y="59378"/>
                    <a:pt x="111368" y="59570"/>
                    <a:pt x="110372" y="59608"/>
                  </a:cubicBezTo>
                  <a:cubicBezTo>
                    <a:pt x="109147" y="59608"/>
                    <a:pt x="107846" y="59149"/>
                    <a:pt x="106621" y="59685"/>
                  </a:cubicBezTo>
                  <a:cubicBezTo>
                    <a:pt x="105472" y="59914"/>
                    <a:pt x="103979" y="62288"/>
                    <a:pt x="102907" y="60948"/>
                  </a:cubicBezTo>
                  <a:cubicBezTo>
                    <a:pt x="102218" y="59723"/>
                    <a:pt x="101529" y="58536"/>
                    <a:pt x="100572" y="57502"/>
                  </a:cubicBezTo>
                  <a:cubicBezTo>
                    <a:pt x="99921" y="56660"/>
                    <a:pt x="99193" y="55856"/>
                    <a:pt x="98160" y="55473"/>
                  </a:cubicBezTo>
                  <a:cubicBezTo>
                    <a:pt x="97930" y="55397"/>
                    <a:pt x="97739" y="55167"/>
                    <a:pt x="97739" y="54937"/>
                  </a:cubicBezTo>
                  <a:cubicBezTo>
                    <a:pt x="97700" y="54823"/>
                    <a:pt x="97662" y="54746"/>
                    <a:pt x="97624" y="54631"/>
                  </a:cubicBezTo>
                  <a:cubicBezTo>
                    <a:pt x="96743" y="53559"/>
                    <a:pt x="97777" y="52181"/>
                    <a:pt x="98351" y="51224"/>
                  </a:cubicBezTo>
                  <a:cubicBezTo>
                    <a:pt x="99040" y="49922"/>
                    <a:pt x="99653" y="48544"/>
                    <a:pt x="100610" y="47395"/>
                  </a:cubicBezTo>
                  <a:cubicBezTo>
                    <a:pt x="102180" y="45520"/>
                    <a:pt x="103826" y="45864"/>
                    <a:pt x="105931" y="45711"/>
                  </a:cubicBezTo>
                  <a:cubicBezTo>
                    <a:pt x="107233" y="45443"/>
                    <a:pt x="108458" y="44984"/>
                    <a:pt x="109722" y="44677"/>
                  </a:cubicBezTo>
                  <a:cubicBezTo>
                    <a:pt x="111597" y="44371"/>
                    <a:pt x="113435" y="43988"/>
                    <a:pt x="115158" y="43108"/>
                  </a:cubicBezTo>
                  <a:cubicBezTo>
                    <a:pt x="115694" y="42840"/>
                    <a:pt x="116268" y="42610"/>
                    <a:pt x="116766" y="42227"/>
                  </a:cubicBezTo>
                  <a:cubicBezTo>
                    <a:pt x="116766" y="42189"/>
                    <a:pt x="116766" y="42189"/>
                    <a:pt x="116804" y="42151"/>
                  </a:cubicBezTo>
                  <a:cubicBezTo>
                    <a:pt x="117340" y="41500"/>
                    <a:pt x="117914" y="40849"/>
                    <a:pt x="118412" y="40160"/>
                  </a:cubicBezTo>
                  <a:cubicBezTo>
                    <a:pt x="119675" y="38552"/>
                    <a:pt x="119905" y="36944"/>
                    <a:pt x="118986" y="35145"/>
                  </a:cubicBezTo>
                  <a:cubicBezTo>
                    <a:pt x="117799" y="32695"/>
                    <a:pt x="116191" y="34073"/>
                    <a:pt x="114737" y="35374"/>
                  </a:cubicBezTo>
                  <a:cubicBezTo>
                    <a:pt x="114048" y="35987"/>
                    <a:pt x="113205" y="36408"/>
                    <a:pt x="112478" y="36982"/>
                  </a:cubicBezTo>
                  <a:cubicBezTo>
                    <a:pt x="111406" y="37978"/>
                    <a:pt x="110411" y="39164"/>
                    <a:pt x="109109" y="39854"/>
                  </a:cubicBezTo>
                  <a:cubicBezTo>
                    <a:pt x="107846" y="40351"/>
                    <a:pt x="106391" y="40236"/>
                    <a:pt x="105051" y="40351"/>
                  </a:cubicBezTo>
                  <a:cubicBezTo>
                    <a:pt x="103788" y="40428"/>
                    <a:pt x="101797" y="40772"/>
                    <a:pt x="101337" y="39164"/>
                  </a:cubicBezTo>
                  <a:cubicBezTo>
                    <a:pt x="101146" y="38207"/>
                    <a:pt x="101797" y="37365"/>
                    <a:pt x="102256" y="36599"/>
                  </a:cubicBezTo>
                  <a:cubicBezTo>
                    <a:pt x="102677" y="35795"/>
                    <a:pt x="103060" y="34992"/>
                    <a:pt x="103520" y="34188"/>
                  </a:cubicBezTo>
                  <a:cubicBezTo>
                    <a:pt x="104438" y="32350"/>
                    <a:pt x="106314" y="31393"/>
                    <a:pt x="107922" y="30244"/>
                  </a:cubicBezTo>
                  <a:cubicBezTo>
                    <a:pt x="108573" y="29670"/>
                    <a:pt x="109147" y="29019"/>
                    <a:pt x="109645" y="28330"/>
                  </a:cubicBezTo>
                  <a:cubicBezTo>
                    <a:pt x="109990" y="27909"/>
                    <a:pt x="110181" y="27067"/>
                    <a:pt x="110832" y="27067"/>
                  </a:cubicBezTo>
                  <a:cubicBezTo>
                    <a:pt x="112210" y="24885"/>
                    <a:pt x="112861" y="21401"/>
                    <a:pt x="115923" y="21018"/>
                  </a:cubicBezTo>
                  <a:cubicBezTo>
                    <a:pt x="117991" y="20444"/>
                    <a:pt x="119714" y="21745"/>
                    <a:pt x="121628" y="22013"/>
                  </a:cubicBezTo>
                  <a:cubicBezTo>
                    <a:pt x="127179" y="21975"/>
                    <a:pt x="125839" y="24923"/>
                    <a:pt x="129897" y="24042"/>
                  </a:cubicBezTo>
                  <a:cubicBezTo>
                    <a:pt x="131428" y="23698"/>
                    <a:pt x="133189" y="23583"/>
                    <a:pt x="134568" y="24425"/>
                  </a:cubicBezTo>
                  <a:cubicBezTo>
                    <a:pt x="134644" y="24502"/>
                    <a:pt x="134683" y="24540"/>
                    <a:pt x="134721" y="24617"/>
                  </a:cubicBezTo>
                  <a:cubicBezTo>
                    <a:pt x="134797" y="24655"/>
                    <a:pt x="134836" y="24731"/>
                    <a:pt x="134912" y="24808"/>
                  </a:cubicBezTo>
                  <a:cubicBezTo>
                    <a:pt x="136558" y="26493"/>
                    <a:pt x="137669" y="28675"/>
                    <a:pt x="138741" y="30742"/>
                  </a:cubicBezTo>
                  <a:cubicBezTo>
                    <a:pt x="139698" y="32465"/>
                    <a:pt x="140540" y="34226"/>
                    <a:pt x="141344" y="36025"/>
                  </a:cubicBezTo>
                  <a:cubicBezTo>
                    <a:pt x="141535" y="36025"/>
                    <a:pt x="141727" y="36102"/>
                    <a:pt x="141803" y="36331"/>
                  </a:cubicBezTo>
                  <a:cubicBezTo>
                    <a:pt x="142110" y="37059"/>
                    <a:pt x="142416" y="37786"/>
                    <a:pt x="142722" y="38514"/>
                  </a:cubicBezTo>
                  <a:cubicBezTo>
                    <a:pt x="142914" y="38514"/>
                    <a:pt x="143067" y="38628"/>
                    <a:pt x="143182" y="38820"/>
                  </a:cubicBezTo>
                  <a:cubicBezTo>
                    <a:pt x="144215" y="41308"/>
                    <a:pt x="145096" y="43835"/>
                    <a:pt x="145785" y="46438"/>
                  </a:cubicBezTo>
                  <a:cubicBezTo>
                    <a:pt x="146857" y="50803"/>
                    <a:pt x="148120" y="55205"/>
                    <a:pt x="148465" y="59723"/>
                  </a:cubicBezTo>
                  <a:cubicBezTo>
                    <a:pt x="148656" y="60565"/>
                    <a:pt x="148809" y="61446"/>
                    <a:pt x="148924" y="62288"/>
                  </a:cubicBezTo>
                  <a:lnTo>
                    <a:pt x="148924" y="62288"/>
                  </a:lnTo>
                  <a:close/>
                  <a:moveTo>
                    <a:pt x="106085" y="24999"/>
                  </a:moveTo>
                  <a:cubicBezTo>
                    <a:pt x="106276" y="24004"/>
                    <a:pt x="104898" y="23506"/>
                    <a:pt x="104170" y="23889"/>
                  </a:cubicBezTo>
                  <a:cubicBezTo>
                    <a:pt x="101299" y="23928"/>
                    <a:pt x="98351" y="25344"/>
                    <a:pt x="96552" y="27564"/>
                  </a:cubicBezTo>
                  <a:cubicBezTo>
                    <a:pt x="95825" y="28483"/>
                    <a:pt x="94599" y="29938"/>
                    <a:pt x="95021" y="31201"/>
                  </a:cubicBezTo>
                  <a:cubicBezTo>
                    <a:pt x="94982" y="32044"/>
                    <a:pt x="96054" y="32465"/>
                    <a:pt x="96743" y="32618"/>
                  </a:cubicBezTo>
                  <a:cubicBezTo>
                    <a:pt x="98696" y="32848"/>
                    <a:pt x="100074" y="31125"/>
                    <a:pt x="101031" y="29670"/>
                  </a:cubicBezTo>
                  <a:cubicBezTo>
                    <a:pt x="101950" y="28636"/>
                    <a:pt x="102869" y="27603"/>
                    <a:pt x="104094" y="26837"/>
                  </a:cubicBezTo>
                  <a:cubicBezTo>
                    <a:pt x="104668" y="26952"/>
                    <a:pt x="104936" y="26263"/>
                    <a:pt x="105434" y="26071"/>
                  </a:cubicBezTo>
                  <a:cubicBezTo>
                    <a:pt x="105778" y="25880"/>
                    <a:pt x="106353" y="25535"/>
                    <a:pt x="106085" y="24999"/>
                  </a:cubicBezTo>
                  <a:close/>
                  <a:moveTo>
                    <a:pt x="31776" y="124154"/>
                  </a:moveTo>
                  <a:cubicBezTo>
                    <a:pt x="32618" y="125609"/>
                    <a:pt x="34111" y="127064"/>
                    <a:pt x="33958" y="128863"/>
                  </a:cubicBezTo>
                  <a:cubicBezTo>
                    <a:pt x="33843" y="129438"/>
                    <a:pt x="33422" y="129897"/>
                    <a:pt x="32886" y="129897"/>
                  </a:cubicBezTo>
                  <a:cubicBezTo>
                    <a:pt x="32695" y="129897"/>
                    <a:pt x="32541" y="129859"/>
                    <a:pt x="32350" y="129744"/>
                  </a:cubicBezTo>
                  <a:cubicBezTo>
                    <a:pt x="29134" y="127944"/>
                    <a:pt x="26416" y="125379"/>
                    <a:pt x="23851" y="122738"/>
                  </a:cubicBezTo>
                  <a:cubicBezTo>
                    <a:pt x="22013" y="120709"/>
                    <a:pt x="20482" y="118374"/>
                    <a:pt x="18989" y="116038"/>
                  </a:cubicBezTo>
                  <a:cubicBezTo>
                    <a:pt x="15046" y="109339"/>
                    <a:pt x="11868" y="102180"/>
                    <a:pt x="8652" y="95135"/>
                  </a:cubicBezTo>
                  <a:cubicBezTo>
                    <a:pt x="7044" y="91651"/>
                    <a:pt x="4479" y="88742"/>
                    <a:pt x="2642" y="85411"/>
                  </a:cubicBezTo>
                  <a:cubicBezTo>
                    <a:pt x="2374" y="84952"/>
                    <a:pt x="2144" y="84454"/>
                    <a:pt x="1953" y="83918"/>
                  </a:cubicBezTo>
                  <a:cubicBezTo>
                    <a:pt x="1761" y="83918"/>
                    <a:pt x="1608" y="83803"/>
                    <a:pt x="1532" y="83535"/>
                  </a:cubicBezTo>
                  <a:cubicBezTo>
                    <a:pt x="1340" y="82693"/>
                    <a:pt x="1225" y="81851"/>
                    <a:pt x="1110" y="81009"/>
                  </a:cubicBezTo>
                  <a:cubicBezTo>
                    <a:pt x="1072" y="80894"/>
                    <a:pt x="1072" y="80741"/>
                    <a:pt x="1034" y="80626"/>
                  </a:cubicBezTo>
                  <a:cubicBezTo>
                    <a:pt x="996" y="80549"/>
                    <a:pt x="996" y="80473"/>
                    <a:pt x="1034" y="80358"/>
                  </a:cubicBezTo>
                  <a:cubicBezTo>
                    <a:pt x="957" y="79707"/>
                    <a:pt x="881" y="79018"/>
                    <a:pt x="804" y="78329"/>
                  </a:cubicBezTo>
                  <a:cubicBezTo>
                    <a:pt x="536" y="77257"/>
                    <a:pt x="460" y="76108"/>
                    <a:pt x="345" y="74998"/>
                  </a:cubicBezTo>
                  <a:cubicBezTo>
                    <a:pt x="268" y="73582"/>
                    <a:pt x="0" y="72050"/>
                    <a:pt x="192" y="70634"/>
                  </a:cubicBezTo>
                  <a:cubicBezTo>
                    <a:pt x="153" y="68452"/>
                    <a:pt x="192" y="66231"/>
                    <a:pt x="230" y="64011"/>
                  </a:cubicBezTo>
                  <a:cubicBezTo>
                    <a:pt x="268" y="63513"/>
                    <a:pt x="268" y="63015"/>
                    <a:pt x="230" y="62518"/>
                  </a:cubicBezTo>
                  <a:cubicBezTo>
                    <a:pt x="230" y="62096"/>
                    <a:pt x="39" y="61560"/>
                    <a:pt x="498" y="61331"/>
                  </a:cubicBezTo>
                  <a:cubicBezTo>
                    <a:pt x="1149" y="61101"/>
                    <a:pt x="1838" y="61178"/>
                    <a:pt x="2527" y="61369"/>
                  </a:cubicBezTo>
                  <a:cubicBezTo>
                    <a:pt x="2910" y="61139"/>
                    <a:pt x="3675" y="61331"/>
                    <a:pt x="4097" y="61522"/>
                  </a:cubicBezTo>
                  <a:cubicBezTo>
                    <a:pt x="4594" y="61714"/>
                    <a:pt x="4862" y="61943"/>
                    <a:pt x="4977" y="62173"/>
                  </a:cubicBezTo>
                  <a:lnTo>
                    <a:pt x="4977" y="62173"/>
                  </a:lnTo>
                  <a:cubicBezTo>
                    <a:pt x="5054" y="62250"/>
                    <a:pt x="5092" y="62326"/>
                    <a:pt x="5169" y="62364"/>
                  </a:cubicBezTo>
                  <a:cubicBezTo>
                    <a:pt x="6049" y="63322"/>
                    <a:pt x="6815" y="64317"/>
                    <a:pt x="7848" y="65083"/>
                  </a:cubicBezTo>
                  <a:cubicBezTo>
                    <a:pt x="8652" y="65963"/>
                    <a:pt x="9877" y="65772"/>
                    <a:pt x="10911" y="66231"/>
                  </a:cubicBezTo>
                  <a:cubicBezTo>
                    <a:pt x="11753" y="66537"/>
                    <a:pt x="12174" y="67418"/>
                    <a:pt x="12825" y="67992"/>
                  </a:cubicBezTo>
                  <a:cubicBezTo>
                    <a:pt x="14472" y="69332"/>
                    <a:pt x="16730" y="69983"/>
                    <a:pt x="17764" y="71974"/>
                  </a:cubicBezTo>
                  <a:cubicBezTo>
                    <a:pt x="18262" y="72816"/>
                    <a:pt x="18530" y="73773"/>
                    <a:pt x="18989" y="74653"/>
                  </a:cubicBezTo>
                  <a:cubicBezTo>
                    <a:pt x="20329" y="76874"/>
                    <a:pt x="21707" y="79056"/>
                    <a:pt x="22664" y="81506"/>
                  </a:cubicBezTo>
                  <a:cubicBezTo>
                    <a:pt x="24042" y="85641"/>
                    <a:pt x="24655" y="89967"/>
                    <a:pt x="25612" y="94216"/>
                  </a:cubicBezTo>
                  <a:cubicBezTo>
                    <a:pt x="26148" y="97241"/>
                    <a:pt x="27182" y="100189"/>
                    <a:pt x="27603" y="103213"/>
                  </a:cubicBezTo>
                  <a:cubicBezTo>
                    <a:pt x="28024" y="105931"/>
                    <a:pt x="27986" y="108726"/>
                    <a:pt x="28407" y="111406"/>
                  </a:cubicBezTo>
                  <a:cubicBezTo>
                    <a:pt x="28828" y="113588"/>
                    <a:pt x="30436" y="115426"/>
                    <a:pt x="30130" y="117723"/>
                  </a:cubicBezTo>
                  <a:cubicBezTo>
                    <a:pt x="30015" y="118220"/>
                    <a:pt x="29976" y="118718"/>
                    <a:pt x="29976" y="119216"/>
                  </a:cubicBezTo>
                  <a:cubicBezTo>
                    <a:pt x="29823" y="119331"/>
                    <a:pt x="29708" y="119484"/>
                    <a:pt x="29670" y="119675"/>
                  </a:cubicBezTo>
                  <a:cubicBezTo>
                    <a:pt x="29594" y="119905"/>
                    <a:pt x="29594" y="120173"/>
                    <a:pt x="29632" y="120441"/>
                  </a:cubicBezTo>
                  <a:cubicBezTo>
                    <a:pt x="29670" y="120556"/>
                    <a:pt x="29708" y="120671"/>
                    <a:pt x="29785" y="120824"/>
                  </a:cubicBezTo>
                  <a:cubicBezTo>
                    <a:pt x="29823" y="120977"/>
                    <a:pt x="29900" y="121130"/>
                    <a:pt x="29976" y="121283"/>
                  </a:cubicBezTo>
                  <a:cubicBezTo>
                    <a:pt x="30130" y="121551"/>
                    <a:pt x="30283" y="121781"/>
                    <a:pt x="30436" y="122010"/>
                  </a:cubicBezTo>
                  <a:cubicBezTo>
                    <a:pt x="30512" y="122164"/>
                    <a:pt x="30627" y="122278"/>
                    <a:pt x="30780" y="122355"/>
                  </a:cubicBezTo>
                  <a:cubicBezTo>
                    <a:pt x="31048" y="123006"/>
                    <a:pt x="31393" y="123580"/>
                    <a:pt x="31776" y="124154"/>
                  </a:cubicBezTo>
                  <a:lnTo>
                    <a:pt x="31776" y="124154"/>
                  </a:lnTo>
                  <a:close/>
                  <a:moveTo>
                    <a:pt x="14050" y="48812"/>
                  </a:moveTo>
                  <a:cubicBezTo>
                    <a:pt x="13323" y="48582"/>
                    <a:pt x="12251" y="49539"/>
                    <a:pt x="11524" y="49769"/>
                  </a:cubicBezTo>
                  <a:cubicBezTo>
                    <a:pt x="9609" y="50611"/>
                    <a:pt x="7810" y="51607"/>
                    <a:pt x="6011" y="52640"/>
                  </a:cubicBezTo>
                  <a:cubicBezTo>
                    <a:pt x="5245" y="53061"/>
                    <a:pt x="4403" y="53444"/>
                    <a:pt x="3790" y="54057"/>
                  </a:cubicBezTo>
                  <a:cubicBezTo>
                    <a:pt x="3331" y="54440"/>
                    <a:pt x="3063" y="55205"/>
                    <a:pt x="3675" y="55550"/>
                  </a:cubicBezTo>
                  <a:cubicBezTo>
                    <a:pt x="4556" y="56086"/>
                    <a:pt x="5666" y="55435"/>
                    <a:pt x="6508" y="55971"/>
                  </a:cubicBezTo>
                  <a:cubicBezTo>
                    <a:pt x="7580" y="56316"/>
                    <a:pt x="8461" y="54899"/>
                    <a:pt x="9341" y="54478"/>
                  </a:cubicBezTo>
                  <a:cubicBezTo>
                    <a:pt x="9916" y="54057"/>
                    <a:pt x="10528" y="53674"/>
                    <a:pt x="11179" y="53368"/>
                  </a:cubicBezTo>
                  <a:cubicBezTo>
                    <a:pt x="12557" y="52487"/>
                    <a:pt x="13859" y="51262"/>
                    <a:pt x="14357" y="49692"/>
                  </a:cubicBezTo>
                  <a:cubicBezTo>
                    <a:pt x="14472" y="49348"/>
                    <a:pt x="14395" y="48965"/>
                    <a:pt x="14050" y="48850"/>
                  </a:cubicBezTo>
                  <a:lnTo>
                    <a:pt x="14050" y="48850"/>
                  </a:lnTo>
                  <a:close/>
                  <a:moveTo>
                    <a:pt x="78367" y="8844"/>
                  </a:moveTo>
                  <a:cubicBezTo>
                    <a:pt x="77180" y="7695"/>
                    <a:pt x="76108" y="6394"/>
                    <a:pt x="74615" y="5628"/>
                  </a:cubicBezTo>
                  <a:cubicBezTo>
                    <a:pt x="73696" y="5092"/>
                    <a:pt x="72586" y="4862"/>
                    <a:pt x="71553" y="5015"/>
                  </a:cubicBezTo>
                  <a:cubicBezTo>
                    <a:pt x="71246" y="4709"/>
                    <a:pt x="70787" y="4671"/>
                    <a:pt x="70366" y="4671"/>
                  </a:cubicBezTo>
                  <a:cubicBezTo>
                    <a:pt x="69677" y="4556"/>
                    <a:pt x="68605" y="4901"/>
                    <a:pt x="69026" y="5819"/>
                  </a:cubicBezTo>
                  <a:cubicBezTo>
                    <a:pt x="69064" y="5819"/>
                    <a:pt x="69064" y="5819"/>
                    <a:pt x="69064" y="5858"/>
                  </a:cubicBezTo>
                  <a:cubicBezTo>
                    <a:pt x="69064" y="6087"/>
                    <a:pt x="69141" y="6355"/>
                    <a:pt x="69447" y="6508"/>
                  </a:cubicBezTo>
                  <a:cubicBezTo>
                    <a:pt x="69638" y="6623"/>
                    <a:pt x="69792" y="6738"/>
                    <a:pt x="69983" y="6891"/>
                  </a:cubicBezTo>
                  <a:cubicBezTo>
                    <a:pt x="70442" y="7351"/>
                    <a:pt x="70596" y="7542"/>
                    <a:pt x="70825" y="9150"/>
                  </a:cubicBezTo>
                  <a:cubicBezTo>
                    <a:pt x="70863" y="9265"/>
                    <a:pt x="70940" y="9380"/>
                    <a:pt x="70978" y="9456"/>
                  </a:cubicBezTo>
                  <a:cubicBezTo>
                    <a:pt x="70902" y="9763"/>
                    <a:pt x="70940" y="10145"/>
                    <a:pt x="71017" y="10490"/>
                  </a:cubicBezTo>
                  <a:cubicBezTo>
                    <a:pt x="71017" y="10490"/>
                    <a:pt x="70978" y="10490"/>
                    <a:pt x="70978" y="10490"/>
                  </a:cubicBezTo>
                  <a:cubicBezTo>
                    <a:pt x="70710" y="11294"/>
                    <a:pt x="71706" y="11868"/>
                    <a:pt x="71974" y="12519"/>
                  </a:cubicBezTo>
                  <a:cubicBezTo>
                    <a:pt x="72548" y="13974"/>
                    <a:pt x="72548" y="15620"/>
                    <a:pt x="74500" y="15735"/>
                  </a:cubicBezTo>
                  <a:cubicBezTo>
                    <a:pt x="75381" y="15811"/>
                    <a:pt x="76223" y="15467"/>
                    <a:pt x="77065" y="15352"/>
                  </a:cubicBezTo>
                  <a:cubicBezTo>
                    <a:pt x="78099" y="15199"/>
                    <a:pt x="79286" y="15352"/>
                    <a:pt x="80128" y="14625"/>
                  </a:cubicBezTo>
                  <a:cubicBezTo>
                    <a:pt x="82157" y="12519"/>
                    <a:pt x="79745" y="10413"/>
                    <a:pt x="78367" y="884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8"/>
            <p:cNvSpPr/>
            <p:nvPr/>
          </p:nvSpPr>
          <p:spPr>
            <a:xfrm>
              <a:off x="2174325" y="575775"/>
              <a:ext cx="3028250" cy="2922975"/>
            </a:xfrm>
            <a:custGeom>
              <a:avLst/>
              <a:gdLst/>
              <a:ahLst/>
              <a:cxnLst/>
              <a:rect l="l" t="t" r="r" b="b"/>
              <a:pathLst>
                <a:path w="121130" h="116919" extrusionOk="0">
                  <a:moveTo>
                    <a:pt x="70634" y="115808"/>
                  </a:moveTo>
                  <a:cubicBezTo>
                    <a:pt x="70289" y="114890"/>
                    <a:pt x="70136" y="113932"/>
                    <a:pt x="69906" y="112975"/>
                  </a:cubicBezTo>
                  <a:lnTo>
                    <a:pt x="69906" y="113014"/>
                  </a:lnTo>
                  <a:cubicBezTo>
                    <a:pt x="69906" y="112937"/>
                    <a:pt x="69868" y="112861"/>
                    <a:pt x="69868" y="112822"/>
                  </a:cubicBezTo>
                  <a:cubicBezTo>
                    <a:pt x="69868" y="112822"/>
                    <a:pt x="69868" y="112822"/>
                    <a:pt x="69868" y="112822"/>
                  </a:cubicBezTo>
                  <a:cubicBezTo>
                    <a:pt x="69791" y="112516"/>
                    <a:pt x="69715" y="112171"/>
                    <a:pt x="69638" y="111827"/>
                  </a:cubicBezTo>
                  <a:cubicBezTo>
                    <a:pt x="69638" y="111865"/>
                    <a:pt x="69638" y="111865"/>
                    <a:pt x="69638" y="111903"/>
                  </a:cubicBezTo>
                  <a:cubicBezTo>
                    <a:pt x="69638" y="111865"/>
                    <a:pt x="69638" y="111865"/>
                    <a:pt x="69600" y="111827"/>
                  </a:cubicBezTo>
                  <a:cubicBezTo>
                    <a:pt x="69600" y="111827"/>
                    <a:pt x="69600" y="111789"/>
                    <a:pt x="69600" y="111789"/>
                  </a:cubicBezTo>
                  <a:cubicBezTo>
                    <a:pt x="69600" y="111789"/>
                    <a:pt x="69600" y="111827"/>
                    <a:pt x="69600" y="111827"/>
                  </a:cubicBezTo>
                  <a:lnTo>
                    <a:pt x="69600" y="111865"/>
                  </a:lnTo>
                  <a:cubicBezTo>
                    <a:pt x="69447" y="111367"/>
                    <a:pt x="69179" y="110908"/>
                    <a:pt x="68949" y="110449"/>
                  </a:cubicBezTo>
                  <a:cubicBezTo>
                    <a:pt x="68873" y="110296"/>
                    <a:pt x="68758" y="110219"/>
                    <a:pt x="68643" y="110104"/>
                  </a:cubicBezTo>
                  <a:cubicBezTo>
                    <a:pt x="68528" y="109721"/>
                    <a:pt x="68451" y="109338"/>
                    <a:pt x="68375" y="108956"/>
                  </a:cubicBezTo>
                  <a:lnTo>
                    <a:pt x="68375" y="108956"/>
                  </a:lnTo>
                  <a:cubicBezTo>
                    <a:pt x="68375" y="108573"/>
                    <a:pt x="68375" y="108228"/>
                    <a:pt x="68413" y="107845"/>
                  </a:cubicBezTo>
                  <a:lnTo>
                    <a:pt x="68413" y="107845"/>
                  </a:lnTo>
                  <a:cubicBezTo>
                    <a:pt x="68451" y="107539"/>
                    <a:pt x="68490" y="107233"/>
                    <a:pt x="68566" y="106927"/>
                  </a:cubicBezTo>
                  <a:cubicBezTo>
                    <a:pt x="68643" y="106659"/>
                    <a:pt x="68681" y="106429"/>
                    <a:pt x="68719" y="106161"/>
                  </a:cubicBezTo>
                  <a:cubicBezTo>
                    <a:pt x="68758" y="105893"/>
                    <a:pt x="68796" y="105587"/>
                    <a:pt x="68681" y="105357"/>
                  </a:cubicBezTo>
                  <a:cubicBezTo>
                    <a:pt x="68681" y="105204"/>
                    <a:pt x="68681" y="105051"/>
                    <a:pt x="68681" y="104898"/>
                  </a:cubicBezTo>
                  <a:cubicBezTo>
                    <a:pt x="68643" y="104630"/>
                    <a:pt x="68566" y="104323"/>
                    <a:pt x="68337" y="104132"/>
                  </a:cubicBezTo>
                  <a:cubicBezTo>
                    <a:pt x="68260" y="104055"/>
                    <a:pt x="68183" y="103979"/>
                    <a:pt x="68069" y="103940"/>
                  </a:cubicBezTo>
                  <a:cubicBezTo>
                    <a:pt x="68069" y="103864"/>
                    <a:pt x="68069" y="103787"/>
                    <a:pt x="68030" y="103711"/>
                  </a:cubicBezTo>
                  <a:cubicBezTo>
                    <a:pt x="67954" y="103443"/>
                    <a:pt x="67877" y="103213"/>
                    <a:pt x="67686" y="103022"/>
                  </a:cubicBezTo>
                  <a:cubicBezTo>
                    <a:pt x="67494" y="102792"/>
                    <a:pt x="67150" y="102677"/>
                    <a:pt x="66844" y="102754"/>
                  </a:cubicBezTo>
                  <a:cubicBezTo>
                    <a:pt x="66767" y="102639"/>
                    <a:pt x="66690" y="102562"/>
                    <a:pt x="66614" y="102486"/>
                  </a:cubicBezTo>
                  <a:lnTo>
                    <a:pt x="66614" y="102447"/>
                  </a:lnTo>
                  <a:lnTo>
                    <a:pt x="66614" y="102486"/>
                  </a:lnTo>
                  <a:cubicBezTo>
                    <a:pt x="66614" y="102486"/>
                    <a:pt x="66614" y="102447"/>
                    <a:pt x="66576" y="102447"/>
                  </a:cubicBezTo>
                  <a:lnTo>
                    <a:pt x="66576" y="102447"/>
                  </a:lnTo>
                  <a:cubicBezTo>
                    <a:pt x="66461" y="101911"/>
                    <a:pt x="66346" y="101337"/>
                    <a:pt x="66231" y="100763"/>
                  </a:cubicBezTo>
                  <a:cubicBezTo>
                    <a:pt x="66231" y="100763"/>
                    <a:pt x="66231" y="100725"/>
                    <a:pt x="66231" y="100725"/>
                  </a:cubicBezTo>
                  <a:cubicBezTo>
                    <a:pt x="66231" y="100610"/>
                    <a:pt x="66231" y="100495"/>
                    <a:pt x="66231" y="100418"/>
                  </a:cubicBezTo>
                  <a:cubicBezTo>
                    <a:pt x="66154" y="99997"/>
                    <a:pt x="65848" y="99691"/>
                    <a:pt x="65465" y="99614"/>
                  </a:cubicBezTo>
                  <a:lnTo>
                    <a:pt x="65465" y="99461"/>
                  </a:lnTo>
                  <a:lnTo>
                    <a:pt x="65465" y="99270"/>
                  </a:lnTo>
                  <a:lnTo>
                    <a:pt x="65465" y="99040"/>
                  </a:lnTo>
                  <a:lnTo>
                    <a:pt x="65504" y="98849"/>
                  </a:lnTo>
                  <a:lnTo>
                    <a:pt x="65504" y="98657"/>
                  </a:lnTo>
                  <a:lnTo>
                    <a:pt x="65504" y="98466"/>
                  </a:lnTo>
                  <a:lnTo>
                    <a:pt x="65504" y="98274"/>
                  </a:lnTo>
                  <a:lnTo>
                    <a:pt x="65542" y="98083"/>
                  </a:lnTo>
                  <a:lnTo>
                    <a:pt x="65542" y="97892"/>
                  </a:lnTo>
                  <a:lnTo>
                    <a:pt x="65542" y="97738"/>
                  </a:lnTo>
                  <a:lnTo>
                    <a:pt x="65580" y="97547"/>
                  </a:lnTo>
                  <a:lnTo>
                    <a:pt x="65580" y="97356"/>
                  </a:lnTo>
                  <a:lnTo>
                    <a:pt x="65618" y="97164"/>
                  </a:lnTo>
                  <a:lnTo>
                    <a:pt x="65657" y="96973"/>
                  </a:lnTo>
                  <a:lnTo>
                    <a:pt x="65657" y="96820"/>
                  </a:lnTo>
                  <a:lnTo>
                    <a:pt x="65695" y="96628"/>
                  </a:lnTo>
                  <a:lnTo>
                    <a:pt x="65695" y="96475"/>
                  </a:lnTo>
                  <a:lnTo>
                    <a:pt x="65733" y="96284"/>
                  </a:lnTo>
                  <a:lnTo>
                    <a:pt x="65772" y="96131"/>
                  </a:lnTo>
                  <a:lnTo>
                    <a:pt x="65810" y="95977"/>
                  </a:lnTo>
                  <a:lnTo>
                    <a:pt x="65810" y="95786"/>
                  </a:lnTo>
                  <a:lnTo>
                    <a:pt x="65848" y="95633"/>
                  </a:lnTo>
                  <a:lnTo>
                    <a:pt x="65886" y="95480"/>
                  </a:lnTo>
                  <a:lnTo>
                    <a:pt x="65925" y="95327"/>
                  </a:lnTo>
                  <a:lnTo>
                    <a:pt x="65925" y="95327"/>
                  </a:lnTo>
                  <a:cubicBezTo>
                    <a:pt x="66078" y="95327"/>
                    <a:pt x="66269" y="95288"/>
                    <a:pt x="66422" y="95212"/>
                  </a:cubicBezTo>
                  <a:cubicBezTo>
                    <a:pt x="66461" y="95212"/>
                    <a:pt x="66499" y="95250"/>
                    <a:pt x="66537" y="95250"/>
                  </a:cubicBezTo>
                  <a:cubicBezTo>
                    <a:pt x="66614" y="95327"/>
                    <a:pt x="66729" y="95327"/>
                    <a:pt x="66844" y="95365"/>
                  </a:cubicBezTo>
                  <a:cubicBezTo>
                    <a:pt x="67035" y="95595"/>
                    <a:pt x="67303" y="95748"/>
                    <a:pt x="67609" y="95748"/>
                  </a:cubicBezTo>
                  <a:cubicBezTo>
                    <a:pt x="67686" y="95748"/>
                    <a:pt x="67762" y="95748"/>
                    <a:pt x="67839" y="95709"/>
                  </a:cubicBezTo>
                  <a:cubicBezTo>
                    <a:pt x="67915" y="95709"/>
                    <a:pt x="67992" y="95671"/>
                    <a:pt x="68069" y="95633"/>
                  </a:cubicBezTo>
                  <a:cubicBezTo>
                    <a:pt x="68490" y="95556"/>
                    <a:pt x="68796" y="95250"/>
                    <a:pt x="68873" y="94829"/>
                  </a:cubicBezTo>
                  <a:cubicBezTo>
                    <a:pt x="68911" y="94714"/>
                    <a:pt x="68911" y="94523"/>
                    <a:pt x="68911" y="94369"/>
                  </a:cubicBezTo>
                  <a:cubicBezTo>
                    <a:pt x="68949" y="94255"/>
                    <a:pt x="68949" y="94102"/>
                    <a:pt x="68949" y="93948"/>
                  </a:cubicBezTo>
                  <a:cubicBezTo>
                    <a:pt x="68987" y="93680"/>
                    <a:pt x="69026" y="93451"/>
                    <a:pt x="69064" y="93183"/>
                  </a:cubicBezTo>
                  <a:cubicBezTo>
                    <a:pt x="69102" y="93183"/>
                    <a:pt x="69102" y="93144"/>
                    <a:pt x="69102" y="93106"/>
                  </a:cubicBezTo>
                  <a:cubicBezTo>
                    <a:pt x="69255" y="92800"/>
                    <a:pt x="69409" y="92494"/>
                    <a:pt x="69485" y="92149"/>
                  </a:cubicBezTo>
                  <a:cubicBezTo>
                    <a:pt x="69523" y="91958"/>
                    <a:pt x="69523" y="91728"/>
                    <a:pt x="69523" y="91498"/>
                  </a:cubicBezTo>
                  <a:cubicBezTo>
                    <a:pt x="69485" y="91192"/>
                    <a:pt x="69409" y="90886"/>
                    <a:pt x="69332" y="90579"/>
                  </a:cubicBezTo>
                  <a:cubicBezTo>
                    <a:pt x="69332" y="90503"/>
                    <a:pt x="69294" y="90426"/>
                    <a:pt x="69294" y="90350"/>
                  </a:cubicBezTo>
                  <a:lnTo>
                    <a:pt x="69294" y="90235"/>
                  </a:lnTo>
                  <a:cubicBezTo>
                    <a:pt x="69294" y="90158"/>
                    <a:pt x="69332" y="90120"/>
                    <a:pt x="69332" y="90043"/>
                  </a:cubicBezTo>
                  <a:cubicBezTo>
                    <a:pt x="69370" y="89890"/>
                    <a:pt x="69409" y="89699"/>
                    <a:pt x="69485" y="89507"/>
                  </a:cubicBezTo>
                  <a:cubicBezTo>
                    <a:pt x="69562" y="89278"/>
                    <a:pt x="69638" y="89010"/>
                    <a:pt x="69638" y="88742"/>
                  </a:cubicBezTo>
                  <a:cubicBezTo>
                    <a:pt x="69715" y="88168"/>
                    <a:pt x="69638" y="87593"/>
                    <a:pt x="69562" y="87019"/>
                  </a:cubicBezTo>
                  <a:cubicBezTo>
                    <a:pt x="69523" y="86521"/>
                    <a:pt x="69064" y="86100"/>
                    <a:pt x="68528" y="86177"/>
                  </a:cubicBezTo>
                  <a:cubicBezTo>
                    <a:pt x="68337" y="86177"/>
                    <a:pt x="68183" y="86253"/>
                    <a:pt x="68030" y="86368"/>
                  </a:cubicBezTo>
                  <a:cubicBezTo>
                    <a:pt x="68030" y="86253"/>
                    <a:pt x="68030" y="86177"/>
                    <a:pt x="68030" y="86062"/>
                  </a:cubicBezTo>
                  <a:cubicBezTo>
                    <a:pt x="67992" y="85870"/>
                    <a:pt x="67992" y="85717"/>
                    <a:pt x="67954" y="85526"/>
                  </a:cubicBezTo>
                  <a:cubicBezTo>
                    <a:pt x="67877" y="85067"/>
                    <a:pt x="67494" y="84722"/>
                    <a:pt x="66997" y="84722"/>
                  </a:cubicBezTo>
                  <a:lnTo>
                    <a:pt x="66958" y="84722"/>
                  </a:lnTo>
                  <a:cubicBezTo>
                    <a:pt x="66882" y="84377"/>
                    <a:pt x="66844" y="84033"/>
                    <a:pt x="66767" y="83688"/>
                  </a:cubicBezTo>
                  <a:lnTo>
                    <a:pt x="66767" y="83688"/>
                  </a:lnTo>
                  <a:cubicBezTo>
                    <a:pt x="66767" y="83535"/>
                    <a:pt x="66729" y="83420"/>
                    <a:pt x="66690" y="83305"/>
                  </a:cubicBezTo>
                  <a:cubicBezTo>
                    <a:pt x="66461" y="82961"/>
                    <a:pt x="66040" y="82731"/>
                    <a:pt x="65618" y="82846"/>
                  </a:cubicBezTo>
                  <a:cubicBezTo>
                    <a:pt x="65580" y="82846"/>
                    <a:pt x="65542" y="82846"/>
                    <a:pt x="65504" y="82884"/>
                  </a:cubicBezTo>
                  <a:lnTo>
                    <a:pt x="65427" y="82731"/>
                  </a:lnTo>
                  <a:lnTo>
                    <a:pt x="65389" y="82578"/>
                  </a:lnTo>
                  <a:lnTo>
                    <a:pt x="65312" y="82387"/>
                  </a:lnTo>
                  <a:lnTo>
                    <a:pt x="65236" y="82234"/>
                  </a:lnTo>
                  <a:lnTo>
                    <a:pt x="65197" y="82080"/>
                  </a:lnTo>
                  <a:lnTo>
                    <a:pt x="65121" y="81927"/>
                  </a:lnTo>
                  <a:lnTo>
                    <a:pt x="65044" y="81774"/>
                  </a:lnTo>
                  <a:lnTo>
                    <a:pt x="65006" y="81621"/>
                  </a:lnTo>
                  <a:lnTo>
                    <a:pt x="64929" y="81468"/>
                  </a:lnTo>
                  <a:lnTo>
                    <a:pt x="64853" y="81315"/>
                  </a:lnTo>
                  <a:lnTo>
                    <a:pt x="64814" y="81162"/>
                  </a:lnTo>
                  <a:lnTo>
                    <a:pt x="64738" y="81008"/>
                  </a:lnTo>
                  <a:lnTo>
                    <a:pt x="64700" y="80855"/>
                  </a:lnTo>
                  <a:lnTo>
                    <a:pt x="64623" y="80702"/>
                  </a:lnTo>
                  <a:lnTo>
                    <a:pt x="64585" y="80549"/>
                  </a:lnTo>
                  <a:lnTo>
                    <a:pt x="64546" y="80396"/>
                  </a:lnTo>
                  <a:lnTo>
                    <a:pt x="64508" y="80243"/>
                  </a:lnTo>
                  <a:lnTo>
                    <a:pt x="64470" y="80090"/>
                  </a:lnTo>
                  <a:lnTo>
                    <a:pt x="64432" y="79937"/>
                  </a:lnTo>
                  <a:lnTo>
                    <a:pt x="64393" y="79783"/>
                  </a:lnTo>
                  <a:lnTo>
                    <a:pt x="64393" y="79630"/>
                  </a:lnTo>
                  <a:lnTo>
                    <a:pt x="64355" y="79477"/>
                  </a:lnTo>
                  <a:lnTo>
                    <a:pt x="64355" y="79286"/>
                  </a:lnTo>
                  <a:lnTo>
                    <a:pt x="64355" y="79133"/>
                  </a:lnTo>
                  <a:lnTo>
                    <a:pt x="64355" y="78979"/>
                  </a:lnTo>
                  <a:lnTo>
                    <a:pt x="64355" y="78826"/>
                  </a:lnTo>
                  <a:lnTo>
                    <a:pt x="64355" y="78673"/>
                  </a:lnTo>
                  <a:lnTo>
                    <a:pt x="64393" y="78520"/>
                  </a:lnTo>
                  <a:lnTo>
                    <a:pt x="64393" y="78367"/>
                  </a:lnTo>
                  <a:lnTo>
                    <a:pt x="64432" y="78214"/>
                  </a:lnTo>
                  <a:lnTo>
                    <a:pt x="64432" y="78022"/>
                  </a:lnTo>
                  <a:lnTo>
                    <a:pt x="64470" y="77869"/>
                  </a:lnTo>
                  <a:lnTo>
                    <a:pt x="64470" y="77716"/>
                  </a:lnTo>
                  <a:lnTo>
                    <a:pt x="64508" y="77563"/>
                  </a:lnTo>
                  <a:lnTo>
                    <a:pt x="64546" y="77410"/>
                  </a:lnTo>
                  <a:lnTo>
                    <a:pt x="64585" y="77257"/>
                  </a:lnTo>
                  <a:lnTo>
                    <a:pt x="64623" y="77104"/>
                  </a:lnTo>
                  <a:lnTo>
                    <a:pt x="64661" y="76950"/>
                  </a:lnTo>
                  <a:lnTo>
                    <a:pt x="64738" y="76797"/>
                  </a:lnTo>
                  <a:lnTo>
                    <a:pt x="64776" y="76644"/>
                  </a:lnTo>
                  <a:lnTo>
                    <a:pt x="64814" y="76491"/>
                  </a:lnTo>
                  <a:lnTo>
                    <a:pt x="64891" y="76338"/>
                  </a:lnTo>
                  <a:lnTo>
                    <a:pt x="64929" y="76185"/>
                  </a:lnTo>
                  <a:lnTo>
                    <a:pt x="65006" y="76070"/>
                  </a:lnTo>
                  <a:lnTo>
                    <a:pt x="65044" y="75917"/>
                  </a:lnTo>
                  <a:lnTo>
                    <a:pt x="65121" y="75764"/>
                  </a:lnTo>
                  <a:lnTo>
                    <a:pt x="65159" y="75649"/>
                  </a:lnTo>
                  <a:lnTo>
                    <a:pt x="65236" y="75496"/>
                  </a:lnTo>
                  <a:lnTo>
                    <a:pt x="65312" y="75381"/>
                  </a:lnTo>
                  <a:lnTo>
                    <a:pt x="65389" y="75228"/>
                  </a:lnTo>
                  <a:lnTo>
                    <a:pt x="65465" y="75074"/>
                  </a:lnTo>
                  <a:lnTo>
                    <a:pt x="65542" y="74960"/>
                  </a:lnTo>
                  <a:lnTo>
                    <a:pt x="65618" y="74806"/>
                  </a:lnTo>
                  <a:lnTo>
                    <a:pt x="65695" y="74653"/>
                  </a:lnTo>
                  <a:lnTo>
                    <a:pt x="65772" y="74500"/>
                  </a:lnTo>
                  <a:lnTo>
                    <a:pt x="65848" y="74385"/>
                  </a:lnTo>
                  <a:lnTo>
                    <a:pt x="65886" y="74309"/>
                  </a:lnTo>
                  <a:cubicBezTo>
                    <a:pt x="65963" y="74424"/>
                    <a:pt x="66078" y="74500"/>
                    <a:pt x="66193" y="74539"/>
                  </a:cubicBezTo>
                  <a:cubicBezTo>
                    <a:pt x="66154" y="74730"/>
                    <a:pt x="66116" y="74883"/>
                    <a:pt x="66154" y="75036"/>
                  </a:cubicBezTo>
                  <a:cubicBezTo>
                    <a:pt x="66193" y="75228"/>
                    <a:pt x="66269" y="75381"/>
                    <a:pt x="66384" y="75534"/>
                  </a:cubicBezTo>
                  <a:cubicBezTo>
                    <a:pt x="66576" y="75764"/>
                    <a:pt x="66844" y="75878"/>
                    <a:pt x="67150" y="75878"/>
                  </a:cubicBezTo>
                  <a:cubicBezTo>
                    <a:pt x="67379" y="75878"/>
                    <a:pt x="67647" y="75764"/>
                    <a:pt x="67839" y="75572"/>
                  </a:cubicBezTo>
                  <a:cubicBezTo>
                    <a:pt x="67915" y="75496"/>
                    <a:pt x="67992" y="75419"/>
                    <a:pt x="68069" y="75304"/>
                  </a:cubicBezTo>
                  <a:cubicBezTo>
                    <a:pt x="68145" y="75342"/>
                    <a:pt x="68222" y="75342"/>
                    <a:pt x="68337" y="75342"/>
                  </a:cubicBezTo>
                  <a:cubicBezTo>
                    <a:pt x="68260" y="75534"/>
                    <a:pt x="68183" y="75764"/>
                    <a:pt x="68145" y="75955"/>
                  </a:cubicBezTo>
                  <a:cubicBezTo>
                    <a:pt x="68030" y="76414"/>
                    <a:pt x="68183" y="76912"/>
                    <a:pt x="68605" y="77142"/>
                  </a:cubicBezTo>
                  <a:cubicBezTo>
                    <a:pt x="68758" y="77218"/>
                    <a:pt x="68911" y="77257"/>
                    <a:pt x="69064" y="77257"/>
                  </a:cubicBezTo>
                  <a:cubicBezTo>
                    <a:pt x="69102" y="77257"/>
                    <a:pt x="69179" y="77257"/>
                    <a:pt x="69217" y="77257"/>
                  </a:cubicBezTo>
                  <a:cubicBezTo>
                    <a:pt x="69447" y="77218"/>
                    <a:pt x="69638" y="77104"/>
                    <a:pt x="69791" y="76950"/>
                  </a:cubicBezTo>
                  <a:cubicBezTo>
                    <a:pt x="69906" y="76836"/>
                    <a:pt x="70021" y="76721"/>
                    <a:pt x="70098" y="76568"/>
                  </a:cubicBezTo>
                  <a:lnTo>
                    <a:pt x="70136" y="76529"/>
                  </a:lnTo>
                  <a:cubicBezTo>
                    <a:pt x="70366" y="76453"/>
                    <a:pt x="70595" y="76261"/>
                    <a:pt x="70672" y="75993"/>
                  </a:cubicBezTo>
                  <a:cubicBezTo>
                    <a:pt x="70710" y="75878"/>
                    <a:pt x="70787" y="75725"/>
                    <a:pt x="70825" y="75610"/>
                  </a:cubicBezTo>
                  <a:cubicBezTo>
                    <a:pt x="70902" y="75381"/>
                    <a:pt x="70978" y="75189"/>
                    <a:pt x="70940" y="74960"/>
                  </a:cubicBezTo>
                  <a:cubicBezTo>
                    <a:pt x="70940" y="74883"/>
                    <a:pt x="70940" y="74845"/>
                    <a:pt x="70940" y="74806"/>
                  </a:cubicBezTo>
                  <a:cubicBezTo>
                    <a:pt x="70940" y="74692"/>
                    <a:pt x="70978" y="74577"/>
                    <a:pt x="70978" y="74462"/>
                  </a:cubicBezTo>
                  <a:cubicBezTo>
                    <a:pt x="71016" y="74232"/>
                    <a:pt x="71055" y="73964"/>
                    <a:pt x="71093" y="73696"/>
                  </a:cubicBezTo>
                  <a:cubicBezTo>
                    <a:pt x="71093" y="73658"/>
                    <a:pt x="71093" y="73620"/>
                    <a:pt x="71093" y="73581"/>
                  </a:cubicBezTo>
                  <a:cubicBezTo>
                    <a:pt x="71131" y="73543"/>
                    <a:pt x="71131" y="73505"/>
                    <a:pt x="71170" y="73428"/>
                  </a:cubicBezTo>
                  <a:cubicBezTo>
                    <a:pt x="71170" y="73390"/>
                    <a:pt x="71208" y="73352"/>
                    <a:pt x="71246" y="73275"/>
                  </a:cubicBezTo>
                  <a:cubicBezTo>
                    <a:pt x="71438" y="72969"/>
                    <a:pt x="71667" y="72701"/>
                    <a:pt x="71859" y="72395"/>
                  </a:cubicBezTo>
                  <a:cubicBezTo>
                    <a:pt x="71935" y="72203"/>
                    <a:pt x="72012" y="71973"/>
                    <a:pt x="72088" y="71782"/>
                  </a:cubicBezTo>
                  <a:cubicBezTo>
                    <a:pt x="72088" y="71706"/>
                    <a:pt x="72127" y="71591"/>
                    <a:pt x="72127" y="71514"/>
                  </a:cubicBezTo>
                  <a:cubicBezTo>
                    <a:pt x="72127" y="71476"/>
                    <a:pt x="72165" y="71476"/>
                    <a:pt x="72165" y="71438"/>
                  </a:cubicBezTo>
                  <a:cubicBezTo>
                    <a:pt x="72318" y="71131"/>
                    <a:pt x="72471" y="70863"/>
                    <a:pt x="72663" y="70595"/>
                  </a:cubicBezTo>
                  <a:cubicBezTo>
                    <a:pt x="72739" y="70442"/>
                    <a:pt x="72816" y="70327"/>
                    <a:pt x="72892" y="70212"/>
                  </a:cubicBezTo>
                  <a:cubicBezTo>
                    <a:pt x="73160" y="70021"/>
                    <a:pt x="73313" y="69715"/>
                    <a:pt x="73275" y="69370"/>
                  </a:cubicBezTo>
                  <a:cubicBezTo>
                    <a:pt x="73390" y="69102"/>
                    <a:pt x="73352" y="68758"/>
                    <a:pt x="73199" y="68528"/>
                  </a:cubicBezTo>
                  <a:cubicBezTo>
                    <a:pt x="73199" y="68375"/>
                    <a:pt x="73160" y="68260"/>
                    <a:pt x="73122" y="68145"/>
                  </a:cubicBezTo>
                  <a:cubicBezTo>
                    <a:pt x="73084" y="68069"/>
                    <a:pt x="73045" y="67992"/>
                    <a:pt x="73007" y="67954"/>
                  </a:cubicBezTo>
                  <a:cubicBezTo>
                    <a:pt x="73007" y="67954"/>
                    <a:pt x="73007" y="67954"/>
                    <a:pt x="73007" y="67954"/>
                  </a:cubicBezTo>
                  <a:cubicBezTo>
                    <a:pt x="73160" y="67647"/>
                    <a:pt x="73122" y="67303"/>
                    <a:pt x="72931" y="67035"/>
                  </a:cubicBezTo>
                  <a:cubicBezTo>
                    <a:pt x="72969" y="66997"/>
                    <a:pt x="73007" y="66958"/>
                    <a:pt x="73084" y="66958"/>
                  </a:cubicBezTo>
                  <a:cubicBezTo>
                    <a:pt x="73160" y="66882"/>
                    <a:pt x="73237" y="66843"/>
                    <a:pt x="73313" y="66805"/>
                  </a:cubicBezTo>
                  <a:cubicBezTo>
                    <a:pt x="73696" y="66614"/>
                    <a:pt x="73849" y="66116"/>
                    <a:pt x="73735" y="65695"/>
                  </a:cubicBezTo>
                  <a:lnTo>
                    <a:pt x="73811" y="65657"/>
                  </a:lnTo>
                  <a:lnTo>
                    <a:pt x="73888" y="65618"/>
                  </a:lnTo>
                  <a:lnTo>
                    <a:pt x="74003" y="65542"/>
                  </a:lnTo>
                  <a:lnTo>
                    <a:pt x="74117" y="65504"/>
                  </a:lnTo>
                  <a:lnTo>
                    <a:pt x="74194" y="65427"/>
                  </a:lnTo>
                  <a:lnTo>
                    <a:pt x="74309" y="65389"/>
                  </a:lnTo>
                  <a:lnTo>
                    <a:pt x="74385" y="65312"/>
                  </a:lnTo>
                  <a:lnTo>
                    <a:pt x="74500" y="65274"/>
                  </a:lnTo>
                  <a:lnTo>
                    <a:pt x="74615" y="65236"/>
                  </a:lnTo>
                  <a:lnTo>
                    <a:pt x="74730" y="65159"/>
                  </a:lnTo>
                  <a:lnTo>
                    <a:pt x="74807" y="65121"/>
                  </a:lnTo>
                  <a:lnTo>
                    <a:pt x="74921" y="65082"/>
                  </a:lnTo>
                  <a:lnTo>
                    <a:pt x="75036" y="65044"/>
                  </a:lnTo>
                  <a:lnTo>
                    <a:pt x="75151" y="65006"/>
                  </a:lnTo>
                  <a:lnTo>
                    <a:pt x="75266" y="64968"/>
                  </a:lnTo>
                  <a:lnTo>
                    <a:pt x="75381" y="64929"/>
                  </a:lnTo>
                  <a:lnTo>
                    <a:pt x="75534" y="64891"/>
                  </a:lnTo>
                  <a:lnTo>
                    <a:pt x="75649" y="64853"/>
                  </a:lnTo>
                  <a:lnTo>
                    <a:pt x="75764" y="64853"/>
                  </a:lnTo>
                  <a:lnTo>
                    <a:pt x="75878" y="64814"/>
                  </a:lnTo>
                  <a:lnTo>
                    <a:pt x="75955" y="64814"/>
                  </a:lnTo>
                  <a:cubicBezTo>
                    <a:pt x="75955" y="65006"/>
                    <a:pt x="75993" y="65236"/>
                    <a:pt x="76108" y="65427"/>
                  </a:cubicBezTo>
                  <a:cubicBezTo>
                    <a:pt x="76300" y="65695"/>
                    <a:pt x="76606" y="65886"/>
                    <a:pt x="76912" y="65886"/>
                  </a:cubicBezTo>
                  <a:cubicBezTo>
                    <a:pt x="76989" y="65886"/>
                    <a:pt x="77065" y="65886"/>
                    <a:pt x="77142" y="65848"/>
                  </a:cubicBezTo>
                  <a:cubicBezTo>
                    <a:pt x="77180" y="65925"/>
                    <a:pt x="77257" y="66001"/>
                    <a:pt x="77295" y="66078"/>
                  </a:cubicBezTo>
                  <a:cubicBezTo>
                    <a:pt x="77448" y="66231"/>
                    <a:pt x="77678" y="66346"/>
                    <a:pt x="77908" y="66422"/>
                  </a:cubicBezTo>
                  <a:cubicBezTo>
                    <a:pt x="78022" y="66461"/>
                    <a:pt x="78137" y="66461"/>
                    <a:pt x="78252" y="66461"/>
                  </a:cubicBezTo>
                  <a:cubicBezTo>
                    <a:pt x="78329" y="66461"/>
                    <a:pt x="78443" y="66461"/>
                    <a:pt x="78520" y="66461"/>
                  </a:cubicBezTo>
                  <a:cubicBezTo>
                    <a:pt x="79094" y="66384"/>
                    <a:pt x="79630" y="66231"/>
                    <a:pt x="80205" y="66154"/>
                  </a:cubicBezTo>
                  <a:lnTo>
                    <a:pt x="80205" y="66154"/>
                  </a:lnTo>
                  <a:cubicBezTo>
                    <a:pt x="80511" y="66116"/>
                    <a:pt x="80817" y="66078"/>
                    <a:pt x="81123" y="66040"/>
                  </a:cubicBezTo>
                  <a:cubicBezTo>
                    <a:pt x="81200" y="66040"/>
                    <a:pt x="81276" y="66078"/>
                    <a:pt x="81353" y="66078"/>
                  </a:cubicBezTo>
                  <a:cubicBezTo>
                    <a:pt x="81812" y="66154"/>
                    <a:pt x="82310" y="66193"/>
                    <a:pt x="82770" y="66193"/>
                  </a:cubicBezTo>
                  <a:cubicBezTo>
                    <a:pt x="83267" y="66193"/>
                    <a:pt x="83803" y="66001"/>
                    <a:pt x="84301" y="65848"/>
                  </a:cubicBezTo>
                  <a:cubicBezTo>
                    <a:pt x="84339" y="65848"/>
                    <a:pt x="84377" y="65848"/>
                    <a:pt x="84416" y="65848"/>
                  </a:cubicBezTo>
                  <a:cubicBezTo>
                    <a:pt x="84569" y="65925"/>
                    <a:pt x="84722" y="65963"/>
                    <a:pt x="84913" y="65963"/>
                  </a:cubicBezTo>
                  <a:cubicBezTo>
                    <a:pt x="85564" y="66001"/>
                    <a:pt x="86445" y="66001"/>
                    <a:pt x="86751" y="65274"/>
                  </a:cubicBezTo>
                  <a:cubicBezTo>
                    <a:pt x="86866" y="64929"/>
                    <a:pt x="86789" y="64508"/>
                    <a:pt x="86521" y="64240"/>
                  </a:cubicBezTo>
                  <a:cubicBezTo>
                    <a:pt x="86445" y="64164"/>
                    <a:pt x="86368" y="64125"/>
                    <a:pt x="86292" y="64087"/>
                  </a:cubicBezTo>
                  <a:lnTo>
                    <a:pt x="86445" y="64087"/>
                  </a:lnTo>
                  <a:lnTo>
                    <a:pt x="86598" y="64087"/>
                  </a:lnTo>
                  <a:lnTo>
                    <a:pt x="86713" y="64087"/>
                  </a:lnTo>
                  <a:lnTo>
                    <a:pt x="86866" y="64087"/>
                  </a:lnTo>
                  <a:lnTo>
                    <a:pt x="87019" y="64087"/>
                  </a:lnTo>
                  <a:lnTo>
                    <a:pt x="87172" y="64049"/>
                  </a:lnTo>
                  <a:lnTo>
                    <a:pt x="87325" y="64049"/>
                  </a:lnTo>
                  <a:lnTo>
                    <a:pt x="87478" y="64049"/>
                  </a:lnTo>
                  <a:lnTo>
                    <a:pt x="87632" y="64049"/>
                  </a:lnTo>
                  <a:lnTo>
                    <a:pt x="87785" y="64010"/>
                  </a:lnTo>
                  <a:lnTo>
                    <a:pt x="87976" y="64010"/>
                  </a:lnTo>
                  <a:lnTo>
                    <a:pt x="88129" y="64010"/>
                  </a:lnTo>
                  <a:lnTo>
                    <a:pt x="88321" y="63972"/>
                  </a:lnTo>
                  <a:lnTo>
                    <a:pt x="88474" y="63972"/>
                  </a:lnTo>
                  <a:lnTo>
                    <a:pt x="88665" y="63934"/>
                  </a:lnTo>
                  <a:lnTo>
                    <a:pt x="88818" y="63934"/>
                  </a:lnTo>
                  <a:lnTo>
                    <a:pt x="89010" y="63896"/>
                  </a:lnTo>
                  <a:lnTo>
                    <a:pt x="89201" y="63857"/>
                  </a:lnTo>
                  <a:lnTo>
                    <a:pt x="89393" y="63857"/>
                  </a:lnTo>
                  <a:lnTo>
                    <a:pt x="89584" y="63819"/>
                  </a:lnTo>
                  <a:lnTo>
                    <a:pt x="89775" y="63781"/>
                  </a:lnTo>
                  <a:lnTo>
                    <a:pt x="89967" y="63742"/>
                  </a:lnTo>
                  <a:lnTo>
                    <a:pt x="90120" y="63704"/>
                  </a:lnTo>
                  <a:lnTo>
                    <a:pt x="90311" y="63704"/>
                  </a:lnTo>
                  <a:lnTo>
                    <a:pt x="90503" y="63666"/>
                  </a:lnTo>
                  <a:lnTo>
                    <a:pt x="90694" y="63628"/>
                  </a:lnTo>
                  <a:lnTo>
                    <a:pt x="90847" y="63589"/>
                  </a:lnTo>
                  <a:lnTo>
                    <a:pt x="91039" y="63551"/>
                  </a:lnTo>
                  <a:lnTo>
                    <a:pt x="91192" y="63513"/>
                  </a:lnTo>
                  <a:lnTo>
                    <a:pt x="91345" y="63475"/>
                  </a:lnTo>
                  <a:lnTo>
                    <a:pt x="91537" y="63436"/>
                  </a:lnTo>
                  <a:lnTo>
                    <a:pt x="91690" y="63436"/>
                  </a:lnTo>
                  <a:lnTo>
                    <a:pt x="91843" y="63398"/>
                  </a:lnTo>
                  <a:cubicBezTo>
                    <a:pt x="91881" y="63436"/>
                    <a:pt x="91919" y="63436"/>
                    <a:pt x="91919" y="63475"/>
                  </a:cubicBezTo>
                  <a:cubicBezTo>
                    <a:pt x="91958" y="63628"/>
                    <a:pt x="92034" y="63742"/>
                    <a:pt x="92111" y="63819"/>
                  </a:cubicBezTo>
                  <a:cubicBezTo>
                    <a:pt x="92111" y="63896"/>
                    <a:pt x="92149" y="63972"/>
                    <a:pt x="92187" y="64049"/>
                  </a:cubicBezTo>
                  <a:cubicBezTo>
                    <a:pt x="92264" y="64240"/>
                    <a:pt x="92379" y="64432"/>
                    <a:pt x="92570" y="64546"/>
                  </a:cubicBezTo>
                  <a:cubicBezTo>
                    <a:pt x="92647" y="64623"/>
                    <a:pt x="92723" y="64700"/>
                    <a:pt x="92838" y="64776"/>
                  </a:cubicBezTo>
                  <a:cubicBezTo>
                    <a:pt x="92991" y="64853"/>
                    <a:pt x="93144" y="64929"/>
                    <a:pt x="93336" y="64929"/>
                  </a:cubicBezTo>
                  <a:cubicBezTo>
                    <a:pt x="93489" y="64929"/>
                    <a:pt x="93642" y="64891"/>
                    <a:pt x="93834" y="64814"/>
                  </a:cubicBezTo>
                  <a:cubicBezTo>
                    <a:pt x="93987" y="64738"/>
                    <a:pt x="94140" y="64661"/>
                    <a:pt x="94293" y="64585"/>
                  </a:cubicBezTo>
                  <a:cubicBezTo>
                    <a:pt x="94561" y="64432"/>
                    <a:pt x="94829" y="64240"/>
                    <a:pt x="95097" y="64087"/>
                  </a:cubicBezTo>
                  <a:lnTo>
                    <a:pt x="95059" y="64087"/>
                  </a:lnTo>
                  <a:cubicBezTo>
                    <a:pt x="95097" y="64087"/>
                    <a:pt x="95135" y="64049"/>
                    <a:pt x="95173" y="64010"/>
                  </a:cubicBezTo>
                  <a:cubicBezTo>
                    <a:pt x="95365" y="64010"/>
                    <a:pt x="95556" y="63972"/>
                    <a:pt x="95748" y="63934"/>
                  </a:cubicBezTo>
                  <a:cubicBezTo>
                    <a:pt x="95901" y="63896"/>
                    <a:pt x="96054" y="63857"/>
                    <a:pt x="96207" y="63819"/>
                  </a:cubicBezTo>
                  <a:cubicBezTo>
                    <a:pt x="96284" y="63781"/>
                    <a:pt x="96360" y="63781"/>
                    <a:pt x="96437" y="63742"/>
                  </a:cubicBezTo>
                  <a:cubicBezTo>
                    <a:pt x="96513" y="63781"/>
                    <a:pt x="96590" y="63781"/>
                    <a:pt x="96667" y="63781"/>
                  </a:cubicBezTo>
                  <a:cubicBezTo>
                    <a:pt x="96935" y="63781"/>
                    <a:pt x="97203" y="63742"/>
                    <a:pt x="97432" y="63666"/>
                  </a:cubicBezTo>
                  <a:cubicBezTo>
                    <a:pt x="98083" y="63398"/>
                    <a:pt x="98657" y="63053"/>
                    <a:pt x="99232" y="62709"/>
                  </a:cubicBezTo>
                  <a:cubicBezTo>
                    <a:pt x="99270" y="62671"/>
                    <a:pt x="99308" y="62632"/>
                    <a:pt x="99346" y="62632"/>
                  </a:cubicBezTo>
                  <a:cubicBezTo>
                    <a:pt x="99385" y="62594"/>
                    <a:pt x="99461" y="62556"/>
                    <a:pt x="99500" y="62517"/>
                  </a:cubicBezTo>
                  <a:cubicBezTo>
                    <a:pt x="99538" y="62517"/>
                    <a:pt x="99576" y="62479"/>
                    <a:pt x="99576" y="62479"/>
                  </a:cubicBezTo>
                  <a:cubicBezTo>
                    <a:pt x="99576" y="62479"/>
                    <a:pt x="99576" y="62479"/>
                    <a:pt x="99614" y="62479"/>
                  </a:cubicBezTo>
                  <a:lnTo>
                    <a:pt x="99614" y="62479"/>
                  </a:lnTo>
                  <a:cubicBezTo>
                    <a:pt x="99614" y="62479"/>
                    <a:pt x="99614" y="62479"/>
                    <a:pt x="99614" y="62479"/>
                  </a:cubicBezTo>
                  <a:cubicBezTo>
                    <a:pt x="99614" y="62479"/>
                    <a:pt x="99614" y="62479"/>
                    <a:pt x="99614" y="62479"/>
                  </a:cubicBezTo>
                  <a:cubicBezTo>
                    <a:pt x="99614" y="62441"/>
                    <a:pt x="99653" y="62441"/>
                    <a:pt x="99653" y="62441"/>
                  </a:cubicBezTo>
                  <a:lnTo>
                    <a:pt x="99653" y="62441"/>
                  </a:lnTo>
                  <a:cubicBezTo>
                    <a:pt x="99691" y="62441"/>
                    <a:pt x="99691" y="62441"/>
                    <a:pt x="99691" y="62441"/>
                  </a:cubicBezTo>
                  <a:cubicBezTo>
                    <a:pt x="99729" y="62403"/>
                    <a:pt x="99729" y="62403"/>
                    <a:pt x="99768" y="62403"/>
                  </a:cubicBezTo>
                  <a:lnTo>
                    <a:pt x="99844" y="62326"/>
                  </a:lnTo>
                  <a:cubicBezTo>
                    <a:pt x="99844" y="62326"/>
                    <a:pt x="99844" y="62326"/>
                    <a:pt x="99844" y="62326"/>
                  </a:cubicBezTo>
                  <a:lnTo>
                    <a:pt x="99844" y="62326"/>
                  </a:lnTo>
                  <a:lnTo>
                    <a:pt x="99844" y="62326"/>
                  </a:lnTo>
                  <a:cubicBezTo>
                    <a:pt x="99921" y="62288"/>
                    <a:pt x="99997" y="62249"/>
                    <a:pt x="100074" y="62211"/>
                  </a:cubicBezTo>
                  <a:cubicBezTo>
                    <a:pt x="100418" y="62173"/>
                    <a:pt x="100763" y="62096"/>
                    <a:pt x="101146" y="62058"/>
                  </a:cubicBezTo>
                  <a:cubicBezTo>
                    <a:pt x="101414" y="62211"/>
                    <a:pt x="101797" y="62211"/>
                    <a:pt x="102103" y="62249"/>
                  </a:cubicBezTo>
                  <a:cubicBezTo>
                    <a:pt x="102141" y="62288"/>
                    <a:pt x="102218" y="62288"/>
                    <a:pt x="102256" y="62326"/>
                  </a:cubicBezTo>
                  <a:cubicBezTo>
                    <a:pt x="102256" y="62326"/>
                    <a:pt x="102294" y="62326"/>
                    <a:pt x="102294" y="62326"/>
                  </a:cubicBezTo>
                  <a:lnTo>
                    <a:pt x="102294" y="62326"/>
                  </a:lnTo>
                  <a:cubicBezTo>
                    <a:pt x="102371" y="62364"/>
                    <a:pt x="102409" y="62403"/>
                    <a:pt x="102486" y="62441"/>
                  </a:cubicBezTo>
                  <a:cubicBezTo>
                    <a:pt x="102677" y="62556"/>
                    <a:pt x="102869" y="62632"/>
                    <a:pt x="103060" y="62632"/>
                  </a:cubicBezTo>
                  <a:cubicBezTo>
                    <a:pt x="103711" y="62709"/>
                    <a:pt x="104362" y="62632"/>
                    <a:pt x="104974" y="62441"/>
                  </a:cubicBezTo>
                  <a:cubicBezTo>
                    <a:pt x="105548" y="62288"/>
                    <a:pt x="106123" y="62096"/>
                    <a:pt x="106659" y="61905"/>
                  </a:cubicBezTo>
                  <a:cubicBezTo>
                    <a:pt x="106888" y="61828"/>
                    <a:pt x="107080" y="61752"/>
                    <a:pt x="107309" y="61675"/>
                  </a:cubicBezTo>
                  <a:cubicBezTo>
                    <a:pt x="107577" y="61560"/>
                    <a:pt x="107807" y="61484"/>
                    <a:pt x="108075" y="61407"/>
                  </a:cubicBezTo>
                  <a:cubicBezTo>
                    <a:pt x="108190" y="61369"/>
                    <a:pt x="108305" y="61292"/>
                    <a:pt x="108420" y="61254"/>
                  </a:cubicBezTo>
                  <a:cubicBezTo>
                    <a:pt x="108573" y="61216"/>
                    <a:pt x="108726" y="61177"/>
                    <a:pt x="108841" y="61101"/>
                  </a:cubicBezTo>
                  <a:cubicBezTo>
                    <a:pt x="109032" y="61063"/>
                    <a:pt x="109185" y="60986"/>
                    <a:pt x="109377" y="60871"/>
                  </a:cubicBezTo>
                  <a:lnTo>
                    <a:pt x="109377" y="60871"/>
                  </a:lnTo>
                  <a:cubicBezTo>
                    <a:pt x="109453" y="60871"/>
                    <a:pt x="109530" y="60871"/>
                    <a:pt x="109606" y="60871"/>
                  </a:cubicBezTo>
                  <a:cubicBezTo>
                    <a:pt x="109798" y="60833"/>
                    <a:pt x="109951" y="60718"/>
                    <a:pt x="110104" y="60565"/>
                  </a:cubicBezTo>
                  <a:cubicBezTo>
                    <a:pt x="110219" y="60450"/>
                    <a:pt x="110296" y="60297"/>
                    <a:pt x="110334" y="60144"/>
                  </a:cubicBezTo>
                  <a:cubicBezTo>
                    <a:pt x="110449" y="60029"/>
                    <a:pt x="110525" y="59876"/>
                    <a:pt x="110564" y="59723"/>
                  </a:cubicBezTo>
                  <a:cubicBezTo>
                    <a:pt x="110640" y="59493"/>
                    <a:pt x="110602" y="59225"/>
                    <a:pt x="110525" y="58995"/>
                  </a:cubicBezTo>
                  <a:cubicBezTo>
                    <a:pt x="110487" y="58919"/>
                    <a:pt x="110449" y="58842"/>
                    <a:pt x="110410" y="58804"/>
                  </a:cubicBezTo>
                  <a:cubicBezTo>
                    <a:pt x="110334" y="58612"/>
                    <a:pt x="110296" y="58459"/>
                    <a:pt x="110219" y="58268"/>
                  </a:cubicBezTo>
                  <a:cubicBezTo>
                    <a:pt x="110219" y="58306"/>
                    <a:pt x="110257" y="58383"/>
                    <a:pt x="110257" y="58421"/>
                  </a:cubicBezTo>
                  <a:cubicBezTo>
                    <a:pt x="110181" y="58153"/>
                    <a:pt x="110104" y="57923"/>
                    <a:pt x="109989" y="57694"/>
                  </a:cubicBezTo>
                  <a:cubicBezTo>
                    <a:pt x="109913" y="57464"/>
                    <a:pt x="109798" y="57234"/>
                    <a:pt x="109721" y="57005"/>
                  </a:cubicBezTo>
                  <a:cubicBezTo>
                    <a:pt x="109568" y="56545"/>
                    <a:pt x="109492" y="56009"/>
                    <a:pt x="109070" y="55665"/>
                  </a:cubicBezTo>
                  <a:cubicBezTo>
                    <a:pt x="108764" y="55435"/>
                    <a:pt x="108343" y="55435"/>
                    <a:pt x="107960" y="55397"/>
                  </a:cubicBezTo>
                  <a:cubicBezTo>
                    <a:pt x="107463" y="55397"/>
                    <a:pt x="106927" y="55473"/>
                    <a:pt x="106429" y="55588"/>
                  </a:cubicBezTo>
                  <a:cubicBezTo>
                    <a:pt x="105970" y="55703"/>
                    <a:pt x="105510" y="55856"/>
                    <a:pt x="105051" y="55971"/>
                  </a:cubicBezTo>
                  <a:cubicBezTo>
                    <a:pt x="104821" y="56009"/>
                    <a:pt x="104553" y="56047"/>
                    <a:pt x="104323" y="56124"/>
                  </a:cubicBezTo>
                  <a:cubicBezTo>
                    <a:pt x="104094" y="56201"/>
                    <a:pt x="103902" y="56277"/>
                    <a:pt x="103672" y="56354"/>
                  </a:cubicBezTo>
                  <a:cubicBezTo>
                    <a:pt x="103443" y="56392"/>
                    <a:pt x="103213" y="56392"/>
                    <a:pt x="102983" y="56430"/>
                  </a:cubicBezTo>
                  <a:cubicBezTo>
                    <a:pt x="102447" y="56430"/>
                    <a:pt x="101950" y="56469"/>
                    <a:pt x="101414" y="56545"/>
                  </a:cubicBezTo>
                  <a:cubicBezTo>
                    <a:pt x="101146" y="56583"/>
                    <a:pt x="100878" y="56622"/>
                    <a:pt x="100648" y="56660"/>
                  </a:cubicBezTo>
                  <a:cubicBezTo>
                    <a:pt x="100495" y="56660"/>
                    <a:pt x="100342" y="56698"/>
                    <a:pt x="100189" y="56737"/>
                  </a:cubicBezTo>
                  <a:cubicBezTo>
                    <a:pt x="100036" y="56775"/>
                    <a:pt x="99844" y="56775"/>
                    <a:pt x="99653" y="56851"/>
                  </a:cubicBezTo>
                  <a:cubicBezTo>
                    <a:pt x="99500" y="56928"/>
                    <a:pt x="99385" y="57043"/>
                    <a:pt x="99308" y="57158"/>
                  </a:cubicBezTo>
                  <a:lnTo>
                    <a:pt x="99155" y="57158"/>
                  </a:lnTo>
                  <a:cubicBezTo>
                    <a:pt x="98964" y="57158"/>
                    <a:pt x="98772" y="57119"/>
                    <a:pt x="98581" y="57119"/>
                  </a:cubicBezTo>
                  <a:cubicBezTo>
                    <a:pt x="98428" y="57119"/>
                    <a:pt x="98313" y="57119"/>
                    <a:pt x="98160" y="57119"/>
                  </a:cubicBezTo>
                  <a:cubicBezTo>
                    <a:pt x="97892" y="56890"/>
                    <a:pt x="97509" y="56851"/>
                    <a:pt x="97126" y="56851"/>
                  </a:cubicBezTo>
                  <a:lnTo>
                    <a:pt x="96590" y="56851"/>
                  </a:lnTo>
                  <a:cubicBezTo>
                    <a:pt x="96207" y="56890"/>
                    <a:pt x="95786" y="56890"/>
                    <a:pt x="95441" y="57005"/>
                  </a:cubicBezTo>
                  <a:cubicBezTo>
                    <a:pt x="95020" y="57081"/>
                    <a:pt x="94638" y="57196"/>
                    <a:pt x="94216" y="57349"/>
                  </a:cubicBezTo>
                  <a:cubicBezTo>
                    <a:pt x="94178" y="57349"/>
                    <a:pt x="94140" y="57349"/>
                    <a:pt x="94102" y="57349"/>
                  </a:cubicBezTo>
                  <a:cubicBezTo>
                    <a:pt x="93910" y="57426"/>
                    <a:pt x="93719" y="57502"/>
                    <a:pt x="93527" y="57579"/>
                  </a:cubicBezTo>
                  <a:cubicBezTo>
                    <a:pt x="93298" y="57655"/>
                    <a:pt x="93030" y="57694"/>
                    <a:pt x="92838" y="57847"/>
                  </a:cubicBezTo>
                  <a:cubicBezTo>
                    <a:pt x="92762" y="57923"/>
                    <a:pt x="92723" y="57962"/>
                    <a:pt x="92685" y="58038"/>
                  </a:cubicBezTo>
                  <a:cubicBezTo>
                    <a:pt x="92532" y="58115"/>
                    <a:pt x="92417" y="58153"/>
                    <a:pt x="92264" y="58268"/>
                  </a:cubicBezTo>
                  <a:cubicBezTo>
                    <a:pt x="92187" y="58306"/>
                    <a:pt x="92111" y="58383"/>
                    <a:pt x="92034" y="58421"/>
                  </a:cubicBezTo>
                  <a:cubicBezTo>
                    <a:pt x="91690" y="58498"/>
                    <a:pt x="91345" y="58536"/>
                    <a:pt x="91001" y="58574"/>
                  </a:cubicBezTo>
                  <a:lnTo>
                    <a:pt x="90809" y="58612"/>
                  </a:lnTo>
                  <a:cubicBezTo>
                    <a:pt x="90618" y="58612"/>
                    <a:pt x="90426" y="58612"/>
                    <a:pt x="90235" y="58689"/>
                  </a:cubicBezTo>
                  <a:cubicBezTo>
                    <a:pt x="90082" y="58766"/>
                    <a:pt x="89967" y="58880"/>
                    <a:pt x="89852" y="59034"/>
                  </a:cubicBezTo>
                  <a:lnTo>
                    <a:pt x="89278" y="59034"/>
                  </a:lnTo>
                  <a:cubicBezTo>
                    <a:pt x="88933" y="59034"/>
                    <a:pt x="88627" y="59225"/>
                    <a:pt x="88474" y="59531"/>
                  </a:cubicBezTo>
                  <a:cubicBezTo>
                    <a:pt x="88244" y="59493"/>
                    <a:pt x="88014" y="59455"/>
                    <a:pt x="87823" y="59416"/>
                  </a:cubicBezTo>
                  <a:cubicBezTo>
                    <a:pt x="87440" y="59302"/>
                    <a:pt x="87096" y="59225"/>
                    <a:pt x="86713" y="59110"/>
                  </a:cubicBezTo>
                  <a:cubicBezTo>
                    <a:pt x="86024" y="58919"/>
                    <a:pt x="85335" y="58689"/>
                    <a:pt x="84645" y="58421"/>
                  </a:cubicBezTo>
                  <a:cubicBezTo>
                    <a:pt x="84569" y="58383"/>
                    <a:pt x="84492" y="58344"/>
                    <a:pt x="84416" y="58306"/>
                  </a:cubicBezTo>
                  <a:cubicBezTo>
                    <a:pt x="84416" y="58268"/>
                    <a:pt x="84377" y="58268"/>
                    <a:pt x="84377" y="58268"/>
                  </a:cubicBezTo>
                  <a:cubicBezTo>
                    <a:pt x="84186" y="58115"/>
                    <a:pt x="83956" y="58000"/>
                    <a:pt x="83688" y="58000"/>
                  </a:cubicBezTo>
                  <a:lnTo>
                    <a:pt x="83727" y="57962"/>
                  </a:lnTo>
                  <a:cubicBezTo>
                    <a:pt x="83727" y="57962"/>
                    <a:pt x="83727" y="58000"/>
                    <a:pt x="83688" y="58000"/>
                  </a:cubicBezTo>
                  <a:cubicBezTo>
                    <a:pt x="83727" y="57885"/>
                    <a:pt x="83765" y="57732"/>
                    <a:pt x="83803" y="57617"/>
                  </a:cubicBezTo>
                  <a:cubicBezTo>
                    <a:pt x="83841" y="57387"/>
                    <a:pt x="83803" y="57158"/>
                    <a:pt x="83688" y="57005"/>
                  </a:cubicBezTo>
                  <a:cubicBezTo>
                    <a:pt x="83727" y="56698"/>
                    <a:pt x="83765" y="56392"/>
                    <a:pt x="83803" y="56086"/>
                  </a:cubicBezTo>
                  <a:cubicBezTo>
                    <a:pt x="83841" y="55550"/>
                    <a:pt x="83918" y="54976"/>
                    <a:pt x="83956" y="54401"/>
                  </a:cubicBezTo>
                  <a:lnTo>
                    <a:pt x="84033" y="53636"/>
                  </a:lnTo>
                  <a:cubicBezTo>
                    <a:pt x="84263" y="53636"/>
                    <a:pt x="84454" y="53636"/>
                    <a:pt x="84645" y="53521"/>
                  </a:cubicBezTo>
                  <a:cubicBezTo>
                    <a:pt x="84990" y="53368"/>
                    <a:pt x="85220" y="53023"/>
                    <a:pt x="85220" y="52678"/>
                  </a:cubicBezTo>
                  <a:cubicBezTo>
                    <a:pt x="85220" y="52525"/>
                    <a:pt x="85220" y="52334"/>
                    <a:pt x="85143" y="52219"/>
                  </a:cubicBezTo>
                  <a:cubicBezTo>
                    <a:pt x="85143" y="52104"/>
                    <a:pt x="85105" y="52028"/>
                    <a:pt x="85067" y="51913"/>
                  </a:cubicBezTo>
                  <a:cubicBezTo>
                    <a:pt x="84990" y="51760"/>
                    <a:pt x="84913" y="51568"/>
                    <a:pt x="84875" y="51377"/>
                  </a:cubicBezTo>
                  <a:lnTo>
                    <a:pt x="84875" y="51377"/>
                  </a:lnTo>
                  <a:lnTo>
                    <a:pt x="84875" y="51377"/>
                  </a:lnTo>
                  <a:lnTo>
                    <a:pt x="84875" y="51377"/>
                  </a:lnTo>
                  <a:lnTo>
                    <a:pt x="84875" y="51377"/>
                  </a:lnTo>
                  <a:lnTo>
                    <a:pt x="84875" y="51377"/>
                  </a:lnTo>
                  <a:cubicBezTo>
                    <a:pt x="84875" y="51377"/>
                    <a:pt x="84875" y="51377"/>
                    <a:pt x="84837" y="51339"/>
                  </a:cubicBezTo>
                  <a:cubicBezTo>
                    <a:pt x="84837" y="51262"/>
                    <a:pt x="84799" y="51147"/>
                    <a:pt x="84760" y="51032"/>
                  </a:cubicBezTo>
                  <a:cubicBezTo>
                    <a:pt x="84760" y="50956"/>
                    <a:pt x="84760" y="50917"/>
                    <a:pt x="84722" y="50841"/>
                  </a:cubicBezTo>
                  <a:cubicBezTo>
                    <a:pt x="84722" y="50764"/>
                    <a:pt x="84722" y="50688"/>
                    <a:pt x="84760" y="50611"/>
                  </a:cubicBezTo>
                  <a:cubicBezTo>
                    <a:pt x="84760" y="50573"/>
                    <a:pt x="84760" y="50535"/>
                    <a:pt x="84760" y="50496"/>
                  </a:cubicBezTo>
                  <a:cubicBezTo>
                    <a:pt x="84799" y="50420"/>
                    <a:pt x="84799" y="50343"/>
                    <a:pt x="84837" y="50305"/>
                  </a:cubicBezTo>
                  <a:lnTo>
                    <a:pt x="84913" y="50152"/>
                  </a:lnTo>
                  <a:cubicBezTo>
                    <a:pt x="84952" y="50075"/>
                    <a:pt x="85028" y="49999"/>
                    <a:pt x="85067" y="49922"/>
                  </a:cubicBezTo>
                  <a:cubicBezTo>
                    <a:pt x="85296" y="49616"/>
                    <a:pt x="85564" y="49310"/>
                    <a:pt x="85679" y="48965"/>
                  </a:cubicBezTo>
                  <a:cubicBezTo>
                    <a:pt x="85756" y="48812"/>
                    <a:pt x="85832" y="48659"/>
                    <a:pt x="85947" y="48467"/>
                  </a:cubicBezTo>
                  <a:cubicBezTo>
                    <a:pt x="86062" y="48238"/>
                    <a:pt x="86177" y="47970"/>
                    <a:pt x="86292" y="47740"/>
                  </a:cubicBezTo>
                  <a:cubicBezTo>
                    <a:pt x="86368" y="47625"/>
                    <a:pt x="86445" y="47510"/>
                    <a:pt x="86483" y="47395"/>
                  </a:cubicBezTo>
                  <a:cubicBezTo>
                    <a:pt x="86560" y="47280"/>
                    <a:pt x="86636" y="47127"/>
                    <a:pt x="86674" y="47012"/>
                  </a:cubicBezTo>
                  <a:cubicBezTo>
                    <a:pt x="86713" y="46859"/>
                    <a:pt x="86751" y="46706"/>
                    <a:pt x="86713" y="46553"/>
                  </a:cubicBezTo>
                  <a:cubicBezTo>
                    <a:pt x="86751" y="46477"/>
                    <a:pt x="86789" y="46400"/>
                    <a:pt x="86866" y="46323"/>
                  </a:cubicBezTo>
                  <a:cubicBezTo>
                    <a:pt x="86904" y="46247"/>
                    <a:pt x="86942" y="46170"/>
                    <a:pt x="87019" y="46094"/>
                  </a:cubicBezTo>
                  <a:cubicBezTo>
                    <a:pt x="87096" y="46017"/>
                    <a:pt x="87172" y="45941"/>
                    <a:pt x="87210" y="45864"/>
                  </a:cubicBezTo>
                  <a:lnTo>
                    <a:pt x="87210" y="45864"/>
                  </a:lnTo>
                  <a:lnTo>
                    <a:pt x="87210" y="45864"/>
                  </a:lnTo>
                  <a:lnTo>
                    <a:pt x="87210" y="45864"/>
                  </a:lnTo>
                  <a:lnTo>
                    <a:pt x="87210" y="45864"/>
                  </a:lnTo>
                  <a:lnTo>
                    <a:pt x="87210" y="45864"/>
                  </a:lnTo>
                  <a:lnTo>
                    <a:pt x="87210" y="45864"/>
                  </a:lnTo>
                  <a:lnTo>
                    <a:pt x="87210" y="45864"/>
                  </a:lnTo>
                  <a:lnTo>
                    <a:pt x="87210" y="45864"/>
                  </a:lnTo>
                  <a:lnTo>
                    <a:pt x="87210" y="45826"/>
                  </a:lnTo>
                  <a:cubicBezTo>
                    <a:pt x="87249" y="45787"/>
                    <a:pt x="87287" y="45749"/>
                    <a:pt x="87325" y="45711"/>
                  </a:cubicBezTo>
                  <a:cubicBezTo>
                    <a:pt x="87478" y="45519"/>
                    <a:pt x="87632" y="45328"/>
                    <a:pt x="87785" y="45175"/>
                  </a:cubicBezTo>
                  <a:cubicBezTo>
                    <a:pt x="87823" y="45098"/>
                    <a:pt x="87900" y="45060"/>
                    <a:pt x="87938" y="44983"/>
                  </a:cubicBezTo>
                  <a:cubicBezTo>
                    <a:pt x="88014" y="44907"/>
                    <a:pt x="88091" y="44830"/>
                    <a:pt x="88129" y="44754"/>
                  </a:cubicBezTo>
                  <a:cubicBezTo>
                    <a:pt x="88244" y="44715"/>
                    <a:pt x="88359" y="44639"/>
                    <a:pt x="88436" y="44562"/>
                  </a:cubicBezTo>
                  <a:cubicBezTo>
                    <a:pt x="88474" y="44486"/>
                    <a:pt x="88550" y="44447"/>
                    <a:pt x="88627" y="44371"/>
                  </a:cubicBezTo>
                  <a:cubicBezTo>
                    <a:pt x="88704" y="44294"/>
                    <a:pt x="88742" y="44218"/>
                    <a:pt x="88818" y="44103"/>
                  </a:cubicBezTo>
                  <a:cubicBezTo>
                    <a:pt x="88895" y="44065"/>
                    <a:pt x="88972" y="43988"/>
                    <a:pt x="89048" y="43950"/>
                  </a:cubicBezTo>
                  <a:cubicBezTo>
                    <a:pt x="89163" y="43873"/>
                    <a:pt x="89240" y="43835"/>
                    <a:pt x="89354" y="43758"/>
                  </a:cubicBezTo>
                  <a:cubicBezTo>
                    <a:pt x="89546" y="43720"/>
                    <a:pt x="89699" y="43644"/>
                    <a:pt x="89852" y="43605"/>
                  </a:cubicBezTo>
                  <a:cubicBezTo>
                    <a:pt x="90082" y="43529"/>
                    <a:pt x="90311" y="43490"/>
                    <a:pt x="90541" y="43452"/>
                  </a:cubicBezTo>
                  <a:cubicBezTo>
                    <a:pt x="90733" y="43414"/>
                    <a:pt x="90886" y="43414"/>
                    <a:pt x="91077" y="43376"/>
                  </a:cubicBezTo>
                  <a:cubicBezTo>
                    <a:pt x="91192" y="43376"/>
                    <a:pt x="91269" y="43376"/>
                    <a:pt x="91345" y="43376"/>
                  </a:cubicBezTo>
                  <a:cubicBezTo>
                    <a:pt x="91460" y="43337"/>
                    <a:pt x="91575" y="43337"/>
                    <a:pt x="91690" y="43261"/>
                  </a:cubicBezTo>
                  <a:cubicBezTo>
                    <a:pt x="91881" y="43299"/>
                    <a:pt x="92073" y="43337"/>
                    <a:pt x="92264" y="43337"/>
                  </a:cubicBezTo>
                  <a:cubicBezTo>
                    <a:pt x="92417" y="43337"/>
                    <a:pt x="92570" y="43337"/>
                    <a:pt x="92723" y="43299"/>
                  </a:cubicBezTo>
                  <a:cubicBezTo>
                    <a:pt x="93221" y="43261"/>
                    <a:pt x="93757" y="43069"/>
                    <a:pt x="94255" y="42954"/>
                  </a:cubicBezTo>
                  <a:cubicBezTo>
                    <a:pt x="94791" y="42801"/>
                    <a:pt x="95288" y="42610"/>
                    <a:pt x="95786" y="42457"/>
                  </a:cubicBezTo>
                  <a:cubicBezTo>
                    <a:pt x="96245" y="42304"/>
                    <a:pt x="96705" y="42150"/>
                    <a:pt x="97164" y="42036"/>
                  </a:cubicBezTo>
                  <a:cubicBezTo>
                    <a:pt x="97432" y="41959"/>
                    <a:pt x="97739" y="41844"/>
                    <a:pt x="98006" y="41729"/>
                  </a:cubicBezTo>
                  <a:cubicBezTo>
                    <a:pt x="98198" y="41614"/>
                    <a:pt x="98428" y="41538"/>
                    <a:pt x="98657" y="41423"/>
                  </a:cubicBezTo>
                  <a:cubicBezTo>
                    <a:pt x="98657" y="41423"/>
                    <a:pt x="98657" y="41423"/>
                    <a:pt x="98657" y="41423"/>
                  </a:cubicBezTo>
                  <a:cubicBezTo>
                    <a:pt x="98849" y="41576"/>
                    <a:pt x="99078" y="41653"/>
                    <a:pt x="99308" y="41653"/>
                  </a:cubicBezTo>
                  <a:cubicBezTo>
                    <a:pt x="99423" y="41653"/>
                    <a:pt x="99576" y="41614"/>
                    <a:pt x="99691" y="41576"/>
                  </a:cubicBezTo>
                  <a:cubicBezTo>
                    <a:pt x="99959" y="41461"/>
                    <a:pt x="100227" y="41347"/>
                    <a:pt x="100457" y="41193"/>
                  </a:cubicBezTo>
                  <a:cubicBezTo>
                    <a:pt x="100686" y="41155"/>
                    <a:pt x="100878" y="41079"/>
                    <a:pt x="101107" y="41040"/>
                  </a:cubicBezTo>
                  <a:cubicBezTo>
                    <a:pt x="101682" y="40887"/>
                    <a:pt x="102294" y="40657"/>
                    <a:pt x="102830" y="40351"/>
                  </a:cubicBezTo>
                  <a:cubicBezTo>
                    <a:pt x="103404" y="40045"/>
                    <a:pt x="103940" y="39739"/>
                    <a:pt x="104438" y="39356"/>
                  </a:cubicBezTo>
                  <a:cubicBezTo>
                    <a:pt x="104936" y="38935"/>
                    <a:pt x="105357" y="38437"/>
                    <a:pt x="105740" y="37939"/>
                  </a:cubicBezTo>
                  <a:cubicBezTo>
                    <a:pt x="106084" y="37480"/>
                    <a:pt x="106391" y="36944"/>
                    <a:pt x="106582" y="36408"/>
                  </a:cubicBezTo>
                  <a:cubicBezTo>
                    <a:pt x="106697" y="36102"/>
                    <a:pt x="106773" y="35757"/>
                    <a:pt x="106812" y="35451"/>
                  </a:cubicBezTo>
                  <a:cubicBezTo>
                    <a:pt x="106850" y="35183"/>
                    <a:pt x="106888" y="34953"/>
                    <a:pt x="106888" y="34685"/>
                  </a:cubicBezTo>
                  <a:cubicBezTo>
                    <a:pt x="106927" y="34111"/>
                    <a:pt x="106888" y="33460"/>
                    <a:pt x="106697" y="32886"/>
                  </a:cubicBezTo>
                  <a:cubicBezTo>
                    <a:pt x="106544" y="32350"/>
                    <a:pt x="106161" y="31929"/>
                    <a:pt x="105663" y="31699"/>
                  </a:cubicBezTo>
                  <a:cubicBezTo>
                    <a:pt x="105587" y="31546"/>
                    <a:pt x="105472" y="31393"/>
                    <a:pt x="105319" y="31278"/>
                  </a:cubicBezTo>
                  <a:cubicBezTo>
                    <a:pt x="105127" y="31163"/>
                    <a:pt x="104898" y="31086"/>
                    <a:pt x="104668" y="31086"/>
                  </a:cubicBezTo>
                  <a:cubicBezTo>
                    <a:pt x="104362" y="31125"/>
                    <a:pt x="104132" y="31278"/>
                    <a:pt x="103902" y="31508"/>
                  </a:cubicBezTo>
                  <a:cubicBezTo>
                    <a:pt x="103749" y="31661"/>
                    <a:pt x="103558" y="31814"/>
                    <a:pt x="103404" y="31967"/>
                  </a:cubicBezTo>
                  <a:cubicBezTo>
                    <a:pt x="103290" y="32120"/>
                    <a:pt x="103213" y="32312"/>
                    <a:pt x="103213" y="32503"/>
                  </a:cubicBezTo>
                  <a:cubicBezTo>
                    <a:pt x="103137" y="32580"/>
                    <a:pt x="103060" y="32656"/>
                    <a:pt x="102983" y="32733"/>
                  </a:cubicBezTo>
                  <a:cubicBezTo>
                    <a:pt x="102869" y="32848"/>
                    <a:pt x="102754" y="32962"/>
                    <a:pt x="102639" y="33077"/>
                  </a:cubicBezTo>
                  <a:cubicBezTo>
                    <a:pt x="102601" y="33154"/>
                    <a:pt x="102524" y="33192"/>
                    <a:pt x="102447" y="33230"/>
                  </a:cubicBezTo>
                  <a:cubicBezTo>
                    <a:pt x="102103" y="33460"/>
                    <a:pt x="101758" y="33651"/>
                    <a:pt x="101452" y="33881"/>
                  </a:cubicBezTo>
                  <a:cubicBezTo>
                    <a:pt x="101261" y="33996"/>
                    <a:pt x="101069" y="34149"/>
                    <a:pt x="100916" y="34302"/>
                  </a:cubicBezTo>
                  <a:cubicBezTo>
                    <a:pt x="100763" y="34417"/>
                    <a:pt x="100648" y="34570"/>
                    <a:pt x="100533" y="34723"/>
                  </a:cubicBezTo>
                  <a:cubicBezTo>
                    <a:pt x="100342" y="34953"/>
                    <a:pt x="100112" y="35145"/>
                    <a:pt x="99882" y="35374"/>
                  </a:cubicBezTo>
                  <a:cubicBezTo>
                    <a:pt x="99729" y="35489"/>
                    <a:pt x="99576" y="35604"/>
                    <a:pt x="99423" y="35757"/>
                  </a:cubicBezTo>
                  <a:cubicBezTo>
                    <a:pt x="99232" y="35910"/>
                    <a:pt x="99040" y="36063"/>
                    <a:pt x="98887" y="36216"/>
                  </a:cubicBezTo>
                  <a:cubicBezTo>
                    <a:pt x="98772" y="36331"/>
                    <a:pt x="98696" y="36446"/>
                    <a:pt x="98657" y="36561"/>
                  </a:cubicBezTo>
                  <a:cubicBezTo>
                    <a:pt x="98581" y="36638"/>
                    <a:pt x="98466" y="36714"/>
                    <a:pt x="98389" y="36791"/>
                  </a:cubicBezTo>
                  <a:cubicBezTo>
                    <a:pt x="98121" y="36944"/>
                    <a:pt x="97853" y="37097"/>
                    <a:pt x="97585" y="37212"/>
                  </a:cubicBezTo>
                  <a:cubicBezTo>
                    <a:pt x="97317" y="37365"/>
                    <a:pt x="97011" y="37480"/>
                    <a:pt x="96667" y="37595"/>
                  </a:cubicBezTo>
                  <a:cubicBezTo>
                    <a:pt x="96590" y="37633"/>
                    <a:pt x="96552" y="37633"/>
                    <a:pt x="96475" y="37671"/>
                  </a:cubicBezTo>
                  <a:cubicBezTo>
                    <a:pt x="96092" y="37710"/>
                    <a:pt x="95748" y="37748"/>
                    <a:pt x="95403" y="37748"/>
                  </a:cubicBezTo>
                  <a:cubicBezTo>
                    <a:pt x="95288" y="37786"/>
                    <a:pt x="95212" y="37786"/>
                    <a:pt x="95135" y="37786"/>
                  </a:cubicBezTo>
                  <a:lnTo>
                    <a:pt x="95135" y="37786"/>
                  </a:lnTo>
                  <a:cubicBezTo>
                    <a:pt x="94982" y="37748"/>
                    <a:pt x="94791" y="37748"/>
                    <a:pt x="94638" y="37786"/>
                  </a:cubicBezTo>
                  <a:cubicBezTo>
                    <a:pt x="94484" y="37786"/>
                    <a:pt x="94370" y="37786"/>
                    <a:pt x="94255" y="37786"/>
                  </a:cubicBezTo>
                  <a:cubicBezTo>
                    <a:pt x="94140" y="37824"/>
                    <a:pt x="93987" y="37824"/>
                    <a:pt x="93834" y="37863"/>
                  </a:cubicBezTo>
                  <a:cubicBezTo>
                    <a:pt x="93757" y="37901"/>
                    <a:pt x="93642" y="37939"/>
                    <a:pt x="93566" y="37978"/>
                  </a:cubicBezTo>
                  <a:cubicBezTo>
                    <a:pt x="93412" y="38016"/>
                    <a:pt x="93298" y="38054"/>
                    <a:pt x="93144" y="38054"/>
                  </a:cubicBezTo>
                  <a:cubicBezTo>
                    <a:pt x="92915" y="38131"/>
                    <a:pt x="92647" y="38169"/>
                    <a:pt x="92379" y="38169"/>
                  </a:cubicBezTo>
                  <a:cubicBezTo>
                    <a:pt x="92073" y="38207"/>
                    <a:pt x="91728" y="38169"/>
                    <a:pt x="91383" y="38169"/>
                  </a:cubicBezTo>
                  <a:cubicBezTo>
                    <a:pt x="91154" y="38169"/>
                    <a:pt x="90962" y="38131"/>
                    <a:pt x="90733" y="38131"/>
                  </a:cubicBezTo>
                  <a:cubicBezTo>
                    <a:pt x="90618" y="38131"/>
                    <a:pt x="90503" y="38092"/>
                    <a:pt x="90350" y="38092"/>
                  </a:cubicBezTo>
                  <a:cubicBezTo>
                    <a:pt x="90350" y="38092"/>
                    <a:pt x="90350" y="38054"/>
                    <a:pt x="90311" y="38054"/>
                  </a:cubicBezTo>
                  <a:lnTo>
                    <a:pt x="90350" y="38092"/>
                  </a:lnTo>
                  <a:cubicBezTo>
                    <a:pt x="90120" y="37863"/>
                    <a:pt x="89890" y="37595"/>
                    <a:pt x="89699" y="37365"/>
                  </a:cubicBezTo>
                  <a:cubicBezTo>
                    <a:pt x="89584" y="37212"/>
                    <a:pt x="89507" y="37059"/>
                    <a:pt x="89393" y="36906"/>
                  </a:cubicBezTo>
                  <a:cubicBezTo>
                    <a:pt x="89278" y="36676"/>
                    <a:pt x="89163" y="36446"/>
                    <a:pt x="89086" y="36216"/>
                  </a:cubicBezTo>
                  <a:cubicBezTo>
                    <a:pt x="89010" y="36063"/>
                    <a:pt x="88972" y="35910"/>
                    <a:pt x="88857" y="35795"/>
                  </a:cubicBezTo>
                  <a:lnTo>
                    <a:pt x="88818" y="35757"/>
                  </a:lnTo>
                  <a:cubicBezTo>
                    <a:pt x="88818" y="35757"/>
                    <a:pt x="88818" y="35757"/>
                    <a:pt x="88857" y="35719"/>
                  </a:cubicBezTo>
                  <a:cubicBezTo>
                    <a:pt x="88857" y="35719"/>
                    <a:pt x="88857" y="35681"/>
                    <a:pt x="88895" y="35681"/>
                  </a:cubicBezTo>
                  <a:cubicBezTo>
                    <a:pt x="89086" y="35298"/>
                    <a:pt x="89316" y="34953"/>
                    <a:pt x="89507" y="34609"/>
                  </a:cubicBezTo>
                  <a:cubicBezTo>
                    <a:pt x="89699" y="34226"/>
                    <a:pt x="89929" y="33843"/>
                    <a:pt x="90120" y="33460"/>
                  </a:cubicBezTo>
                  <a:cubicBezTo>
                    <a:pt x="90158" y="33307"/>
                    <a:pt x="90235" y="33154"/>
                    <a:pt x="90311" y="33001"/>
                  </a:cubicBezTo>
                  <a:cubicBezTo>
                    <a:pt x="90388" y="32848"/>
                    <a:pt x="90465" y="32656"/>
                    <a:pt x="90541" y="32503"/>
                  </a:cubicBezTo>
                  <a:cubicBezTo>
                    <a:pt x="90579" y="32465"/>
                    <a:pt x="90579" y="32388"/>
                    <a:pt x="90618" y="32350"/>
                  </a:cubicBezTo>
                  <a:cubicBezTo>
                    <a:pt x="90694" y="32197"/>
                    <a:pt x="90771" y="32044"/>
                    <a:pt x="90847" y="31890"/>
                  </a:cubicBezTo>
                  <a:cubicBezTo>
                    <a:pt x="91001" y="31546"/>
                    <a:pt x="91154" y="31240"/>
                    <a:pt x="91307" y="30933"/>
                  </a:cubicBezTo>
                  <a:cubicBezTo>
                    <a:pt x="91345" y="30857"/>
                    <a:pt x="91383" y="30818"/>
                    <a:pt x="91422" y="30742"/>
                  </a:cubicBezTo>
                  <a:cubicBezTo>
                    <a:pt x="91537" y="30589"/>
                    <a:pt x="91690" y="30436"/>
                    <a:pt x="91843" y="30282"/>
                  </a:cubicBezTo>
                  <a:lnTo>
                    <a:pt x="91843" y="30244"/>
                  </a:lnTo>
                  <a:cubicBezTo>
                    <a:pt x="91919" y="30206"/>
                    <a:pt x="91996" y="30168"/>
                    <a:pt x="92073" y="30091"/>
                  </a:cubicBezTo>
                  <a:cubicBezTo>
                    <a:pt x="92149" y="30053"/>
                    <a:pt x="92226" y="29976"/>
                    <a:pt x="92302" y="29938"/>
                  </a:cubicBezTo>
                  <a:lnTo>
                    <a:pt x="92532" y="29708"/>
                  </a:lnTo>
                  <a:cubicBezTo>
                    <a:pt x="92685" y="29555"/>
                    <a:pt x="92838" y="29402"/>
                    <a:pt x="92991" y="29249"/>
                  </a:cubicBezTo>
                  <a:lnTo>
                    <a:pt x="93068" y="29172"/>
                  </a:lnTo>
                  <a:cubicBezTo>
                    <a:pt x="93068" y="29172"/>
                    <a:pt x="93068" y="29172"/>
                    <a:pt x="93106" y="29172"/>
                  </a:cubicBezTo>
                  <a:cubicBezTo>
                    <a:pt x="93221" y="29096"/>
                    <a:pt x="93336" y="28981"/>
                    <a:pt x="93451" y="28866"/>
                  </a:cubicBezTo>
                  <a:cubicBezTo>
                    <a:pt x="93604" y="28751"/>
                    <a:pt x="93795" y="28598"/>
                    <a:pt x="93987" y="28445"/>
                  </a:cubicBezTo>
                  <a:cubicBezTo>
                    <a:pt x="93987" y="28445"/>
                    <a:pt x="94025" y="28407"/>
                    <a:pt x="94063" y="28407"/>
                  </a:cubicBezTo>
                  <a:cubicBezTo>
                    <a:pt x="94063" y="28407"/>
                    <a:pt x="94063" y="28407"/>
                    <a:pt x="94063" y="28407"/>
                  </a:cubicBezTo>
                  <a:cubicBezTo>
                    <a:pt x="94293" y="28330"/>
                    <a:pt x="94446" y="28292"/>
                    <a:pt x="94638" y="28177"/>
                  </a:cubicBezTo>
                  <a:cubicBezTo>
                    <a:pt x="94752" y="28100"/>
                    <a:pt x="94906" y="27985"/>
                    <a:pt x="95059" y="27909"/>
                  </a:cubicBezTo>
                  <a:cubicBezTo>
                    <a:pt x="95365" y="27679"/>
                    <a:pt x="95633" y="27488"/>
                    <a:pt x="95901" y="27258"/>
                  </a:cubicBezTo>
                  <a:cubicBezTo>
                    <a:pt x="96169" y="27028"/>
                    <a:pt x="96437" y="26760"/>
                    <a:pt x="96705" y="26531"/>
                  </a:cubicBezTo>
                  <a:cubicBezTo>
                    <a:pt x="96973" y="26224"/>
                    <a:pt x="97356" y="25918"/>
                    <a:pt x="97432" y="25535"/>
                  </a:cubicBezTo>
                  <a:cubicBezTo>
                    <a:pt x="97509" y="25420"/>
                    <a:pt x="97585" y="25306"/>
                    <a:pt x="97662" y="25229"/>
                  </a:cubicBezTo>
                  <a:cubicBezTo>
                    <a:pt x="97739" y="25038"/>
                    <a:pt x="97853" y="24846"/>
                    <a:pt x="97968" y="24655"/>
                  </a:cubicBezTo>
                  <a:cubicBezTo>
                    <a:pt x="98006" y="24540"/>
                    <a:pt x="98083" y="24425"/>
                    <a:pt x="98121" y="24310"/>
                  </a:cubicBezTo>
                  <a:cubicBezTo>
                    <a:pt x="98466" y="23813"/>
                    <a:pt x="98925" y="23391"/>
                    <a:pt x="99232" y="22894"/>
                  </a:cubicBezTo>
                  <a:cubicBezTo>
                    <a:pt x="99423" y="22587"/>
                    <a:pt x="99538" y="22243"/>
                    <a:pt x="99614" y="21898"/>
                  </a:cubicBezTo>
                  <a:cubicBezTo>
                    <a:pt x="99691" y="21669"/>
                    <a:pt x="99729" y="21401"/>
                    <a:pt x="99844" y="21171"/>
                  </a:cubicBezTo>
                  <a:cubicBezTo>
                    <a:pt x="99921" y="21018"/>
                    <a:pt x="99997" y="20865"/>
                    <a:pt x="100074" y="20712"/>
                  </a:cubicBezTo>
                  <a:cubicBezTo>
                    <a:pt x="100265" y="20405"/>
                    <a:pt x="100457" y="20099"/>
                    <a:pt x="100686" y="19831"/>
                  </a:cubicBezTo>
                  <a:cubicBezTo>
                    <a:pt x="100763" y="19716"/>
                    <a:pt x="100839" y="19640"/>
                    <a:pt x="100878" y="19525"/>
                  </a:cubicBezTo>
                  <a:cubicBezTo>
                    <a:pt x="101107" y="19448"/>
                    <a:pt x="101299" y="19295"/>
                    <a:pt x="101452" y="19180"/>
                  </a:cubicBezTo>
                  <a:cubicBezTo>
                    <a:pt x="101643" y="19065"/>
                    <a:pt x="101835" y="18951"/>
                    <a:pt x="101988" y="18836"/>
                  </a:cubicBezTo>
                  <a:cubicBezTo>
                    <a:pt x="102218" y="18721"/>
                    <a:pt x="102409" y="18606"/>
                    <a:pt x="102639" y="18529"/>
                  </a:cubicBezTo>
                  <a:cubicBezTo>
                    <a:pt x="102830" y="18453"/>
                    <a:pt x="103022" y="18376"/>
                    <a:pt x="103213" y="18338"/>
                  </a:cubicBezTo>
                  <a:cubicBezTo>
                    <a:pt x="103443" y="18261"/>
                    <a:pt x="103672" y="18223"/>
                    <a:pt x="103902" y="18185"/>
                  </a:cubicBezTo>
                  <a:cubicBezTo>
                    <a:pt x="104476" y="18147"/>
                    <a:pt x="105089" y="18108"/>
                    <a:pt x="105663" y="18070"/>
                  </a:cubicBezTo>
                  <a:lnTo>
                    <a:pt x="105816" y="18070"/>
                  </a:lnTo>
                  <a:lnTo>
                    <a:pt x="106199" y="18108"/>
                  </a:lnTo>
                  <a:cubicBezTo>
                    <a:pt x="106467" y="18147"/>
                    <a:pt x="106773" y="18223"/>
                    <a:pt x="107080" y="18261"/>
                  </a:cubicBezTo>
                  <a:cubicBezTo>
                    <a:pt x="115847" y="28789"/>
                    <a:pt x="121130" y="42342"/>
                    <a:pt x="121130" y="57119"/>
                  </a:cubicBezTo>
                  <a:cubicBezTo>
                    <a:pt x="121130" y="87019"/>
                    <a:pt x="99500" y="111865"/>
                    <a:pt x="71055" y="116919"/>
                  </a:cubicBezTo>
                  <a:cubicBezTo>
                    <a:pt x="70902" y="116536"/>
                    <a:pt x="70748" y="116191"/>
                    <a:pt x="70595" y="115808"/>
                  </a:cubicBezTo>
                  <a:lnTo>
                    <a:pt x="70595" y="115808"/>
                  </a:lnTo>
                  <a:close/>
                  <a:moveTo>
                    <a:pt x="651" y="46132"/>
                  </a:moveTo>
                  <a:lnTo>
                    <a:pt x="651" y="46132"/>
                  </a:lnTo>
                  <a:cubicBezTo>
                    <a:pt x="804" y="46132"/>
                    <a:pt x="957" y="46017"/>
                    <a:pt x="1072" y="45941"/>
                  </a:cubicBezTo>
                  <a:cubicBezTo>
                    <a:pt x="1225" y="46017"/>
                    <a:pt x="1378" y="46055"/>
                    <a:pt x="1531" y="46017"/>
                  </a:cubicBezTo>
                  <a:cubicBezTo>
                    <a:pt x="1876" y="46017"/>
                    <a:pt x="2182" y="46017"/>
                    <a:pt x="2488" y="46017"/>
                  </a:cubicBezTo>
                  <a:lnTo>
                    <a:pt x="2565" y="46017"/>
                  </a:lnTo>
                  <a:cubicBezTo>
                    <a:pt x="2565" y="46017"/>
                    <a:pt x="2565" y="46017"/>
                    <a:pt x="2565" y="46017"/>
                  </a:cubicBezTo>
                  <a:cubicBezTo>
                    <a:pt x="2565" y="46055"/>
                    <a:pt x="2565" y="46132"/>
                    <a:pt x="2603" y="46170"/>
                  </a:cubicBezTo>
                  <a:cubicBezTo>
                    <a:pt x="2450" y="46630"/>
                    <a:pt x="2297" y="47051"/>
                    <a:pt x="2106" y="47472"/>
                  </a:cubicBezTo>
                  <a:cubicBezTo>
                    <a:pt x="2029" y="47702"/>
                    <a:pt x="1914" y="47931"/>
                    <a:pt x="1838" y="48161"/>
                  </a:cubicBezTo>
                  <a:cubicBezTo>
                    <a:pt x="1761" y="48314"/>
                    <a:pt x="1685" y="48467"/>
                    <a:pt x="1646" y="48659"/>
                  </a:cubicBezTo>
                  <a:cubicBezTo>
                    <a:pt x="1455" y="48850"/>
                    <a:pt x="1302" y="49042"/>
                    <a:pt x="1110" y="49233"/>
                  </a:cubicBezTo>
                  <a:cubicBezTo>
                    <a:pt x="919" y="49463"/>
                    <a:pt x="727" y="49692"/>
                    <a:pt x="536" y="49884"/>
                  </a:cubicBezTo>
                  <a:cubicBezTo>
                    <a:pt x="345" y="50075"/>
                    <a:pt x="153" y="50267"/>
                    <a:pt x="0" y="50458"/>
                  </a:cubicBezTo>
                  <a:cubicBezTo>
                    <a:pt x="153" y="49003"/>
                    <a:pt x="383" y="47548"/>
                    <a:pt x="613" y="46132"/>
                  </a:cubicBezTo>
                  <a:lnTo>
                    <a:pt x="613" y="46132"/>
                  </a:lnTo>
                  <a:close/>
                  <a:moveTo>
                    <a:pt x="44065" y="28177"/>
                  </a:moveTo>
                  <a:cubicBezTo>
                    <a:pt x="44065" y="28177"/>
                    <a:pt x="44065" y="28177"/>
                    <a:pt x="44026" y="28177"/>
                  </a:cubicBezTo>
                  <a:cubicBezTo>
                    <a:pt x="44065" y="28177"/>
                    <a:pt x="44065" y="28177"/>
                    <a:pt x="44065" y="28177"/>
                  </a:cubicBezTo>
                  <a:close/>
                  <a:moveTo>
                    <a:pt x="27603" y="29325"/>
                  </a:moveTo>
                  <a:lnTo>
                    <a:pt x="27603" y="29325"/>
                  </a:lnTo>
                  <a:lnTo>
                    <a:pt x="27603" y="29325"/>
                  </a:lnTo>
                  <a:close/>
                  <a:moveTo>
                    <a:pt x="39700" y="0"/>
                  </a:moveTo>
                  <a:cubicBezTo>
                    <a:pt x="21324" y="6661"/>
                    <a:pt x="7083" y="21937"/>
                    <a:pt x="1838" y="40925"/>
                  </a:cubicBezTo>
                  <a:cubicBezTo>
                    <a:pt x="1953" y="40849"/>
                    <a:pt x="2106" y="40772"/>
                    <a:pt x="2221" y="40696"/>
                  </a:cubicBezTo>
                  <a:cubicBezTo>
                    <a:pt x="2335" y="40657"/>
                    <a:pt x="2412" y="40619"/>
                    <a:pt x="2488" y="40581"/>
                  </a:cubicBezTo>
                  <a:cubicBezTo>
                    <a:pt x="2756" y="40351"/>
                    <a:pt x="3101" y="40275"/>
                    <a:pt x="3407" y="40160"/>
                  </a:cubicBezTo>
                  <a:cubicBezTo>
                    <a:pt x="3714" y="40045"/>
                    <a:pt x="4020" y="39968"/>
                    <a:pt x="4364" y="39892"/>
                  </a:cubicBezTo>
                  <a:cubicBezTo>
                    <a:pt x="4939" y="39739"/>
                    <a:pt x="5551" y="39585"/>
                    <a:pt x="6164" y="39509"/>
                  </a:cubicBezTo>
                  <a:cubicBezTo>
                    <a:pt x="6738" y="39394"/>
                    <a:pt x="7274" y="39317"/>
                    <a:pt x="7810" y="39279"/>
                  </a:cubicBezTo>
                  <a:cubicBezTo>
                    <a:pt x="8346" y="39203"/>
                    <a:pt x="8882" y="39126"/>
                    <a:pt x="9418" y="39049"/>
                  </a:cubicBezTo>
                  <a:cubicBezTo>
                    <a:pt x="9648" y="39049"/>
                    <a:pt x="9877" y="39011"/>
                    <a:pt x="10107" y="39011"/>
                  </a:cubicBezTo>
                  <a:cubicBezTo>
                    <a:pt x="10337" y="39011"/>
                    <a:pt x="10605" y="39049"/>
                    <a:pt x="10834" y="39049"/>
                  </a:cubicBezTo>
                  <a:cubicBezTo>
                    <a:pt x="11026" y="39011"/>
                    <a:pt x="11217" y="39011"/>
                    <a:pt x="11409" y="38973"/>
                  </a:cubicBezTo>
                  <a:cubicBezTo>
                    <a:pt x="11523" y="38973"/>
                    <a:pt x="11638" y="38935"/>
                    <a:pt x="11753" y="38896"/>
                  </a:cubicBezTo>
                  <a:cubicBezTo>
                    <a:pt x="11868" y="38858"/>
                    <a:pt x="11945" y="38858"/>
                    <a:pt x="12059" y="38820"/>
                  </a:cubicBezTo>
                  <a:cubicBezTo>
                    <a:pt x="12136" y="38781"/>
                    <a:pt x="12213" y="38705"/>
                    <a:pt x="12289" y="38667"/>
                  </a:cubicBezTo>
                  <a:cubicBezTo>
                    <a:pt x="12481" y="38552"/>
                    <a:pt x="12634" y="38475"/>
                    <a:pt x="12787" y="38322"/>
                  </a:cubicBezTo>
                  <a:cubicBezTo>
                    <a:pt x="12787" y="38322"/>
                    <a:pt x="12825" y="38284"/>
                    <a:pt x="12863" y="38246"/>
                  </a:cubicBezTo>
                  <a:lnTo>
                    <a:pt x="12863" y="38207"/>
                  </a:lnTo>
                  <a:cubicBezTo>
                    <a:pt x="12863" y="38169"/>
                    <a:pt x="12863" y="38131"/>
                    <a:pt x="12863" y="38092"/>
                  </a:cubicBezTo>
                  <a:cubicBezTo>
                    <a:pt x="12863" y="38016"/>
                    <a:pt x="12825" y="37901"/>
                    <a:pt x="12825" y="37824"/>
                  </a:cubicBezTo>
                  <a:cubicBezTo>
                    <a:pt x="12787" y="37748"/>
                    <a:pt x="12749" y="37633"/>
                    <a:pt x="12710" y="37556"/>
                  </a:cubicBezTo>
                  <a:cubicBezTo>
                    <a:pt x="12672" y="37442"/>
                    <a:pt x="12634" y="37365"/>
                    <a:pt x="12595" y="37250"/>
                  </a:cubicBezTo>
                  <a:cubicBezTo>
                    <a:pt x="12481" y="37097"/>
                    <a:pt x="12366" y="36944"/>
                    <a:pt x="12289" y="36791"/>
                  </a:cubicBezTo>
                  <a:cubicBezTo>
                    <a:pt x="12136" y="36599"/>
                    <a:pt x="12059" y="36408"/>
                    <a:pt x="12021" y="36178"/>
                  </a:cubicBezTo>
                  <a:cubicBezTo>
                    <a:pt x="11983" y="35872"/>
                    <a:pt x="12059" y="35566"/>
                    <a:pt x="12213" y="35298"/>
                  </a:cubicBezTo>
                  <a:cubicBezTo>
                    <a:pt x="12327" y="34991"/>
                    <a:pt x="12557" y="34723"/>
                    <a:pt x="12787" y="34494"/>
                  </a:cubicBezTo>
                  <a:cubicBezTo>
                    <a:pt x="13017" y="34264"/>
                    <a:pt x="13285" y="34034"/>
                    <a:pt x="13553" y="33805"/>
                  </a:cubicBezTo>
                  <a:cubicBezTo>
                    <a:pt x="13974" y="33460"/>
                    <a:pt x="14356" y="33115"/>
                    <a:pt x="14816" y="32809"/>
                  </a:cubicBezTo>
                  <a:cubicBezTo>
                    <a:pt x="15275" y="32503"/>
                    <a:pt x="15773" y="32235"/>
                    <a:pt x="16309" y="32044"/>
                  </a:cubicBezTo>
                  <a:cubicBezTo>
                    <a:pt x="16692" y="31852"/>
                    <a:pt x="17075" y="31699"/>
                    <a:pt x="17457" y="31546"/>
                  </a:cubicBezTo>
                  <a:cubicBezTo>
                    <a:pt x="17955" y="31354"/>
                    <a:pt x="18453" y="31240"/>
                    <a:pt x="18989" y="31125"/>
                  </a:cubicBezTo>
                  <a:cubicBezTo>
                    <a:pt x="19142" y="31086"/>
                    <a:pt x="19295" y="31086"/>
                    <a:pt x="19448" y="31125"/>
                  </a:cubicBezTo>
                  <a:cubicBezTo>
                    <a:pt x="19486" y="31125"/>
                    <a:pt x="19525" y="31125"/>
                    <a:pt x="19563" y="31086"/>
                  </a:cubicBezTo>
                  <a:cubicBezTo>
                    <a:pt x="19640" y="31086"/>
                    <a:pt x="19678" y="31086"/>
                    <a:pt x="19754" y="31048"/>
                  </a:cubicBezTo>
                  <a:cubicBezTo>
                    <a:pt x="19869" y="31010"/>
                    <a:pt x="20022" y="30972"/>
                    <a:pt x="20137" y="30933"/>
                  </a:cubicBezTo>
                  <a:lnTo>
                    <a:pt x="20520" y="30818"/>
                  </a:lnTo>
                  <a:cubicBezTo>
                    <a:pt x="20788" y="30704"/>
                    <a:pt x="21056" y="30627"/>
                    <a:pt x="21324" y="30550"/>
                  </a:cubicBezTo>
                  <a:cubicBezTo>
                    <a:pt x="21745" y="30397"/>
                    <a:pt x="22205" y="30206"/>
                    <a:pt x="22626" y="30053"/>
                  </a:cubicBezTo>
                  <a:cubicBezTo>
                    <a:pt x="22702" y="29938"/>
                    <a:pt x="22779" y="29823"/>
                    <a:pt x="22894" y="29708"/>
                  </a:cubicBezTo>
                  <a:cubicBezTo>
                    <a:pt x="22970" y="29632"/>
                    <a:pt x="23085" y="29593"/>
                    <a:pt x="23162" y="29555"/>
                  </a:cubicBezTo>
                  <a:cubicBezTo>
                    <a:pt x="23277" y="29479"/>
                    <a:pt x="23391" y="29402"/>
                    <a:pt x="23506" y="29325"/>
                  </a:cubicBezTo>
                  <a:cubicBezTo>
                    <a:pt x="23774" y="29211"/>
                    <a:pt x="24004" y="29057"/>
                    <a:pt x="24272" y="28943"/>
                  </a:cubicBezTo>
                  <a:cubicBezTo>
                    <a:pt x="24770" y="28675"/>
                    <a:pt x="25267" y="28407"/>
                    <a:pt x="25765" y="28139"/>
                  </a:cubicBezTo>
                  <a:cubicBezTo>
                    <a:pt x="26263" y="27871"/>
                    <a:pt x="26722" y="27603"/>
                    <a:pt x="27220" y="27373"/>
                  </a:cubicBezTo>
                  <a:cubicBezTo>
                    <a:pt x="27756" y="27105"/>
                    <a:pt x="28330" y="26990"/>
                    <a:pt x="28943" y="26914"/>
                  </a:cubicBezTo>
                  <a:cubicBezTo>
                    <a:pt x="29479" y="26875"/>
                    <a:pt x="30053" y="26914"/>
                    <a:pt x="30627" y="26952"/>
                  </a:cubicBezTo>
                  <a:cubicBezTo>
                    <a:pt x="31125" y="26952"/>
                    <a:pt x="31622" y="27028"/>
                    <a:pt x="32120" y="27067"/>
                  </a:cubicBezTo>
                  <a:cubicBezTo>
                    <a:pt x="32694" y="27105"/>
                    <a:pt x="33269" y="27182"/>
                    <a:pt x="33843" y="27296"/>
                  </a:cubicBezTo>
                  <a:cubicBezTo>
                    <a:pt x="34149" y="27335"/>
                    <a:pt x="34417" y="27411"/>
                    <a:pt x="34723" y="27450"/>
                  </a:cubicBezTo>
                  <a:cubicBezTo>
                    <a:pt x="34953" y="27526"/>
                    <a:pt x="35221" y="27564"/>
                    <a:pt x="35489" y="27641"/>
                  </a:cubicBezTo>
                  <a:cubicBezTo>
                    <a:pt x="35987" y="27756"/>
                    <a:pt x="36484" y="27871"/>
                    <a:pt x="36982" y="27947"/>
                  </a:cubicBezTo>
                  <a:cubicBezTo>
                    <a:pt x="37288" y="28024"/>
                    <a:pt x="37595" y="28024"/>
                    <a:pt x="37863" y="28062"/>
                  </a:cubicBezTo>
                  <a:cubicBezTo>
                    <a:pt x="38169" y="28062"/>
                    <a:pt x="38437" y="28062"/>
                    <a:pt x="38743" y="28062"/>
                  </a:cubicBezTo>
                  <a:cubicBezTo>
                    <a:pt x="39279" y="28024"/>
                    <a:pt x="39853" y="28024"/>
                    <a:pt x="40389" y="28100"/>
                  </a:cubicBezTo>
                  <a:cubicBezTo>
                    <a:pt x="40734" y="28139"/>
                    <a:pt x="41079" y="28215"/>
                    <a:pt x="41423" y="28253"/>
                  </a:cubicBezTo>
                  <a:cubicBezTo>
                    <a:pt x="41768" y="28330"/>
                    <a:pt x="42112" y="28368"/>
                    <a:pt x="42457" y="28368"/>
                  </a:cubicBezTo>
                  <a:cubicBezTo>
                    <a:pt x="42686" y="28368"/>
                    <a:pt x="42916" y="28368"/>
                    <a:pt x="43108" y="28368"/>
                  </a:cubicBezTo>
                  <a:cubicBezTo>
                    <a:pt x="43261" y="28330"/>
                    <a:pt x="43414" y="28330"/>
                    <a:pt x="43605" y="28292"/>
                  </a:cubicBezTo>
                  <a:cubicBezTo>
                    <a:pt x="43758" y="28253"/>
                    <a:pt x="43950" y="28215"/>
                    <a:pt x="44103" y="28139"/>
                  </a:cubicBezTo>
                  <a:cubicBezTo>
                    <a:pt x="44524" y="27985"/>
                    <a:pt x="44945" y="27832"/>
                    <a:pt x="45366" y="27641"/>
                  </a:cubicBezTo>
                  <a:cubicBezTo>
                    <a:pt x="45826" y="27450"/>
                    <a:pt x="46323" y="27296"/>
                    <a:pt x="46821" y="27220"/>
                  </a:cubicBezTo>
                  <a:cubicBezTo>
                    <a:pt x="47357" y="27143"/>
                    <a:pt x="47893" y="27067"/>
                    <a:pt x="48429" y="27143"/>
                  </a:cubicBezTo>
                  <a:cubicBezTo>
                    <a:pt x="48888" y="27220"/>
                    <a:pt x="49348" y="27373"/>
                    <a:pt x="49769" y="27526"/>
                  </a:cubicBezTo>
                  <a:cubicBezTo>
                    <a:pt x="49999" y="27603"/>
                    <a:pt x="50228" y="27641"/>
                    <a:pt x="50458" y="27679"/>
                  </a:cubicBezTo>
                  <a:cubicBezTo>
                    <a:pt x="50688" y="27717"/>
                    <a:pt x="50879" y="27756"/>
                    <a:pt x="51109" y="27794"/>
                  </a:cubicBezTo>
                  <a:cubicBezTo>
                    <a:pt x="51453" y="27794"/>
                    <a:pt x="51798" y="27794"/>
                    <a:pt x="52143" y="27756"/>
                  </a:cubicBezTo>
                  <a:cubicBezTo>
                    <a:pt x="52334" y="27756"/>
                    <a:pt x="52564" y="27717"/>
                    <a:pt x="52793" y="27679"/>
                  </a:cubicBezTo>
                  <a:cubicBezTo>
                    <a:pt x="53023" y="27603"/>
                    <a:pt x="53291" y="27564"/>
                    <a:pt x="53521" y="27488"/>
                  </a:cubicBezTo>
                  <a:cubicBezTo>
                    <a:pt x="53674" y="27411"/>
                    <a:pt x="53789" y="27373"/>
                    <a:pt x="53942" y="27296"/>
                  </a:cubicBezTo>
                  <a:cubicBezTo>
                    <a:pt x="54133" y="27182"/>
                    <a:pt x="54286" y="27105"/>
                    <a:pt x="54478" y="26990"/>
                  </a:cubicBezTo>
                  <a:cubicBezTo>
                    <a:pt x="54593" y="26914"/>
                    <a:pt x="54708" y="26837"/>
                    <a:pt x="54784" y="26722"/>
                  </a:cubicBezTo>
                  <a:cubicBezTo>
                    <a:pt x="54937" y="26607"/>
                    <a:pt x="55052" y="26454"/>
                    <a:pt x="55167" y="26339"/>
                  </a:cubicBezTo>
                  <a:cubicBezTo>
                    <a:pt x="55358" y="26110"/>
                    <a:pt x="55550" y="25918"/>
                    <a:pt x="55779" y="25765"/>
                  </a:cubicBezTo>
                  <a:cubicBezTo>
                    <a:pt x="56086" y="25497"/>
                    <a:pt x="56430" y="25306"/>
                    <a:pt x="56737" y="25038"/>
                  </a:cubicBezTo>
                  <a:cubicBezTo>
                    <a:pt x="56851" y="24923"/>
                    <a:pt x="56928" y="24808"/>
                    <a:pt x="57043" y="24693"/>
                  </a:cubicBezTo>
                  <a:cubicBezTo>
                    <a:pt x="57119" y="24617"/>
                    <a:pt x="57196" y="24502"/>
                    <a:pt x="57273" y="24425"/>
                  </a:cubicBezTo>
                  <a:cubicBezTo>
                    <a:pt x="57349" y="24272"/>
                    <a:pt x="57426" y="24157"/>
                    <a:pt x="57464" y="24004"/>
                  </a:cubicBezTo>
                  <a:cubicBezTo>
                    <a:pt x="57541" y="23851"/>
                    <a:pt x="57617" y="23659"/>
                    <a:pt x="57694" y="23468"/>
                  </a:cubicBezTo>
                  <a:cubicBezTo>
                    <a:pt x="57770" y="23162"/>
                    <a:pt x="57885" y="22817"/>
                    <a:pt x="57962" y="22511"/>
                  </a:cubicBezTo>
                  <a:cubicBezTo>
                    <a:pt x="58077" y="22128"/>
                    <a:pt x="58230" y="21784"/>
                    <a:pt x="58345" y="21439"/>
                  </a:cubicBezTo>
                  <a:cubicBezTo>
                    <a:pt x="58383" y="21401"/>
                    <a:pt x="58383" y="21362"/>
                    <a:pt x="58421" y="21286"/>
                  </a:cubicBezTo>
                  <a:cubicBezTo>
                    <a:pt x="58421" y="21209"/>
                    <a:pt x="58421" y="21133"/>
                    <a:pt x="58383" y="21056"/>
                  </a:cubicBezTo>
                  <a:cubicBezTo>
                    <a:pt x="58230" y="20903"/>
                    <a:pt x="58153" y="20673"/>
                    <a:pt x="58115" y="20405"/>
                  </a:cubicBezTo>
                  <a:cubicBezTo>
                    <a:pt x="58077" y="20176"/>
                    <a:pt x="58077" y="19946"/>
                    <a:pt x="58077" y="19716"/>
                  </a:cubicBezTo>
                  <a:cubicBezTo>
                    <a:pt x="58077" y="19640"/>
                    <a:pt x="58038" y="19601"/>
                    <a:pt x="58038" y="19525"/>
                  </a:cubicBezTo>
                  <a:cubicBezTo>
                    <a:pt x="58038" y="19257"/>
                    <a:pt x="58000" y="18951"/>
                    <a:pt x="57962" y="18644"/>
                  </a:cubicBezTo>
                  <a:cubicBezTo>
                    <a:pt x="57923" y="18415"/>
                    <a:pt x="57923" y="18185"/>
                    <a:pt x="57847" y="17917"/>
                  </a:cubicBezTo>
                  <a:cubicBezTo>
                    <a:pt x="57847" y="17879"/>
                    <a:pt x="57847" y="17879"/>
                    <a:pt x="57809" y="17840"/>
                  </a:cubicBezTo>
                  <a:cubicBezTo>
                    <a:pt x="57809" y="17802"/>
                    <a:pt x="57770" y="17764"/>
                    <a:pt x="57770" y="17725"/>
                  </a:cubicBezTo>
                  <a:cubicBezTo>
                    <a:pt x="57655" y="17572"/>
                    <a:pt x="57541" y="17419"/>
                    <a:pt x="57426" y="17266"/>
                  </a:cubicBezTo>
                  <a:cubicBezTo>
                    <a:pt x="57234" y="17075"/>
                    <a:pt x="57043" y="16845"/>
                    <a:pt x="56890" y="16615"/>
                  </a:cubicBezTo>
                  <a:cubicBezTo>
                    <a:pt x="56775" y="16462"/>
                    <a:pt x="56660" y="16309"/>
                    <a:pt x="56545" y="16156"/>
                  </a:cubicBezTo>
                  <a:cubicBezTo>
                    <a:pt x="56545" y="16118"/>
                    <a:pt x="56507" y="16118"/>
                    <a:pt x="56507" y="16118"/>
                  </a:cubicBezTo>
                  <a:cubicBezTo>
                    <a:pt x="56354" y="15964"/>
                    <a:pt x="56162" y="15850"/>
                    <a:pt x="56009" y="15696"/>
                  </a:cubicBezTo>
                  <a:cubicBezTo>
                    <a:pt x="55818" y="15543"/>
                    <a:pt x="55626" y="15390"/>
                    <a:pt x="55435" y="15160"/>
                  </a:cubicBezTo>
                  <a:cubicBezTo>
                    <a:pt x="55167" y="14854"/>
                    <a:pt x="55014" y="14471"/>
                    <a:pt x="54937" y="14050"/>
                  </a:cubicBezTo>
                  <a:cubicBezTo>
                    <a:pt x="54937" y="13974"/>
                    <a:pt x="54937" y="13897"/>
                    <a:pt x="54899" y="13782"/>
                  </a:cubicBezTo>
                  <a:cubicBezTo>
                    <a:pt x="54899" y="13782"/>
                    <a:pt x="54899" y="13744"/>
                    <a:pt x="54861" y="13744"/>
                  </a:cubicBezTo>
                  <a:cubicBezTo>
                    <a:pt x="54708" y="13399"/>
                    <a:pt x="54784" y="13055"/>
                    <a:pt x="54861" y="12710"/>
                  </a:cubicBezTo>
                  <a:cubicBezTo>
                    <a:pt x="54899" y="12519"/>
                    <a:pt x="54937" y="12327"/>
                    <a:pt x="55014" y="12136"/>
                  </a:cubicBezTo>
                  <a:cubicBezTo>
                    <a:pt x="55090" y="11791"/>
                    <a:pt x="55205" y="11447"/>
                    <a:pt x="55282" y="11102"/>
                  </a:cubicBezTo>
                  <a:cubicBezTo>
                    <a:pt x="55320" y="10758"/>
                    <a:pt x="55358" y="10375"/>
                    <a:pt x="55397" y="10030"/>
                  </a:cubicBezTo>
                  <a:cubicBezTo>
                    <a:pt x="55473" y="9686"/>
                    <a:pt x="55512" y="9341"/>
                    <a:pt x="55550" y="8997"/>
                  </a:cubicBezTo>
                  <a:cubicBezTo>
                    <a:pt x="55588" y="8920"/>
                    <a:pt x="55588" y="8844"/>
                    <a:pt x="55588" y="8767"/>
                  </a:cubicBezTo>
                  <a:cubicBezTo>
                    <a:pt x="55588" y="8729"/>
                    <a:pt x="55588" y="8690"/>
                    <a:pt x="55550" y="8652"/>
                  </a:cubicBezTo>
                  <a:cubicBezTo>
                    <a:pt x="55550" y="8614"/>
                    <a:pt x="55550" y="8614"/>
                    <a:pt x="55550" y="8576"/>
                  </a:cubicBezTo>
                  <a:cubicBezTo>
                    <a:pt x="55550" y="8537"/>
                    <a:pt x="55512" y="8537"/>
                    <a:pt x="55512" y="8499"/>
                  </a:cubicBezTo>
                  <a:cubicBezTo>
                    <a:pt x="55473" y="8422"/>
                    <a:pt x="55435" y="8346"/>
                    <a:pt x="55397" y="8269"/>
                  </a:cubicBezTo>
                  <a:cubicBezTo>
                    <a:pt x="55090" y="7772"/>
                    <a:pt x="54784" y="7312"/>
                    <a:pt x="54516" y="6776"/>
                  </a:cubicBezTo>
                  <a:cubicBezTo>
                    <a:pt x="54286" y="6355"/>
                    <a:pt x="54172" y="5896"/>
                    <a:pt x="53980" y="5436"/>
                  </a:cubicBezTo>
                  <a:cubicBezTo>
                    <a:pt x="53865" y="5092"/>
                    <a:pt x="53712" y="4786"/>
                    <a:pt x="53559" y="4479"/>
                  </a:cubicBezTo>
                  <a:cubicBezTo>
                    <a:pt x="53482" y="4364"/>
                    <a:pt x="53406" y="4250"/>
                    <a:pt x="53329" y="4096"/>
                  </a:cubicBezTo>
                  <a:cubicBezTo>
                    <a:pt x="53253" y="4020"/>
                    <a:pt x="53176" y="3905"/>
                    <a:pt x="53061" y="3790"/>
                  </a:cubicBezTo>
                  <a:cubicBezTo>
                    <a:pt x="52870" y="3599"/>
                    <a:pt x="52679" y="3407"/>
                    <a:pt x="52449" y="3216"/>
                  </a:cubicBezTo>
                  <a:cubicBezTo>
                    <a:pt x="52257" y="2986"/>
                    <a:pt x="52028" y="2756"/>
                    <a:pt x="51798" y="2565"/>
                  </a:cubicBezTo>
                  <a:cubicBezTo>
                    <a:pt x="51683" y="2450"/>
                    <a:pt x="51530" y="2374"/>
                    <a:pt x="51415" y="2259"/>
                  </a:cubicBezTo>
                  <a:cubicBezTo>
                    <a:pt x="51300" y="2221"/>
                    <a:pt x="51224" y="2144"/>
                    <a:pt x="51109" y="2106"/>
                  </a:cubicBezTo>
                  <a:cubicBezTo>
                    <a:pt x="50917" y="2029"/>
                    <a:pt x="50726" y="1914"/>
                    <a:pt x="50496" y="1838"/>
                  </a:cubicBezTo>
                  <a:cubicBezTo>
                    <a:pt x="50381" y="1838"/>
                    <a:pt x="50267" y="1799"/>
                    <a:pt x="50152" y="1761"/>
                  </a:cubicBezTo>
                  <a:cubicBezTo>
                    <a:pt x="49692" y="1685"/>
                    <a:pt x="49233" y="1646"/>
                    <a:pt x="48812" y="1570"/>
                  </a:cubicBezTo>
                  <a:cubicBezTo>
                    <a:pt x="48352" y="1455"/>
                    <a:pt x="47893" y="1340"/>
                    <a:pt x="47434" y="1263"/>
                  </a:cubicBezTo>
                  <a:cubicBezTo>
                    <a:pt x="46974" y="1187"/>
                    <a:pt x="46515" y="1149"/>
                    <a:pt x="46055" y="1110"/>
                  </a:cubicBezTo>
                  <a:cubicBezTo>
                    <a:pt x="45558" y="1034"/>
                    <a:pt x="45022" y="957"/>
                    <a:pt x="44524" y="881"/>
                  </a:cubicBezTo>
                  <a:lnTo>
                    <a:pt x="44524" y="881"/>
                  </a:lnTo>
                  <a:lnTo>
                    <a:pt x="44486" y="842"/>
                  </a:lnTo>
                  <a:cubicBezTo>
                    <a:pt x="44486" y="842"/>
                    <a:pt x="44524" y="842"/>
                    <a:pt x="44524" y="881"/>
                  </a:cubicBezTo>
                  <a:cubicBezTo>
                    <a:pt x="44524" y="881"/>
                    <a:pt x="44486" y="881"/>
                    <a:pt x="44486" y="842"/>
                  </a:cubicBezTo>
                  <a:cubicBezTo>
                    <a:pt x="44103" y="804"/>
                    <a:pt x="43682" y="727"/>
                    <a:pt x="43299" y="651"/>
                  </a:cubicBezTo>
                  <a:cubicBezTo>
                    <a:pt x="42878" y="613"/>
                    <a:pt x="42457" y="574"/>
                    <a:pt x="42036" y="536"/>
                  </a:cubicBezTo>
                  <a:cubicBezTo>
                    <a:pt x="41691" y="536"/>
                    <a:pt x="41308" y="536"/>
                    <a:pt x="40925" y="536"/>
                  </a:cubicBezTo>
                  <a:cubicBezTo>
                    <a:pt x="40811" y="536"/>
                    <a:pt x="40696" y="536"/>
                    <a:pt x="40581" y="536"/>
                  </a:cubicBezTo>
                  <a:cubicBezTo>
                    <a:pt x="40198" y="536"/>
                    <a:pt x="39853" y="306"/>
                    <a:pt x="39700" y="0"/>
                  </a:cubicBezTo>
                  <a:lnTo>
                    <a:pt x="39700" y="0"/>
                  </a:lnTo>
                  <a:close/>
                  <a:moveTo>
                    <a:pt x="56890" y="3560"/>
                  </a:moveTo>
                  <a:cubicBezTo>
                    <a:pt x="56890" y="3560"/>
                    <a:pt x="56928" y="3599"/>
                    <a:pt x="56966" y="3637"/>
                  </a:cubicBezTo>
                  <a:lnTo>
                    <a:pt x="56966" y="3637"/>
                  </a:lnTo>
                  <a:cubicBezTo>
                    <a:pt x="56966" y="3637"/>
                    <a:pt x="56890" y="3599"/>
                    <a:pt x="56890" y="3560"/>
                  </a:cubicBezTo>
                  <a:close/>
                  <a:moveTo>
                    <a:pt x="68643" y="11370"/>
                  </a:moveTo>
                  <a:lnTo>
                    <a:pt x="68643" y="11370"/>
                  </a:lnTo>
                  <a:close/>
                  <a:moveTo>
                    <a:pt x="62671" y="13323"/>
                  </a:moveTo>
                  <a:cubicBezTo>
                    <a:pt x="62517" y="13323"/>
                    <a:pt x="62403" y="13285"/>
                    <a:pt x="62249" y="13246"/>
                  </a:cubicBezTo>
                  <a:cubicBezTo>
                    <a:pt x="61981" y="13170"/>
                    <a:pt x="61675" y="13055"/>
                    <a:pt x="61407" y="12978"/>
                  </a:cubicBezTo>
                  <a:cubicBezTo>
                    <a:pt x="61254" y="12902"/>
                    <a:pt x="61101" y="12863"/>
                    <a:pt x="60948" y="12787"/>
                  </a:cubicBezTo>
                  <a:cubicBezTo>
                    <a:pt x="60756" y="12710"/>
                    <a:pt x="60603" y="12672"/>
                    <a:pt x="60412" y="12672"/>
                  </a:cubicBezTo>
                  <a:cubicBezTo>
                    <a:pt x="60412" y="12634"/>
                    <a:pt x="60374" y="12557"/>
                    <a:pt x="60335" y="12481"/>
                  </a:cubicBezTo>
                  <a:cubicBezTo>
                    <a:pt x="60220" y="12098"/>
                    <a:pt x="60067" y="11715"/>
                    <a:pt x="59952" y="11332"/>
                  </a:cubicBezTo>
                  <a:cubicBezTo>
                    <a:pt x="59876" y="11179"/>
                    <a:pt x="59838" y="11026"/>
                    <a:pt x="59761" y="10873"/>
                  </a:cubicBezTo>
                  <a:cubicBezTo>
                    <a:pt x="59761" y="10834"/>
                    <a:pt x="59761" y="10834"/>
                    <a:pt x="59761" y="10796"/>
                  </a:cubicBezTo>
                  <a:cubicBezTo>
                    <a:pt x="59723" y="10758"/>
                    <a:pt x="59723" y="10758"/>
                    <a:pt x="59723" y="10720"/>
                  </a:cubicBezTo>
                  <a:cubicBezTo>
                    <a:pt x="59646" y="10375"/>
                    <a:pt x="59531" y="10069"/>
                    <a:pt x="59416" y="9762"/>
                  </a:cubicBezTo>
                  <a:cubicBezTo>
                    <a:pt x="59378" y="9533"/>
                    <a:pt x="59263" y="9303"/>
                    <a:pt x="59148" y="9112"/>
                  </a:cubicBezTo>
                  <a:cubicBezTo>
                    <a:pt x="59072" y="9073"/>
                    <a:pt x="59034" y="8997"/>
                    <a:pt x="58957" y="8920"/>
                  </a:cubicBezTo>
                  <a:cubicBezTo>
                    <a:pt x="58957" y="8882"/>
                    <a:pt x="58957" y="8844"/>
                    <a:pt x="58957" y="8767"/>
                  </a:cubicBezTo>
                  <a:lnTo>
                    <a:pt x="58919" y="8308"/>
                  </a:lnTo>
                  <a:cubicBezTo>
                    <a:pt x="58919" y="8308"/>
                    <a:pt x="58919" y="8269"/>
                    <a:pt x="58957" y="8231"/>
                  </a:cubicBezTo>
                  <a:cubicBezTo>
                    <a:pt x="59034" y="8001"/>
                    <a:pt x="59034" y="7733"/>
                    <a:pt x="58995" y="7465"/>
                  </a:cubicBezTo>
                  <a:cubicBezTo>
                    <a:pt x="58957" y="6891"/>
                    <a:pt x="58842" y="6317"/>
                    <a:pt x="58651" y="5781"/>
                  </a:cubicBezTo>
                  <a:cubicBezTo>
                    <a:pt x="58421" y="5207"/>
                    <a:pt x="58038" y="4671"/>
                    <a:pt x="57617" y="4250"/>
                  </a:cubicBezTo>
                  <a:cubicBezTo>
                    <a:pt x="57426" y="4020"/>
                    <a:pt x="57196" y="3828"/>
                    <a:pt x="56966" y="3637"/>
                  </a:cubicBezTo>
                  <a:cubicBezTo>
                    <a:pt x="56966" y="3637"/>
                    <a:pt x="56966" y="3637"/>
                    <a:pt x="56966" y="3637"/>
                  </a:cubicBezTo>
                  <a:lnTo>
                    <a:pt x="56966" y="3637"/>
                  </a:lnTo>
                  <a:lnTo>
                    <a:pt x="56966" y="3637"/>
                  </a:lnTo>
                  <a:cubicBezTo>
                    <a:pt x="56813" y="3484"/>
                    <a:pt x="56660" y="3369"/>
                    <a:pt x="56545" y="3216"/>
                  </a:cubicBezTo>
                  <a:cubicBezTo>
                    <a:pt x="56469" y="3139"/>
                    <a:pt x="56392" y="3024"/>
                    <a:pt x="56315" y="2948"/>
                  </a:cubicBezTo>
                  <a:lnTo>
                    <a:pt x="56315" y="2910"/>
                  </a:lnTo>
                  <a:cubicBezTo>
                    <a:pt x="56392" y="2871"/>
                    <a:pt x="56507" y="2795"/>
                    <a:pt x="56545" y="2718"/>
                  </a:cubicBezTo>
                  <a:cubicBezTo>
                    <a:pt x="56660" y="2603"/>
                    <a:pt x="56737" y="2489"/>
                    <a:pt x="56813" y="2335"/>
                  </a:cubicBezTo>
                  <a:cubicBezTo>
                    <a:pt x="56813" y="2335"/>
                    <a:pt x="56813" y="2335"/>
                    <a:pt x="56813" y="2297"/>
                  </a:cubicBezTo>
                  <a:cubicBezTo>
                    <a:pt x="56851" y="2297"/>
                    <a:pt x="56851" y="2297"/>
                    <a:pt x="56851" y="2297"/>
                  </a:cubicBezTo>
                  <a:cubicBezTo>
                    <a:pt x="56966" y="2259"/>
                    <a:pt x="57043" y="2221"/>
                    <a:pt x="57119" y="2221"/>
                  </a:cubicBezTo>
                  <a:cubicBezTo>
                    <a:pt x="57234" y="2182"/>
                    <a:pt x="57311" y="2144"/>
                    <a:pt x="57426" y="2144"/>
                  </a:cubicBezTo>
                  <a:cubicBezTo>
                    <a:pt x="57962" y="2067"/>
                    <a:pt x="58498" y="2067"/>
                    <a:pt x="58995" y="2029"/>
                  </a:cubicBezTo>
                  <a:cubicBezTo>
                    <a:pt x="59148" y="2029"/>
                    <a:pt x="59263" y="2067"/>
                    <a:pt x="59378" y="2067"/>
                  </a:cubicBezTo>
                  <a:cubicBezTo>
                    <a:pt x="59493" y="2067"/>
                    <a:pt x="59608" y="2106"/>
                    <a:pt x="59723" y="2106"/>
                  </a:cubicBezTo>
                  <a:cubicBezTo>
                    <a:pt x="59952" y="2182"/>
                    <a:pt x="60182" y="2221"/>
                    <a:pt x="60412" y="2297"/>
                  </a:cubicBezTo>
                  <a:cubicBezTo>
                    <a:pt x="60680" y="2374"/>
                    <a:pt x="60948" y="2450"/>
                    <a:pt x="61178" y="2527"/>
                  </a:cubicBezTo>
                  <a:cubicBezTo>
                    <a:pt x="61522" y="2603"/>
                    <a:pt x="61828" y="2718"/>
                    <a:pt x="62173" y="2833"/>
                  </a:cubicBezTo>
                  <a:cubicBezTo>
                    <a:pt x="62403" y="2948"/>
                    <a:pt x="62632" y="3063"/>
                    <a:pt x="62862" y="3216"/>
                  </a:cubicBezTo>
                  <a:cubicBezTo>
                    <a:pt x="63092" y="3331"/>
                    <a:pt x="63321" y="3446"/>
                    <a:pt x="63551" y="3560"/>
                  </a:cubicBezTo>
                  <a:cubicBezTo>
                    <a:pt x="63589" y="3560"/>
                    <a:pt x="63628" y="3599"/>
                    <a:pt x="63628" y="3599"/>
                  </a:cubicBezTo>
                  <a:cubicBezTo>
                    <a:pt x="63857" y="3790"/>
                    <a:pt x="64049" y="3905"/>
                    <a:pt x="64240" y="4058"/>
                  </a:cubicBezTo>
                  <a:cubicBezTo>
                    <a:pt x="64546" y="4250"/>
                    <a:pt x="64853" y="4479"/>
                    <a:pt x="65197" y="4632"/>
                  </a:cubicBezTo>
                  <a:cubicBezTo>
                    <a:pt x="65427" y="4939"/>
                    <a:pt x="65657" y="5283"/>
                    <a:pt x="65886" y="5589"/>
                  </a:cubicBezTo>
                  <a:lnTo>
                    <a:pt x="66729" y="6661"/>
                  </a:lnTo>
                  <a:cubicBezTo>
                    <a:pt x="66997" y="7044"/>
                    <a:pt x="67303" y="7465"/>
                    <a:pt x="67571" y="7848"/>
                  </a:cubicBezTo>
                  <a:cubicBezTo>
                    <a:pt x="67724" y="8001"/>
                    <a:pt x="67877" y="8154"/>
                    <a:pt x="67992" y="8346"/>
                  </a:cubicBezTo>
                  <a:cubicBezTo>
                    <a:pt x="68107" y="8461"/>
                    <a:pt x="68222" y="8576"/>
                    <a:pt x="68375" y="8690"/>
                  </a:cubicBezTo>
                  <a:cubicBezTo>
                    <a:pt x="68451" y="8767"/>
                    <a:pt x="68528" y="8805"/>
                    <a:pt x="68605" y="8882"/>
                  </a:cubicBezTo>
                  <a:cubicBezTo>
                    <a:pt x="68643" y="8882"/>
                    <a:pt x="68681" y="8920"/>
                    <a:pt x="68719" y="8958"/>
                  </a:cubicBezTo>
                  <a:cubicBezTo>
                    <a:pt x="68719" y="8997"/>
                    <a:pt x="68758" y="8997"/>
                    <a:pt x="68758" y="9035"/>
                  </a:cubicBezTo>
                  <a:lnTo>
                    <a:pt x="68758" y="9265"/>
                  </a:lnTo>
                  <a:cubicBezTo>
                    <a:pt x="68758" y="9494"/>
                    <a:pt x="68758" y="9724"/>
                    <a:pt x="68719" y="9954"/>
                  </a:cubicBezTo>
                  <a:cubicBezTo>
                    <a:pt x="68681" y="10298"/>
                    <a:pt x="68605" y="10643"/>
                    <a:pt x="68528" y="10987"/>
                  </a:cubicBezTo>
                  <a:cubicBezTo>
                    <a:pt x="68490" y="11179"/>
                    <a:pt x="68413" y="11409"/>
                    <a:pt x="68413" y="11638"/>
                  </a:cubicBezTo>
                  <a:cubicBezTo>
                    <a:pt x="68337" y="11753"/>
                    <a:pt x="68222" y="11868"/>
                    <a:pt x="68107" y="11983"/>
                  </a:cubicBezTo>
                  <a:cubicBezTo>
                    <a:pt x="68030" y="11983"/>
                    <a:pt x="67915" y="12021"/>
                    <a:pt x="67839" y="12021"/>
                  </a:cubicBezTo>
                  <a:cubicBezTo>
                    <a:pt x="67226" y="12136"/>
                    <a:pt x="66614" y="12289"/>
                    <a:pt x="66040" y="12404"/>
                  </a:cubicBezTo>
                  <a:cubicBezTo>
                    <a:pt x="65465" y="12557"/>
                    <a:pt x="64891" y="12710"/>
                    <a:pt x="64317" y="12902"/>
                  </a:cubicBezTo>
                  <a:cubicBezTo>
                    <a:pt x="64011" y="12978"/>
                    <a:pt x="63704" y="13093"/>
                    <a:pt x="63436" y="13170"/>
                  </a:cubicBezTo>
                  <a:cubicBezTo>
                    <a:pt x="63283" y="13208"/>
                    <a:pt x="63130" y="13246"/>
                    <a:pt x="63015" y="13285"/>
                  </a:cubicBezTo>
                  <a:cubicBezTo>
                    <a:pt x="62939" y="13285"/>
                    <a:pt x="62900" y="13323"/>
                    <a:pt x="62824" y="13361"/>
                  </a:cubicBezTo>
                  <a:cubicBezTo>
                    <a:pt x="62747" y="13323"/>
                    <a:pt x="62709" y="13323"/>
                    <a:pt x="62632" y="13323"/>
                  </a:cubicBezTo>
                  <a:lnTo>
                    <a:pt x="62632" y="13323"/>
                  </a:lnTo>
                  <a:close/>
                  <a:moveTo>
                    <a:pt x="77" y="64546"/>
                  </a:moveTo>
                  <a:cubicBezTo>
                    <a:pt x="115" y="64546"/>
                    <a:pt x="153" y="64585"/>
                    <a:pt x="153" y="64623"/>
                  </a:cubicBezTo>
                  <a:cubicBezTo>
                    <a:pt x="459" y="64929"/>
                    <a:pt x="766" y="65236"/>
                    <a:pt x="1110" y="65542"/>
                  </a:cubicBezTo>
                  <a:cubicBezTo>
                    <a:pt x="1417" y="65848"/>
                    <a:pt x="1761" y="66116"/>
                    <a:pt x="2144" y="66346"/>
                  </a:cubicBezTo>
                  <a:cubicBezTo>
                    <a:pt x="2527" y="66537"/>
                    <a:pt x="2948" y="66652"/>
                    <a:pt x="3331" y="66767"/>
                  </a:cubicBezTo>
                  <a:cubicBezTo>
                    <a:pt x="3522" y="66805"/>
                    <a:pt x="3675" y="66843"/>
                    <a:pt x="3867" y="66920"/>
                  </a:cubicBezTo>
                  <a:cubicBezTo>
                    <a:pt x="3867" y="66920"/>
                    <a:pt x="3867" y="66920"/>
                    <a:pt x="3905" y="66920"/>
                  </a:cubicBezTo>
                  <a:cubicBezTo>
                    <a:pt x="3905" y="66920"/>
                    <a:pt x="3943" y="66958"/>
                    <a:pt x="3943" y="66958"/>
                  </a:cubicBezTo>
                  <a:cubicBezTo>
                    <a:pt x="4135" y="67073"/>
                    <a:pt x="4326" y="67226"/>
                    <a:pt x="4479" y="67341"/>
                  </a:cubicBezTo>
                  <a:cubicBezTo>
                    <a:pt x="4671" y="67533"/>
                    <a:pt x="4862" y="67762"/>
                    <a:pt x="5054" y="67954"/>
                  </a:cubicBezTo>
                  <a:cubicBezTo>
                    <a:pt x="5130" y="68069"/>
                    <a:pt x="5245" y="68145"/>
                    <a:pt x="5321" y="68260"/>
                  </a:cubicBezTo>
                  <a:cubicBezTo>
                    <a:pt x="5475" y="68643"/>
                    <a:pt x="5589" y="69026"/>
                    <a:pt x="5743" y="69408"/>
                  </a:cubicBezTo>
                  <a:cubicBezTo>
                    <a:pt x="5934" y="69830"/>
                    <a:pt x="6125" y="70289"/>
                    <a:pt x="6279" y="70710"/>
                  </a:cubicBezTo>
                  <a:cubicBezTo>
                    <a:pt x="6508" y="71170"/>
                    <a:pt x="6700" y="71629"/>
                    <a:pt x="6968" y="72050"/>
                  </a:cubicBezTo>
                  <a:cubicBezTo>
                    <a:pt x="7083" y="72318"/>
                    <a:pt x="7236" y="72548"/>
                    <a:pt x="7427" y="72777"/>
                  </a:cubicBezTo>
                  <a:cubicBezTo>
                    <a:pt x="7580" y="73007"/>
                    <a:pt x="7772" y="73237"/>
                    <a:pt x="7963" y="73428"/>
                  </a:cubicBezTo>
                  <a:cubicBezTo>
                    <a:pt x="8078" y="73505"/>
                    <a:pt x="8193" y="73581"/>
                    <a:pt x="8308" y="73581"/>
                  </a:cubicBezTo>
                  <a:cubicBezTo>
                    <a:pt x="8576" y="73926"/>
                    <a:pt x="8844" y="74271"/>
                    <a:pt x="9265" y="74309"/>
                  </a:cubicBezTo>
                  <a:cubicBezTo>
                    <a:pt x="9380" y="74309"/>
                    <a:pt x="9494" y="74309"/>
                    <a:pt x="9609" y="74309"/>
                  </a:cubicBezTo>
                  <a:cubicBezTo>
                    <a:pt x="9648" y="74385"/>
                    <a:pt x="9724" y="74462"/>
                    <a:pt x="9762" y="74577"/>
                  </a:cubicBezTo>
                  <a:cubicBezTo>
                    <a:pt x="9839" y="74692"/>
                    <a:pt x="9916" y="74806"/>
                    <a:pt x="9992" y="74960"/>
                  </a:cubicBezTo>
                  <a:cubicBezTo>
                    <a:pt x="10184" y="75189"/>
                    <a:pt x="10337" y="75457"/>
                    <a:pt x="10605" y="75534"/>
                  </a:cubicBezTo>
                  <a:cubicBezTo>
                    <a:pt x="10720" y="75572"/>
                    <a:pt x="10834" y="75610"/>
                    <a:pt x="10949" y="75610"/>
                  </a:cubicBezTo>
                  <a:cubicBezTo>
                    <a:pt x="11179" y="75878"/>
                    <a:pt x="11409" y="76146"/>
                    <a:pt x="11677" y="76453"/>
                  </a:cubicBezTo>
                  <a:cubicBezTo>
                    <a:pt x="12289" y="77218"/>
                    <a:pt x="12825" y="78022"/>
                    <a:pt x="13361" y="78826"/>
                  </a:cubicBezTo>
                  <a:cubicBezTo>
                    <a:pt x="13706" y="79324"/>
                    <a:pt x="14012" y="79860"/>
                    <a:pt x="14318" y="80434"/>
                  </a:cubicBezTo>
                  <a:cubicBezTo>
                    <a:pt x="14586" y="80932"/>
                    <a:pt x="14816" y="81468"/>
                    <a:pt x="15046" y="82004"/>
                  </a:cubicBezTo>
                  <a:cubicBezTo>
                    <a:pt x="15275" y="82502"/>
                    <a:pt x="15543" y="83037"/>
                    <a:pt x="15735" y="83535"/>
                  </a:cubicBezTo>
                  <a:cubicBezTo>
                    <a:pt x="15850" y="83803"/>
                    <a:pt x="16079" y="83995"/>
                    <a:pt x="16347" y="84071"/>
                  </a:cubicBezTo>
                  <a:lnTo>
                    <a:pt x="16347" y="84109"/>
                  </a:lnTo>
                  <a:lnTo>
                    <a:pt x="16424" y="84301"/>
                  </a:lnTo>
                  <a:lnTo>
                    <a:pt x="16462" y="84454"/>
                  </a:lnTo>
                  <a:lnTo>
                    <a:pt x="16539" y="84645"/>
                  </a:lnTo>
                  <a:lnTo>
                    <a:pt x="16615" y="84837"/>
                  </a:lnTo>
                  <a:lnTo>
                    <a:pt x="16653" y="84990"/>
                  </a:lnTo>
                  <a:lnTo>
                    <a:pt x="16730" y="85181"/>
                  </a:lnTo>
                  <a:lnTo>
                    <a:pt x="16768" y="85335"/>
                  </a:lnTo>
                  <a:lnTo>
                    <a:pt x="16845" y="85526"/>
                  </a:lnTo>
                  <a:lnTo>
                    <a:pt x="16883" y="85679"/>
                  </a:lnTo>
                  <a:lnTo>
                    <a:pt x="16960" y="85870"/>
                  </a:lnTo>
                  <a:lnTo>
                    <a:pt x="16998" y="86062"/>
                  </a:lnTo>
                  <a:lnTo>
                    <a:pt x="17075" y="86215"/>
                  </a:lnTo>
                  <a:lnTo>
                    <a:pt x="17113" y="86406"/>
                  </a:lnTo>
                  <a:lnTo>
                    <a:pt x="17189" y="86560"/>
                  </a:lnTo>
                  <a:lnTo>
                    <a:pt x="17228" y="86751"/>
                  </a:lnTo>
                  <a:lnTo>
                    <a:pt x="17304" y="86942"/>
                  </a:lnTo>
                  <a:lnTo>
                    <a:pt x="17343" y="87134"/>
                  </a:lnTo>
                  <a:lnTo>
                    <a:pt x="17419" y="87287"/>
                  </a:lnTo>
                  <a:lnTo>
                    <a:pt x="17457" y="87478"/>
                  </a:lnTo>
                  <a:lnTo>
                    <a:pt x="17534" y="87670"/>
                  </a:lnTo>
                  <a:lnTo>
                    <a:pt x="17572" y="87861"/>
                  </a:lnTo>
                  <a:lnTo>
                    <a:pt x="17649" y="88053"/>
                  </a:lnTo>
                  <a:lnTo>
                    <a:pt x="17687" y="88244"/>
                  </a:lnTo>
                  <a:lnTo>
                    <a:pt x="17725" y="88436"/>
                  </a:lnTo>
                  <a:lnTo>
                    <a:pt x="17802" y="88589"/>
                  </a:lnTo>
                  <a:lnTo>
                    <a:pt x="17840" y="88780"/>
                  </a:lnTo>
                  <a:lnTo>
                    <a:pt x="17879" y="88971"/>
                  </a:lnTo>
                  <a:lnTo>
                    <a:pt x="17955" y="89163"/>
                  </a:lnTo>
                  <a:lnTo>
                    <a:pt x="17993" y="89354"/>
                  </a:lnTo>
                  <a:lnTo>
                    <a:pt x="18032" y="89546"/>
                  </a:lnTo>
                  <a:lnTo>
                    <a:pt x="18070" y="89699"/>
                  </a:lnTo>
                  <a:lnTo>
                    <a:pt x="18147" y="89890"/>
                  </a:lnTo>
                  <a:lnTo>
                    <a:pt x="18185" y="90082"/>
                  </a:lnTo>
                  <a:lnTo>
                    <a:pt x="18223" y="90273"/>
                  </a:lnTo>
                  <a:lnTo>
                    <a:pt x="18261" y="90465"/>
                  </a:lnTo>
                  <a:lnTo>
                    <a:pt x="18300" y="90656"/>
                  </a:lnTo>
                  <a:lnTo>
                    <a:pt x="18300" y="90847"/>
                  </a:lnTo>
                  <a:lnTo>
                    <a:pt x="18338" y="91039"/>
                  </a:lnTo>
                  <a:lnTo>
                    <a:pt x="18376" y="91192"/>
                  </a:lnTo>
                  <a:lnTo>
                    <a:pt x="18415" y="91383"/>
                  </a:lnTo>
                  <a:lnTo>
                    <a:pt x="18415" y="91575"/>
                  </a:lnTo>
                  <a:lnTo>
                    <a:pt x="18453" y="91728"/>
                  </a:lnTo>
                  <a:lnTo>
                    <a:pt x="18491" y="91919"/>
                  </a:lnTo>
                  <a:lnTo>
                    <a:pt x="18529" y="92072"/>
                  </a:lnTo>
                  <a:lnTo>
                    <a:pt x="18529" y="92264"/>
                  </a:lnTo>
                  <a:lnTo>
                    <a:pt x="18568" y="92417"/>
                  </a:lnTo>
                  <a:lnTo>
                    <a:pt x="18568" y="92570"/>
                  </a:lnTo>
                  <a:lnTo>
                    <a:pt x="18606" y="92762"/>
                  </a:lnTo>
                  <a:lnTo>
                    <a:pt x="18644" y="92915"/>
                  </a:lnTo>
                  <a:lnTo>
                    <a:pt x="18683" y="93068"/>
                  </a:lnTo>
                  <a:lnTo>
                    <a:pt x="18683" y="93221"/>
                  </a:lnTo>
                  <a:lnTo>
                    <a:pt x="18721" y="93374"/>
                  </a:lnTo>
                  <a:lnTo>
                    <a:pt x="18759" y="93527"/>
                  </a:lnTo>
                  <a:lnTo>
                    <a:pt x="18759" y="93719"/>
                  </a:lnTo>
                  <a:lnTo>
                    <a:pt x="18797" y="93872"/>
                  </a:lnTo>
                  <a:lnTo>
                    <a:pt x="18797" y="94025"/>
                  </a:lnTo>
                  <a:lnTo>
                    <a:pt x="18836" y="94178"/>
                  </a:lnTo>
                  <a:lnTo>
                    <a:pt x="18874" y="94331"/>
                  </a:lnTo>
                  <a:lnTo>
                    <a:pt x="18874" y="94484"/>
                  </a:lnTo>
                  <a:lnTo>
                    <a:pt x="18912" y="94676"/>
                  </a:lnTo>
                  <a:lnTo>
                    <a:pt x="18951" y="94829"/>
                  </a:lnTo>
                  <a:lnTo>
                    <a:pt x="18951" y="94982"/>
                  </a:lnTo>
                  <a:lnTo>
                    <a:pt x="18989" y="95135"/>
                  </a:lnTo>
                  <a:lnTo>
                    <a:pt x="18989" y="95288"/>
                  </a:lnTo>
                  <a:lnTo>
                    <a:pt x="19027" y="95480"/>
                  </a:lnTo>
                  <a:lnTo>
                    <a:pt x="19027" y="95633"/>
                  </a:lnTo>
                  <a:lnTo>
                    <a:pt x="19027" y="95786"/>
                  </a:lnTo>
                  <a:lnTo>
                    <a:pt x="19065" y="95901"/>
                  </a:lnTo>
                  <a:lnTo>
                    <a:pt x="19065" y="96054"/>
                  </a:lnTo>
                  <a:lnTo>
                    <a:pt x="19104" y="96207"/>
                  </a:lnTo>
                  <a:lnTo>
                    <a:pt x="19104" y="96360"/>
                  </a:lnTo>
                  <a:lnTo>
                    <a:pt x="19104" y="96513"/>
                  </a:lnTo>
                  <a:lnTo>
                    <a:pt x="19142" y="96628"/>
                  </a:lnTo>
                  <a:lnTo>
                    <a:pt x="19142" y="96781"/>
                  </a:lnTo>
                  <a:lnTo>
                    <a:pt x="19142" y="96896"/>
                  </a:lnTo>
                  <a:lnTo>
                    <a:pt x="19180" y="97049"/>
                  </a:lnTo>
                  <a:lnTo>
                    <a:pt x="19180" y="97202"/>
                  </a:lnTo>
                  <a:lnTo>
                    <a:pt x="19219" y="97317"/>
                  </a:lnTo>
                  <a:lnTo>
                    <a:pt x="19219" y="97470"/>
                  </a:lnTo>
                  <a:lnTo>
                    <a:pt x="19219" y="97624"/>
                  </a:lnTo>
                  <a:lnTo>
                    <a:pt x="19257" y="97738"/>
                  </a:lnTo>
                  <a:lnTo>
                    <a:pt x="19257" y="97892"/>
                  </a:lnTo>
                  <a:lnTo>
                    <a:pt x="19257" y="98045"/>
                  </a:lnTo>
                  <a:lnTo>
                    <a:pt x="19295" y="98198"/>
                  </a:lnTo>
                  <a:lnTo>
                    <a:pt x="19295" y="98351"/>
                  </a:lnTo>
                  <a:lnTo>
                    <a:pt x="19333" y="98466"/>
                  </a:lnTo>
                  <a:lnTo>
                    <a:pt x="19333" y="98619"/>
                  </a:lnTo>
                  <a:lnTo>
                    <a:pt x="19372" y="98772"/>
                  </a:lnTo>
                  <a:lnTo>
                    <a:pt x="19372" y="98925"/>
                  </a:lnTo>
                  <a:lnTo>
                    <a:pt x="19410" y="99078"/>
                  </a:lnTo>
                  <a:lnTo>
                    <a:pt x="19410" y="99232"/>
                  </a:lnTo>
                  <a:lnTo>
                    <a:pt x="19448" y="99385"/>
                  </a:lnTo>
                  <a:lnTo>
                    <a:pt x="19448" y="99538"/>
                  </a:lnTo>
                  <a:lnTo>
                    <a:pt x="19448" y="99691"/>
                  </a:lnTo>
                  <a:lnTo>
                    <a:pt x="19486" y="99844"/>
                  </a:lnTo>
                  <a:lnTo>
                    <a:pt x="19486" y="99997"/>
                  </a:lnTo>
                  <a:lnTo>
                    <a:pt x="19525" y="100150"/>
                  </a:lnTo>
                  <a:lnTo>
                    <a:pt x="19525" y="100303"/>
                  </a:lnTo>
                  <a:lnTo>
                    <a:pt x="19525" y="100457"/>
                  </a:lnTo>
                  <a:lnTo>
                    <a:pt x="19563" y="100610"/>
                  </a:lnTo>
                  <a:lnTo>
                    <a:pt x="19563" y="100763"/>
                  </a:lnTo>
                  <a:lnTo>
                    <a:pt x="19563" y="100916"/>
                  </a:lnTo>
                  <a:lnTo>
                    <a:pt x="19563" y="101069"/>
                  </a:lnTo>
                  <a:lnTo>
                    <a:pt x="19563" y="101222"/>
                  </a:lnTo>
                  <a:lnTo>
                    <a:pt x="19601" y="101375"/>
                  </a:lnTo>
                  <a:lnTo>
                    <a:pt x="19601" y="101529"/>
                  </a:lnTo>
                  <a:lnTo>
                    <a:pt x="19601" y="101720"/>
                  </a:lnTo>
                  <a:lnTo>
                    <a:pt x="19601" y="101873"/>
                  </a:lnTo>
                  <a:lnTo>
                    <a:pt x="19563" y="102026"/>
                  </a:lnTo>
                  <a:lnTo>
                    <a:pt x="19563" y="102103"/>
                  </a:lnTo>
                  <a:cubicBezTo>
                    <a:pt x="9035" y="92570"/>
                    <a:pt x="1876" y="79362"/>
                    <a:pt x="77" y="64508"/>
                  </a:cubicBezTo>
                  <a:lnTo>
                    <a:pt x="77" y="64508"/>
                  </a:lnTo>
                  <a:close/>
                  <a:moveTo>
                    <a:pt x="80587" y="727"/>
                  </a:moveTo>
                  <a:lnTo>
                    <a:pt x="80587" y="727"/>
                  </a:lnTo>
                  <a:lnTo>
                    <a:pt x="80587" y="727"/>
                  </a:lnTo>
                  <a:cubicBezTo>
                    <a:pt x="80587" y="727"/>
                    <a:pt x="80587" y="689"/>
                    <a:pt x="80587" y="689"/>
                  </a:cubicBezTo>
                  <a:cubicBezTo>
                    <a:pt x="80587" y="689"/>
                    <a:pt x="80587" y="727"/>
                    <a:pt x="80587" y="727"/>
                  </a:cubicBezTo>
                  <a:close/>
                  <a:moveTo>
                    <a:pt x="80587" y="727"/>
                  </a:moveTo>
                  <a:lnTo>
                    <a:pt x="80587" y="727"/>
                  </a:lnTo>
                  <a:lnTo>
                    <a:pt x="80587" y="727"/>
                  </a:lnTo>
                  <a:lnTo>
                    <a:pt x="80587" y="727"/>
                  </a:lnTo>
                  <a:lnTo>
                    <a:pt x="80587" y="727"/>
                  </a:lnTo>
                  <a:cubicBezTo>
                    <a:pt x="80587" y="727"/>
                    <a:pt x="80587" y="727"/>
                    <a:pt x="80587" y="727"/>
                  </a:cubicBezTo>
                  <a:lnTo>
                    <a:pt x="80587" y="727"/>
                  </a:lnTo>
                  <a:cubicBezTo>
                    <a:pt x="80587" y="727"/>
                    <a:pt x="80549" y="766"/>
                    <a:pt x="80549" y="766"/>
                  </a:cubicBezTo>
                  <a:cubicBezTo>
                    <a:pt x="80549" y="766"/>
                    <a:pt x="80549" y="727"/>
                    <a:pt x="80587" y="727"/>
                  </a:cubicBezTo>
                  <a:lnTo>
                    <a:pt x="80587" y="727"/>
                  </a:lnTo>
                  <a:lnTo>
                    <a:pt x="80587" y="727"/>
                  </a:lnTo>
                  <a:cubicBezTo>
                    <a:pt x="80587" y="727"/>
                    <a:pt x="80587" y="727"/>
                    <a:pt x="80587" y="689"/>
                  </a:cubicBezTo>
                  <a:cubicBezTo>
                    <a:pt x="80587" y="689"/>
                    <a:pt x="80626" y="689"/>
                    <a:pt x="80626" y="689"/>
                  </a:cubicBezTo>
                  <a:cubicBezTo>
                    <a:pt x="80626" y="689"/>
                    <a:pt x="80587" y="689"/>
                    <a:pt x="80587" y="689"/>
                  </a:cubicBezTo>
                  <a:cubicBezTo>
                    <a:pt x="80587" y="689"/>
                    <a:pt x="80626" y="689"/>
                    <a:pt x="80626" y="651"/>
                  </a:cubicBezTo>
                  <a:lnTo>
                    <a:pt x="80626" y="651"/>
                  </a:lnTo>
                  <a:lnTo>
                    <a:pt x="80664" y="613"/>
                  </a:lnTo>
                  <a:lnTo>
                    <a:pt x="80587" y="727"/>
                  </a:lnTo>
                  <a:lnTo>
                    <a:pt x="80587" y="727"/>
                  </a:lnTo>
                  <a:close/>
                  <a:moveTo>
                    <a:pt x="80587" y="727"/>
                  </a:moveTo>
                  <a:lnTo>
                    <a:pt x="80587" y="727"/>
                  </a:lnTo>
                  <a:lnTo>
                    <a:pt x="80587" y="727"/>
                  </a:lnTo>
                  <a:close/>
                  <a:moveTo>
                    <a:pt x="80587" y="727"/>
                  </a:moveTo>
                  <a:lnTo>
                    <a:pt x="80587" y="727"/>
                  </a:lnTo>
                  <a:close/>
                  <a:moveTo>
                    <a:pt x="94140" y="21209"/>
                  </a:moveTo>
                  <a:cubicBezTo>
                    <a:pt x="94063" y="21248"/>
                    <a:pt x="94025" y="21286"/>
                    <a:pt x="93948" y="21324"/>
                  </a:cubicBezTo>
                  <a:cubicBezTo>
                    <a:pt x="93987" y="21286"/>
                    <a:pt x="93987" y="21286"/>
                    <a:pt x="94025" y="21286"/>
                  </a:cubicBezTo>
                  <a:cubicBezTo>
                    <a:pt x="94063" y="21248"/>
                    <a:pt x="94102" y="21248"/>
                    <a:pt x="94140" y="21248"/>
                  </a:cubicBezTo>
                  <a:lnTo>
                    <a:pt x="94140" y="21248"/>
                  </a:lnTo>
                  <a:lnTo>
                    <a:pt x="94140" y="21248"/>
                  </a:lnTo>
                  <a:lnTo>
                    <a:pt x="94140" y="21248"/>
                  </a:lnTo>
                  <a:cubicBezTo>
                    <a:pt x="94140" y="21248"/>
                    <a:pt x="94140" y="21248"/>
                    <a:pt x="94140" y="21209"/>
                  </a:cubicBezTo>
                  <a:lnTo>
                    <a:pt x="94140" y="21209"/>
                  </a:lnTo>
                  <a:lnTo>
                    <a:pt x="94140" y="21209"/>
                  </a:lnTo>
                  <a:close/>
                  <a:moveTo>
                    <a:pt x="93910" y="21324"/>
                  </a:moveTo>
                  <a:lnTo>
                    <a:pt x="93910" y="21324"/>
                  </a:lnTo>
                  <a:lnTo>
                    <a:pt x="93910" y="21324"/>
                  </a:lnTo>
                  <a:close/>
                  <a:moveTo>
                    <a:pt x="82693" y="28713"/>
                  </a:moveTo>
                  <a:cubicBezTo>
                    <a:pt x="82693" y="28713"/>
                    <a:pt x="82693" y="28751"/>
                    <a:pt x="82693" y="28751"/>
                  </a:cubicBezTo>
                  <a:cubicBezTo>
                    <a:pt x="82693" y="28751"/>
                    <a:pt x="82693" y="28713"/>
                    <a:pt x="82693" y="28713"/>
                  </a:cubicBezTo>
                  <a:close/>
                  <a:moveTo>
                    <a:pt x="84722" y="30321"/>
                  </a:moveTo>
                  <a:cubicBezTo>
                    <a:pt x="84760" y="30321"/>
                    <a:pt x="84799" y="30321"/>
                    <a:pt x="84837" y="30321"/>
                  </a:cubicBezTo>
                  <a:cubicBezTo>
                    <a:pt x="85143" y="30282"/>
                    <a:pt x="85449" y="30244"/>
                    <a:pt x="85717" y="30206"/>
                  </a:cubicBezTo>
                  <a:cubicBezTo>
                    <a:pt x="85832" y="30206"/>
                    <a:pt x="85947" y="30168"/>
                    <a:pt x="86024" y="30168"/>
                  </a:cubicBezTo>
                  <a:cubicBezTo>
                    <a:pt x="86177" y="30129"/>
                    <a:pt x="86330" y="30053"/>
                    <a:pt x="86445" y="30015"/>
                  </a:cubicBezTo>
                  <a:cubicBezTo>
                    <a:pt x="86521" y="29976"/>
                    <a:pt x="86598" y="29900"/>
                    <a:pt x="86636" y="29861"/>
                  </a:cubicBezTo>
                  <a:cubicBezTo>
                    <a:pt x="86789" y="29670"/>
                    <a:pt x="86942" y="29517"/>
                    <a:pt x="87096" y="29325"/>
                  </a:cubicBezTo>
                  <a:cubicBezTo>
                    <a:pt x="87402" y="28904"/>
                    <a:pt x="87708" y="28483"/>
                    <a:pt x="88053" y="28062"/>
                  </a:cubicBezTo>
                  <a:cubicBezTo>
                    <a:pt x="88244" y="27871"/>
                    <a:pt x="88436" y="27641"/>
                    <a:pt x="88589" y="27450"/>
                  </a:cubicBezTo>
                  <a:cubicBezTo>
                    <a:pt x="88780" y="27220"/>
                    <a:pt x="88933" y="26990"/>
                    <a:pt x="89125" y="26799"/>
                  </a:cubicBezTo>
                  <a:cubicBezTo>
                    <a:pt x="89469" y="26378"/>
                    <a:pt x="89890" y="26033"/>
                    <a:pt x="90311" y="25688"/>
                  </a:cubicBezTo>
                  <a:cubicBezTo>
                    <a:pt x="90503" y="25459"/>
                    <a:pt x="90771" y="25267"/>
                    <a:pt x="91039" y="25076"/>
                  </a:cubicBezTo>
                  <a:cubicBezTo>
                    <a:pt x="91269" y="24923"/>
                    <a:pt x="91537" y="24693"/>
                    <a:pt x="91843" y="24617"/>
                  </a:cubicBezTo>
                  <a:cubicBezTo>
                    <a:pt x="91843" y="24578"/>
                    <a:pt x="91881" y="24578"/>
                    <a:pt x="91881" y="24578"/>
                  </a:cubicBezTo>
                  <a:cubicBezTo>
                    <a:pt x="92034" y="24463"/>
                    <a:pt x="92226" y="24387"/>
                    <a:pt x="92417" y="24310"/>
                  </a:cubicBezTo>
                  <a:cubicBezTo>
                    <a:pt x="92532" y="24272"/>
                    <a:pt x="92685" y="24234"/>
                    <a:pt x="92838" y="24234"/>
                  </a:cubicBezTo>
                  <a:cubicBezTo>
                    <a:pt x="92991" y="24157"/>
                    <a:pt x="93144" y="24081"/>
                    <a:pt x="93298" y="24004"/>
                  </a:cubicBezTo>
                  <a:cubicBezTo>
                    <a:pt x="93412" y="23927"/>
                    <a:pt x="93489" y="23813"/>
                    <a:pt x="93566" y="23736"/>
                  </a:cubicBezTo>
                  <a:cubicBezTo>
                    <a:pt x="93604" y="23659"/>
                    <a:pt x="93680" y="23621"/>
                    <a:pt x="93719" y="23545"/>
                  </a:cubicBezTo>
                  <a:cubicBezTo>
                    <a:pt x="93795" y="23468"/>
                    <a:pt x="93872" y="23391"/>
                    <a:pt x="93987" y="23315"/>
                  </a:cubicBezTo>
                  <a:cubicBezTo>
                    <a:pt x="93987" y="23277"/>
                    <a:pt x="93987" y="23277"/>
                    <a:pt x="94025" y="23238"/>
                  </a:cubicBezTo>
                  <a:cubicBezTo>
                    <a:pt x="94063" y="23085"/>
                    <a:pt x="94063" y="22970"/>
                    <a:pt x="94102" y="22817"/>
                  </a:cubicBezTo>
                  <a:cubicBezTo>
                    <a:pt x="94140" y="22664"/>
                    <a:pt x="94140" y="22511"/>
                    <a:pt x="94178" y="22319"/>
                  </a:cubicBezTo>
                  <a:lnTo>
                    <a:pt x="94178" y="22166"/>
                  </a:lnTo>
                  <a:cubicBezTo>
                    <a:pt x="94178" y="22166"/>
                    <a:pt x="94140" y="22128"/>
                    <a:pt x="94140" y="22128"/>
                  </a:cubicBezTo>
                  <a:cubicBezTo>
                    <a:pt x="94063" y="22051"/>
                    <a:pt x="93987" y="21975"/>
                    <a:pt x="93910" y="21898"/>
                  </a:cubicBezTo>
                  <a:cubicBezTo>
                    <a:pt x="93642" y="21707"/>
                    <a:pt x="93336" y="21516"/>
                    <a:pt x="93106" y="21286"/>
                  </a:cubicBezTo>
                  <a:cubicBezTo>
                    <a:pt x="92991" y="21171"/>
                    <a:pt x="92876" y="21056"/>
                    <a:pt x="92800" y="20941"/>
                  </a:cubicBezTo>
                  <a:cubicBezTo>
                    <a:pt x="92608" y="20903"/>
                    <a:pt x="92379" y="20865"/>
                    <a:pt x="92149" y="20826"/>
                  </a:cubicBezTo>
                  <a:cubicBezTo>
                    <a:pt x="92034" y="20826"/>
                    <a:pt x="91919" y="20788"/>
                    <a:pt x="91805" y="20788"/>
                  </a:cubicBezTo>
                  <a:cubicBezTo>
                    <a:pt x="91613" y="20788"/>
                    <a:pt x="91460" y="20826"/>
                    <a:pt x="91269" y="20826"/>
                  </a:cubicBezTo>
                  <a:cubicBezTo>
                    <a:pt x="91192" y="20865"/>
                    <a:pt x="91115" y="20903"/>
                    <a:pt x="91077" y="20903"/>
                  </a:cubicBezTo>
                  <a:cubicBezTo>
                    <a:pt x="90541" y="21133"/>
                    <a:pt x="90043" y="21324"/>
                    <a:pt x="89546" y="21516"/>
                  </a:cubicBezTo>
                  <a:cubicBezTo>
                    <a:pt x="89316" y="21592"/>
                    <a:pt x="89048" y="21592"/>
                    <a:pt x="88857" y="21477"/>
                  </a:cubicBezTo>
                  <a:lnTo>
                    <a:pt x="88818" y="21477"/>
                  </a:lnTo>
                  <a:cubicBezTo>
                    <a:pt x="88780" y="21516"/>
                    <a:pt x="88704" y="21554"/>
                    <a:pt x="88627" y="21592"/>
                  </a:cubicBezTo>
                  <a:cubicBezTo>
                    <a:pt x="88474" y="21669"/>
                    <a:pt x="88321" y="21745"/>
                    <a:pt x="88168" y="21822"/>
                  </a:cubicBezTo>
                  <a:cubicBezTo>
                    <a:pt x="88014" y="21937"/>
                    <a:pt x="87823" y="22013"/>
                    <a:pt x="87670" y="22051"/>
                  </a:cubicBezTo>
                  <a:cubicBezTo>
                    <a:pt x="87517" y="22243"/>
                    <a:pt x="87325" y="22358"/>
                    <a:pt x="87096" y="22434"/>
                  </a:cubicBezTo>
                  <a:cubicBezTo>
                    <a:pt x="86981" y="22434"/>
                    <a:pt x="86866" y="22473"/>
                    <a:pt x="86751" y="22511"/>
                  </a:cubicBezTo>
                  <a:cubicBezTo>
                    <a:pt x="86713" y="22511"/>
                    <a:pt x="86713" y="22511"/>
                    <a:pt x="86713" y="22511"/>
                  </a:cubicBezTo>
                  <a:cubicBezTo>
                    <a:pt x="86560" y="22626"/>
                    <a:pt x="86407" y="22779"/>
                    <a:pt x="86292" y="22894"/>
                  </a:cubicBezTo>
                  <a:cubicBezTo>
                    <a:pt x="86215" y="22932"/>
                    <a:pt x="86139" y="23009"/>
                    <a:pt x="86100" y="23047"/>
                  </a:cubicBezTo>
                  <a:cubicBezTo>
                    <a:pt x="86024" y="23085"/>
                    <a:pt x="85985" y="23123"/>
                    <a:pt x="85909" y="23162"/>
                  </a:cubicBezTo>
                  <a:cubicBezTo>
                    <a:pt x="85794" y="23277"/>
                    <a:pt x="85679" y="23315"/>
                    <a:pt x="85526" y="23353"/>
                  </a:cubicBezTo>
                  <a:lnTo>
                    <a:pt x="85488" y="23353"/>
                  </a:lnTo>
                  <a:cubicBezTo>
                    <a:pt x="85067" y="23889"/>
                    <a:pt x="84645" y="24425"/>
                    <a:pt x="84224" y="24961"/>
                  </a:cubicBezTo>
                  <a:cubicBezTo>
                    <a:pt x="84109" y="25114"/>
                    <a:pt x="83995" y="25267"/>
                    <a:pt x="83880" y="25420"/>
                  </a:cubicBezTo>
                  <a:cubicBezTo>
                    <a:pt x="83688" y="25727"/>
                    <a:pt x="83497" y="25995"/>
                    <a:pt x="83306" y="26301"/>
                  </a:cubicBezTo>
                  <a:cubicBezTo>
                    <a:pt x="83191" y="26492"/>
                    <a:pt x="83038" y="26722"/>
                    <a:pt x="82923" y="26914"/>
                  </a:cubicBezTo>
                  <a:cubicBezTo>
                    <a:pt x="82884" y="26952"/>
                    <a:pt x="82846" y="27028"/>
                    <a:pt x="82846" y="27067"/>
                  </a:cubicBezTo>
                  <a:lnTo>
                    <a:pt x="82846" y="27067"/>
                  </a:lnTo>
                  <a:cubicBezTo>
                    <a:pt x="82846" y="27067"/>
                    <a:pt x="82846" y="27028"/>
                    <a:pt x="82846" y="27028"/>
                  </a:cubicBezTo>
                  <a:cubicBezTo>
                    <a:pt x="82808" y="27143"/>
                    <a:pt x="82693" y="27258"/>
                    <a:pt x="82578" y="27373"/>
                  </a:cubicBezTo>
                  <a:lnTo>
                    <a:pt x="82348" y="27871"/>
                  </a:lnTo>
                  <a:cubicBezTo>
                    <a:pt x="82425" y="28024"/>
                    <a:pt x="82502" y="28215"/>
                    <a:pt x="82502" y="28407"/>
                  </a:cubicBezTo>
                  <a:cubicBezTo>
                    <a:pt x="82540" y="28445"/>
                    <a:pt x="82540" y="28521"/>
                    <a:pt x="82616" y="28598"/>
                  </a:cubicBezTo>
                  <a:cubicBezTo>
                    <a:pt x="82616" y="28598"/>
                    <a:pt x="82616" y="28598"/>
                    <a:pt x="82616" y="28598"/>
                  </a:cubicBezTo>
                  <a:cubicBezTo>
                    <a:pt x="82616" y="28636"/>
                    <a:pt x="82655" y="28675"/>
                    <a:pt x="82655" y="28713"/>
                  </a:cubicBezTo>
                  <a:cubicBezTo>
                    <a:pt x="82770" y="28866"/>
                    <a:pt x="82846" y="28981"/>
                    <a:pt x="82923" y="29134"/>
                  </a:cubicBezTo>
                  <a:cubicBezTo>
                    <a:pt x="83076" y="29287"/>
                    <a:pt x="83191" y="29402"/>
                    <a:pt x="83344" y="29555"/>
                  </a:cubicBezTo>
                  <a:cubicBezTo>
                    <a:pt x="83420" y="29670"/>
                    <a:pt x="83535" y="29785"/>
                    <a:pt x="83612" y="29861"/>
                  </a:cubicBezTo>
                  <a:cubicBezTo>
                    <a:pt x="83688" y="29938"/>
                    <a:pt x="83765" y="30015"/>
                    <a:pt x="83841" y="30091"/>
                  </a:cubicBezTo>
                  <a:cubicBezTo>
                    <a:pt x="83918" y="30129"/>
                    <a:pt x="83995" y="30168"/>
                    <a:pt x="84071" y="30206"/>
                  </a:cubicBezTo>
                  <a:cubicBezTo>
                    <a:pt x="84224" y="30206"/>
                    <a:pt x="84377" y="30244"/>
                    <a:pt x="84531" y="30282"/>
                  </a:cubicBezTo>
                  <a:cubicBezTo>
                    <a:pt x="84607" y="30282"/>
                    <a:pt x="84645" y="30282"/>
                    <a:pt x="84722" y="30321"/>
                  </a:cubicBezTo>
                  <a:lnTo>
                    <a:pt x="84722" y="30321"/>
                  </a:lnTo>
                  <a:close/>
                  <a:moveTo>
                    <a:pt x="91383" y="30818"/>
                  </a:moveTo>
                  <a:cubicBezTo>
                    <a:pt x="91383" y="30818"/>
                    <a:pt x="91383" y="30818"/>
                    <a:pt x="91383" y="30818"/>
                  </a:cubicBezTo>
                  <a:cubicBezTo>
                    <a:pt x="91383" y="30818"/>
                    <a:pt x="91383" y="30818"/>
                    <a:pt x="91383" y="30818"/>
                  </a:cubicBezTo>
                  <a:close/>
                  <a:moveTo>
                    <a:pt x="87287" y="45826"/>
                  </a:moveTo>
                  <a:cubicBezTo>
                    <a:pt x="87287" y="45826"/>
                    <a:pt x="87249" y="45864"/>
                    <a:pt x="87249" y="45864"/>
                  </a:cubicBezTo>
                  <a:lnTo>
                    <a:pt x="87249" y="45864"/>
                  </a:lnTo>
                  <a:lnTo>
                    <a:pt x="87249" y="45864"/>
                  </a:lnTo>
                  <a:cubicBezTo>
                    <a:pt x="87249" y="45864"/>
                    <a:pt x="87249" y="45864"/>
                    <a:pt x="87249" y="45864"/>
                  </a:cubicBezTo>
                  <a:cubicBezTo>
                    <a:pt x="87249" y="45864"/>
                    <a:pt x="87249" y="45826"/>
                    <a:pt x="87249" y="45826"/>
                  </a:cubicBezTo>
                  <a:lnTo>
                    <a:pt x="87249" y="45826"/>
                  </a:lnTo>
                  <a:lnTo>
                    <a:pt x="87249" y="45826"/>
                  </a:lnTo>
                  <a:close/>
                  <a:moveTo>
                    <a:pt x="87249" y="45864"/>
                  </a:moveTo>
                  <a:lnTo>
                    <a:pt x="87249" y="45864"/>
                  </a:lnTo>
                  <a:lnTo>
                    <a:pt x="87249" y="45864"/>
                  </a:lnTo>
                  <a:lnTo>
                    <a:pt x="87249" y="45864"/>
                  </a:lnTo>
                  <a:lnTo>
                    <a:pt x="87249" y="45864"/>
                  </a:lnTo>
                  <a:lnTo>
                    <a:pt x="87249" y="45864"/>
                  </a:lnTo>
                  <a:lnTo>
                    <a:pt x="87249" y="45864"/>
                  </a:lnTo>
                  <a:lnTo>
                    <a:pt x="87249" y="45864"/>
                  </a:lnTo>
                  <a:lnTo>
                    <a:pt x="87249" y="45864"/>
                  </a:lnTo>
                  <a:lnTo>
                    <a:pt x="87249" y="45864"/>
                  </a:lnTo>
                  <a:close/>
                  <a:moveTo>
                    <a:pt x="87249" y="45864"/>
                  </a:moveTo>
                  <a:lnTo>
                    <a:pt x="87249" y="45864"/>
                  </a:lnTo>
                  <a:close/>
                  <a:moveTo>
                    <a:pt x="84837" y="51262"/>
                  </a:move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close/>
                  <a:moveTo>
                    <a:pt x="87249" y="45864"/>
                  </a:moveTo>
                  <a:lnTo>
                    <a:pt x="87249" y="45864"/>
                  </a:lnTo>
                  <a:close/>
                  <a:moveTo>
                    <a:pt x="87249" y="45864"/>
                  </a:moveTo>
                  <a:lnTo>
                    <a:pt x="87249" y="45864"/>
                  </a:lnTo>
                  <a:close/>
                  <a:moveTo>
                    <a:pt x="84875" y="51415"/>
                  </a:moveTo>
                  <a:lnTo>
                    <a:pt x="84875" y="51415"/>
                  </a:lnTo>
                  <a:lnTo>
                    <a:pt x="84875" y="51415"/>
                  </a:lnTo>
                  <a:lnTo>
                    <a:pt x="84875" y="51415"/>
                  </a:lnTo>
                  <a:lnTo>
                    <a:pt x="84875" y="51415"/>
                  </a:lnTo>
                  <a:lnTo>
                    <a:pt x="84875" y="51415"/>
                  </a:lnTo>
                  <a:lnTo>
                    <a:pt x="84875" y="51415"/>
                  </a:lnTo>
                  <a:close/>
                  <a:moveTo>
                    <a:pt x="87249" y="45864"/>
                  </a:moveTo>
                  <a:lnTo>
                    <a:pt x="87249" y="45864"/>
                  </a:lnTo>
                  <a:close/>
                  <a:moveTo>
                    <a:pt x="83727" y="57923"/>
                  </a:moveTo>
                  <a:lnTo>
                    <a:pt x="83727" y="58000"/>
                  </a:lnTo>
                  <a:cubicBezTo>
                    <a:pt x="83727" y="57962"/>
                    <a:pt x="83727" y="57923"/>
                    <a:pt x="83727" y="57923"/>
                  </a:cubicBezTo>
                  <a:close/>
                  <a:moveTo>
                    <a:pt x="101911" y="62058"/>
                  </a:moveTo>
                  <a:lnTo>
                    <a:pt x="101873" y="62096"/>
                  </a:lnTo>
                  <a:cubicBezTo>
                    <a:pt x="101873" y="62096"/>
                    <a:pt x="101911" y="62058"/>
                    <a:pt x="101911" y="62058"/>
                  </a:cubicBezTo>
                  <a:close/>
                  <a:moveTo>
                    <a:pt x="99614" y="62479"/>
                  </a:moveTo>
                  <a:lnTo>
                    <a:pt x="99614" y="62479"/>
                  </a:lnTo>
                  <a:lnTo>
                    <a:pt x="99614" y="62479"/>
                  </a:lnTo>
                  <a:close/>
                  <a:moveTo>
                    <a:pt x="99614" y="62479"/>
                  </a:moveTo>
                  <a:lnTo>
                    <a:pt x="99614" y="62479"/>
                  </a:lnTo>
                  <a:close/>
                  <a:moveTo>
                    <a:pt x="99576" y="62479"/>
                  </a:moveTo>
                  <a:cubicBezTo>
                    <a:pt x="99576" y="62479"/>
                    <a:pt x="99538" y="62517"/>
                    <a:pt x="99538" y="62517"/>
                  </a:cubicBezTo>
                  <a:cubicBezTo>
                    <a:pt x="99538" y="62517"/>
                    <a:pt x="99576" y="62479"/>
                    <a:pt x="99576" y="62479"/>
                  </a:cubicBezTo>
                  <a:close/>
                  <a:moveTo>
                    <a:pt x="99844" y="62326"/>
                  </a:moveTo>
                  <a:lnTo>
                    <a:pt x="99844" y="62326"/>
                  </a:lnTo>
                  <a:lnTo>
                    <a:pt x="99844" y="62326"/>
                  </a:lnTo>
                  <a:lnTo>
                    <a:pt x="99844" y="62326"/>
                  </a:lnTo>
                  <a:close/>
                  <a:moveTo>
                    <a:pt x="99844" y="62326"/>
                  </a:moveTo>
                  <a:lnTo>
                    <a:pt x="99844" y="62326"/>
                  </a:lnTo>
                  <a:close/>
                  <a:moveTo>
                    <a:pt x="99844" y="62326"/>
                  </a:moveTo>
                  <a:lnTo>
                    <a:pt x="99844" y="62326"/>
                  </a:lnTo>
                  <a:close/>
                  <a:moveTo>
                    <a:pt x="99500" y="62517"/>
                  </a:moveTo>
                  <a:lnTo>
                    <a:pt x="99500" y="62517"/>
                  </a:lnTo>
                  <a:close/>
                  <a:moveTo>
                    <a:pt x="99500" y="62517"/>
                  </a:moveTo>
                  <a:lnTo>
                    <a:pt x="99500" y="62517"/>
                  </a:lnTo>
                  <a:close/>
                  <a:moveTo>
                    <a:pt x="83038" y="65082"/>
                  </a:moveTo>
                  <a:cubicBezTo>
                    <a:pt x="83038" y="65082"/>
                    <a:pt x="82999" y="65121"/>
                    <a:pt x="82999" y="65121"/>
                  </a:cubicBezTo>
                  <a:cubicBezTo>
                    <a:pt x="82999" y="65121"/>
                    <a:pt x="82999" y="65121"/>
                    <a:pt x="83038" y="65082"/>
                  </a:cubicBezTo>
                  <a:lnTo>
                    <a:pt x="83038" y="65082"/>
                  </a:lnTo>
                  <a:lnTo>
                    <a:pt x="83038" y="65082"/>
                  </a:lnTo>
                  <a:close/>
                  <a:moveTo>
                    <a:pt x="82923" y="65121"/>
                  </a:moveTo>
                  <a:lnTo>
                    <a:pt x="82923" y="65121"/>
                  </a:lnTo>
                  <a:close/>
                  <a:moveTo>
                    <a:pt x="82923" y="65121"/>
                  </a:moveTo>
                  <a:lnTo>
                    <a:pt x="82923" y="65121"/>
                  </a:lnTo>
                  <a:close/>
                  <a:moveTo>
                    <a:pt x="84339" y="65848"/>
                  </a:moveTo>
                  <a:lnTo>
                    <a:pt x="84339" y="65848"/>
                  </a:lnTo>
                  <a:close/>
                  <a:moveTo>
                    <a:pt x="84339" y="65848"/>
                  </a:moveTo>
                  <a:lnTo>
                    <a:pt x="84339" y="65848"/>
                  </a:lnTo>
                  <a:close/>
                  <a:moveTo>
                    <a:pt x="84339" y="65848"/>
                  </a:moveTo>
                  <a:lnTo>
                    <a:pt x="84339" y="65848"/>
                  </a:lnTo>
                  <a:close/>
                  <a:moveTo>
                    <a:pt x="84339" y="65848"/>
                  </a:moveTo>
                  <a:lnTo>
                    <a:pt x="84339" y="65848"/>
                  </a:lnTo>
                  <a:lnTo>
                    <a:pt x="84339" y="65848"/>
                  </a:lnTo>
                  <a:lnTo>
                    <a:pt x="84339" y="65848"/>
                  </a:lnTo>
                  <a:lnTo>
                    <a:pt x="84339" y="65848"/>
                  </a:lnTo>
                  <a:close/>
                  <a:moveTo>
                    <a:pt x="84301" y="65848"/>
                  </a:moveTo>
                  <a:cubicBezTo>
                    <a:pt x="84301" y="65848"/>
                    <a:pt x="84301" y="65848"/>
                    <a:pt x="84301" y="65848"/>
                  </a:cubicBezTo>
                  <a:cubicBezTo>
                    <a:pt x="84301" y="65848"/>
                    <a:pt x="84301" y="65848"/>
                    <a:pt x="84301" y="65848"/>
                  </a:cubicBezTo>
                  <a:close/>
                  <a:moveTo>
                    <a:pt x="84339" y="65848"/>
                  </a:moveTo>
                  <a:cubicBezTo>
                    <a:pt x="84339" y="65848"/>
                    <a:pt x="84263" y="65848"/>
                    <a:pt x="84263" y="65848"/>
                  </a:cubicBezTo>
                  <a:cubicBezTo>
                    <a:pt x="84263" y="65848"/>
                    <a:pt x="84301" y="65848"/>
                    <a:pt x="84339" y="65848"/>
                  </a:cubicBezTo>
                  <a:lnTo>
                    <a:pt x="84339" y="65848"/>
                  </a:lnTo>
                  <a:lnTo>
                    <a:pt x="84339" y="65848"/>
                  </a:lnTo>
                  <a:cubicBezTo>
                    <a:pt x="84339" y="65848"/>
                    <a:pt x="84339" y="65848"/>
                    <a:pt x="84377" y="65810"/>
                  </a:cubicBezTo>
                  <a:cubicBezTo>
                    <a:pt x="84339" y="65810"/>
                    <a:pt x="84339" y="65848"/>
                    <a:pt x="84339" y="65848"/>
                  </a:cubicBezTo>
                  <a:lnTo>
                    <a:pt x="84339" y="65848"/>
                  </a:lnTo>
                  <a:lnTo>
                    <a:pt x="84301" y="65848"/>
                  </a:lnTo>
                  <a:lnTo>
                    <a:pt x="84301" y="65848"/>
                  </a:lnTo>
                  <a:close/>
                  <a:moveTo>
                    <a:pt x="84263" y="65848"/>
                  </a:moveTo>
                  <a:lnTo>
                    <a:pt x="84263" y="65848"/>
                  </a:lnTo>
                  <a:lnTo>
                    <a:pt x="84263" y="65848"/>
                  </a:lnTo>
                  <a:lnTo>
                    <a:pt x="84263" y="65848"/>
                  </a:lnTo>
                  <a:lnTo>
                    <a:pt x="84263" y="65848"/>
                  </a:lnTo>
                  <a:lnTo>
                    <a:pt x="84263" y="65848"/>
                  </a:lnTo>
                  <a:lnTo>
                    <a:pt x="84263" y="65848"/>
                  </a:lnTo>
                  <a:lnTo>
                    <a:pt x="84224" y="65848"/>
                  </a:lnTo>
                  <a:lnTo>
                    <a:pt x="84263" y="65848"/>
                  </a:lnTo>
                  <a:lnTo>
                    <a:pt x="84263" y="65848"/>
                  </a:lnTo>
                  <a:lnTo>
                    <a:pt x="84263" y="65848"/>
                  </a:lnTo>
                  <a:lnTo>
                    <a:pt x="84224" y="65848"/>
                  </a:lnTo>
                  <a:cubicBezTo>
                    <a:pt x="84263" y="65848"/>
                    <a:pt x="84263" y="65848"/>
                    <a:pt x="84263" y="65848"/>
                  </a:cubicBezTo>
                  <a:lnTo>
                    <a:pt x="84263" y="65848"/>
                  </a:lnTo>
                  <a:lnTo>
                    <a:pt x="84263" y="65848"/>
                  </a:lnTo>
                  <a:lnTo>
                    <a:pt x="84263" y="65848"/>
                  </a:lnTo>
                  <a:lnTo>
                    <a:pt x="84263" y="65848"/>
                  </a:lnTo>
                  <a:close/>
                  <a:moveTo>
                    <a:pt x="84263" y="65848"/>
                  </a:moveTo>
                  <a:lnTo>
                    <a:pt x="84263" y="65848"/>
                  </a:lnTo>
                  <a:close/>
                  <a:moveTo>
                    <a:pt x="99500" y="62517"/>
                  </a:moveTo>
                  <a:lnTo>
                    <a:pt x="99500" y="62517"/>
                  </a:lnTo>
                  <a:close/>
                  <a:moveTo>
                    <a:pt x="80205" y="66116"/>
                  </a:moveTo>
                  <a:close/>
                  <a:moveTo>
                    <a:pt x="66805" y="83688"/>
                  </a:moveTo>
                  <a:lnTo>
                    <a:pt x="66805" y="83688"/>
                  </a:lnTo>
                  <a:close/>
                </a:path>
              </a:pathLst>
            </a:custGeom>
            <a:solidFill>
              <a:srgbClr val="FFFFFF">
                <a:alpha val="21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8"/>
            <p:cNvSpPr/>
            <p:nvPr/>
          </p:nvSpPr>
          <p:spPr>
            <a:xfrm>
              <a:off x="2153250" y="636050"/>
              <a:ext cx="3161325" cy="2933525"/>
            </a:xfrm>
            <a:custGeom>
              <a:avLst/>
              <a:gdLst/>
              <a:ahLst/>
              <a:cxnLst/>
              <a:rect l="l" t="t" r="r" b="b"/>
              <a:pathLst>
                <a:path w="126453" h="117341" extrusionOk="0">
                  <a:moveTo>
                    <a:pt x="27374" y="20483"/>
                  </a:moveTo>
                  <a:cubicBezTo>
                    <a:pt x="27450" y="20483"/>
                    <a:pt x="27565" y="20483"/>
                    <a:pt x="27680" y="20483"/>
                  </a:cubicBezTo>
                  <a:cubicBezTo>
                    <a:pt x="26991" y="20368"/>
                    <a:pt x="26340" y="20215"/>
                    <a:pt x="25689" y="20062"/>
                  </a:cubicBezTo>
                  <a:cubicBezTo>
                    <a:pt x="24234" y="19794"/>
                    <a:pt x="22856" y="19564"/>
                    <a:pt x="21440" y="19143"/>
                  </a:cubicBezTo>
                  <a:cubicBezTo>
                    <a:pt x="19985" y="18722"/>
                    <a:pt x="18530" y="18377"/>
                    <a:pt x="16999" y="18262"/>
                  </a:cubicBezTo>
                  <a:cubicBezTo>
                    <a:pt x="15774" y="18224"/>
                    <a:pt x="14472" y="18262"/>
                    <a:pt x="13247" y="18569"/>
                  </a:cubicBezTo>
                  <a:cubicBezTo>
                    <a:pt x="12826" y="18683"/>
                    <a:pt x="12405" y="18875"/>
                    <a:pt x="11984" y="19066"/>
                  </a:cubicBezTo>
                  <a:cubicBezTo>
                    <a:pt x="12137" y="19066"/>
                    <a:pt x="12290" y="19066"/>
                    <a:pt x="12443" y="19105"/>
                  </a:cubicBezTo>
                  <a:cubicBezTo>
                    <a:pt x="13094" y="19143"/>
                    <a:pt x="13745" y="19296"/>
                    <a:pt x="14396" y="19334"/>
                  </a:cubicBezTo>
                  <a:cubicBezTo>
                    <a:pt x="15889" y="19411"/>
                    <a:pt x="17343" y="19334"/>
                    <a:pt x="18836" y="19411"/>
                  </a:cubicBezTo>
                  <a:cubicBezTo>
                    <a:pt x="20368" y="19487"/>
                    <a:pt x="21899" y="19679"/>
                    <a:pt x="23392" y="19908"/>
                  </a:cubicBezTo>
                  <a:cubicBezTo>
                    <a:pt x="24732" y="20100"/>
                    <a:pt x="26034" y="20406"/>
                    <a:pt x="27374" y="20483"/>
                  </a:cubicBezTo>
                  <a:close/>
                  <a:moveTo>
                    <a:pt x="122088" y="69677"/>
                  </a:moveTo>
                  <a:cubicBezTo>
                    <a:pt x="121590" y="68567"/>
                    <a:pt x="121245" y="67419"/>
                    <a:pt x="120939" y="66270"/>
                  </a:cubicBezTo>
                  <a:cubicBezTo>
                    <a:pt x="120480" y="64662"/>
                    <a:pt x="119829" y="63054"/>
                    <a:pt x="119944" y="61370"/>
                  </a:cubicBezTo>
                  <a:cubicBezTo>
                    <a:pt x="119982" y="59953"/>
                    <a:pt x="121054" y="57963"/>
                    <a:pt x="122700" y="58307"/>
                  </a:cubicBezTo>
                  <a:cubicBezTo>
                    <a:pt x="123428" y="58575"/>
                    <a:pt x="123466" y="59724"/>
                    <a:pt x="122700" y="59992"/>
                  </a:cubicBezTo>
                  <a:cubicBezTo>
                    <a:pt x="121820" y="60183"/>
                    <a:pt x="121743" y="61293"/>
                    <a:pt x="121743" y="62059"/>
                  </a:cubicBezTo>
                  <a:cubicBezTo>
                    <a:pt x="122126" y="64394"/>
                    <a:pt x="122892" y="66768"/>
                    <a:pt x="123772" y="68988"/>
                  </a:cubicBezTo>
                  <a:cubicBezTo>
                    <a:pt x="124270" y="70060"/>
                    <a:pt x="122585" y="70788"/>
                    <a:pt x="122088" y="69677"/>
                  </a:cubicBezTo>
                  <a:lnTo>
                    <a:pt x="122088" y="69677"/>
                  </a:lnTo>
                  <a:close/>
                  <a:moveTo>
                    <a:pt x="124270" y="58154"/>
                  </a:moveTo>
                  <a:cubicBezTo>
                    <a:pt x="124844" y="59188"/>
                    <a:pt x="126452" y="58231"/>
                    <a:pt x="125840" y="57197"/>
                  </a:cubicBezTo>
                  <a:cubicBezTo>
                    <a:pt x="124423" y="54900"/>
                    <a:pt x="122815" y="52565"/>
                    <a:pt x="122241" y="49885"/>
                  </a:cubicBezTo>
                  <a:cubicBezTo>
                    <a:pt x="122049" y="48928"/>
                    <a:pt x="122049" y="47932"/>
                    <a:pt x="122394" y="47013"/>
                  </a:cubicBezTo>
                  <a:cubicBezTo>
                    <a:pt x="122777" y="46631"/>
                    <a:pt x="122662" y="46133"/>
                    <a:pt x="122356" y="45788"/>
                  </a:cubicBezTo>
                  <a:cubicBezTo>
                    <a:pt x="122968" y="45597"/>
                    <a:pt x="123466" y="45176"/>
                    <a:pt x="123925" y="44755"/>
                  </a:cubicBezTo>
                  <a:cubicBezTo>
                    <a:pt x="124614" y="44180"/>
                    <a:pt x="124423" y="43874"/>
                    <a:pt x="124040" y="43185"/>
                  </a:cubicBezTo>
                  <a:cubicBezTo>
                    <a:pt x="123581" y="42381"/>
                    <a:pt x="123236" y="41539"/>
                    <a:pt x="122777" y="40735"/>
                  </a:cubicBezTo>
                  <a:cubicBezTo>
                    <a:pt x="122279" y="39854"/>
                    <a:pt x="121131" y="39816"/>
                    <a:pt x="120212" y="39816"/>
                  </a:cubicBezTo>
                  <a:cubicBezTo>
                    <a:pt x="119408" y="39816"/>
                    <a:pt x="118604" y="39701"/>
                    <a:pt x="117762" y="39701"/>
                  </a:cubicBezTo>
                  <a:cubicBezTo>
                    <a:pt x="116001" y="39739"/>
                    <a:pt x="114393" y="40543"/>
                    <a:pt x="112746" y="41003"/>
                  </a:cubicBezTo>
                  <a:cubicBezTo>
                    <a:pt x="111828" y="41233"/>
                    <a:pt x="110871" y="41386"/>
                    <a:pt x="109952" y="41692"/>
                  </a:cubicBezTo>
                  <a:cubicBezTo>
                    <a:pt x="109110" y="41998"/>
                    <a:pt x="108229" y="42343"/>
                    <a:pt x="107387" y="42726"/>
                  </a:cubicBezTo>
                  <a:cubicBezTo>
                    <a:pt x="106545" y="43108"/>
                    <a:pt x="105664" y="43453"/>
                    <a:pt x="104898" y="44066"/>
                  </a:cubicBezTo>
                  <a:cubicBezTo>
                    <a:pt x="104247" y="44601"/>
                    <a:pt x="103635" y="45214"/>
                    <a:pt x="102831" y="45597"/>
                  </a:cubicBezTo>
                  <a:cubicBezTo>
                    <a:pt x="102525" y="45750"/>
                    <a:pt x="102180" y="45903"/>
                    <a:pt x="101874" y="46018"/>
                  </a:cubicBezTo>
                  <a:cubicBezTo>
                    <a:pt x="101568" y="46133"/>
                    <a:pt x="101108" y="46363"/>
                    <a:pt x="101415" y="46745"/>
                  </a:cubicBezTo>
                  <a:cubicBezTo>
                    <a:pt x="101491" y="46822"/>
                    <a:pt x="101644" y="46860"/>
                    <a:pt x="101759" y="46860"/>
                  </a:cubicBezTo>
                  <a:cubicBezTo>
                    <a:pt x="102065" y="46899"/>
                    <a:pt x="102372" y="46937"/>
                    <a:pt x="102640" y="46975"/>
                  </a:cubicBezTo>
                  <a:cubicBezTo>
                    <a:pt x="102984" y="47013"/>
                    <a:pt x="103329" y="47090"/>
                    <a:pt x="103673" y="47090"/>
                  </a:cubicBezTo>
                  <a:cubicBezTo>
                    <a:pt x="104094" y="47090"/>
                    <a:pt x="104515" y="47013"/>
                    <a:pt x="104937" y="46975"/>
                  </a:cubicBezTo>
                  <a:cubicBezTo>
                    <a:pt x="105702" y="46937"/>
                    <a:pt x="106391" y="47320"/>
                    <a:pt x="107157" y="47281"/>
                  </a:cubicBezTo>
                  <a:cubicBezTo>
                    <a:pt x="107463" y="47281"/>
                    <a:pt x="107731" y="47243"/>
                    <a:pt x="107999" y="47205"/>
                  </a:cubicBezTo>
                  <a:cubicBezTo>
                    <a:pt x="108344" y="47167"/>
                    <a:pt x="108650" y="46975"/>
                    <a:pt x="108995" y="47052"/>
                  </a:cubicBezTo>
                  <a:cubicBezTo>
                    <a:pt x="109454" y="47243"/>
                    <a:pt x="109913" y="47473"/>
                    <a:pt x="110411" y="47511"/>
                  </a:cubicBezTo>
                  <a:cubicBezTo>
                    <a:pt x="111521" y="47664"/>
                    <a:pt x="112632" y="47358"/>
                    <a:pt x="113589" y="46822"/>
                  </a:cubicBezTo>
                  <a:cubicBezTo>
                    <a:pt x="114622" y="46975"/>
                    <a:pt x="115694" y="46975"/>
                    <a:pt x="116728" y="46707"/>
                  </a:cubicBezTo>
                  <a:cubicBezTo>
                    <a:pt x="116881" y="46669"/>
                    <a:pt x="117034" y="46592"/>
                    <a:pt x="117187" y="46554"/>
                  </a:cubicBezTo>
                  <a:cubicBezTo>
                    <a:pt x="117494" y="46592"/>
                    <a:pt x="117762" y="46707"/>
                    <a:pt x="118068" y="46745"/>
                  </a:cubicBezTo>
                  <a:cubicBezTo>
                    <a:pt x="118489" y="46822"/>
                    <a:pt x="118948" y="46860"/>
                    <a:pt x="119408" y="46784"/>
                  </a:cubicBezTo>
                  <a:cubicBezTo>
                    <a:pt x="119906" y="46707"/>
                    <a:pt x="120403" y="46516"/>
                    <a:pt x="120824" y="46209"/>
                  </a:cubicBezTo>
                  <a:cubicBezTo>
                    <a:pt x="118910" y="50153"/>
                    <a:pt x="122317" y="54785"/>
                    <a:pt x="124270" y="58154"/>
                  </a:cubicBezTo>
                  <a:lnTo>
                    <a:pt x="124270" y="58154"/>
                  </a:lnTo>
                  <a:close/>
                  <a:moveTo>
                    <a:pt x="3331" y="78942"/>
                  </a:moveTo>
                  <a:cubicBezTo>
                    <a:pt x="3408" y="78138"/>
                    <a:pt x="4633" y="77449"/>
                    <a:pt x="5016" y="76645"/>
                  </a:cubicBezTo>
                  <a:cubicBezTo>
                    <a:pt x="6126" y="74961"/>
                    <a:pt x="6892" y="73046"/>
                    <a:pt x="7504" y="71132"/>
                  </a:cubicBezTo>
                  <a:cubicBezTo>
                    <a:pt x="7811" y="69984"/>
                    <a:pt x="9610" y="70443"/>
                    <a:pt x="9265" y="71592"/>
                  </a:cubicBezTo>
                  <a:cubicBezTo>
                    <a:pt x="8576" y="73735"/>
                    <a:pt x="7734" y="75841"/>
                    <a:pt x="6509" y="77717"/>
                  </a:cubicBezTo>
                  <a:cubicBezTo>
                    <a:pt x="5897" y="78406"/>
                    <a:pt x="5207" y="79708"/>
                    <a:pt x="4250" y="79861"/>
                  </a:cubicBezTo>
                  <a:cubicBezTo>
                    <a:pt x="3753" y="79861"/>
                    <a:pt x="3331" y="79440"/>
                    <a:pt x="3331" y="78942"/>
                  </a:cubicBezTo>
                  <a:lnTo>
                    <a:pt x="3331" y="78942"/>
                  </a:lnTo>
                  <a:close/>
                  <a:moveTo>
                    <a:pt x="69486" y="104248"/>
                  </a:moveTo>
                  <a:cubicBezTo>
                    <a:pt x="69333" y="103673"/>
                    <a:pt x="69448" y="103176"/>
                    <a:pt x="70060" y="102984"/>
                  </a:cubicBezTo>
                  <a:cubicBezTo>
                    <a:pt x="70673" y="102831"/>
                    <a:pt x="71132" y="103329"/>
                    <a:pt x="71285" y="103865"/>
                  </a:cubicBezTo>
                  <a:cubicBezTo>
                    <a:pt x="71553" y="104362"/>
                    <a:pt x="71821" y="104860"/>
                    <a:pt x="72127" y="105320"/>
                  </a:cubicBezTo>
                  <a:cubicBezTo>
                    <a:pt x="72587" y="105970"/>
                    <a:pt x="73085" y="106621"/>
                    <a:pt x="73582" y="107272"/>
                  </a:cubicBezTo>
                  <a:cubicBezTo>
                    <a:pt x="73888" y="107655"/>
                    <a:pt x="73812" y="108038"/>
                    <a:pt x="73582" y="108344"/>
                  </a:cubicBezTo>
                  <a:cubicBezTo>
                    <a:pt x="74654" y="109684"/>
                    <a:pt x="75650" y="111062"/>
                    <a:pt x="76453" y="112593"/>
                  </a:cubicBezTo>
                  <a:cubicBezTo>
                    <a:pt x="76951" y="113436"/>
                    <a:pt x="77334" y="114354"/>
                    <a:pt x="77832" y="115235"/>
                  </a:cubicBezTo>
                  <a:cubicBezTo>
                    <a:pt x="78636" y="116039"/>
                    <a:pt x="77334" y="117341"/>
                    <a:pt x="76530" y="116498"/>
                  </a:cubicBezTo>
                  <a:cubicBezTo>
                    <a:pt x="75956" y="115886"/>
                    <a:pt x="75726" y="115082"/>
                    <a:pt x="75343" y="114354"/>
                  </a:cubicBezTo>
                  <a:cubicBezTo>
                    <a:pt x="74731" y="113206"/>
                    <a:pt x="74042" y="112057"/>
                    <a:pt x="73314" y="110986"/>
                  </a:cubicBezTo>
                  <a:cubicBezTo>
                    <a:pt x="72127" y="109263"/>
                    <a:pt x="70673" y="107731"/>
                    <a:pt x="69486" y="106009"/>
                  </a:cubicBezTo>
                  <a:cubicBezTo>
                    <a:pt x="68950" y="105243"/>
                    <a:pt x="69103" y="104592"/>
                    <a:pt x="69486" y="104248"/>
                  </a:cubicBezTo>
                  <a:lnTo>
                    <a:pt x="69486" y="104248"/>
                  </a:lnTo>
                  <a:close/>
                  <a:moveTo>
                    <a:pt x="116843" y="78827"/>
                  </a:moveTo>
                  <a:cubicBezTo>
                    <a:pt x="116383" y="78712"/>
                    <a:pt x="116077" y="78176"/>
                    <a:pt x="116192" y="77717"/>
                  </a:cubicBezTo>
                  <a:cubicBezTo>
                    <a:pt x="116537" y="76607"/>
                    <a:pt x="116881" y="75496"/>
                    <a:pt x="117149" y="74348"/>
                  </a:cubicBezTo>
                  <a:cubicBezTo>
                    <a:pt x="117341" y="73123"/>
                    <a:pt x="117532" y="71898"/>
                    <a:pt x="117455" y="70634"/>
                  </a:cubicBezTo>
                  <a:cubicBezTo>
                    <a:pt x="117417" y="69984"/>
                    <a:pt x="117187" y="69333"/>
                    <a:pt x="117149" y="68682"/>
                  </a:cubicBezTo>
                  <a:cubicBezTo>
                    <a:pt x="117149" y="68184"/>
                    <a:pt x="117570" y="67763"/>
                    <a:pt x="118068" y="67763"/>
                  </a:cubicBezTo>
                  <a:cubicBezTo>
                    <a:pt x="118987" y="67763"/>
                    <a:pt x="118987" y="68873"/>
                    <a:pt x="119140" y="69524"/>
                  </a:cubicBezTo>
                  <a:cubicBezTo>
                    <a:pt x="119484" y="71706"/>
                    <a:pt x="119140" y="73927"/>
                    <a:pt x="118604" y="76071"/>
                  </a:cubicBezTo>
                  <a:cubicBezTo>
                    <a:pt x="118527" y="76186"/>
                    <a:pt x="118489" y="76377"/>
                    <a:pt x="118412" y="76568"/>
                  </a:cubicBezTo>
                  <a:cubicBezTo>
                    <a:pt x="118566" y="76722"/>
                    <a:pt x="118642" y="76913"/>
                    <a:pt x="118642" y="77181"/>
                  </a:cubicBezTo>
                  <a:cubicBezTo>
                    <a:pt x="118680" y="77717"/>
                    <a:pt x="118374" y="78061"/>
                    <a:pt x="117991" y="78138"/>
                  </a:cubicBezTo>
                  <a:cubicBezTo>
                    <a:pt x="117762" y="78636"/>
                    <a:pt x="117455" y="78942"/>
                    <a:pt x="116843" y="78827"/>
                  </a:cubicBezTo>
                  <a:lnTo>
                    <a:pt x="116843" y="78827"/>
                  </a:lnTo>
                  <a:close/>
                  <a:moveTo>
                    <a:pt x="104707" y="88704"/>
                  </a:moveTo>
                  <a:cubicBezTo>
                    <a:pt x="105013" y="88858"/>
                    <a:pt x="105396" y="88781"/>
                    <a:pt x="105626" y="88590"/>
                  </a:cubicBezTo>
                  <a:lnTo>
                    <a:pt x="105626" y="88590"/>
                  </a:lnTo>
                  <a:cubicBezTo>
                    <a:pt x="105587" y="88628"/>
                    <a:pt x="105587" y="88628"/>
                    <a:pt x="105549" y="88666"/>
                  </a:cubicBezTo>
                  <a:cubicBezTo>
                    <a:pt x="110641" y="85565"/>
                    <a:pt x="108420" y="77870"/>
                    <a:pt x="111177" y="73199"/>
                  </a:cubicBezTo>
                  <a:cubicBezTo>
                    <a:pt x="111904" y="71706"/>
                    <a:pt x="112900" y="70328"/>
                    <a:pt x="114316" y="69371"/>
                  </a:cubicBezTo>
                  <a:cubicBezTo>
                    <a:pt x="114737" y="69065"/>
                    <a:pt x="115235" y="68873"/>
                    <a:pt x="115733" y="68682"/>
                  </a:cubicBezTo>
                  <a:cubicBezTo>
                    <a:pt x="116843" y="68223"/>
                    <a:pt x="116115" y="66538"/>
                    <a:pt x="115005" y="66997"/>
                  </a:cubicBezTo>
                  <a:cubicBezTo>
                    <a:pt x="111292" y="68337"/>
                    <a:pt x="109186" y="72204"/>
                    <a:pt x="108267" y="75879"/>
                  </a:cubicBezTo>
                  <a:cubicBezTo>
                    <a:pt x="107616" y="78636"/>
                    <a:pt x="107616" y="81545"/>
                    <a:pt x="106736" y="84263"/>
                  </a:cubicBezTo>
                  <a:cubicBezTo>
                    <a:pt x="106430" y="85144"/>
                    <a:pt x="106009" y="85986"/>
                    <a:pt x="105319" y="86637"/>
                  </a:cubicBezTo>
                  <a:cubicBezTo>
                    <a:pt x="104975" y="86943"/>
                    <a:pt x="104515" y="87020"/>
                    <a:pt x="104286" y="87403"/>
                  </a:cubicBezTo>
                  <a:cubicBezTo>
                    <a:pt x="104018" y="87862"/>
                    <a:pt x="104209" y="88513"/>
                    <a:pt x="104707" y="88704"/>
                  </a:cubicBezTo>
                  <a:lnTo>
                    <a:pt x="104707" y="88704"/>
                  </a:lnTo>
                  <a:close/>
                  <a:moveTo>
                    <a:pt x="75228" y="96399"/>
                  </a:moveTo>
                  <a:cubicBezTo>
                    <a:pt x="74233" y="95098"/>
                    <a:pt x="73429" y="93681"/>
                    <a:pt x="72242" y="92609"/>
                  </a:cubicBezTo>
                  <a:cubicBezTo>
                    <a:pt x="71783" y="92150"/>
                    <a:pt x="71323" y="91652"/>
                    <a:pt x="70787" y="91269"/>
                  </a:cubicBezTo>
                  <a:cubicBezTo>
                    <a:pt x="70481" y="91078"/>
                    <a:pt x="70213" y="90810"/>
                    <a:pt x="70137" y="90427"/>
                  </a:cubicBezTo>
                  <a:cubicBezTo>
                    <a:pt x="69984" y="89853"/>
                    <a:pt x="70213" y="89279"/>
                    <a:pt x="70098" y="88704"/>
                  </a:cubicBezTo>
                  <a:cubicBezTo>
                    <a:pt x="70022" y="88360"/>
                    <a:pt x="69830" y="88015"/>
                    <a:pt x="69984" y="87632"/>
                  </a:cubicBezTo>
                  <a:cubicBezTo>
                    <a:pt x="70290" y="86905"/>
                    <a:pt x="71400" y="86905"/>
                    <a:pt x="71668" y="87632"/>
                  </a:cubicBezTo>
                  <a:cubicBezTo>
                    <a:pt x="71821" y="88054"/>
                    <a:pt x="71936" y="88475"/>
                    <a:pt x="71974" y="88934"/>
                  </a:cubicBezTo>
                  <a:cubicBezTo>
                    <a:pt x="73008" y="90006"/>
                    <a:pt x="73812" y="91269"/>
                    <a:pt x="74692" y="92494"/>
                  </a:cubicBezTo>
                  <a:cubicBezTo>
                    <a:pt x="75458" y="93375"/>
                    <a:pt x="76109" y="94370"/>
                    <a:pt x="76721" y="95366"/>
                  </a:cubicBezTo>
                  <a:cubicBezTo>
                    <a:pt x="77334" y="96323"/>
                    <a:pt x="75879" y="97280"/>
                    <a:pt x="75228" y="96399"/>
                  </a:cubicBezTo>
                  <a:lnTo>
                    <a:pt x="75228" y="96399"/>
                  </a:lnTo>
                  <a:close/>
                  <a:moveTo>
                    <a:pt x="79899" y="86714"/>
                  </a:moveTo>
                  <a:cubicBezTo>
                    <a:pt x="79976" y="86905"/>
                    <a:pt x="80090" y="87058"/>
                    <a:pt x="80282" y="87135"/>
                  </a:cubicBezTo>
                  <a:cubicBezTo>
                    <a:pt x="80320" y="87288"/>
                    <a:pt x="80320" y="87441"/>
                    <a:pt x="80358" y="87632"/>
                  </a:cubicBezTo>
                  <a:cubicBezTo>
                    <a:pt x="80473" y="88054"/>
                    <a:pt x="80435" y="88628"/>
                    <a:pt x="80856" y="88934"/>
                  </a:cubicBezTo>
                  <a:cubicBezTo>
                    <a:pt x="81469" y="89432"/>
                    <a:pt x="82464" y="88896"/>
                    <a:pt x="82311" y="88092"/>
                  </a:cubicBezTo>
                  <a:cubicBezTo>
                    <a:pt x="82196" y="87403"/>
                    <a:pt x="82043" y="86675"/>
                    <a:pt x="81890" y="85986"/>
                  </a:cubicBezTo>
                  <a:cubicBezTo>
                    <a:pt x="81124" y="82656"/>
                    <a:pt x="79937" y="79401"/>
                    <a:pt x="78674" y="76224"/>
                  </a:cubicBezTo>
                  <a:cubicBezTo>
                    <a:pt x="77679" y="73774"/>
                    <a:pt x="76147" y="71630"/>
                    <a:pt x="74960" y="69256"/>
                  </a:cubicBezTo>
                  <a:cubicBezTo>
                    <a:pt x="75420" y="67687"/>
                    <a:pt x="73314" y="67572"/>
                    <a:pt x="73085" y="68835"/>
                  </a:cubicBezTo>
                  <a:cubicBezTo>
                    <a:pt x="72740" y="69180"/>
                    <a:pt x="72625" y="69869"/>
                    <a:pt x="73314" y="70864"/>
                  </a:cubicBezTo>
                  <a:cubicBezTo>
                    <a:pt x="74616" y="73621"/>
                    <a:pt x="76147" y="76415"/>
                    <a:pt x="77296" y="79248"/>
                  </a:cubicBezTo>
                  <a:cubicBezTo>
                    <a:pt x="78329" y="81660"/>
                    <a:pt x="79095" y="84187"/>
                    <a:pt x="79899" y="86714"/>
                  </a:cubicBezTo>
                  <a:lnTo>
                    <a:pt x="79899" y="86714"/>
                  </a:lnTo>
                  <a:close/>
                  <a:moveTo>
                    <a:pt x="90197" y="82273"/>
                  </a:moveTo>
                  <a:cubicBezTo>
                    <a:pt x="89585" y="81813"/>
                    <a:pt x="89853" y="80167"/>
                    <a:pt x="89585" y="79401"/>
                  </a:cubicBezTo>
                  <a:cubicBezTo>
                    <a:pt x="89087" y="77219"/>
                    <a:pt x="88207" y="75152"/>
                    <a:pt x="87479" y="73046"/>
                  </a:cubicBezTo>
                  <a:cubicBezTo>
                    <a:pt x="86637" y="70596"/>
                    <a:pt x="85871" y="68108"/>
                    <a:pt x="84799" y="65734"/>
                  </a:cubicBezTo>
                  <a:cubicBezTo>
                    <a:pt x="84646" y="65275"/>
                    <a:pt x="84378" y="64815"/>
                    <a:pt x="84302" y="64318"/>
                  </a:cubicBezTo>
                  <a:cubicBezTo>
                    <a:pt x="84302" y="63514"/>
                    <a:pt x="85335" y="63093"/>
                    <a:pt x="85871" y="63667"/>
                  </a:cubicBezTo>
                  <a:cubicBezTo>
                    <a:pt x="86446" y="64624"/>
                    <a:pt x="86752" y="65734"/>
                    <a:pt x="87211" y="66768"/>
                  </a:cubicBezTo>
                  <a:cubicBezTo>
                    <a:pt x="88130" y="69103"/>
                    <a:pt x="88819" y="71515"/>
                    <a:pt x="89738" y="73850"/>
                  </a:cubicBezTo>
                  <a:cubicBezTo>
                    <a:pt x="90121" y="75037"/>
                    <a:pt x="93566" y="83766"/>
                    <a:pt x="90197" y="82273"/>
                  </a:cubicBezTo>
                  <a:lnTo>
                    <a:pt x="90197" y="82273"/>
                  </a:lnTo>
                  <a:close/>
                  <a:moveTo>
                    <a:pt x="90197" y="55244"/>
                  </a:moveTo>
                  <a:cubicBezTo>
                    <a:pt x="89891" y="54900"/>
                    <a:pt x="89776" y="54326"/>
                    <a:pt x="89470" y="53981"/>
                  </a:cubicBezTo>
                  <a:cubicBezTo>
                    <a:pt x="88743" y="53024"/>
                    <a:pt x="87824" y="52029"/>
                    <a:pt x="86599" y="51875"/>
                  </a:cubicBezTo>
                  <a:cubicBezTo>
                    <a:pt x="85297" y="51110"/>
                    <a:pt x="86407" y="49272"/>
                    <a:pt x="88398" y="50574"/>
                  </a:cubicBezTo>
                  <a:cubicBezTo>
                    <a:pt x="89853" y="51416"/>
                    <a:pt x="91001" y="52718"/>
                    <a:pt x="91690" y="54249"/>
                  </a:cubicBezTo>
                  <a:cubicBezTo>
                    <a:pt x="91729" y="54326"/>
                    <a:pt x="91767" y="54402"/>
                    <a:pt x="91767" y="54440"/>
                  </a:cubicBezTo>
                  <a:cubicBezTo>
                    <a:pt x="91958" y="54440"/>
                    <a:pt x="92188" y="54402"/>
                    <a:pt x="92380" y="54326"/>
                  </a:cubicBezTo>
                  <a:cubicBezTo>
                    <a:pt x="93260" y="53981"/>
                    <a:pt x="93949" y="53292"/>
                    <a:pt x="94906" y="53062"/>
                  </a:cubicBezTo>
                  <a:cubicBezTo>
                    <a:pt x="96284" y="52718"/>
                    <a:pt x="97701" y="52756"/>
                    <a:pt x="99117" y="52641"/>
                  </a:cubicBezTo>
                  <a:cubicBezTo>
                    <a:pt x="99960" y="52718"/>
                    <a:pt x="100802" y="52718"/>
                    <a:pt x="101606" y="52411"/>
                  </a:cubicBezTo>
                  <a:cubicBezTo>
                    <a:pt x="102525" y="52067"/>
                    <a:pt x="103558" y="52220"/>
                    <a:pt x="104515" y="52029"/>
                  </a:cubicBezTo>
                  <a:cubicBezTo>
                    <a:pt x="105932" y="51722"/>
                    <a:pt x="107463" y="51110"/>
                    <a:pt x="108956" y="51531"/>
                  </a:cubicBezTo>
                  <a:cubicBezTo>
                    <a:pt x="109492" y="51684"/>
                    <a:pt x="109646" y="52143"/>
                    <a:pt x="109607" y="52565"/>
                  </a:cubicBezTo>
                  <a:cubicBezTo>
                    <a:pt x="109492" y="52526"/>
                    <a:pt x="109378" y="52488"/>
                    <a:pt x="109301" y="52488"/>
                  </a:cubicBezTo>
                  <a:cubicBezTo>
                    <a:pt x="109071" y="52488"/>
                    <a:pt x="108880" y="52488"/>
                    <a:pt x="108688" y="52488"/>
                  </a:cubicBezTo>
                  <a:cubicBezTo>
                    <a:pt x="108459" y="52526"/>
                    <a:pt x="108191" y="52603"/>
                    <a:pt x="107961" y="52679"/>
                  </a:cubicBezTo>
                  <a:cubicBezTo>
                    <a:pt x="107540" y="52794"/>
                    <a:pt x="107119" y="52986"/>
                    <a:pt x="106736" y="53177"/>
                  </a:cubicBezTo>
                  <a:cubicBezTo>
                    <a:pt x="106583" y="53254"/>
                    <a:pt x="106468" y="53330"/>
                    <a:pt x="106391" y="53445"/>
                  </a:cubicBezTo>
                  <a:cubicBezTo>
                    <a:pt x="105243" y="53713"/>
                    <a:pt x="104133" y="54019"/>
                    <a:pt x="102946" y="53981"/>
                  </a:cubicBezTo>
                  <a:cubicBezTo>
                    <a:pt x="101989" y="54134"/>
                    <a:pt x="101032" y="54555"/>
                    <a:pt x="100036" y="54517"/>
                  </a:cubicBezTo>
                  <a:cubicBezTo>
                    <a:pt x="98811" y="54364"/>
                    <a:pt x="97624" y="54594"/>
                    <a:pt x="96399" y="54632"/>
                  </a:cubicBezTo>
                  <a:cubicBezTo>
                    <a:pt x="94830" y="54632"/>
                    <a:pt x="93758" y="56048"/>
                    <a:pt x="92226" y="56240"/>
                  </a:cubicBezTo>
                  <a:cubicBezTo>
                    <a:pt x="91844" y="56240"/>
                    <a:pt x="91422" y="56469"/>
                    <a:pt x="91001" y="56469"/>
                  </a:cubicBezTo>
                  <a:cubicBezTo>
                    <a:pt x="90848" y="56469"/>
                    <a:pt x="90657" y="56431"/>
                    <a:pt x="90504" y="56278"/>
                  </a:cubicBezTo>
                  <a:cubicBezTo>
                    <a:pt x="90159" y="56048"/>
                    <a:pt x="90083" y="55589"/>
                    <a:pt x="90197" y="55244"/>
                  </a:cubicBezTo>
                  <a:lnTo>
                    <a:pt x="90197" y="55244"/>
                  </a:lnTo>
                  <a:close/>
                  <a:moveTo>
                    <a:pt x="94370" y="35528"/>
                  </a:moveTo>
                  <a:cubicBezTo>
                    <a:pt x="93375" y="35337"/>
                    <a:pt x="92380" y="35413"/>
                    <a:pt x="91384" y="35337"/>
                  </a:cubicBezTo>
                  <a:cubicBezTo>
                    <a:pt x="90580" y="35222"/>
                    <a:pt x="89623" y="34724"/>
                    <a:pt x="89508" y="33805"/>
                  </a:cubicBezTo>
                  <a:cubicBezTo>
                    <a:pt x="89355" y="32734"/>
                    <a:pt x="90963" y="32351"/>
                    <a:pt x="91269" y="33423"/>
                  </a:cubicBezTo>
                  <a:cubicBezTo>
                    <a:pt x="91844" y="33652"/>
                    <a:pt x="92494" y="33499"/>
                    <a:pt x="93107" y="33537"/>
                  </a:cubicBezTo>
                  <a:cubicBezTo>
                    <a:pt x="93528" y="33537"/>
                    <a:pt x="93949" y="33652"/>
                    <a:pt x="94409" y="33691"/>
                  </a:cubicBezTo>
                  <a:cubicBezTo>
                    <a:pt x="96629" y="33691"/>
                    <a:pt x="96208" y="33729"/>
                    <a:pt x="97854" y="32427"/>
                  </a:cubicBezTo>
                  <a:cubicBezTo>
                    <a:pt x="98964" y="31930"/>
                    <a:pt x="99156" y="31547"/>
                    <a:pt x="99845" y="30590"/>
                  </a:cubicBezTo>
                  <a:cubicBezTo>
                    <a:pt x="100304" y="30054"/>
                    <a:pt x="100993" y="29824"/>
                    <a:pt x="101568" y="29479"/>
                  </a:cubicBezTo>
                  <a:cubicBezTo>
                    <a:pt x="102104" y="29058"/>
                    <a:pt x="102410" y="28484"/>
                    <a:pt x="102984" y="28178"/>
                  </a:cubicBezTo>
                  <a:cubicBezTo>
                    <a:pt x="103788" y="27718"/>
                    <a:pt x="105511" y="27029"/>
                    <a:pt x="105817" y="28369"/>
                  </a:cubicBezTo>
                  <a:cubicBezTo>
                    <a:pt x="105894" y="29518"/>
                    <a:pt x="104783" y="29288"/>
                    <a:pt x="104056" y="29633"/>
                  </a:cubicBezTo>
                  <a:cubicBezTo>
                    <a:pt x="103558" y="29977"/>
                    <a:pt x="103252" y="30513"/>
                    <a:pt x="102754" y="30858"/>
                  </a:cubicBezTo>
                  <a:cubicBezTo>
                    <a:pt x="102333" y="31202"/>
                    <a:pt x="101874" y="31355"/>
                    <a:pt x="101415" y="31662"/>
                  </a:cubicBezTo>
                  <a:cubicBezTo>
                    <a:pt x="100840" y="32121"/>
                    <a:pt x="100611" y="32887"/>
                    <a:pt x="99960" y="33308"/>
                  </a:cubicBezTo>
                  <a:cubicBezTo>
                    <a:pt x="99462" y="33691"/>
                    <a:pt x="98849" y="33882"/>
                    <a:pt x="98352" y="34341"/>
                  </a:cubicBezTo>
                  <a:cubicBezTo>
                    <a:pt x="97280" y="35567"/>
                    <a:pt x="95902" y="35528"/>
                    <a:pt x="94370" y="35528"/>
                  </a:cubicBezTo>
                  <a:close/>
                  <a:moveTo>
                    <a:pt x="88666" y="26225"/>
                  </a:moveTo>
                  <a:lnTo>
                    <a:pt x="88666" y="26225"/>
                  </a:lnTo>
                  <a:close/>
                  <a:moveTo>
                    <a:pt x="84952" y="27757"/>
                  </a:moveTo>
                  <a:cubicBezTo>
                    <a:pt x="85220" y="27833"/>
                    <a:pt x="85527" y="27871"/>
                    <a:pt x="85833" y="27910"/>
                  </a:cubicBezTo>
                  <a:cubicBezTo>
                    <a:pt x="86484" y="27718"/>
                    <a:pt x="87096" y="27527"/>
                    <a:pt x="87709" y="27297"/>
                  </a:cubicBezTo>
                  <a:cubicBezTo>
                    <a:pt x="87824" y="27221"/>
                    <a:pt x="87939" y="27182"/>
                    <a:pt x="88053" y="27144"/>
                  </a:cubicBezTo>
                  <a:cubicBezTo>
                    <a:pt x="88130" y="27106"/>
                    <a:pt x="88168" y="27068"/>
                    <a:pt x="88207" y="27029"/>
                  </a:cubicBezTo>
                  <a:lnTo>
                    <a:pt x="88207" y="27029"/>
                  </a:lnTo>
                  <a:cubicBezTo>
                    <a:pt x="88207" y="26876"/>
                    <a:pt x="88245" y="26723"/>
                    <a:pt x="88321" y="26570"/>
                  </a:cubicBezTo>
                  <a:cubicBezTo>
                    <a:pt x="88436" y="26378"/>
                    <a:pt x="88589" y="26187"/>
                    <a:pt x="88743" y="26034"/>
                  </a:cubicBezTo>
                  <a:lnTo>
                    <a:pt x="89049" y="25651"/>
                  </a:lnTo>
                  <a:cubicBezTo>
                    <a:pt x="89393" y="25230"/>
                    <a:pt x="89700" y="24732"/>
                    <a:pt x="90044" y="24273"/>
                  </a:cubicBezTo>
                  <a:cubicBezTo>
                    <a:pt x="90197" y="24081"/>
                    <a:pt x="90350" y="23852"/>
                    <a:pt x="90504" y="23622"/>
                  </a:cubicBezTo>
                  <a:cubicBezTo>
                    <a:pt x="90657" y="23431"/>
                    <a:pt x="90810" y="23239"/>
                    <a:pt x="90963" y="23048"/>
                  </a:cubicBezTo>
                  <a:cubicBezTo>
                    <a:pt x="91193" y="22856"/>
                    <a:pt x="91422" y="22665"/>
                    <a:pt x="91652" y="22473"/>
                  </a:cubicBezTo>
                  <a:cubicBezTo>
                    <a:pt x="91882" y="22320"/>
                    <a:pt x="92112" y="22167"/>
                    <a:pt x="92341" y="22014"/>
                  </a:cubicBezTo>
                  <a:cubicBezTo>
                    <a:pt x="92762" y="21746"/>
                    <a:pt x="93222" y="21478"/>
                    <a:pt x="93643" y="21210"/>
                  </a:cubicBezTo>
                  <a:cubicBezTo>
                    <a:pt x="93681" y="21172"/>
                    <a:pt x="93758" y="21172"/>
                    <a:pt x="93796" y="21134"/>
                  </a:cubicBezTo>
                  <a:cubicBezTo>
                    <a:pt x="93949" y="20980"/>
                    <a:pt x="94102" y="20866"/>
                    <a:pt x="94255" y="20751"/>
                  </a:cubicBezTo>
                  <a:cubicBezTo>
                    <a:pt x="94294" y="20674"/>
                    <a:pt x="94332" y="20636"/>
                    <a:pt x="94409" y="20559"/>
                  </a:cubicBezTo>
                  <a:cubicBezTo>
                    <a:pt x="94485" y="20483"/>
                    <a:pt x="94562" y="20368"/>
                    <a:pt x="94638" y="20253"/>
                  </a:cubicBezTo>
                  <a:cubicBezTo>
                    <a:pt x="94677" y="20176"/>
                    <a:pt x="94715" y="20100"/>
                    <a:pt x="94753" y="20023"/>
                  </a:cubicBezTo>
                  <a:cubicBezTo>
                    <a:pt x="94791" y="19947"/>
                    <a:pt x="94830" y="19908"/>
                    <a:pt x="94868" y="19832"/>
                  </a:cubicBezTo>
                  <a:cubicBezTo>
                    <a:pt x="94447" y="19602"/>
                    <a:pt x="93873" y="19679"/>
                    <a:pt x="93490" y="20253"/>
                  </a:cubicBezTo>
                  <a:cubicBezTo>
                    <a:pt x="92571" y="20904"/>
                    <a:pt x="91461" y="21210"/>
                    <a:pt x="90580" y="21899"/>
                  </a:cubicBezTo>
                  <a:cubicBezTo>
                    <a:pt x="89853" y="22359"/>
                    <a:pt x="89240" y="22971"/>
                    <a:pt x="88704" y="23660"/>
                  </a:cubicBezTo>
                  <a:cubicBezTo>
                    <a:pt x="88207" y="24235"/>
                    <a:pt x="87632" y="24732"/>
                    <a:pt x="87173" y="25345"/>
                  </a:cubicBezTo>
                  <a:cubicBezTo>
                    <a:pt x="86867" y="26072"/>
                    <a:pt x="86024" y="26225"/>
                    <a:pt x="85335" y="25957"/>
                  </a:cubicBezTo>
                  <a:cubicBezTo>
                    <a:pt x="84876" y="25613"/>
                    <a:pt x="84646" y="25077"/>
                    <a:pt x="84149" y="24847"/>
                  </a:cubicBezTo>
                  <a:cubicBezTo>
                    <a:pt x="83995" y="24809"/>
                    <a:pt x="83881" y="24771"/>
                    <a:pt x="83766" y="24771"/>
                  </a:cubicBezTo>
                  <a:cubicBezTo>
                    <a:pt x="83766" y="25039"/>
                    <a:pt x="83689" y="25268"/>
                    <a:pt x="83651" y="25498"/>
                  </a:cubicBezTo>
                  <a:lnTo>
                    <a:pt x="83498" y="25996"/>
                  </a:lnTo>
                  <a:lnTo>
                    <a:pt x="83498" y="26149"/>
                  </a:lnTo>
                  <a:cubicBezTo>
                    <a:pt x="83536" y="26340"/>
                    <a:pt x="83536" y="26570"/>
                    <a:pt x="83536" y="26761"/>
                  </a:cubicBezTo>
                  <a:cubicBezTo>
                    <a:pt x="83957" y="27182"/>
                    <a:pt x="84340" y="27604"/>
                    <a:pt x="84952" y="27757"/>
                  </a:cubicBezTo>
                  <a:lnTo>
                    <a:pt x="84952" y="27757"/>
                  </a:lnTo>
                  <a:close/>
                  <a:moveTo>
                    <a:pt x="61140" y="8959"/>
                  </a:moveTo>
                  <a:cubicBezTo>
                    <a:pt x="61102" y="8844"/>
                    <a:pt x="61102" y="8730"/>
                    <a:pt x="61063" y="8576"/>
                  </a:cubicBezTo>
                  <a:cubicBezTo>
                    <a:pt x="61025" y="8500"/>
                    <a:pt x="61025" y="8385"/>
                    <a:pt x="60987" y="8309"/>
                  </a:cubicBezTo>
                  <a:cubicBezTo>
                    <a:pt x="60949" y="8155"/>
                    <a:pt x="60872" y="8002"/>
                    <a:pt x="60795" y="7887"/>
                  </a:cubicBezTo>
                  <a:cubicBezTo>
                    <a:pt x="60757" y="7849"/>
                    <a:pt x="60757" y="7849"/>
                    <a:pt x="60719" y="7811"/>
                  </a:cubicBezTo>
                  <a:cubicBezTo>
                    <a:pt x="60757" y="7773"/>
                    <a:pt x="60834" y="7734"/>
                    <a:pt x="60872" y="7734"/>
                  </a:cubicBezTo>
                  <a:cubicBezTo>
                    <a:pt x="60298" y="7083"/>
                    <a:pt x="59685" y="6471"/>
                    <a:pt x="59647" y="5552"/>
                  </a:cubicBezTo>
                  <a:cubicBezTo>
                    <a:pt x="59570" y="5054"/>
                    <a:pt x="59685" y="4480"/>
                    <a:pt x="59379" y="4021"/>
                  </a:cubicBezTo>
                  <a:cubicBezTo>
                    <a:pt x="59149" y="3714"/>
                    <a:pt x="59034" y="3255"/>
                    <a:pt x="58843" y="2834"/>
                  </a:cubicBezTo>
                  <a:cubicBezTo>
                    <a:pt x="58843" y="2528"/>
                    <a:pt x="58728" y="2221"/>
                    <a:pt x="58460" y="2030"/>
                  </a:cubicBezTo>
                  <a:cubicBezTo>
                    <a:pt x="58460" y="2030"/>
                    <a:pt x="58422" y="1992"/>
                    <a:pt x="58422" y="1992"/>
                  </a:cubicBezTo>
                  <a:cubicBezTo>
                    <a:pt x="58345" y="1953"/>
                    <a:pt x="58307" y="1877"/>
                    <a:pt x="58269" y="1839"/>
                  </a:cubicBezTo>
                  <a:cubicBezTo>
                    <a:pt x="58154" y="1724"/>
                    <a:pt x="58116" y="1609"/>
                    <a:pt x="58039" y="1532"/>
                  </a:cubicBezTo>
                  <a:cubicBezTo>
                    <a:pt x="57962" y="1417"/>
                    <a:pt x="57924" y="1341"/>
                    <a:pt x="57886" y="1264"/>
                  </a:cubicBezTo>
                  <a:cubicBezTo>
                    <a:pt x="57848" y="1188"/>
                    <a:pt x="57809" y="1149"/>
                    <a:pt x="57809" y="1073"/>
                  </a:cubicBezTo>
                  <a:cubicBezTo>
                    <a:pt x="57771" y="920"/>
                    <a:pt x="57733" y="805"/>
                    <a:pt x="57694" y="652"/>
                  </a:cubicBezTo>
                  <a:cubicBezTo>
                    <a:pt x="57656" y="575"/>
                    <a:pt x="57656" y="499"/>
                    <a:pt x="57656" y="422"/>
                  </a:cubicBezTo>
                  <a:cubicBezTo>
                    <a:pt x="57694" y="307"/>
                    <a:pt x="57694" y="192"/>
                    <a:pt x="57694" y="78"/>
                  </a:cubicBezTo>
                  <a:cubicBezTo>
                    <a:pt x="58001" y="1"/>
                    <a:pt x="58345" y="1"/>
                    <a:pt x="58652" y="116"/>
                  </a:cubicBezTo>
                  <a:cubicBezTo>
                    <a:pt x="60298" y="499"/>
                    <a:pt x="61638" y="3561"/>
                    <a:pt x="61599" y="5131"/>
                  </a:cubicBezTo>
                  <a:cubicBezTo>
                    <a:pt x="61867" y="6586"/>
                    <a:pt x="63092" y="6394"/>
                    <a:pt x="63743" y="8883"/>
                  </a:cubicBezTo>
                  <a:cubicBezTo>
                    <a:pt x="64968" y="8691"/>
                    <a:pt x="66155" y="8730"/>
                    <a:pt x="67342" y="8691"/>
                  </a:cubicBezTo>
                  <a:cubicBezTo>
                    <a:pt x="67801" y="8576"/>
                    <a:pt x="68108" y="8194"/>
                    <a:pt x="68567" y="8270"/>
                  </a:cubicBezTo>
                  <a:cubicBezTo>
                    <a:pt x="68873" y="8309"/>
                    <a:pt x="69103" y="8462"/>
                    <a:pt x="69256" y="8691"/>
                  </a:cubicBezTo>
                  <a:lnTo>
                    <a:pt x="69218" y="8768"/>
                  </a:lnTo>
                  <a:cubicBezTo>
                    <a:pt x="69141" y="8844"/>
                    <a:pt x="69065" y="8959"/>
                    <a:pt x="68988" y="9036"/>
                  </a:cubicBezTo>
                  <a:cubicBezTo>
                    <a:pt x="68950" y="9074"/>
                    <a:pt x="68912" y="9151"/>
                    <a:pt x="68873" y="9189"/>
                  </a:cubicBezTo>
                  <a:cubicBezTo>
                    <a:pt x="68758" y="9266"/>
                    <a:pt x="68644" y="9342"/>
                    <a:pt x="68490" y="9457"/>
                  </a:cubicBezTo>
                  <a:cubicBezTo>
                    <a:pt x="68337" y="9534"/>
                    <a:pt x="68184" y="9610"/>
                    <a:pt x="68031" y="9725"/>
                  </a:cubicBezTo>
                  <a:cubicBezTo>
                    <a:pt x="67840" y="9802"/>
                    <a:pt x="67648" y="9878"/>
                    <a:pt x="67457" y="9955"/>
                  </a:cubicBezTo>
                  <a:cubicBezTo>
                    <a:pt x="67074" y="10070"/>
                    <a:pt x="66729" y="10146"/>
                    <a:pt x="66347" y="10223"/>
                  </a:cubicBezTo>
                  <a:cubicBezTo>
                    <a:pt x="65849" y="10338"/>
                    <a:pt x="65351" y="10414"/>
                    <a:pt x="64854" y="10491"/>
                  </a:cubicBezTo>
                  <a:cubicBezTo>
                    <a:pt x="64586" y="10529"/>
                    <a:pt x="64318" y="10567"/>
                    <a:pt x="64088" y="10606"/>
                  </a:cubicBezTo>
                  <a:cubicBezTo>
                    <a:pt x="63896" y="10644"/>
                    <a:pt x="63705" y="10682"/>
                    <a:pt x="63514" y="10759"/>
                  </a:cubicBezTo>
                  <a:cubicBezTo>
                    <a:pt x="63475" y="10759"/>
                    <a:pt x="63437" y="10797"/>
                    <a:pt x="63399" y="10797"/>
                  </a:cubicBezTo>
                  <a:cubicBezTo>
                    <a:pt x="63322" y="10797"/>
                    <a:pt x="63207" y="10797"/>
                    <a:pt x="63131" y="10797"/>
                  </a:cubicBezTo>
                  <a:cubicBezTo>
                    <a:pt x="62786" y="10797"/>
                    <a:pt x="62442" y="10720"/>
                    <a:pt x="62135" y="10682"/>
                  </a:cubicBezTo>
                  <a:lnTo>
                    <a:pt x="62097" y="10682"/>
                  </a:lnTo>
                  <a:cubicBezTo>
                    <a:pt x="61714" y="10529"/>
                    <a:pt x="61370" y="10223"/>
                    <a:pt x="61178" y="9840"/>
                  </a:cubicBezTo>
                  <a:cubicBezTo>
                    <a:pt x="61178" y="9687"/>
                    <a:pt x="61178" y="9534"/>
                    <a:pt x="61178" y="9380"/>
                  </a:cubicBezTo>
                  <a:cubicBezTo>
                    <a:pt x="61140" y="9227"/>
                    <a:pt x="61140" y="9112"/>
                    <a:pt x="61102" y="8998"/>
                  </a:cubicBezTo>
                  <a:lnTo>
                    <a:pt x="61102" y="8998"/>
                  </a:lnTo>
                  <a:close/>
                  <a:moveTo>
                    <a:pt x="57312" y="920"/>
                  </a:moveTo>
                  <a:cubicBezTo>
                    <a:pt x="57312" y="920"/>
                    <a:pt x="57312" y="920"/>
                    <a:pt x="57312" y="920"/>
                  </a:cubicBezTo>
                  <a:lnTo>
                    <a:pt x="57312" y="920"/>
                  </a:lnTo>
                  <a:cubicBezTo>
                    <a:pt x="57312" y="920"/>
                    <a:pt x="57312" y="920"/>
                    <a:pt x="57312" y="920"/>
                  </a:cubicBezTo>
                  <a:lnTo>
                    <a:pt x="57312" y="920"/>
                  </a:lnTo>
                  <a:close/>
                  <a:moveTo>
                    <a:pt x="56929" y="1111"/>
                  </a:moveTo>
                  <a:cubicBezTo>
                    <a:pt x="56929" y="1111"/>
                    <a:pt x="56967" y="1073"/>
                    <a:pt x="57005" y="1073"/>
                  </a:cubicBezTo>
                  <a:cubicBezTo>
                    <a:pt x="57005" y="1073"/>
                    <a:pt x="56967" y="1073"/>
                    <a:pt x="56967" y="1073"/>
                  </a:cubicBezTo>
                  <a:lnTo>
                    <a:pt x="56967" y="1073"/>
                  </a:lnTo>
                  <a:cubicBezTo>
                    <a:pt x="56967" y="1073"/>
                    <a:pt x="56967" y="1111"/>
                    <a:pt x="56929" y="1111"/>
                  </a:cubicBezTo>
                  <a:lnTo>
                    <a:pt x="56929" y="1111"/>
                  </a:lnTo>
                  <a:lnTo>
                    <a:pt x="56929" y="1111"/>
                  </a:lnTo>
                  <a:close/>
                  <a:moveTo>
                    <a:pt x="62174" y="10682"/>
                  </a:moveTo>
                  <a:cubicBezTo>
                    <a:pt x="62174" y="10682"/>
                    <a:pt x="62212" y="10682"/>
                    <a:pt x="62212" y="10682"/>
                  </a:cubicBezTo>
                  <a:cubicBezTo>
                    <a:pt x="62212" y="10682"/>
                    <a:pt x="62174" y="10682"/>
                    <a:pt x="62174" y="10682"/>
                  </a:cubicBezTo>
                  <a:close/>
                  <a:moveTo>
                    <a:pt x="55244" y="12137"/>
                  </a:moveTo>
                  <a:cubicBezTo>
                    <a:pt x="53483" y="11371"/>
                    <a:pt x="54517" y="9151"/>
                    <a:pt x="54861" y="7773"/>
                  </a:cubicBezTo>
                  <a:cubicBezTo>
                    <a:pt x="54976" y="7275"/>
                    <a:pt x="54861" y="6777"/>
                    <a:pt x="55244" y="6394"/>
                  </a:cubicBezTo>
                  <a:cubicBezTo>
                    <a:pt x="55780" y="5820"/>
                    <a:pt x="56737" y="6126"/>
                    <a:pt x="56929" y="6815"/>
                  </a:cubicBezTo>
                  <a:cubicBezTo>
                    <a:pt x="56852" y="6854"/>
                    <a:pt x="56776" y="6930"/>
                    <a:pt x="56699" y="7045"/>
                  </a:cubicBezTo>
                  <a:cubicBezTo>
                    <a:pt x="56699" y="7083"/>
                    <a:pt x="56661" y="7122"/>
                    <a:pt x="56661" y="7160"/>
                  </a:cubicBezTo>
                  <a:cubicBezTo>
                    <a:pt x="56546" y="7237"/>
                    <a:pt x="56431" y="7390"/>
                    <a:pt x="56355" y="7543"/>
                  </a:cubicBezTo>
                  <a:cubicBezTo>
                    <a:pt x="56278" y="7696"/>
                    <a:pt x="56240" y="7849"/>
                    <a:pt x="56201" y="8041"/>
                  </a:cubicBezTo>
                  <a:cubicBezTo>
                    <a:pt x="56163" y="8232"/>
                    <a:pt x="56125" y="8423"/>
                    <a:pt x="56087" y="8653"/>
                  </a:cubicBezTo>
                  <a:cubicBezTo>
                    <a:pt x="56048" y="9036"/>
                    <a:pt x="56010" y="9457"/>
                    <a:pt x="55933" y="9840"/>
                  </a:cubicBezTo>
                  <a:cubicBezTo>
                    <a:pt x="55933" y="10031"/>
                    <a:pt x="55895" y="10223"/>
                    <a:pt x="55857" y="10414"/>
                  </a:cubicBezTo>
                  <a:cubicBezTo>
                    <a:pt x="55819" y="10606"/>
                    <a:pt x="55742" y="10797"/>
                    <a:pt x="55704" y="10988"/>
                  </a:cubicBezTo>
                  <a:cubicBezTo>
                    <a:pt x="55665" y="11218"/>
                    <a:pt x="55627" y="11448"/>
                    <a:pt x="55589" y="11677"/>
                  </a:cubicBezTo>
                  <a:cubicBezTo>
                    <a:pt x="55589" y="11869"/>
                    <a:pt x="55589" y="12022"/>
                    <a:pt x="55627" y="12175"/>
                  </a:cubicBezTo>
                  <a:lnTo>
                    <a:pt x="55512" y="12175"/>
                  </a:lnTo>
                  <a:cubicBezTo>
                    <a:pt x="55436" y="12175"/>
                    <a:pt x="55359" y="12175"/>
                    <a:pt x="55244" y="12137"/>
                  </a:cubicBezTo>
                  <a:lnTo>
                    <a:pt x="55244" y="12137"/>
                  </a:lnTo>
                  <a:close/>
                  <a:moveTo>
                    <a:pt x="42496" y="26072"/>
                  </a:moveTo>
                  <a:cubicBezTo>
                    <a:pt x="40735" y="25153"/>
                    <a:pt x="38859" y="25536"/>
                    <a:pt x="36983" y="25421"/>
                  </a:cubicBezTo>
                  <a:cubicBezTo>
                    <a:pt x="35720" y="25306"/>
                    <a:pt x="34494" y="24847"/>
                    <a:pt x="33231" y="24771"/>
                  </a:cubicBezTo>
                  <a:cubicBezTo>
                    <a:pt x="32465" y="24617"/>
                    <a:pt x="31623" y="25077"/>
                    <a:pt x="30896" y="24656"/>
                  </a:cubicBezTo>
                  <a:cubicBezTo>
                    <a:pt x="30743" y="24426"/>
                    <a:pt x="30628" y="24235"/>
                    <a:pt x="30590" y="24081"/>
                  </a:cubicBezTo>
                  <a:cubicBezTo>
                    <a:pt x="30130" y="24081"/>
                    <a:pt x="29709" y="24158"/>
                    <a:pt x="29288" y="24235"/>
                  </a:cubicBezTo>
                  <a:cubicBezTo>
                    <a:pt x="28982" y="24311"/>
                    <a:pt x="28675" y="24349"/>
                    <a:pt x="28331" y="24388"/>
                  </a:cubicBezTo>
                  <a:cubicBezTo>
                    <a:pt x="28293" y="24809"/>
                    <a:pt x="28025" y="25153"/>
                    <a:pt x="27527" y="25230"/>
                  </a:cubicBezTo>
                  <a:cubicBezTo>
                    <a:pt x="25345" y="25728"/>
                    <a:pt x="23622" y="27297"/>
                    <a:pt x="21593" y="28139"/>
                  </a:cubicBezTo>
                  <a:cubicBezTo>
                    <a:pt x="20062" y="28829"/>
                    <a:pt x="18339" y="28867"/>
                    <a:pt x="16846" y="29633"/>
                  </a:cubicBezTo>
                  <a:cubicBezTo>
                    <a:pt x="15774" y="30130"/>
                    <a:pt x="14778" y="30819"/>
                    <a:pt x="14128" y="31815"/>
                  </a:cubicBezTo>
                  <a:cubicBezTo>
                    <a:pt x="13783" y="32848"/>
                    <a:pt x="12175" y="32580"/>
                    <a:pt x="12175" y="31470"/>
                  </a:cubicBezTo>
                  <a:cubicBezTo>
                    <a:pt x="12673" y="29671"/>
                    <a:pt x="14549" y="28522"/>
                    <a:pt x="16157" y="27718"/>
                  </a:cubicBezTo>
                  <a:cubicBezTo>
                    <a:pt x="17726" y="26953"/>
                    <a:pt x="19564" y="26914"/>
                    <a:pt x="21133" y="26149"/>
                  </a:cubicBezTo>
                  <a:cubicBezTo>
                    <a:pt x="22282" y="25574"/>
                    <a:pt x="23354" y="24885"/>
                    <a:pt x="24464" y="24273"/>
                  </a:cubicBezTo>
                  <a:cubicBezTo>
                    <a:pt x="24273" y="24273"/>
                    <a:pt x="24081" y="24273"/>
                    <a:pt x="23928" y="24273"/>
                  </a:cubicBezTo>
                  <a:cubicBezTo>
                    <a:pt x="22856" y="24388"/>
                    <a:pt x="21861" y="24771"/>
                    <a:pt x="20827" y="24771"/>
                  </a:cubicBezTo>
                  <a:cubicBezTo>
                    <a:pt x="20100" y="24809"/>
                    <a:pt x="19372" y="24579"/>
                    <a:pt x="18645" y="24503"/>
                  </a:cubicBezTo>
                  <a:cubicBezTo>
                    <a:pt x="17458" y="24349"/>
                    <a:pt x="16386" y="24924"/>
                    <a:pt x="15276" y="25230"/>
                  </a:cubicBezTo>
                  <a:cubicBezTo>
                    <a:pt x="14051" y="25613"/>
                    <a:pt x="12711" y="25766"/>
                    <a:pt x="11409" y="25460"/>
                  </a:cubicBezTo>
                  <a:cubicBezTo>
                    <a:pt x="10299" y="25230"/>
                    <a:pt x="9419" y="25153"/>
                    <a:pt x="8500" y="25345"/>
                  </a:cubicBezTo>
                  <a:cubicBezTo>
                    <a:pt x="8462" y="25460"/>
                    <a:pt x="8347" y="25536"/>
                    <a:pt x="8232" y="25536"/>
                  </a:cubicBezTo>
                  <a:cubicBezTo>
                    <a:pt x="8155" y="25536"/>
                    <a:pt x="8079" y="25498"/>
                    <a:pt x="8002" y="25421"/>
                  </a:cubicBezTo>
                  <a:cubicBezTo>
                    <a:pt x="7696" y="25498"/>
                    <a:pt x="7390" y="25613"/>
                    <a:pt x="7045" y="25728"/>
                  </a:cubicBezTo>
                  <a:cubicBezTo>
                    <a:pt x="6547" y="25881"/>
                    <a:pt x="6088" y="26072"/>
                    <a:pt x="5629" y="26302"/>
                  </a:cubicBezTo>
                  <a:cubicBezTo>
                    <a:pt x="5437" y="26378"/>
                    <a:pt x="5284" y="26493"/>
                    <a:pt x="5093" y="26608"/>
                  </a:cubicBezTo>
                  <a:cubicBezTo>
                    <a:pt x="5054" y="26646"/>
                    <a:pt x="4978" y="26685"/>
                    <a:pt x="4901" y="26646"/>
                  </a:cubicBezTo>
                  <a:cubicBezTo>
                    <a:pt x="4671" y="26646"/>
                    <a:pt x="4557" y="26302"/>
                    <a:pt x="4748" y="26149"/>
                  </a:cubicBezTo>
                  <a:cubicBezTo>
                    <a:pt x="5361" y="25728"/>
                    <a:pt x="6050" y="25460"/>
                    <a:pt x="6739" y="25230"/>
                  </a:cubicBezTo>
                  <a:lnTo>
                    <a:pt x="7007" y="25115"/>
                  </a:lnTo>
                  <a:cubicBezTo>
                    <a:pt x="6432" y="24771"/>
                    <a:pt x="6509" y="23928"/>
                    <a:pt x="6586" y="23354"/>
                  </a:cubicBezTo>
                  <a:cubicBezTo>
                    <a:pt x="6700" y="22550"/>
                    <a:pt x="7083" y="21823"/>
                    <a:pt x="7504" y="21172"/>
                  </a:cubicBezTo>
                  <a:cubicBezTo>
                    <a:pt x="7619" y="20980"/>
                    <a:pt x="7772" y="20827"/>
                    <a:pt x="7926" y="20674"/>
                  </a:cubicBezTo>
                  <a:cubicBezTo>
                    <a:pt x="7619" y="20827"/>
                    <a:pt x="7313" y="20980"/>
                    <a:pt x="6968" y="21134"/>
                  </a:cubicBezTo>
                  <a:cubicBezTo>
                    <a:pt x="6777" y="21248"/>
                    <a:pt x="6471" y="21478"/>
                    <a:pt x="6279" y="21172"/>
                  </a:cubicBezTo>
                  <a:cubicBezTo>
                    <a:pt x="6203" y="21057"/>
                    <a:pt x="6241" y="20866"/>
                    <a:pt x="6394" y="20789"/>
                  </a:cubicBezTo>
                  <a:cubicBezTo>
                    <a:pt x="6739" y="20598"/>
                    <a:pt x="7083" y="20444"/>
                    <a:pt x="7428" y="20291"/>
                  </a:cubicBezTo>
                  <a:cubicBezTo>
                    <a:pt x="8347" y="19832"/>
                    <a:pt x="9342" y="19411"/>
                    <a:pt x="10337" y="19181"/>
                  </a:cubicBezTo>
                  <a:cubicBezTo>
                    <a:pt x="10644" y="19028"/>
                    <a:pt x="10950" y="18913"/>
                    <a:pt x="11256" y="18760"/>
                  </a:cubicBezTo>
                  <a:cubicBezTo>
                    <a:pt x="11716" y="18530"/>
                    <a:pt x="12175" y="18301"/>
                    <a:pt x="12634" y="18147"/>
                  </a:cubicBezTo>
                  <a:cubicBezTo>
                    <a:pt x="13974" y="17688"/>
                    <a:pt x="15391" y="17650"/>
                    <a:pt x="16769" y="17688"/>
                  </a:cubicBezTo>
                  <a:cubicBezTo>
                    <a:pt x="19028" y="17765"/>
                    <a:pt x="21172" y="18530"/>
                    <a:pt x="23354" y="19028"/>
                  </a:cubicBezTo>
                  <a:cubicBezTo>
                    <a:pt x="24081" y="19181"/>
                    <a:pt x="24847" y="19296"/>
                    <a:pt x="25574" y="19449"/>
                  </a:cubicBezTo>
                  <a:cubicBezTo>
                    <a:pt x="26493" y="19640"/>
                    <a:pt x="27412" y="19870"/>
                    <a:pt x="28331" y="20023"/>
                  </a:cubicBezTo>
                  <a:cubicBezTo>
                    <a:pt x="29556" y="20176"/>
                    <a:pt x="30819" y="20368"/>
                    <a:pt x="32044" y="20598"/>
                  </a:cubicBezTo>
                  <a:cubicBezTo>
                    <a:pt x="33116" y="20712"/>
                    <a:pt x="34150" y="20904"/>
                    <a:pt x="35145" y="21363"/>
                  </a:cubicBezTo>
                  <a:cubicBezTo>
                    <a:pt x="35720" y="21516"/>
                    <a:pt x="36332" y="21746"/>
                    <a:pt x="36868" y="22052"/>
                  </a:cubicBezTo>
                  <a:cubicBezTo>
                    <a:pt x="37136" y="22244"/>
                    <a:pt x="37442" y="22473"/>
                    <a:pt x="37710" y="22665"/>
                  </a:cubicBezTo>
                  <a:cubicBezTo>
                    <a:pt x="37978" y="22741"/>
                    <a:pt x="38285" y="22818"/>
                    <a:pt x="38591" y="22856"/>
                  </a:cubicBezTo>
                  <a:cubicBezTo>
                    <a:pt x="38974" y="22895"/>
                    <a:pt x="39395" y="22895"/>
                    <a:pt x="39816" y="22971"/>
                  </a:cubicBezTo>
                  <a:cubicBezTo>
                    <a:pt x="39969" y="23048"/>
                    <a:pt x="40084" y="23239"/>
                    <a:pt x="40007" y="23392"/>
                  </a:cubicBezTo>
                  <a:cubicBezTo>
                    <a:pt x="40314" y="23431"/>
                    <a:pt x="40620" y="23431"/>
                    <a:pt x="40964" y="23507"/>
                  </a:cubicBezTo>
                  <a:cubicBezTo>
                    <a:pt x="43951" y="24273"/>
                    <a:pt x="43108" y="24617"/>
                    <a:pt x="45941" y="23086"/>
                  </a:cubicBezTo>
                  <a:cubicBezTo>
                    <a:pt x="47741" y="22512"/>
                    <a:pt x="49578" y="23201"/>
                    <a:pt x="51416" y="22895"/>
                  </a:cubicBezTo>
                  <a:cubicBezTo>
                    <a:pt x="52258" y="22780"/>
                    <a:pt x="52947" y="23660"/>
                    <a:pt x="53751" y="23431"/>
                  </a:cubicBezTo>
                  <a:cubicBezTo>
                    <a:pt x="54555" y="23048"/>
                    <a:pt x="55742" y="22167"/>
                    <a:pt x="56278" y="23354"/>
                  </a:cubicBezTo>
                  <a:cubicBezTo>
                    <a:pt x="56890" y="24809"/>
                    <a:pt x="53751" y="25728"/>
                    <a:pt x="52718" y="25383"/>
                  </a:cubicBezTo>
                  <a:cubicBezTo>
                    <a:pt x="52220" y="25306"/>
                    <a:pt x="51799" y="24885"/>
                    <a:pt x="51301" y="24885"/>
                  </a:cubicBezTo>
                  <a:cubicBezTo>
                    <a:pt x="50306" y="25077"/>
                    <a:pt x="49349" y="25000"/>
                    <a:pt x="48391" y="24847"/>
                  </a:cubicBezTo>
                  <a:cubicBezTo>
                    <a:pt x="46209" y="24426"/>
                    <a:pt x="44640" y="26838"/>
                    <a:pt x="42496" y="26072"/>
                  </a:cubicBezTo>
                  <a:lnTo>
                    <a:pt x="42496" y="26072"/>
                  </a:lnTo>
                  <a:close/>
                  <a:moveTo>
                    <a:pt x="31815" y="24809"/>
                  </a:moveTo>
                  <a:cubicBezTo>
                    <a:pt x="31891" y="24771"/>
                    <a:pt x="31968" y="24732"/>
                    <a:pt x="32044" y="24694"/>
                  </a:cubicBezTo>
                  <a:cubicBezTo>
                    <a:pt x="31968" y="24732"/>
                    <a:pt x="31891" y="24771"/>
                    <a:pt x="31815" y="24809"/>
                  </a:cubicBezTo>
                  <a:close/>
                  <a:moveTo>
                    <a:pt x="1188" y="38170"/>
                  </a:moveTo>
                  <a:cubicBezTo>
                    <a:pt x="1" y="36715"/>
                    <a:pt x="2987" y="35299"/>
                    <a:pt x="4174" y="35145"/>
                  </a:cubicBezTo>
                  <a:cubicBezTo>
                    <a:pt x="6011" y="35375"/>
                    <a:pt x="7734" y="34801"/>
                    <a:pt x="9533" y="34418"/>
                  </a:cubicBezTo>
                  <a:cubicBezTo>
                    <a:pt x="10797" y="34188"/>
                    <a:pt x="12137" y="34188"/>
                    <a:pt x="13362" y="34533"/>
                  </a:cubicBezTo>
                  <a:cubicBezTo>
                    <a:pt x="14625" y="34839"/>
                    <a:pt x="14089" y="36830"/>
                    <a:pt x="12826" y="36447"/>
                  </a:cubicBezTo>
                  <a:cubicBezTo>
                    <a:pt x="11065" y="35949"/>
                    <a:pt x="9227" y="36524"/>
                    <a:pt x="7504" y="36906"/>
                  </a:cubicBezTo>
                  <a:cubicBezTo>
                    <a:pt x="6356" y="37289"/>
                    <a:pt x="5169" y="37098"/>
                    <a:pt x="4059" y="37213"/>
                  </a:cubicBezTo>
                  <a:cubicBezTo>
                    <a:pt x="3064" y="37442"/>
                    <a:pt x="2260" y="39127"/>
                    <a:pt x="1188" y="38170"/>
                  </a:cubicBezTo>
                  <a:close/>
                  <a:moveTo>
                    <a:pt x="46209" y="14013"/>
                  </a:moveTo>
                  <a:cubicBezTo>
                    <a:pt x="46554" y="14204"/>
                    <a:pt x="47281" y="14434"/>
                    <a:pt x="47052" y="14932"/>
                  </a:cubicBezTo>
                  <a:cubicBezTo>
                    <a:pt x="46898" y="15161"/>
                    <a:pt x="46592" y="15123"/>
                    <a:pt x="46362" y="15123"/>
                  </a:cubicBezTo>
                  <a:cubicBezTo>
                    <a:pt x="46171" y="15123"/>
                    <a:pt x="45941" y="15161"/>
                    <a:pt x="45712" y="15161"/>
                  </a:cubicBezTo>
                  <a:cubicBezTo>
                    <a:pt x="44831" y="15200"/>
                    <a:pt x="43989" y="15468"/>
                    <a:pt x="43108" y="15544"/>
                  </a:cubicBezTo>
                  <a:cubicBezTo>
                    <a:pt x="42649" y="15582"/>
                    <a:pt x="42190" y="15468"/>
                    <a:pt x="41768" y="15544"/>
                  </a:cubicBezTo>
                  <a:cubicBezTo>
                    <a:pt x="41424" y="15621"/>
                    <a:pt x="41118" y="15812"/>
                    <a:pt x="40773" y="15965"/>
                  </a:cubicBezTo>
                  <a:cubicBezTo>
                    <a:pt x="40046" y="16272"/>
                    <a:pt x="39280" y="16463"/>
                    <a:pt x="38476" y="16386"/>
                  </a:cubicBezTo>
                  <a:cubicBezTo>
                    <a:pt x="37940" y="16348"/>
                    <a:pt x="37442" y="16157"/>
                    <a:pt x="36906" y="16080"/>
                  </a:cubicBezTo>
                  <a:cubicBezTo>
                    <a:pt x="36792" y="16080"/>
                    <a:pt x="36677" y="16080"/>
                    <a:pt x="36562" y="16118"/>
                  </a:cubicBezTo>
                  <a:cubicBezTo>
                    <a:pt x="35758" y="16310"/>
                    <a:pt x="34877" y="16386"/>
                    <a:pt x="34150" y="15927"/>
                  </a:cubicBezTo>
                  <a:cubicBezTo>
                    <a:pt x="33461" y="15582"/>
                    <a:pt x="33040" y="14970"/>
                    <a:pt x="32159" y="15238"/>
                  </a:cubicBezTo>
                  <a:cubicBezTo>
                    <a:pt x="31317" y="15391"/>
                    <a:pt x="30436" y="15621"/>
                    <a:pt x="29632" y="15314"/>
                  </a:cubicBezTo>
                  <a:cubicBezTo>
                    <a:pt x="29096" y="15161"/>
                    <a:pt x="28599" y="14817"/>
                    <a:pt x="28063" y="14778"/>
                  </a:cubicBezTo>
                  <a:cubicBezTo>
                    <a:pt x="26646" y="14740"/>
                    <a:pt x="26302" y="14817"/>
                    <a:pt x="25230" y="13821"/>
                  </a:cubicBezTo>
                  <a:cubicBezTo>
                    <a:pt x="24809" y="13553"/>
                    <a:pt x="24349" y="13400"/>
                    <a:pt x="23852" y="13324"/>
                  </a:cubicBezTo>
                  <a:cubicBezTo>
                    <a:pt x="23622" y="13285"/>
                    <a:pt x="23430" y="13439"/>
                    <a:pt x="23239" y="13324"/>
                  </a:cubicBezTo>
                  <a:cubicBezTo>
                    <a:pt x="23048" y="13209"/>
                    <a:pt x="23048" y="12941"/>
                    <a:pt x="23239" y="12826"/>
                  </a:cubicBezTo>
                  <a:cubicBezTo>
                    <a:pt x="23354" y="12749"/>
                    <a:pt x="23469" y="12749"/>
                    <a:pt x="23622" y="12749"/>
                  </a:cubicBezTo>
                  <a:cubicBezTo>
                    <a:pt x="24234" y="12558"/>
                    <a:pt x="24809" y="12367"/>
                    <a:pt x="25383" y="12099"/>
                  </a:cubicBezTo>
                  <a:cubicBezTo>
                    <a:pt x="25766" y="11831"/>
                    <a:pt x="26187" y="11563"/>
                    <a:pt x="26608" y="11333"/>
                  </a:cubicBezTo>
                  <a:cubicBezTo>
                    <a:pt x="26953" y="11218"/>
                    <a:pt x="27259" y="10950"/>
                    <a:pt x="27527" y="10682"/>
                  </a:cubicBezTo>
                  <a:cubicBezTo>
                    <a:pt x="27565" y="10606"/>
                    <a:pt x="27680" y="10529"/>
                    <a:pt x="27795" y="10529"/>
                  </a:cubicBezTo>
                  <a:cubicBezTo>
                    <a:pt x="27986" y="10529"/>
                    <a:pt x="28139" y="10759"/>
                    <a:pt x="28025" y="10950"/>
                  </a:cubicBezTo>
                  <a:cubicBezTo>
                    <a:pt x="29403" y="10835"/>
                    <a:pt x="30666" y="10376"/>
                    <a:pt x="31968" y="10108"/>
                  </a:cubicBezTo>
                  <a:cubicBezTo>
                    <a:pt x="33193" y="9878"/>
                    <a:pt x="34456" y="9840"/>
                    <a:pt x="35681" y="9955"/>
                  </a:cubicBezTo>
                  <a:cubicBezTo>
                    <a:pt x="36830" y="10070"/>
                    <a:pt x="37825" y="10682"/>
                    <a:pt x="38935" y="10912"/>
                  </a:cubicBezTo>
                  <a:cubicBezTo>
                    <a:pt x="40428" y="11218"/>
                    <a:pt x="42075" y="11103"/>
                    <a:pt x="43376" y="11945"/>
                  </a:cubicBezTo>
                  <a:cubicBezTo>
                    <a:pt x="43989" y="12367"/>
                    <a:pt x="44372" y="13017"/>
                    <a:pt x="45023" y="13400"/>
                  </a:cubicBezTo>
                  <a:cubicBezTo>
                    <a:pt x="45367" y="13630"/>
                    <a:pt x="45788" y="13821"/>
                    <a:pt x="46209" y="14013"/>
                  </a:cubicBezTo>
                  <a:close/>
                </a:path>
              </a:pathLst>
            </a:custGeom>
            <a:solidFill>
              <a:srgbClr val="AFAE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8"/>
            <p:cNvSpPr/>
            <p:nvPr/>
          </p:nvSpPr>
          <p:spPr>
            <a:xfrm>
              <a:off x="2220250" y="605425"/>
              <a:ext cx="2810050" cy="1939100"/>
            </a:xfrm>
            <a:custGeom>
              <a:avLst/>
              <a:gdLst/>
              <a:ahLst/>
              <a:cxnLst/>
              <a:rect l="l" t="t" r="r" b="b"/>
              <a:pathLst>
                <a:path w="112402" h="77564" extrusionOk="0">
                  <a:moveTo>
                    <a:pt x="48085" y="4671"/>
                  </a:moveTo>
                  <a:cubicBezTo>
                    <a:pt x="47013" y="3638"/>
                    <a:pt x="45865" y="4633"/>
                    <a:pt x="44563" y="3178"/>
                  </a:cubicBezTo>
                  <a:cubicBezTo>
                    <a:pt x="43759" y="2528"/>
                    <a:pt x="42611" y="3255"/>
                    <a:pt x="41768" y="2681"/>
                  </a:cubicBezTo>
                  <a:cubicBezTo>
                    <a:pt x="41462" y="2413"/>
                    <a:pt x="41117" y="2221"/>
                    <a:pt x="40735" y="2145"/>
                  </a:cubicBezTo>
                  <a:cubicBezTo>
                    <a:pt x="39433" y="1647"/>
                    <a:pt x="38055" y="3523"/>
                    <a:pt x="37212" y="2298"/>
                  </a:cubicBezTo>
                  <a:cubicBezTo>
                    <a:pt x="36638" y="1073"/>
                    <a:pt x="38361" y="613"/>
                    <a:pt x="39203" y="384"/>
                  </a:cubicBezTo>
                  <a:cubicBezTo>
                    <a:pt x="40390" y="116"/>
                    <a:pt x="41730" y="345"/>
                    <a:pt x="42687" y="1111"/>
                  </a:cubicBezTo>
                  <a:cubicBezTo>
                    <a:pt x="44065" y="881"/>
                    <a:pt x="45367" y="1264"/>
                    <a:pt x="46324" y="2260"/>
                  </a:cubicBezTo>
                  <a:cubicBezTo>
                    <a:pt x="47128" y="2374"/>
                    <a:pt x="48009" y="2298"/>
                    <a:pt x="48698" y="2834"/>
                  </a:cubicBezTo>
                  <a:cubicBezTo>
                    <a:pt x="50382" y="3638"/>
                    <a:pt x="49540" y="5629"/>
                    <a:pt x="48085" y="4671"/>
                  </a:cubicBezTo>
                  <a:lnTo>
                    <a:pt x="48085" y="4671"/>
                  </a:lnTo>
                  <a:close/>
                  <a:moveTo>
                    <a:pt x="94983" y="71591"/>
                  </a:moveTo>
                  <a:cubicBezTo>
                    <a:pt x="93643" y="70022"/>
                    <a:pt x="96476" y="69218"/>
                    <a:pt x="97701" y="69294"/>
                  </a:cubicBezTo>
                  <a:cubicBezTo>
                    <a:pt x="98964" y="69294"/>
                    <a:pt x="98811" y="71285"/>
                    <a:pt x="97509" y="71132"/>
                  </a:cubicBezTo>
                  <a:cubicBezTo>
                    <a:pt x="96437" y="70979"/>
                    <a:pt x="95863" y="72204"/>
                    <a:pt x="94983" y="71591"/>
                  </a:cubicBezTo>
                  <a:lnTo>
                    <a:pt x="94983" y="71591"/>
                  </a:lnTo>
                  <a:close/>
                  <a:moveTo>
                    <a:pt x="79861" y="67763"/>
                  </a:moveTo>
                  <a:cubicBezTo>
                    <a:pt x="78444" y="66461"/>
                    <a:pt x="81545" y="65122"/>
                    <a:pt x="81851" y="66806"/>
                  </a:cubicBezTo>
                  <a:cubicBezTo>
                    <a:pt x="82004" y="67801"/>
                    <a:pt x="80550" y="68222"/>
                    <a:pt x="79861" y="67763"/>
                  </a:cubicBezTo>
                  <a:close/>
                  <a:moveTo>
                    <a:pt x="69065" y="76377"/>
                  </a:moveTo>
                  <a:cubicBezTo>
                    <a:pt x="69065" y="75420"/>
                    <a:pt x="70098" y="73927"/>
                    <a:pt x="71094" y="74807"/>
                  </a:cubicBezTo>
                  <a:cubicBezTo>
                    <a:pt x="71630" y="75305"/>
                    <a:pt x="71247" y="75918"/>
                    <a:pt x="70902" y="76377"/>
                  </a:cubicBezTo>
                  <a:cubicBezTo>
                    <a:pt x="70902" y="77564"/>
                    <a:pt x="69065" y="77564"/>
                    <a:pt x="69065" y="76377"/>
                  </a:cubicBezTo>
                  <a:close/>
                  <a:moveTo>
                    <a:pt x="1877" y="69371"/>
                  </a:moveTo>
                  <a:cubicBezTo>
                    <a:pt x="1455" y="68452"/>
                    <a:pt x="384" y="68720"/>
                    <a:pt x="116" y="67878"/>
                  </a:cubicBezTo>
                  <a:cubicBezTo>
                    <a:pt x="1" y="65696"/>
                    <a:pt x="2757" y="67112"/>
                    <a:pt x="3293" y="68261"/>
                  </a:cubicBezTo>
                  <a:cubicBezTo>
                    <a:pt x="4020" y="69180"/>
                    <a:pt x="2566" y="70290"/>
                    <a:pt x="1877" y="69371"/>
                  </a:cubicBezTo>
                  <a:lnTo>
                    <a:pt x="1877" y="69371"/>
                  </a:lnTo>
                  <a:close/>
                  <a:moveTo>
                    <a:pt x="6241" y="31011"/>
                  </a:moveTo>
                  <a:cubicBezTo>
                    <a:pt x="5016" y="31087"/>
                    <a:pt x="4901" y="29173"/>
                    <a:pt x="6126" y="29173"/>
                  </a:cubicBezTo>
                  <a:cubicBezTo>
                    <a:pt x="7696" y="28982"/>
                    <a:pt x="7811" y="31279"/>
                    <a:pt x="6241" y="31011"/>
                  </a:cubicBezTo>
                  <a:close/>
                  <a:moveTo>
                    <a:pt x="8193" y="34035"/>
                  </a:moveTo>
                  <a:cubicBezTo>
                    <a:pt x="7504" y="33423"/>
                    <a:pt x="6394" y="34265"/>
                    <a:pt x="5858" y="33384"/>
                  </a:cubicBezTo>
                  <a:cubicBezTo>
                    <a:pt x="5207" y="31470"/>
                    <a:pt x="8155" y="31776"/>
                    <a:pt x="9112" y="32465"/>
                  </a:cubicBezTo>
                  <a:cubicBezTo>
                    <a:pt x="10146" y="33078"/>
                    <a:pt x="9227" y="34648"/>
                    <a:pt x="8193" y="34035"/>
                  </a:cubicBezTo>
                  <a:lnTo>
                    <a:pt x="8193" y="34035"/>
                  </a:lnTo>
                  <a:close/>
                  <a:moveTo>
                    <a:pt x="109952" y="64203"/>
                  </a:moveTo>
                  <a:cubicBezTo>
                    <a:pt x="109224" y="62978"/>
                    <a:pt x="111713" y="61944"/>
                    <a:pt x="112096" y="63322"/>
                  </a:cubicBezTo>
                  <a:cubicBezTo>
                    <a:pt x="112402" y="64394"/>
                    <a:pt x="110488" y="65160"/>
                    <a:pt x="109952" y="64203"/>
                  </a:cubicBezTo>
                  <a:close/>
                  <a:moveTo>
                    <a:pt x="104745" y="67801"/>
                  </a:moveTo>
                  <a:cubicBezTo>
                    <a:pt x="104400" y="67648"/>
                    <a:pt x="104018" y="67533"/>
                    <a:pt x="103635" y="67648"/>
                  </a:cubicBezTo>
                  <a:cubicBezTo>
                    <a:pt x="101529" y="68376"/>
                    <a:pt x="101721" y="64586"/>
                    <a:pt x="105434" y="66117"/>
                  </a:cubicBezTo>
                  <a:cubicBezTo>
                    <a:pt x="108229" y="65122"/>
                    <a:pt x="108535" y="67495"/>
                    <a:pt x="107004" y="67725"/>
                  </a:cubicBezTo>
                  <a:cubicBezTo>
                    <a:pt x="106238" y="67687"/>
                    <a:pt x="105472" y="68184"/>
                    <a:pt x="104745" y="67801"/>
                  </a:cubicBezTo>
                  <a:close/>
                  <a:moveTo>
                    <a:pt x="94447" y="66921"/>
                  </a:moveTo>
                  <a:cubicBezTo>
                    <a:pt x="95021" y="67189"/>
                    <a:pt x="95480" y="66729"/>
                    <a:pt x="95787" y="66308"/>
                  </a:cubicBezTo>
                  <a:cubicBezTo>
                    <a:pt x="97203" y="65160"/>
                    <a:pt x="97701" y="65083"/>
                    <a:pt x="99385" y="65389"/>
                  </a:cubicBezTo>
                  <a:cubicBezTo>
                    <a:pt x="100266" y="65198"/>
                    <a:pt x="101108" y="64968"/>
                    <a:pt x="102027" y="64930"/>
                  </a:cubicBezTo>
                  <a:cubicBezTo>
                    <a:pt x="102639" y="64815"/>
                    <a:pt x="103329" y="65198"/>
                    <a:pt x="103903" y="64892"/>
                  </a:cubicBezTo>
                  <a:cubicBezTo>
                    <a:pt x="104592" y="64547"/>
                    <a:pt x="104439" y="63399"/>
                    <a:pt x="103673" y="63246"/>
                  </a:cubicBezTo>
                  <a:cubicBezTo>
                    <a:pt x="103290" y="63131"/>
                    <a:pt x="102907" y="63092"/>
                    <a:pt x="102525" y="63092"/>
                  </a:cubicBezTo>
                  <a:cubicBezTo>
                    <a:pt x="101414" y="63092"/>
                    <a:pt x="100304" y="63284"/>
                    <a:pt x="99232" y="63552"/>
                  </a:cubicBezTo>
                  <a:cubicBezTo>
                    <a:pt x="98313" y="63246"/>
                    <a:pt x="97280" y="63322"/>
                    <a:pt x="96399" y="63743"/>
                  </a:cubicBezTo>
                  <a:cubicBezTo>
                    <a:pt x="95366" y="64279"/>
                    <a:pt x="92724" y="65734"/>
                    <a:pt x="94447" y="66921"/>
                  </a:cubicBezTo>
                  <a:lnTo>
                    <a:pt x="94447" y="66921"/>
                  </a:lnTo>
                  <a:close/>
                  <a:moveTo>
                    <a:pt x="92456" y="47128"/>
                  </a:moveTo>
                  <a:cubicBezTo>
                    <a:pt x="91882" y="45673"/>
                    <a:pt x="94906" y="45176"/>
                    <a:pt x="95710" y="45826"/>
                  </a:cubicBezTo>
                  <a:cubicBezTo>
                    <a:pt x="96437" y="46669"/>
                    <a:pt x="95557" y="47588"/>
                    <a:pt x="94600" y="47396"/>
                  </a:cubicBezTo>
                  <a:cubicBezTo>
                    <a:pt x="93872" y="47434"/>
                    <a:pt x="92915" y="48085"/>
                    <a:pt x="92494" y="47128"/>
                  </a:cubicBezTo>
                  <a:lnTo>
                    <a:pt x="92494" y="47128"/>
                  </a:lnTo>
                  <a:close/>
                  <a:moveTo>
                    <a:pt x="85948" y="45214"/>
                  </a:moveTo>
                  <a:cubicBezTo>
                    <a:pt x="85909" y="46209"/>
                    <a:pt x="87479" y="46439"/>
                    <a:pt x="87747" y="45482"/>
                  </a:cubicBezTo>
                  <a:cubicBezTo>
                    <a:pt x="88398" y="45099"/>
                    <a:pt x="89240" y="44716"/>
                    <a:pt x="89968" y="45061"/>
                  </a:cubicBezTo>
                  <a:cubicBezTo>
                    <a:pt x="90963" y="45061"/>
                    <a:pt x="91882" y="44448"/>
                    <a:pt x="92915" y="44487"/>
                  </a:cubicBezTo>
                  <a:cubicBezTo>
                    <a:pt x="93528" y="44487"/>
                    <a:pt x="94140" y="44257"/>
                    <a:pt x="94753" y="44295"/>
                  </a:cubicBezTo>
                  <a:cubicBezTo>
                    <a:pt x="95366" y="44448"/>
                    <a:pt x="96093" y="44295"/>
                    <a:pt x="96208" y="43568"/>
                  </a:cubicBezTo>
                  <a:cubicBezTo>
                    <a:pt x="96208" y="41998"/>
                    <a:pt x="94064" y="42534"/>
                    <a:pt x="93069" y="42649"/>
                  </a:cubicBezTo>
                  <a:cubicBezTo>
                    <a:pt x="92073" y="42687"/>
                    <a:pt x="91116" y="42840"/>
                    <a:pt x="90197" y="43223"/>
                  </a:cubicBezTo>
                  <a:cubicBezTo>
                    <a:pt x="88857" y="42764"/>
                    <a:pt x="86139" y="43568"/>
                    <a:pt x="85948" y="45214"/>
                  </a:cubicBezTo>
                  <a:lnTo>
                    <a:pt x="85948" y="45214"/>
                  </a:lnTo>
                  <a:close/>
                  <a:moveTo>
                    <a:pt x="103711" y="21516"/>
                  </a:moveTo>
                  <a:cubicBezTo>
                    <a:pt x="102754" y="20674"/>
                    <a:pt x="103826" y="19564"/>
                    <a:pt x="104860" y="19870"/>
                  </a:cubicBezTo>
                  <a:cubicBezTo>
                    <a:pt x="105319" y="19947"/>
                    <a:pt x="105702" y="20406"/>
                    <a:pt x="105626" y="20904"/>
                  </a:cubicBezTo>
                  <a:cubicBezTo>
                    <a:pt x="105511" y="21784"/>
                    <a:pt x="104324" y="21899"/>
                    <a:pt x="103711" y="21516"/>
                  </a:cubicBezTo>
                  <a:close/>
                  <a:moveTo>
                    <a:pt x="98390" y="24656"/>
                  </a:moveTo>
                  <a:cubicBezTo>
                    <a:pt x="98696" y="25728"/>
                    <a:pt x="99806" y="25115"/>
                    <a:pt x="100572" y="25192"/>
                  </a:cubicBezTo>
                  <a:cubicBezTo>
                    <a:pt x="101567" y="25536"/>
                    <a:pt x="101989" y="25115"/>
                    <a:pt x="102793" y="24579"/>
                  </a:cubicBezTo>
                  <a:cubicBezTo>
                    <a:pt x="103597" y="24043"/>
                    <a:pt x="105090" y="24962"/>
                    <a:pt x="105319" y="23660"/>
                  </a:cubicBezTo>
                  <a:cubicBezTo>
                    <a:pt x="105281" y="21746"/>
                    <a:pt x="102103" y="22627"/>
                    <a:pt x="101185" y="23431"/>
                  </a:cubicBezTo>
                  <a:cubicBezTo>
                    <a:pt x="100228" y="23239"/>
                    <a:pt x="98122" y="23201"/>
                    <a:pt x="98352" y="24656"/>
                  </a:cubicBezTo>
                  <a:lnTo>
                    <a:pt x="98352" y="24656"/>
                  </a:lnTo>
                  <a:close/>
                  <a:moveTo>
                    <a:pt x="90274" y="32351"/>
                  </a:moveTo>
                  <a:cubicBezTo>
                    <a:pt x="89125" y="32121"/>
                    <a:pt x="89470" y="30704"/>
                    <a:pt x="90159" y="30168"/>
                  </a:cubicBezTo>
                  <a:cubicBezTo>
                    <a:pt x="90886" y="29403"/>
                    <a:pt x="92035" y="29173"/>
                    <a:pt x="93069" y="29211"/>
                  </a:cubicBezTo>
                  <a:cubicBezTo>
                    <a:pt x="93911" y="28063"/>
                    <a:pt x="98658" y="25383"/>
                    <a:pt x="98658" y="28178"/>
                  </a:cubicBezTo>
                  <a:cubicBezTo>
                    <a:pt x="98275" y="29441"/>
                    <a:pt x="96629" y="27986"/>
                    <a:pt x="94179" y="30666"/>
                  </a:cubicBezTo>
                  <a:cubicBezTo>
                    <a:pt x="93490" y="31355"/>
                    <a:pt x="92456" y="30781"/>
                    <a:pt x="91690" y="31279"/>
                  </a:cubicBezTo>
                  <a:cubicBezTo>
                    <a:pt x="91193" y="31623"/>
                    <a:pt x="91078" y="32504"/>
                    <a:pt x="90274" y="32351"/>
                  </a:cubicBezTo>
                  <a:lnTo>
                    <a:pt x="90274" y="32351"/>
                  </a:lnTo>
                  <a:close/>
                  <a:moveTo>
                    <a:pt x="86292" y="21899"/>
                  </a:moveTo>
                  <a:cubicBezTo>
                    <a:pt x="86024" y="21287"/>
                    <a:pt x="86522" y="20636"/>
                    <a:pt x="87135" y="20598"/>
                  </a:cubicBezTo>
                  <a:cubicBezTo>
                    <a:pt x="88321" y="20406"/>
                    <a:pt x="88551" y="22205"/>
                    <a:pt x="87479" y="22397"/>
                  </a:cubicBezTo>
                  <a:cubicBezTo>
                    <a:pt x="87020" y="22550"/>
                    <a:pt x="86484" y="22359"/>
                    <a:pt x="86292" y="21899"/>
                  </a:cubicBezTo>
                  <a:lnTo>
                    <a:pt x="86292" y="21899"/>
                  </a:lnTo>
                  <a:close/>
                  <a:moveTo>
                    <a:pt x="82885" y="25957"/>
                  </a:moveTo>
                  <a:cubicBezTo>
                    <a:pt x="81047" y="25230"/>
                    <a:pt x="83498" y="22512"/>
                    <a:pt x="84761" y="22741"/>
                  </a:cubicBezTo>
                  <a:cubicBezTo>
                    <a:pt x="85527" y="22895"/>
                    <a:pt x="85680" y="24043"/>
                    <a:pt x="84991" y="24388"/>
                  </a:cubicBezTo>
                  <a:cubicBezTo>
                    <a:pt x="84761" y="24502"/>
                    <a:pt x="84531" y="24656"/>
                    <a:pt x="84340" y="24847"/>
                  </a:cubicBezTo>
                  <a:cubicBezTo>
                    <a:pt x="83957" y="25345"/>
                    <a:pt x="83727" y="26225"/>
                    <a:pt x="82885" y="25957"/>
                  </a:cubicBezTo>
                  <a:lnTo>
                    <a:pt x="82885" y="25957"/>
                  </a:lnTo>
                  <a:close/>
                  <a:moveTo>
                    <a:pt x="63131" y="8079"/>
                  </a:moveTo>
                  <a:cubicBezTo>
                    <a:pt x="62518" y="7964"/>
                    <a:pt x="62288" y="7275"/>
                    <a:pt x="61714" y="7045"/>
                  </a:cubicBezTo>
                  <a:cubicBezTo>
                    <a:pt x="61293" y="6892"/>
                    <a:pt x="60757" y="6854"/>
                    <a:pt x="60604" y="6279"/>
                  </a:cubicBezTo>
                  <a:cubicBezTo>
                    <a:pt x="60451" y="3025"/>
                    <a:pt x="66576" y="7581"/>
                    <a:pt x="63131" y="8079"/>
                  </a:cubicBezTo>
                  <a:lnTo>
                    <a:pt x="63131" y="8079"/>
                  </a:lnTo>
                  <a:close/>
                  <a:moveTo>
                    <a:pt x="51952" y="20483"/>
                  </a:moveTo>
                  <a:cubicBezTo>
                    <a:pt x="50688" y="20636"/>
                    <a:pt x="50229" y="18951"/>
                    <a:pt x="51531" y="18645"/>
                  </a:cubicBezTo>
                  <a:cubicBezTo>
                    <a:pt x="53828" y="18300"/>
                    <a:pt x="53866" y="21095"/>
                    <a:pt x="51952" y="20483"/>
                  </a:cubicBezTo>
                  <a:close/>
                  <a:moveTo>
                    <a:pt x="49080" y="22282"/>
                  </a:moveTo>
                  <a:cubicBezTo>
                    <a:pt x="50880" y="23163"/>
                    <a:pt x="51684" y="20023"/>
                    <a:pt x="47205" y="19794"/>
                  </a:cubicBezTo>
                  <a:cubicBezTo>
                    <a:pt x="45865" y="18339"/>
                    <a:pt x="41998" y="19066"/>
                    <a:pt x="43797" y="20904"/>
                  </a:cubicBezTo>
                  <a:cubicBezTo>
                    <a:pt x="44563" y="21287"/>
                    <a:pt x="45252" y="20406"/>
                    <a:pt x="45979" y="21172"/>
                  </a:cubicBezTo>
                  <a:cubicBezTo>
                    <a:pt x="46822" y="21976"/>
                    <a:pt x="48238" y="21401"/>
                    <a:pt x="49080" y="22282"/>
                  </a:cubicBezTo>
                  <a:close/>
                  <a:moveTo>
                    <a:pt x="43721" y="9457"/>
                  </a:moveTo>
                  <a:cubicBezTo>
                    <a:pt x="42304" y="8998"/>
                    <a:pt x="42534" y="7198"/>
                    <a:pt x="44027" y="7543"/>
                  </a:cubicBezTo>
                  <a:cubicBezTo>
                    <a:pt x="45635" y="8002"/>
                    <a:pt x="45290" y="10031"/>
                    <a:pt x="43721" y="9457"/>
                  </a:cubicBezTo>
                  <a:close/>
                  <a:moveTo>
                    <a:pt x="46094" y="7083"/>
                  </a:moveTo>
                  <a:cubicBezTo>
                    <a:pt x="47090" y="7696"/>
                    <a:pt x="48009" y="6088"/>
                    <a:pt x="47013" y="5475"/>
                  </a:cubicBezTo>
                  <a:cubicBezTo>
                    <a:pt x="46439" y="5131"/>
                    <a:pt x="45750" y="4825"/>
                    <a:pt x="45061" y="4901"/>
                  </a:cubicBezTo>
                  <a:cubicBezTo>
                    <a:pt x="43989" y="5054"/>
                    <a:pt x="44065" y="6739"/>
                    <a:pt x="45176" y="6739"/>
                  </a:cubicBezTo>
                  <a:cubicBezTo>
                    <a:pt x="45520" y="6701"/>
                    <a:pt x="45788" y="6930"/>
                    <a:pt x="46094" y="7083"/>
                  </a:cubicBezTo>
                  <a:lnTo>
                    <a:pt x="46094" y="7083"/>
                  </a:lnTo>
                  <a:close/>
                  <a:moveTo>
                    <a:pt x="35337" y="2451"/>
                  </a:moveTo>
                  <a:cubicBezTo>
                    <a:pt x="34686" y="2374"/>
                    <a:pt x="33767" y="2183"/>
                    <a:pt x="33882" y="1303"/>
                  </a:cubicBezTo>
                  <a:cubicBezTo>
                    <a:pt x="34073" y="1"/>
                    <a:pt x="36562" y="422"/>
                    <a:pt x="36370" y="1685"/>
                  </a:cubicBezTo>
                  <a:cubicBezTo>
                    <a:pt x="36332" y="2145"/>
                    <a:pt x="35834" y="2528"/>
                    <a:pt x="35337" y="2451"/>
                  </a:cubicBezTo>
                  <a:close/>
                </a:path>
              </a:pathLst>
            </a:custGeom>
            <a:solidFill>
              <a:srgbClr val="FFFFFF">
                <a:alpha val="21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8"/>
            <p:cNvSpPr/>
            <p:nvPr/>
          </p:nvSpPr>
          <p:spPr>
            <a:xfrm>
              <a:off x="2121675" y="613100"/>
              <a:ext cx="3336450" cy="1482550"/>
            </a:xfrm>
            <a:custGeom>
              <a:avLst/>
              <a:gdLst/>
              <a:ahLst/>
              <a:cxnLst/>
              <a:rect l="l" t="t" r="r" b="b"/>
              <a:pathLst>
                <a:path w="133458" h="59302" extrusionOk="0">
                  <a:moveTo>
                    <a:pt x="86062" y="14050"/>
                  </a:moveTo>
                  <a:cubicBezTo>
                    <a:pt x="86062" y="13974"/>
                    <a:pt x="86139" y="13935"/>
                    <a:pt x="86177" y="13859"/>
                  </a:cubicBezTo>
                  <a:cubicBezTo>
                    <a:pt x="86637" y="13514"/>
                    <a:pt x="87211" y="13438"/>
                    <a:pt x="87709" y="13170"/>
                  </a:cubicBezTo>
                  <a:cubicBezTo>
                    <a:pt x="88857" y="12634"/>
                    <a:pt x="89661" y="11562"/>
                    <a:pt x="90810" y="10988"/>
                  </a:cubicBezTo>
                  <a:cubicBezTo>
                    <a:pt x="91269" y="10681"/>
                    <a:pt x="91996" y="10720"/>
                    <a:pt x="92226" y="10184"/>
                  </a:cubicBezTo>
                  <a:cubicBezTo>
                    <a:pt x="92800" y="8959"/>
                    <a:pt x="93681" y="7848"/>
                    <a:pt x="94791" y="7083"/>
                  </a:cubicBezTo>
                  <a:cubicBezTo>
                    <a:pt x="94868" y="5015"/>
                    <a:pt x="96590" y="3599"/>
                    <a:pt x="98505" y="3178"/>
                  </a:cubicBezTo>
                  <a:cubicBezTo>
                    <a:pt x="99347" y="3025"/>
                    <a:pt x="100227" y="3025"/>
                    <a:pt x="100955" y="2489"/>
                  </a:cubicBezTo>
                  <a:cubicBezTo>
                    <a:pt x="102142" y="1914"/>
                    <a:pt x="102486" y="115"/>
                    <a:pt x="103175" y="0"/>
                  </a:cubicBezTo>
                  <a:cubicBezTo>
                    <a:pt x="103711" y="77"/>
                    <a:pt x="103596" y="574"/>
                    <a:pt x="103328" y="881"/>
                  </a:cubicBezTo>
                  <a:cubicBezTo>
                    <a:pt x="104400" y="1417"/>
                    <a:pt x="105434" y="2067"/>
                    <a:pt x="106506" y="2642"/>
                  </a:cubicBezTo>
                  <a:cubicBezTo>
                    <a:pt x="108190" y="3484"/>
                    <a:pt x="110181" y="4671"/>
                    <a:pt x="107540" y="6049"/>
                  </a:cubicBezTo>
                  <a:cubicBezTo>
                    <a:pt x="105357" y="7044"/>
                    <a:pt x="104400" y="8423"/>
                    <a:pt x="101797" y="8767"/>
                  </a:cubicBezTo>
                  <a:cubicBezTo>
                    <a:pt x="101261" y="8997"/>
                    <a:pt x="100763" y="9380"/>
                    <a:pt x="100266" y="9724"/>
                  </a:cubicBezTo>
                  <a:cubicBezTo>
                    <a:pt x="100112" y="9724"/>
                    <a:pt x="99959" y="9762"/>
                    <a:pt x="99845" y="9839"/>
                  </a:cubicBezTo>
                  <a:cubicBezTo>
                    <a:pt x="99423" y="10107"/>
                    <a:pt x="99002" y="10337"/>
                    <a:pt x="98543" y="10566"/>
                  </a:cubicBezTo>
                  <a:cubicBezTo>
                    <a:pt x="98390" y="10681"/>
                    <a:pt x="98237" y="10758"/>
                    <a:pt x="98083" y="10834"/>
                  </a:cubicBezTo>
                  <a:cubicBezTo>
                    <a:pt x="97356" y="11102"/>
                    <a:pt x="96629" y="11256"/>
                    <a:pt x="95940" y="11562"/>
                  </a:cubicBezTo>
                  <a:cubicBezTo>
                    <a:pt x="95518" y="11830"/>
                    <a:pt x="95059" y="12136"/>
                    <a:pt x="94638" y="12404"/>
                  </a:cubicBezTo>
                  <a:cubicBezTo>
                    <a:pt x="93796" y="12710"/>
                    <a:pt x="92992" y="12940"/>
                    <a:pt x="92149" y="13170"/>
                  </a:cubicBezTo>
                  <a:cubicBezTo>
                    <a:pt x="91460" y="13323"/>
                    <a:pt x="90810" y="13514"/>
                    <a:pt x="90159" y="13629"/>
                  </a:cubicBezTo>
                  <a:cubicBezTo>
                    <a:pt x="89470" y="13744"/>
                    <a:pt x="88780" y="13859"/>
                    <a:pt x="88091" y="13935"/>
                  </a:cubicBezTo>
                  <a:cubicBezTo>
                    <a:pt x="87594" y="14012"/>
                    <a:pt x="87134" y="14050"/>
                    <a:pt x="86675" y="14089"/>
                  </a:cubicBezTo>
                  <a:cubicBezTo>
                    <a:pt x="86483" y="14089"/>
                    <a:pt x="86254" y="14050"/>
                    <a:pt x="86062" y="14050"/>
                  </a:cubicBezTo>
                  <a:lnTo>
                    <a:pt x="86062" y="14050"/>
                  </a:lnTo>
                  <a:close/>
                  <a:moveTo>
                    <a:pt x="613" y="25650"/>
                  </a:moveTo>
                  <a:cubicBezTo>
                    <a:pt x="0" y="24693"/>
                    <a:pt x="5781" y="17840"/>
                    <a:pt x="6853" y="17036"/>
                  </a:cubicBezTo>
                  <a:cubicBezTo>
                    <a:pt x="6011" y="16386"/>
                    <a:pt x="8767" y="15314"/>
                    <a:pt x="9189" y="14969"/>
                  </a:cubicBezTo>
                  <a:cubicBezTo>
                    <a:pt x="10107" y="14471"/>
                    <a:pt x="11179" y="14357"/>
                    <a:pt x="12136" y="14816"/>
                  </a:cubicBezTo>
                  <a:cubicBezTo>
                    <a:pt x="14740" y="14778"/>
                    <a:pt x="15659" y="13629"/>
                    <a:pt x="18262" y="15505"/>
                  </a:cubicBezTo>
                  <a:cubicBezTo>
                    <a:pt x="19027" y="15888"/>
                    <a:pt x="19908" y="15543"/>
                    <a:pt x="20712" y="15543"/>
                  </a:cubicBezTo>
                  <a:cubicBezTo>
                    <a:pt x="22856" y="15275"/>
                    <a:pt x="24464" y="16500"/>
                    <a:pt x="26072" y="17687"/>
                  </a:cubicBezTo>
                  <a:cubicBezTo>
                    <a:pt x="26723" y="17840"/>
                    <a:pt x="27412" y="17764"/>
                    <a:pt x="28101" y="17687"/>
                  </a:cubicBezTo>
                  <a:cubicBezTo>
                    <a:pt x="28713" y="17649"/>
                    <a:pt x="29326" y="17572"/>
                    <a:pt x="29938" y="17649"/>
                  </a:cubicBezTo>
                  <a:cubicBezTo>
                    <a:pt x="31125" y="17725"/>
                    <a:pt x="32159" y="18376"/>
                    <a:pt x="33307" y="18529"/>
                  </a:cubicBezTo>
                  <a:cubicBezTo>
                    <a:pt x="37442" y="18453"/>
                    <a:pt x="37595" y="18683"/>
                    <a:pt x="41385" y="20061"/>
                  </a:cubicBezTo>
                  <a:cubicBezTo>
                    <a:pt x="43759" y="20405"/>
                    <a:pt x="45290" y="20980"/>
                    <a:pt x="45520" y="21477"/>
                  </a:cubicBezTo>
                  <a:cubicBezTo>
                    <a:pt x="45022" y="21592"/>
                    <a:pt x="44486" y="21707"/>
                    <a:pt x="43988" y="21822"/>
                  </a:cubicBezTo>
                  <a:cubicBezTo>
                    <a:pt x="43376" y="21937"/>
                    <a:pt x="42725" y="22052"/>
                    <a:pt x="42151" y="22243"/>
                  </a:cubicBezTo>
                  <a:cubicBezTo>
                    <a:pt x="41959" y="22281"/>
                    <a:pt x="41768" y="22320"/>
                    <a:pt x="41577" y="22396"/>
                  </a:cubicBezTo>
                  <a:lnTo>
                    <a:pt x="41538" y="22396"/>
                  </a:lnTo>
                  <a:cubicBezTo>
                    <a:pt x="39777" y="22396"/>
                    <a:pt x="38246" y="23353"/>
                    <a:pt x="36561" y="23583"/>
                  </a:cubicBezTo>
                  <a:cubicBezTo>
                    <a:pt x="35145" y="23430"/>
                    <a:pt x="33805" y="23315"/>
                    <a:pt x="32427" y="23506"/>
                  </a:cubicBezTo>
                  <a:cubicBezTo>
                    <a:pt x="30895" y="23583"/>
                    <a:pt x="29441" y="23124"/>
                    <a:pt x="27948" y="23009"/>
                  </a:cubicBezTo>
                  <a:cubicBezTo>
                    <a:pt x="27105" y="22894"/>
                    <a:pt x="26301" y="22970"/>
                    <a:pt x="25497" y="23085"/>
                  </a:cubicBezTo>
                  <a:cubicBezTo>
                    <a:pt x="24847" y="23162"/>
                    <a:pt x="24234" y="23200"/>
                    <a:pt x="23622" y="23200"/>
                  </a:cubicBezTo>
                  <a:cubicBezTo>
                    <a:pt x="22971" y="23047"/>
                    <a:pt x="22435" y="22664"/>
                    <a:pt x="21784" y="22473"/>
                  </a:cubicBezTo>
                  <a:cubicBezTo>
                    <a:pt x="20827" y="22320"/>
                    <a:pt x="19831" y="22396"/>
                    <a:pt x="18836" y="22434"/>
                  </a:cubicBezTo>
                  <a:cubicBezTo>
                    <a:pt x="17573" y="22396"/>
                    <a:pt x="16424" y="23009"/>
                    <a:pt x="15199" y="23009"/>
                  </a:cubicBezTo>
                  <a:cubicBezTo>
                    <a:pt x="13859" y="22894"/>
                    <a:pt x="12481" y="22702"/>
                    <a:pt x="11103" y="23009"/>
                  </a:cubicBezTo>
                  <a:cubicBezTo>
                    <a:pt x="9993" y="23200"/>
                    <a:pt x="8959" y="23698"/>
                    <a:pt x="7925" y="24157"/>
                  </a:cubicBezTo>
                  <a:cubicBezTo>
                    <a:pt x="6547" y="24387"/>
                    <a:pt x="5130" y="24617"/>
                    <a:pt x="3867" y="25076"/>
                  </a:cubicBezTo>
                  <a:cubicBezTo>
                    <a:pt x="3216" y="25191"/>
                    <a:pt x="1991" y="25918"/>
                    <a:pt x="1226" y="25918"/>
                  </a:cubicBezTo>
                  <a:cubicBezTo>
                    <a:pt x="958" y="25918"/>
                    <a:pt x="766" y="25842"/>
                    <a:pt x="613" y="25650"/>
                  </a:cubicBezTo>
                  <a:lnTo>
                    <a:pt x="613" y="25650"/>
                  </a:lnTo>
                  <a:close/>
                  <a:moveTo>
                    <a:pt x="104324" y="45213"/>
                  </a:moveTo>
                  <a:cubicBezTo>
                    <a:pt x="103328" y="45213"/>
                    <a:pt x="102563" y="45175"/>
                    <a:pt x="102027" y="45060"/>
                  </a:cubicBezTo>
                  <a:cubicBezTo>
                    <a:pt x="102256" y="44984"/>
                    <a:pt x="102486" y="44907"/>
                    <a:pt x="102678" y="44830"/>
                  </a:cubicBezTo>
                  <a:cubicBezTo>
                    <a:pt x="103864" y="44448"/>
                    <a:pt x="104975" y="43950"/>
                    <a:pt x="106085" y="43337"/>
                  </a:cubicBezTo>
                  <a:cubicBezTo>
                    <a:pt x="106161" y="43299"/>
                    <a:pt x="106238" y="43261"/>
                    <a:pt x="106353" y="43222"/>
                  </a:cubicBezTo>
                  <a:cubicBezTo>
                    <a:pt x="106850" y="42993"/>
                    <a:pt x="107386" y="42763"/>
                    <a:pt x="107884" y="42495"/>
                  </a:cubicBezTo>
                  <a:cubicBezTo>
                    <a:pt x="107961" y="42419"/>
                    <a:pt x="108037" y="42380"/>
                    <a:pt x="108152" y="42304"/>
                  </a:cubicBezTo>
                  <a:cubicBezTo>
                    <a:pt x="109301" y="41959"/>
                    <a:pt x="110411" y="41538"/>
                    <a:pt x="111598" y="41270"/>
                  </a:cubicBezTo>
                  <a:cubicBezTo>
                    <a:pt x="113359" y="40811"/>
                    <a:pt x="114431" y="39318"/>
                    <a:pt x="115617" y="38092"/>
                  </a:cubicBezTo>
                  <a:cubicBezTo>
                    <a:pt x="116651" y="37250"/>
                    <a:pt x="117953" y="36906"/>
                    <a:pt x="118910" y="35987"/>
                  </a:cubicBezTo>
                  <a:cubicBezTo>
                    <a:pt x="121437" y="33843"/>
                    <a:pt x="124078" y="34379"/>
                    <a:pt x="126107" y="31546"/>
                  </a:cubicBezTo>
                  <a:lnTo>
                    <a:pt x="126107" y="31508"/>
                  </a:lnTo>
                  <a:cubicBezTo>
                    <a:pt x="126299" y="31355"/>
                    <a:pt x="126528" y="31163"/>
                    <a:pt x="126720" y="31010"/>
                  </a:cubicBezTo>
                  <a:cubicBezTo>
                    <a:pt x="127141" y="30704"/>
                    <a:pt x="127562" y="30436"/>
                    <a:pt x="127983" y="30168"/>
                  </a:cubicBezTo>
                  <a:cubicBezTo>
                    <a:pt x="128940" y="30091"/>
                    <a:pt x="130012" y="30244"/>
                    <a:pt x="130472" y="30665"/>
                  </a:cubicBezTo>
                  <a:cubicBezTo>
                    <a:pt x="131352" y="31622"/>
                    <a:pt x="131697" y="33001"/>
                    <a:pt x="132501" y="34073"/>
                  </a:cubicBezTo>
                  <a:cubicBezTo>
                    <a:pt x="132769" y="34685"/>
                    <a:pt x="133458" y="35298"/>
                    <a:pt x="133305" y="36025"/>
                  </a:cubicBezTo>
                  <a:cubicBezTo>
                    <a:pt x="132424" y="36906"/>
                    <a:pt x="131122" y="37327"/>
                    <a:pt x="130204" y="38207"/>
                  </a:cubicBezTo>
                  <a:cubicBezTo>
                    <a:pt x="129514" y="38896"/>
                    <a:pt x="129093" y="39815"/>
                    <a:pt x="128289" y="40351"/>
                  </a:cubicBezTo>
                  <a:cubicBezTo>
                    <a:pt x="127179" y="41232"/>
                    <a:pt x="125724" y="41385"/>
                    <a:pt x="124384" y="41691"/>
                  </a:cubicBezTo>
                  <a:cubicBezTo>
                    <a:pt x="122968" y="42419"/>
                    <a:pt x="121628" y="43376"/>
                    <a:pt x="120020" y="43682"/>
                  </a:cubicBezTo>
                  <a:cubicBezTo>
                    <a:pt x="118795" y="43873"/>
                    <a:pt x="117570" y="43758"/>
                    <a:pt x="116345" y="43835"/>
                  </a:cubicBezTo>
                  <a:cubicBezTo>
                    <a:pt x="115273" y="43950"/>
                    <a:pt x="114239" y="44333"/>
                    <a:pt x="113129" y="44486"/>
                  </a:cubicBezTo>
                  <a:cubicBezTo>
                    <a:pt x="111942" y="44754"/>
                    <a:pt x="110717" y="44716"/>
                    <a:pt x="109454" y="44754"/>
                  </a:cubicBezTo>
                  <a:cubicBezTo>
                    <a:pt x="107961" y="44945"/>
                    <a:pt x="106506" y="45252"/>
                    <a:pt x="104975" y="45252"/>
                  </a:cubicBezTo>
                  <a:cubicBezTo>
                    <a:pt x="104783" y="45252"/>
                    <a:pt x="104553" y="45252"/>
                    <a:pt x="104324" y="45213"/>
                  </a:cubicBezTo>
                  <a:lnTo>
                    <a:pt x="104324" y="45213"/>
                  </a:lnTo>
                  <a:close/>
                  <a:moveTo>
                    <a:pt x="70596" y="52143"/>
                  </a:moveTo>
                  <a:cubicBezTo>
                    <a:pt x="69562" y="51836"/>
                    <a:pt x="68911" y="51913"/>
                    <a:pt x="68260" y="51989"/>
                  </a:cubicBezTo>
                  <a:cubicBezTo>
                    <a:pt x="67456" y="52104"/>
                    <a:pt x="66652" y="52219"/>
                    <a:pt x="65274" y="51530"/>
                  </a:cubicBezTo>
                  <a:cubicBezTo>
                    <a:pt x="63973" y="51645"/>
                    <a:pt x="62939" y="51989"/>
                    <a:pt x="61829" y="51568"/>
                  </a:cubicBezTo>
                  <a:cubicBezTo>
                    <a:pt x="61331" y="51224"/>
                    <a:pt x="60833" y="50918"/>
                    <a:pt x="60336" y="50650"/>
                  </a:cubicBezTo>
                  <a:cubicBezTo>
                    <a:pt x="59991" y="50458"/>
                    <a:pt x="59647" y="50267"/>
                    <a:pt x="59302" y="50037"/>
                  </a:cubicBezTo>
                  <a:cubicBezTo>
                    <a:pt x="58957" y="49769"/>
                    <a:pt x="58575" y="49539"/>
                    <a:pt x="58230" y="49271"/>
                  </a:cubicBezTo>
                  <a:cubicBezTo>
                    <a:pt x="57924" y="49042"/>
                    <a:pt x="57656" y="48850"/>
                    <a:pt x="57350" y="48659"/>
                  </a:cubicBezTo>
                  <a:cubicBezTo>
                    <a:pt x="57426" y="48582"/>
                    <a:pt x="57541" y="48506"/>
                    <a:pt x="57694" y="48467"/>
                  </a:cubicBezTo>
                  <a:cubicBezTo>
                    <a:pt x="58575" y="48391"/>
                    <a:pt x="59493" y="48429"/>
                    <a:pt x="60374" y="48314"/>
                  </a:cubicBezTo>
                  <a:cubicBezTo>
                    <a:pt x="61561" y="48238"/>
                    <a:pt x="62594" y="47549"/>
                    <a:pt x="63743" y="47357"/>
                  </a:cubicBezTo>
                  <a:cubicBezTo>
                    <a:pt x="64968" y="47204"/>
                    <a:pt x="66155" y="47319"/>
                    <a:pt x="67380" y="46974"/>
                  </a:cubicBezTo>
                  <a:cubicBezTo>
                    <a:pt x="69371" y="46591"/>
                    <a:pt x="71132" y="47893"/>
                    <a:pt x="73046" y="48199"/>
                  </a:cubicBezTo>
                  <a:cubicBezTo>
                    <a:pt x="74424" y="48659"/>
                    <a:pt x="75305" y="50075"/>
                    <a:pt x="76836" y="50228"/>
                  </a:cubicBezTo>
                  <a:cubicBezTo>
                    <a:pt x="77334" y="50382"/>
                    <a:pt x="77908" y="50228"/>
                    <a:pt x="78406" y="50458"/>
                  </a:cubicBezTo>
                  <a:cubicBezTo>
                    <a:pt x="78444" y="50535"/>
                    <a:pt x="78482" y="50573"/>
                    <a:pt x="78520" y="50611"/>
                  </a:cubicBezTo>
                  <a:cubicBezTo>
                    <a:pt x="78520" y="50650"/>
                    <a:pt x="78482" y="50650"/>
                    <a:pt x="78444" y="50650"/>
                  </a:cubicBezTo>
                  <a:cubicBezTo>
                    <a:pt x="77870" y="50803"/>
                    <a:pt x="77334" y="51032"/>
                    <a:pt x="76759" y="51300"/>
                  </a:cubicBezTo>
                  <a:cubicBezTo>
                    <a:pt x="76377" y="51453"/>
                    <a:pt x="75994" y="51645"/>
                    <a:pt x="75611" y="51798"/>
                  </a:cubicBezTo>
                  <a:cubicBezTo>
                    <a:pt x="75113" y="51836"/>
                    <a:pt x="74616" y="51875"/>
                    <a:pt x="74118" y="51875"/>
                  </a:cubicBezTo>
                  <a:cubicBezTo>
                    <a:pt x="73237" y="52028"/>
                    <a:pt x="72357" y="52181"/>
                    <a:pt x="71438" y="52181"/>
                  </a:cubicBezTo>
                  <a:cubicBezTo>
                    <a:pt x="71170" y="52181"/>
                    <a:pt x="70902" y="52181"/>
                    <a:pt x="70596" y="52143"/>
                  </a:cubicBezTo>
                  <a:lnTo>
                    <a:pt x="70596" y="52143"/>
                  </a:lnTo>
                  <a:close/>
                  <a:moveTo>
                    <a:pt x="16462" y="48008"/>
                  </a:move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501" y="48046"/>
                  </a:lnTo>
                  <a:cubicBezTo>
                    <a:pt x="16501" y="48085"/>
                    <a:pt x="16539" y="48123"/>
                    <a:pt x="16539" y="48161"/>
                  </a:cubicBezTo>
                  <a:cubicBezTo>
                    <a:pt x="17037" y="48927"/>
                    <a:pt x="17534" y="49692"/>
                    <a:pt x="18070" y="50382"/>
                  </a:cubicBezTo>
                  <a:cubicBezTo>
                    <a:pt x="18185" y="50535"/>
                    <a:pt x="18300" y="50650"/>
                    <a:pt x="18415" y="50803"/>
                  </a:cubicBezTo>
                  <a:cubicBezTo>
                    <a:pt x="18683" y="50918"/>
                    <a:pt x="18913" y="51032"/>
                    <a:pt x="19181" y="51147"/>
                  </a:cubicBezTo>
                  <a:cubicBezTo>
                    <a:pt x="19985" y="51760"/>
                    <a:pt x="20789" y="52449"/>
                    <a:pt x="21746" y="52870"/>
                  </a:cubicBezTo>
                  <a:cubicBezTo>
                    <a:pt x="22856" y="53406"/>
                    <a:pt x="24158" y="53636"/>
                    <a:pt x="25191" y="54401"/>
                  </a:cubicBezTo>
                  <a:cubicBezTo>
                    <a:pt x="26914" y="56162"/>
                    <a:pt x="27641" y="56737"/>
                    <a:pt x="30206" y="56507"/>
                  </a:cubicBezTo>
                  <a:cubicBezTo>
                    <a:pt x="32082" y="57426"/>
                    <a:pt x="34226" y="58038"/>
                    <a:pt x="36293" y="57311"/>
                  </a:cubicBezTo>
                  <a:cubicBezTo>
                    <a:pt x="37059" y="58306"/>
                    <a:pt x="38093" y="59263"/>
                    <a:pt x="39433" y="59263"/>
                  </a:cubicBezTo>
                  <a:cubicBezTo>
                    <a:pt x="39548" y="59302"/>
                    <a:pt x="39701" y="59302"/>
                    <a:pt x="39854" y="59302"/>
                  </a:cubicBezTo>
                  <a:cubicBezTo>
                    <a:pt x="40849" y="59302"/>
                    <a:pt x="41768" y="58919"/>
                    <a:pt x="42687" y="58536"/>
                  </a:cubicBezTo>
                  <a:cubicBezTo>
                    <a:pt x="44256" y="58881"/>
                    <a:pt x="45826" y="59034"/>
                    <a:pt x="47357" y="58421"/>
                  </a:cubicBezTo>
                  <a:cubicBezTo>
                    <a:pt x="47970" y="58115"/>
                    <a:pt x="48583" y="58421"/>
                    <a:pt x="49195" y="58574"/>
                  </a:cubicBezTo>
                  <a:cubicBezTo>
                    <a:pt x="50344" y="58804"/>
                    <a:pt x="51492" y="58574"/>
                    <a:pt x="52602" y="58459"/>
                  </a:cubicBezTo>
                  <a:cubicBezTo>
                    <a:pt x="54555" y="58842"/>
                    <a:pt x="56507" y="58613"/>
                    <a:pt x="58498" y="58613"/>
                  </a:cubicBezTo>
                  <a:cubicBezTo>
                    <a:pt x="58919" y="58613"/>
                    <a:pt x="59379" y="58574"/>
                    <a:pt x="59800" y="58574"/>
                  </a:cubicBezTo>
                  <a:cubicBezTo>
                    <a:pt x="60604" y="58345"/>
                    <a:pt x="61369" y="58153"/>
                    <a:pt x="62135" y="57923"/>
                  </a:cubicBezTo>
                  <a:cubicBezTo>
                    <a:pt x="62709" y="57770"/>
                    <a:pt x="63322" y="57617"/>
                    <a:pt x="63896" y="57464"/>
                  </a:cubicBezTo>
                  <a:cubicBezTo>
                    <a:pt x="63705" y="57273"/>
                    <a:pt x="63207" y="57158"/>
                    <a:pt x="62901" y="57234"/>
                  </a:cubicBezTo>
                  <a:cubicBezTo>
                    <a:pt x="61867" y="57196"/>
                    <a:pt x="60833" y="57119"/>
                    <a:pt x="59838" y="56813"/>
                  </a:cubicBezTo>
                  <a:cubicBezTo>
                    <a:pt x="56890" y="55244"/>
                    <a:pt x="57656" y="53751"/>
                    <a:pt x="53368" y="53061"/>
                  </a:cubicBezTo>
                  <a:cubicBezTo>
                    <a:pt x="52296" y="52372"/>
                    <a:pt x="51607" y="51185"/>
                    <a:pt x="50458" y="50573"/>
                  </a:cubicBezTo>
                  <a:cubicBezTo>
                    <a:pt x="48851" y="49578"/>
                    <a:pt x="46745" y="49042"/>
                    <a:pt x="44907" y="49578"/>
                  </a:cubicBezTo>
                  <a:cubicBezTo>
                    <a:pt x="43912" y="48008"/>
                    <a:pt x="41768" y="47242"/>
                    <a:pt x="39969" y="47663"/>
                  </a:cubicBezTo>
                  <a:cubicBezTo>
                    <a:pt x="39280" y="47817"/>
                    <a:pt x="38552" y="48046"/>
                    <a:pt x="37940" y="48391"/>
                  </a:cubicBezTo>
                  <a:cubicBezTo>
                    <a:pt x="37633" y="48429"/>
                    <a:pt x="37442" y="48008"/>
                    <a:pt x="37174" y="47855"/>
                  </a:cubicBezTo>
                  <a:cubicBezTo>
                    <a:pt x="35375" y="46209"/>
                    <a:pt x="32963" y="47127"/>
                    <a:pt x="31240" y="48352"/>
                  </a:cubicBezTo>
                  <a:cubicBezTo>
                    <a:pt x="30857" y="48429"/>
                    <a:pt x="30551" y="48314"/>
                    <a:pt x="30168" y="48199"/>
                  </a:cubicBezTo>
                  <a:cubicBezTo>
                    <a:pt x="29862" y="48123"/>
                    <a:pt x="29517" y="48008"/>
                    <a:pt x="29134" y="48046"/>
                  </a:cubicBezTo>
                  <a:cubicBezTo>
                    <a:pt x="28560" y="48046"/>
                    <a:pt x="27986" y="48123"/>
                    <a:pt x="27373" y="48199"/>
                  </a:cubicBezTo>
                  <a:cubicBezTo>
                    <a:pt x="26799" y="48314"/>
                    <a:pt x="26225" y="48391"/>
                    <a:pt x="25651" y="48352"/>
                  </a:cubicBezTo>
                  <a:cubicBezTo>
                    <a:pt x="24808" y="48199"/>
                    <a:pt x="23966" y="48008"/>
                    <a:pt x="23086" y="48085"/>
                  </a:cubicBezTo>
                  <a:cubicBezTo>
                    <a:pt x="21975" y="48123"/>
                    <a:pt x="20903" y="48544"/>
                    <a:pt x="19793" y="48238"/>
                  </a:cubicBezTo>
                  <a:cubicBezTo>
                    <a:pt x="19066" y="48161"/>
                    <a:pt x="16998" y="47127"/>
                    <a:pt x="16003" y="47281"/>
                  </a:cubicBezTo>
                  <a:cubicBezTo>
                    <a:pt x="16156" y="47510"/>
                    <a:pt x="16309" y="47778"/>
                    <a:pt x="16462" y="48046"/>
                  </a:cubicBezTo>
                  <a:lnTo>
                    <a:pt x="16462" y="48046"/>
                  </a:lnTo>
                  <a:lnTo>
                    <a:pt x="16462" y="48046"/>
                  </a:lnTo>
                  <a:cubicBezTo>
                    <a:pt x="16462" y="48008"/>
                    <a:pt x="16462" y="48008"/>
                    <a:pt x="16462" y="48008"/>
                  </a:cubicBezTo>
                  <a:lnTo>
                    <a:pt x="16462" y="48008"/>
                  </a:lnTo>
                  <a:close/>
                  <a:moveTo>
                    <a:pt x="16501" y="48046"/>
                  </a:moveTo>
                  <a:cubicBezTo>
                    <a:pt x="16501" y="48046"/>
                    <a:pt x="16462" y="48046"/>
                    <a:pt x="16462" y="48008"/>
                  </a:cubicBezTo>
                  <a:close/>
                  <a:moveTo>
                    <a:pt x="16501" y="48046"/>
                  </a:moveTo>
                  <a:lnTo>
                    <a:pt x="16501" y="48046"/>
                  </a:lnTo>
                  <a:close/>
                  <a:moveTo>
                    <a:pt x="41423" y="14280"/>
                  </a:moveTo>
                  <a:lnTo>
                    <a:pt x="41653" y="14280"/>
                  </a:lnTo>
                  <a:cubicBezTo>
                    <a:pt x="42381" y="14280"/>
                    <a:pt x="43070" y="14165"/>
                    <a:pt x="43797" y="14089"/>
                  </a:cubicBezTo>
                  <a:cubicBezTo>
                    <a:pt x="44716" y="13974"/>
                    <a:pt x="45596" y="13859"/>
                    <a:pt x="46554" y="13935"/>
                  </a:cubicBezTo>
                  <a:cubicBezTo>
                    <a:pt x="47166" y="13935"/>
                    <a:pt x="47817" y="14050"/>
                    <a:pt x="48468" y="14050"/>
                  </a:cubicBezTo>
                  <a:cubicBezTo>
                    <a:pt x="48774" y="14012"/>
                    <a:pt x="49080" y="13935"/>
                    <a:pt x="49387" y="13897"/>
                  </a:cubicBezTo>
                  <a:cubicBezTo>
                    <a:pt x="49501" y="13667"/>
                    <a:pt x="49425" y="13361"/>
                    <a:pt x="49157" y="13285"/>
                  </a:cubicBezTo>
                  <a:cubicBezTo>
                    <a:pt x="47970" y="13093"/>
                    <a:pt x="46821" y="12404"/>
                    <a:pt x="45864" y="11677"/>
                  </a:cubicBezTo>
                  <a:cubicBezTo>
                    <a:pt x="45175" y="10988"/>
                    <a:pt x="44601" y="10107"/>
                    <a:pt x="43682" y="9609"/>
                  </a:cubicBezTo>
                  <a:cubicBezTo>
                    <a:pt x="42878" y="9035"/>
                    <a:pt x="41845" y="8920"/>
                    <a:pt x="40964" y="8499"/>
                  </a:cubicBezTo>
                  <a:cubicBezTo>
                    <a:pt x="39854" y="7810"/>
                    <a:pt x="38514" y="7427"/>
                    <a:pt x="37212" y="7848"/>
                  </a:cubicBezTo>
                  <a:cubicBezTo>
                    <a:pt x="36485" y="7963"/>
                    <a:pt x="35872" y="8346"/>
                    <a:pt x="35183" y="8576"/>
                  </a:cubicBezTo>
                  <a:cubicBezTo>
                    <a:pt x="34226" y="8729"/>
                    <a:pt x="33192" y="8614"/>
                    <a:pt x="32235" y="8920"/>
                  </a:cubicBezTo>
                  <a:cubicBezTo>
                    <a:pt x="30589" y="9456"/>
                    <a:pt x="29134" y="10413"/>
                    <a:pt x="27373" y="10643"/>
                  </a:cubicBezTo>
                  <a:cubicBezTo>
                    <a:pt x="26723" y="10834"/>
                    <a:pt x="24081" y="11179"/>
                    <a:pt x="25497" y="12213"/>
                  </a:cubicBezTo>
                  <a:cubicBezTo>
                    <a:pt x="26340" y="12442"/>
                    <a:pt x="27220" y="12442"/>
                    <a:pt x="28062" y="12519"/>
                  </a:cubicBezTo>
                  <a:cubicBezTo>
                    <a:pt x="28598" y="13323"/>
                    <a:pt x="29594" y="13208"/>
                    <a:pt x="30551" y="13093"/>
                  </a:cubicBezTo>
                  <a:cubicBezTo>
                    <a:pt x="31010" y="13055"/>
                    <a:pt x="31470" y="13017"/>
                    <a:pt x="31853" y="13055"/>
                  </a:cubicBezTo>
                  <a:cubicBezTo>
                    <a:pt x="33039" y="13093"/>
                    <a:pt x="34073" y="13744"/>
                    <a:pt x="35222" y="13782"/>
                  </a:cubicBezTo>
                  <a:cubicBezTo>
                    <a:pt x="37327" y="13629"/>
                    <a:pt x="39394" y="13821"/>
                    <a:pt x="41423" y="14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8"/>
            <p:cNvSpPr/>
            <p:nvPr/>
          </p:nvSpPr>
          <p:spPr>
            <a:xfrm>
              <a:off x="2121675" y="613100"/>
              <a:ext cx="3337400" cy="1489250"/>
            </a:xfrm>
            <a:custGeom>
              <a:avLst/>
              <a:gdLst/>
              <a:ahLst/>
              <a:cxnLst/>
              <a:rect l="l" t="t" r="r" b="b"/>
              <a:pathLst>
                <a:path w="133496" h="59570" extrusionOk="0">
                  <a:moveTo>
                    <a:pt x="38935" y="59570"/>
                  </a:moveTo>
                  <a:cubicBezTo>
                    <a:pt x="37480" y="59493"/>
                    <a:pt x="36791" y="58842"/>
                    <a:pt x="35911" y="57847"/>
                  </a:cubicBezTo>
                  <a:cubicBezTo>
                    <a:pt x="35528" y="57655"/>
                    <a:pt x="35145" y="57809"/>
                    <a:pt x="34800" y="57809"/>
                  </a:cubicBezTo>
                  <a:cubicBezTo>
                    <a:pt x="34111" y="57923"/>
                    <a:pt x="33422" y="58000"/>
                    <a:pt x="32733" y="58000"/>
                  </a:cubicBezTo>
                  <a:cubicBezTo>
                    <a:pt x="31891" y="57923"/>
                    <a:pt x="31087" y="57579"/>
                    <a:pt x="30436" y="57043"/>
                  </a:cubicBezTo>
                  <a:cubicBezTo>
                    <a:pt x="30015" y="56698"/>
                    <a:pt x="29479" y="56737"/>
                    <a:pt x="29020" y="56737"/>
                  </a:cubicBezTo>
                  <a:cubicBezTo>
                    <a:pt x="28484" y="56737"/>
                    <a:pt x="27909" y="56775"/>
                    <a:pt x="27373" y="56737"/>
                  </a:cubicBezTo>
                  <a:cubicBezTo>
                    <a:pt x="26723" y="56660"/>
                    <a:pt x="26072" y="56354"/>
                    <a:pt x="25574" y="55894"/>
                  </a:cubicBezTo>
                  <a:cubicBezTo>
                    <a:pt x="25268" y="55665"/>
                    <a:pt x="25038" y="55397"/>
                    <a:pt x="24770" y="55205"/>
                  </a:cubicBezTo>
                  <a:cubicBezTo>
                    <a:pt x="24502" y="54976"/>
                    <a:pt x="24119" y="54861"/>
                    <a:pt x="23813" y="54784"/>
                  </a:cubicBezTo>
                  <a:cubicBezTo>
                    <a:pt x="23392" y="54669"/>
                    <a:pt x="22932" y="54593"/>
                    <a:pt x="22511" y="54440"/>
                  </a:cubicBezTo>
                  <a:cubicBezTo>
                    <a:pt x="22090" y="54248"/>
                    <a:pt x="21707" y="53942"/>
                    <a:pt x="21439" y="53559"/>
                  </a:cubicBezTo>
                  <a:cubicBezTo>
                    <a:pt x="21248" y="53329"/>
                    <a:pt x="21133" y="52985"/>
                    <a:pt x="21018" y="52717"/>
                  </a:cubicBezTo>
                  <a:cubicBezTo>
                    <a:pt x="20980" y="52640"/>
                    <a:pt x="20865" y="52564"/>
                    <a:pt x="20789" y="52564"/>
                  </a:cubicBezTo>
                  <a:cubicBezTo>
                    <a:pt x="19946" y="52411"/>
                    <a:pt x="19027" y="52257"/>
                    <a:pt x="18492" y="51530"/>
                  </a:cubicBezTo>
                  <a:cubicBezTo>
                    <a:pt x="18300" y="51300"/>
                    <a:pt x="18185" y="50994"/>
                    <a:pt x="18032" y="50764"/>
                  </a:cubicBezTo>
                  <a:cubicBezTo>
                    <a:pt x="17802" y="50496"/>
                    <a:pt x="17534" y="50305"/>
                    <a:pt x="17305" y="50075"/>
                  </a:cubicBezTo>
                  <a:cubicBezTo>
                    <a:pt x="16998" y="49769"/>
                    <a:pt x="16769" y="49348"/>
                    <a:pt x="16654" y="48888"/>
                  </a:cubicBezTo>
                  <a:cubicBezTo>
                    <a:pt x="16616" y="48697"/>
                    <a:pt x="16577" y="48467"/>
                    <a:pt x="16501" y="48238"/>
                  </a:cubicBezTo>
                  <a:cubicBezTo>
                    <a:pt x="16501" y="48238"/>
                    <a:pt x="16501" y="48238"/>
                    <a:pt x="16501" y="48199"/>
                  </a:cubicBezTo>
                  <a:cubicBezTo>
                    <a:pt x="16769" y="48429"/>
                    <a:pt x="17075" y="48582"/>
                    <a:pt x="17381" y="48735"/>
                  </a:cubicBezTo>
                  <a:cubicBezTo>
                    <a:pt x="17420" y="48774"/>
                    <a:pt x="17496" y="48774"/>
                    <a:pt x="17534" y="48812"/>
                  </a:cubicBezTo>
                  <a:cubicBezTo>
                    <a:pt x="17611" y="48888"/>
                    <a:pt x="17649" y="48927"/>
                    <a:pt x="17726" y="49003"/>
                  </a:cubicBezTo>
                  <a:cubicBezTo>
                    <a:pt x="18492" y="49654"/>
                    <a:pt x="19717" y="49807"/>
                    <a:pt x="20674" y="49769"/>
                  </a:cubicBezTo>
                  <a:cubicBezTo>
                    <a:pt x="20789" y="49769"/>
                    <a:pt x="20903" y="49769"/>
                    <a:pt x="21018" y="49807"/>
                  </a:cubicBezTo>
                  <a:cubicBezTo>
                    <a:pt x="21210" y="49846"/>
                    <a:pt x="21325" y="50075"/>
                    <a:pt x="21439" y="50228"/>
                  </a:cubicBezTo>
                  <a:cubicBezTo>
                    <a:pt x="21707" y="50726"/>
                    <a:pt x="22167" y="51071"/>
                    <a:pt x="22703" y="51224"/>
                  </a:cubicBezTo>
                  <a:cubicBezTo>
                    <a:pt x="23124" y="51377"/>
                    <a:pt x="23622" y="51492"/>
                    <a:pt x="24119" y="51453"/>
                  </a:cubicBezTo>
                  <a:cubicBezTo>
                    <a:pt x="24311" y="51415"/>
                    <a:pt x="24464" y="51300"/>
                    <a:pt x="24655" y="51377"/>
                  </a:cubicBezTo>
                  <a:cubicBezTo>
                    <a:pt x="24808" y="51453"/>
                    <a:pt x="24847" y="51645"/>
                    <a:pt x="24923" y="51760"/>
                  </a:cubicBezTo>
                  <a:cubicBezTo>
                    <a:pt x="25000" y="51951"/>
                    <a:pt x="25076" y="52066"/>
                    <a:pt x="25191" y="52219"/>
                  </a:cubicBezTo>
                  <a:cubicBezTo>
                    <a:pt x="25421" y="52525"/>
                    <a:pt x="25765" y="52640"/>
                    <a:pt x="26110" y="52793"/>
                  </a:cubicBezTo>
                  <a:cubicBezTo>
                    <a:pt x="26837" y="53061"/>
                    <a:pt x="27603" y="52985"/>
                    <a:pt x="28330" y="52755"/>
                  </a:cubicBezTo>
                  <a:cubicBezTo>
                    <a:pt x="28752" y="52640"/>
                    <a:pt x="29134" y="52487"/>
                    <a:pt x="29479" y="52219"/>
                  </a:cubicBezTo>
                  <a:cubicBezTo>
                    <a:pt x="29594" y="52104"/>
                    <a:pt x="29747" y="51913"/>
                    <a:pt x="29938" y="52066"/>
                  </a:cubicBezTo>
                  <a:cubicBezTo>
                    <a:pt x="30015" y="52143"/>
                    <a:pt x="30015" y="52257"/>
                    <a:pt x="30015" y="52372"/>
                  </a:cubicBezTo>
                  <a:cubicBezTo>
                    <a:pt x="30015" y="52602"/>
                    <a:pt x="30015" y="52908"/>
                    <a:pt x="30091" y="53138"/>
                  </a:cubicBezTo>
                  <a:cubicBezTo>
                    <a:pt x="30398" y="53751"/>
                    <a:pt x="31163" y="53827"/>
                    <a:pt x="31738" y="53942"/>
                  </a:cubicBezTo>
                  <a:cubicBezTo>
                    <a:pt x="32044" y="53980"/>
                    <a:pt x="32312" y="53942"/>
                    <a:pt x="32580" y="53865"/>
                  </a:cubicBezTo>
                  <a:cubicBezTo>
                    <a:pt x="32771" y="53865"/>
                    <a:pt x="32848" y="54018"/>
                    <a:pt x="32886" y="54133"/>
                  </a:cubicBezTo>
                  <a:cubicBezTo>
                    <a:pt x="32963" y="54286"/>
                    <a:pt x="33039" y="54401"/>
                    <a:pt x="33116" y="54554"/>
                  </a:cubicBezTo>
                  <a:cubicBezTo>
                    <a:pt x="33767" y="55282"/>
                    <a:pt x="34915" y="55014"/>
                    <a:pt x="35528" y="54401"/>
                  </a:cubicBezTo>
                  <a:cubicBezTo>
                    <a:pt x="35757" y="54172"/>
                    <a:pt x="35987" y="54325"/>
                    <a:pt x="36179" y="54554"/>
                  </a:cubicBezTo>
                  <a:cubicBezTo>
                    <a:pt x="36906" y="55205"/>
                    <a:pt x="38055" y="54746"/>
                    <a:pt x="38782" y="54325"/>
                  </a:cubicBezTo>
                  <a:cubicBezTo>
                    <a:pt x="38973" y="54210"/>
                    <a:pt x="39126" y="53942"/>
                    <a:pt x="39394" y="53942"/>
                  </a:cubicBezTo>
                  <a:cubicBezTo>
                    <a:pt x="39701" y="53980"/>
                    <a:pt x="39586" y="54440"/>
                    <a:pt x="39701" y="54669"/>
                  </a:cubicBezTo>
                  <a:cubicBezTo>
                    <a:pt x="39892" y="55397"/>
                    <a:pt x="40658" y="55703"/>
                    <a:pt x="41347" y="55741"/>
                  </a:cubicBezTo>
                  <a:cubicBezTo>
                    <a:pt x="41615" y="55741"/>
                    <a:pt x="41883" y="55665"/>
                    <a:pt x="42113" y="55550"/>
                  </a:cubicBezTo>
                  <a:cubicBezTo>
                    <a:pt x="42266" y="55512"/>
                    <a:pt x="42419" y="55397"/>
                    <a:pt x="42572" y="55358"/>
                  </a:cubicBezTo>
                  <a:cubicBezTo>
                    <a:pt x="42917" y="55320"/>
                    <a:pt x="42993" y="55818"/>
                    <a:pt x="43185" y="56009"/>
                  </a:cubicBezTo>
                  <a:cubicBezTo>
                    <a:pt x="43682" y="56583"/>
                    <a:pt x="44486" y="56813"/>
                    <a:pt x="45214" y="56813"/>
                  </a:cubicBezTo>
                  <a:cubicBezTo>
                    <a:pt x="45826" y="56813"/>
                    <a:pt x="46400" y="56545"/>
                    <a:pt x="46821" y="56124"/>
                  </a:cubicBezTo>
                  <a:cubicBezTo>
                    <a:pt x="47051" y="56009"/>
                    <a:pt x="47204" y="56201"/>
                    <a:pt x="47434" y="56392"/>
                  </a:cubicBezTo>
                  <a:cubicBezTo>
                    <a:pt x="47740" y="56660"/>
                    <a:pt x="48238" y="56890"/>
                    <a:pt x="49463" y="56392"/>
                  </a:cubicBezTo>
                  <a:cubicBezTo>
                    <a:pt x="49884" y="56239"/>
                    <a:pt x="50267" y="55780"/>
                    <a:pt x="50612" y="56316"/>
                  </a:cubicBezTo>
                  <a:cubicBezTo>
                    <a:pt x="51224" y="57043"/>
                    <a:pt x="52334" y="56890"/>
                    <a:pt x="53100" y="56622"/>
                  </a:cubicBezTo>
                  <a:cubicBezTo>
                    <a:pt x="53406" y="56469"/>
                    <a:pt x="53598" y="56775"/>
                    <a:pt x="53789" y="56966"/>
                  </a:cubicBezTo>
                  <a:cubicBezTo>
                    <a:pt x="54440" y="57387"/>
                    <a:pt x="55282" y="57502"/>
                    <a:pt x="56048" y="57541"/>
                  </a:cubicBezTo>
                  <a:cubicBezTo>
                    <a:pt x="56354" y="57464"/>
                    <a:pt x="56622" y="57617"/>
                    <a:pt x="56890" y="57694"/>
                  </a:cubicBezTo>
                  <a:cubicBezTo>
                    <a:pt x="57388" y="57809"/>
                    <a:pt x="57885" y="57885"/>
                    <a:pt x="58421" y="57847"/>
                  </a:cubicBezTo>
                  <a:cubicBezTo>
                    <a:pt x="60106" y="57809"/>
                    <a:pt x="61867" y="57962"/>
                    <a:pt x="63475" y="57311"/>
                  </a:cubicBezTo>
                  <a:cubicBezTo>
                    <a:pt x="63551" y="57273"/>
                    <a:pt x="63666" y="57234"/>
                    <a:pt x="63743" y="57273"/>
                  </a:cubicBezTo>
                  <a:cubicBezTo>
                    <a:pt x="63858" y="57311"/>
                    <a:pt x="63934" y="57426"/>
                    <a:pt x="63858" y="57502"/>
                  </a:cubicBezTo>
                  <a:cubicBezTo>
                    <a:pt x="63819" y="57655"/>
                    <a:pt x="63705" y="57694"/>
                    <a:pt x="63590" y="57732"/>
                  </a:cubicBezTo>
                  <a:cubicBezTo>
                    <a:pt x="63437" y="57809"/>
                    <a:pt x="63322" y="57809"/>
                    <a:pt x="63169" y="57847"/>
                  </a:cubicBezTo>
                  <a:cubicBezTo>
                    <a:pt x="62939" y="57962"/>
                    <a:pt x="62709" y="58077"/>
                    <a:pt x="62480" y="58153"/>
                  </a:cubicBezTo>
                  <a:cubicBezTo>
                    <a:pt x="60795" y="58842"/>
                    <a:pt x="58919" y="58919"/>
                    <a:pt x="57158" y="58804"/>
                  </a:cubicBezTo>
                  <a:cubicBezTo>
                    <a:pt x="56622" y="58804"/>
                    <a:pt x="56163" y="59110"/>
                    <a:pt x="55627" y="59225"/>
                  </a:cubicBezTo>
                  <a:cubicBezTo>
                    <a:pt x="54823" y="59378"/>
                    <a:pt x="54057" y="59110"/>
                    <a:pt x="53291" y="58842"/>
                  </a:cubicBezTo>
                  <a:cubicBezTo>
                    <a:pt x="52679" y="58574"/>
                    <a:pt x="52258" y="58766"/>
                    <a:pt x="51684" y="58919"/>
                  </a:cubicBezTo>
                  <a:cubicBezTo>
                    <a:pt x="50650" y="59187"/>
                    <a:pt x="49540" y="59187"/>
                    <a:pt x="48544" y="58804"/>
                  </a:cubicBezTo>
                  <a:cubicBezTo>
                    <a:pt x="47893" y="58536"/>
                    <a:pt x="47511" y="58651"/>
                    <a:pt x="46860" y="58919"/>
                  </a:cubicBezTo>
                  <a:cubicBezTo>
                    <a:pt x="46324" y="59110"/>
                    <a:pt x="45750" y="59302"/>
                    <a:pt x="45175" y="59340"/>
                  </a:cubicBezTo>
                  <a:cubicBezTo>
                    <a:pt x="44371" y="59455"/>
                    <a:pt x="43606" y="59149"/>
                    <a:pt x="42840" y="58957"/>
                  </a:cubicBezTo>
                  <a:cubicBezTo>
                    <a:pt x="42227" y="58919"/>
                    <a:pt x="41615" y="59149"/>
                    <a:pt x="41002" y="59302"/>
                  </a:cubicBezTo>
                  <a:cubicBezTo>
                    <a:pt x="40428" y="59493"/>
                    <a:pt x="39892" y="59570"/>
                    <a:pt x="39318" y="59570"/>
                  </a:cubicBezTo>
                  <a:cubicBezTo>
                    <a:pt x="39165" y="59570"/>
                    <a:pt x="39050" y="59570"/>
                    <a:pt x="38935" y="59570"/>
                  </a:cubicBezTo>
                  <a:lnTo>
                    <a:pt x="38935" y="59570"/>
                  </a:lnTo>
                  <a:close/>
                  <a:moveTo>
                    <a:pt x="119178" y="43835"/>
                  </a:moveTo>
                  <a:cubicBezTo>
                    <a:pt x="119063" y="43835"/>
                    <a:pt x="118910" y="43797"/>
                    <a:pt x="118757" y="43758"/>
                  </a:cubicBezTo>
                  <a:cubicBezTo>
                    <a:pt x="118642" y="43835"/>
                    <a:pt x="118489" y="43912"/>
                    <a:pt x="118336" y="43950"/>
                  </a:cubicBezTo>
                  <a:cubicBezTo>
                    <a:pt x="117685" y="44141"/>
                    <a:pt x="117034" y="44141"/>
                    <a:pt x="116383" y="44141"/>
                  </a:cubicBezTo>
                  <a:cubicBezTo>
                    <a:pt x="116039" y="44180"/>
                    <a:pt x="115694" y="44180"/>
                    <a:pt x="115388" y="44256"/>
                  </a:cubicBezTo>
                  <a:cubicBezTo>
                    <a:pt x="114890" y="44448"/>
                    <a:pt x="114392" y="44677"/>
                    <a:pt x="113856" y="44677"/>
                  </a:cubicBezTo>
                  <a:cubicBezTo>
                    <a:pt x="113550" y="44716"/>
                    <a:pt x="113282" y="44677"/>
                    <a:pt x="112976" y="44677"/>
                  </a:cubicBezTo>
                  <a:cubicBezTo>
                    <a:pt x="112670" y="44639"/>
                    <a:pt x="112363" y="44639"/>
                    <a:pt x="112019" y="44677"/>
                  </a:cubicBezTo>
                  <a:cubicBezTo>
                    <a:pt x="111406" y="44792"/>
                    <a:pt x="110717" y="44945"/>
                    <a:pt x="110066" y="44945"/>
                  </a:cubicBezTo>
                  <a:lnTo>
                    <a:pt x="109645" y="44945"/>
                  </a:lnTo>
                  <a:cubicBezTo>
                    <a:pt x="109186" y="44945"/>
                    <a:pt x="108688" y="44907"/>
                    <a:pt x="108229" y="44984"/>
                  </a:cubicBezTo>
                  <a:cubicBezTo>
                    <a:pt x="107616" y="45098"/>
                    <a:pt x="107004" y="45213"/>
                    <a:pt x="106353" y="45213"/>
                  </a:cubicBezTo>
                  <a:lnTo>
                    <a:pt x="106353" y="45213"/>
                  </a:lnTo>
                  <a:cubicBezTo>
                    <a:pt x="105855" y="45213"/>
                    <a:pt x="105319" y="45175"/>
                    <a:pt x="104860" y="45175"/>
                  </a:cubicBezTo>
                  <a:cubicBezTo>
                    <a:pt x="104592" y="45175"/>
                    <a:pt x="104324" y="45175"/>
                    <a:pt x="104056" y="45213"/>
                  </a:cubicBezTo>
                  <a:cubicBezTo>
                    <a:pt x="103749" y="45175"/>
                    <a:pt x="103481" y="45175"/>
                    <a:pt x="103213" y="45137"/>
                  </a:cubicBezTo>
                  <a:cubicBezTo>
                    <a:pt x="102869" y="45137"/>
                    <a:pt x="102563" y="45137"/>
                    <a:pt x="102218" y="45098"/>
                  </a:cubicBezTo>
                  <a:cubicBezTo>
                    <a:pt x="102256" y="45060"/>
                    <a:pt x="102295" y="45060"/>
                    <a:pt x="102371" y="45060"/>
                  </a:cubicBezTo>
                  <a:cubicBezTo>
                    <a:pt x="102639" y="44639"/>
                    <a:pt x="104630" y="44716"/>
                    <a:pt x="104936" y="44639"/>
                  </a:cubicBezTo>
                  <a:cubicBezTo>
                    <a:pt x="105587" y="44524"/>
                    <a:pt x="106200" y="44218"/>
                    <a:pt x="106812" y="43950"/>
                  </a:cubicBezTo>
                  <a:cubicBezTo>
                    <a:pt x="107118" y="43835"/>
                    <a:pt x="107425" y="43950"/>
                    <a:pt x="107693" y="43988"/>
                  </a:cubicBezTo>
                  <a:cubicBezTo>
                    <a:pt x="108190" y="44026"/>
                    <a:pt x="108688" y="43988"/>
                    <a:pt x="109147" y="43873"/>
                  </a:cubicBezTo>
                  <a:cubicBezTo>
                    <a:pt x="109377" y="43797"/>
                    <a:pt x="109645" y="43720"/>
                    <a:pt x="109875" y="43567"/>
                  </a:cubicBezTo>
                  <a:cubicBezTo>
                    <a:pt x="110105" y="43452"/>
                    <a:pt x="110296" y="43222"/>
                    <a:pt x="110564" y="43184"/>
                  </a:cubicBezTo>
                  <a:cubicBezTo>
                    <a:pt x="111062" y="43184"/>
                    <a:pt x="111559" y="43337"/>
                    <a:pt x="112057" y="43376"/>
                  </a:cubicBezTo>
                  <a:cubicBezTo>
                    <a:pt x="113052" y="43490"/>
                    <a:pt x="113895" y="42840"/>
                    <a:pt x="114660" y="42304"/>
                  </a:cubicBezTo>
                  <a:cubicBezTo>
                    <a:pt x="114852" y="42227"/>
                    <a:pt x="115005" y="42304"/>
                    <a:pt x="115196" y="42380"/>
                  </a:cubicBezTo>
                  <a:cubicBezTo>
                    <a:pt x="115426" y="42457"/>
                    <a:pt x="115694" y="42495"/>
                    <a:pt x="115924" y="42533"/>
                  </a:cubicBezTo>
                  <a:cubicBezTo>
                    <a:pt x="116460" y="42610"/>
                    <a:pt x="117034" y="42572"/>
                    <a:pt x="117532" y="42342"/>
                  </a:cubicBezTo>
                  <a:cubicBezTo>
                    <a:pt x="117838" y="42151"/>
                    <a:pt x="118106" y="41883"/>
                    <a:pt x="118412" y="41768"/>
                  </a:cubicBezTo>
                  <a:cubicBezTo>
                    <a:pt x="118642" y="41729"/>
                    <a:pt x="118910" y="41806"/>
                    <a:pt x="119140" y="41806"/>
                  </a:cubicBezTo>
                  <a:cubicBezTo>
                    <a:pt x="119752" y="41883"/>
                    <a:pt x="120403" y="41883"/>
                    <a:pt x="121015" y="41615"/>
                  </a:cubicBezTo>
                  <a:cubicBezTo>
                    <a:pt x="121283" y="41500"/>
                    <a:pt x="121513" y="41308"/>
                    <a:pt x="121743" y="41079"/>
                  </a:cubicBezTo>
                  <a:cubicBezTo>
                    <a:pt x="121590" y="40466"/>
                    <a:pt x="121437" y="39854"/>
                    <a:pt x="121245" y="39241"/>
                  </a:cubicBezTo>
                  <a:cubicBezTo>
                    <a:pt x="121245" y="39241"/>
                    <a:pt x="121245" y="39241"/>
                    <a:pt x="121245" y="39203"/>
                  </a:cubicBezTo>
                  <a:cubicBezTo>
                    <a:pt x="121245" y="39203"/>
                    <a:pt x="121245" y="39203"/>
                    <a:pt x="121245" y="39203"/>
                  </a:cubicBezTo>
                  <a:cubicBezTo>
                    <a:pt x="121245" y="39203"/>
                    <a:pt x="121245" y="39164"/>
                    <a:pt x="121245" y="39164"/>
                  </a:cubicBezTo>
                  <a:cubicBezTo>
                    <a:pt x="121245" y="39164"/>
                    <a:pt x="121245" y="39164"/>
                    <a:pt x="121245" y="39126"/>
                  </a:cubicBezTo>
                  <a:lnTo>
                    <a:pt x="121207" y="39050"/>
                  </a:lnTo>
                  <a:cubicBezTo>
                    <a:pt x="121207" y="39050"/>
                    <a:pt x="121207" y="39088"/>
                    <a:pt x="121207" y="39088"/>
                  </a:cubicBezTo>
                  <a:cubicBezTo>
                    <a:pt x="120901" y="38131"/>
                    <a:pt x="120556" y="37212"/>
                    <a:pt x="120173" y="36255"/>
                  </a:cubicBezTo>
                  <a:cubicBezTo>
                    <a:pt x="120135" y="36217"/>
                    <a:pt x="120097" y="36140"/>
                    <a:pt x="120058" y="36063"/>
                  </a:cubicBezTo>
                  <a:cubicBezTo>
                    <a:pt x="120020" y="35949"/>
                    <a:pt x="119982" y="35872"/>
                    <a:pt x="119943" y="35757"/>
                  </a:cubicBezTo>
                  <a:cubicBezTo>
                    <a:pt x="119905" y="35604"/>
                    <a:pt x="119867" y="35451"/>
                    <a:pt x="119829" y="35336"/>
                  </a:cubicBezTo>
                  <a:cubicBezTo>
                    <a:pt x="122049" y="33920"/>
                    <a:pt x="124308" y="34034"/>
                    <a:pt x="126107" y="31546"/>
                  </a:cubicBezTo>
                  <a:lnTo>
                    <a:pt x="126107" y="31508"/>
                  </a:lnTo>
                  <a:cubicBezTo>
                    <a:pt x="126299" y="31355"/>
                    <a:pt x="126528" y="31163"/>
                    <a:pt x="126720" y="31010"/>
                  </a:cubicBezTo>
                  <a:cubicBezTo>
                    <a:pt x="127141" y="30704"/>
                    <a:pt x="127562" y="30436"/>
                    <a:pt x="127983" y="30168"/>
                  </a:cubicBezTo>
                  <a:cubicBezTo>
                    <a:pt x="128978" y="30053"/>
                    <a:pt x="130012" y="30244"/>
                    <a:pt x="130472" y="30627"/>
                  </a:cubicBezTo>
                  <a:cubicBezTo>
                    <a:pt x="131352" y="31622"/>
                    <a:pt x="131697" y="33001"/>
                    <a:pt x="132501" y="34073"/>
                  </a:cubicBezTo>
                  <a:cubicBezTo>
                    <a:pt x="132769" y="34685"/>
                    <a:pt x="133496" y="35298"/>
                    <a:pt x="133305" y="36025"/>
                  </a:cubicBezTo>
                  <a:cubicBezTo>
                    <a:pt x="132424" y="36867"/>
                    <a:pt x="131122" y="37327"/>
                    <a:pt x="130242" y="38207"/>
                  </a:cubicBezTo>
                  <a:cubicBezTo>
                    <a:pt x="129553" y="38896"/>
                    <a:pt x="129132" y="39777"/>
                    <a:pt x="128289" y="40313"/>
                  </a:cubicBezTo>
                  <a:cubicBezTo>
                    <a:pt x="127179" y="41232"/>
                    <a:pt x="125724" y="41385"/>
                    <a:pt x="124384" y="41653"/>
                  </a:cubicBezTo>
                  <a:cubicBezTo>
                    <a:pt x="123925" y="41883"/>
                    <a:pt x="123504" y="42151"/>
                    <a:pt x="123083" y="42380"/>
                  </a:cubicBezTo>
                  <a:cubicBezTo>
                    <a:pt x="123083" y="42457"/>
                    <a:pt x="123044" y="42495"/>
                    <a:pt x="123006" y="42533"/>
                  </a:cubicBezTo>
                  <a:cubicBezTo>
                    <a:pt x="122547" y="43031"/>
                    <a:pt x="121934" y="43299"/>
                    <a:pt x="121283" y="43452"/>
                  </a:cubicBezTo>
                  <a:cubicBezTo>
                    <a:pt x="120594" y="43758"/>
                    <a:pt x="119905" y="43950"/>
                    <a:pt x="119178" y="43835"/>
                  </a:cubicBezTo>
                  <a:lnTo>
                    <a:pt x="119178" y="43835"/>
                  </a:lnTo>
                  <a:close/>
                  <a:moveTo>
                    <a:pt x="106468" y="2642"/>
                  </a:moveTo>
                  <a:cubicBezTo>
                    <a:pt x="108190" y="3484"/>
                    <a:pt x="110181" y="4671"/>
                    <a:pt x="107540" y="6049"/>
                  </a:cubicBezTo>
                  <a:cubicBezTo>
                    <a:pt x="105396" y="7006"/>
                    <a:pt x="104439" y="8346"/>
                    <a:pt x="101950" y="8767"/>
                  </a:cubicBezTo>
                  <a:cubicBezTo>
                    <a:pt x="101874" y="8882"/>
                    <a:pt x="101759" y="8997"/>
                    <a:pt x="101644" y="9112"/>
                  </a:cubicBezTo>
                  <a:cubicBezTo>
                    <a:pt x="101414" y="9265"/>
                    <a:pt x="101146" y="9341"/>
                    <a:pt x="100878" y="9418"/>
                  </a:cubicBezTo>
                  <a:cubicBezTo>
                    <a:pt x="100725" y="9456"/>
                    <a:pt x="100572" y="9456"/>
                    <a:pt x="100457" y="9571"/>
                  </a:cubicBezTo>
                  <a:cubicBezTo>
                    <a:pt x="99883" y="10145"/>
                    <a:pt x="99385" y="10566"/>
                    <a:pt x="98543" y="10681"/>
                  </a:cubicBezTo>
                  <a:cubicBezTo>
                    <a:pt x="98428" y="10758"/>
                    <a:pt x="98390" y="10873"/>
                    <a:pt x="98275" y="10949"/>
                  </a:cubicBezTo>
                  <a:cubicBezTo>
                    <a:pt x="97930" y="11332"/>
                    <a:pt x="97547" y="11753"/>
                    <a:pt x="97012" y="11868"/>
                  </a:cubicBezTo>
                  <a:cubicBezTo>
                    <a:pt x="96514" y="11983"/>
                    <a:pt x="96054" y="12021"/>
                    <a:pt x="95557" y="12060"/>
                  </a:cubicBezTo>
                  <a:cubicBezTo>
                    <a:pt x="95136" y="12519"/>
                    <a:pt x="94561" y="12825"/>
                    <a:pt x="93949" y="12940"/>
                  </a:cubicBezTo>
                  <a:cubicBezTo>
                    <a:pt x="93643" y="13017"/>
                    <a:pt x="93336" y="12940"/>
                    <a:pt x="93030" y="13017"/>
                  </a:cubicBezTo>
                  <a:cubicBezTo>
                    <a:pt x="91767" y="13974"/>
                    <a:pt x="91307" y="13667"/>
                    <a:pt x="89891" y="13667"/>
                  </a:cubicBezTo>
                  <a:cubicBezTo>
                    <a:pt x="89010" y="13897"/>
                    <a:pt x="88130" y="14242"/>
                    <a:pt x="87211" y="14242"/>
                  </a:cubicBezTo>
                  <a:cubicBezTo>
                    <a:pt x="87058" y="14242"/>
                    <a:pt x="86905" y="14242"/>
                    <a:pt x="86751" y="14242"/>
                  </a:cubicBezTo>
                  <a:cubicBezTo>
                    <a:pt x="86713" y="14280"/>
                    <a:pt x="86637" y="14242"/>
                    <a:pt x="86560" y="14203"/>
                  </a:cubicBezTo>
                  <a:cubicBezTo>
                    <a:pt x="86522" y="14203"/>
                    <a:pt x="86445" y="14203"/>
                    <a:pt x="86369" y="14203"/>
                  </a:cubicBezTo>
                  <a:cubicBezTo>
                    <a:pt x="86177" y="14203"/>
                    <a:pt x="86101" y="13897"/>
                    <a:pt x="86330" y="13821"/>
                  </a:cubicBezTo>
                  <a:cubicBezTo>
                    <a:pt x="86943" y="13744"/>
                    <a:pt x="87594" y="13821"/>
                    <a:pt x="88168" y="13591"/>
                  </a:cubicBezTo>
                  <a:cubicBezTo>
                    <a:pt x="88819" y="13399"/>
                    <a:pt x="89316" y="12902"/>
                    <a:pt x="89852" y="12519"/>
                  </a:cubicBezTo>
                  <a:cubicBezTo>
                    <a:pt x="90120" y="12327"/>
                    <a:pt x="90503" y="12481"/>
                    <a:pt x="90810" y="12481"/>
                  </a:cubicBezTo>
                  <a:cubicBezTo>
                    <a:pt x="91575" y="12442"/>
                    <a:pt x="92341" y="12060"/>
                    <a:pt x="92839" y="11524"/>
                  </a:cubicBezTo>
                  <a:cubicBezTo>
                    <a:pt x="93030" y="11370"/>
                    <a:pt x="93183" y="11026"/>
                    <a:pt x="93489" y="11141"/>
                  </a:cubicBezTo>
                  <a:cubicBezTo>
                    <a:pt x="94293" y="11294"/>
                    <a:pt x="95212" y="11217"/>
                    <a:pt x="95863" y="10681"/>
                  </a:cubicBezTo>
                  <a:cubicBezTo>
                    <a:pt x="96322" y="10337"/>
                    <a:pt x="96667" y="9839"/>
                    <a:pt x="96973" y="9418"/>
                  </a:cubicBezTo>
                  <a:cubicBezTo>
                    <a:pt x="97241" y="9188"/>
                    <a:pt x="97586" y="9341"/>
                    <a:pt x="97892" y="9265"/>
                  </a:cubicBezTo>
                  <a:cubicBezTo>
                    <a:pt x="98313" y="9188"/>
                    <a:pt x="98696" y="8997"/>
                    <a:pt x="98926" y="8652"/>
                  </a:cubicBezTo>
                  <a:cubicBezTo>
                    <a:pt x="99041" y="8423"/>
                    <a:pt x="99155" y="8231"/>
                    <a:pt x="99270" y="8001"/>
                  </a:cubicBezTo>
                  <a:cubicBezTo>
                    <a:pt x="99309" y="7848"/>
                    <a:pt x="99423" y="7733"/>
                    <a:pt x="99538" y="7695"/>
                  </a:cubicBezTo>
                  <a:cubicBezTo>
                    <a:pt x="99577" y="7657"/>
                    <a:pt x="99653" y="7657"/>
                    <a:pt x="99691" y="7619"/>
                  </a:cubicBezTo>
                  <a:cubicBezTo>
                    <a:pt x="99194" y="7236"/>
                    <a:pt x="98696" y="6815"/>
                    <a:pt x="98198" y="6432"/>
                  </a:cubicBezTo>
                  <a:cubicBezTo>
                    <a:pt x="97739" y="6049"/>
                    <a:pt x="97241" y="5704"/>
                    <a:pt x="96744" y="5360"/>
                  </a:cubicBezTo>
                  <a:cubicBezTo>
                    <a:pt x="96437" y="5130"/>
                    <a:pt x="96093" y="4939"/>
                    <a:pt x="95748" y="4709"/>
                  </a:cubicBezTo>
                  <a:cubicBezTo>
                    <a:pt x="96437" y="3943"/>
                    <a:pt x="97433" y="3407"/>
                    <a:pt x="98505" y="3178"/>
                  </a:cubicBezTo>
                  <a:cubicBezTo>
                    <a:pt x="99347" y="3025"/>
                    <a:pt x="100227" y="3025"/>
                    <a:pt x="100955" y="2489"/>
                  </a:cubicBezTo>
                  <a:cubicBezTo>
                    <a:pt x="102142" y="1914"/>
                    <a:pt x="102448" y="115"/>
                    <a:pt x="103137" y="0"/>
                  </a:cubicBezTo>
                  <a:cubicBezTo>
                    <a:pt x="103711" y="77"/>
                    <a:pt x="103596" y="536"/>
                    <a:pt x="103290" y="881"/>
                  </a:cubicBezTo>
                  <a:cubicBezTo>
                    <a:pt x="104400" y="1417"/>
                    <a:pt x="105434" y="2067"/>
                    <a:pt x="106468" y="2642"/>
                  </a:cubicBezTo>
                  <a:lnTo>
                    <a:pt x="106468" y="2642"/>
                  </a:lnTo>
                  <a:close/>
                  <a:moveTo>
                    <a:pt x="42304" y="14548"/>
                  </a:moveTo>
                  <a:cubicBezTo>
                    <a:pt x="41845" y="14510"/>
                    <a:pt x="41385" y="14433"/>
                    <a:pt x="40926" y="14318"/>
                  </a:cubicBezTo>
                  <a:cubicBezTo>
                    <a:pt x="40620" y="14242"/>
                    <a:pt x="40275" y="14127"/>
                    <a:pt x="39930" y="14165"/>
                  </a:cubicBezTo>
                  <a:cubicBezTo>
                    <a:pt x="39203" y="14203"/>
                    <a:pt x="38476" y="14433"/>
                    <a:pt x="37710" y="14318"/>
                  </a:cubicBezTo>
                  <a:cubicBezTo>
                    <a:pt x="37212" y="14242"/>
                    <a:pt x="36715" y="14050"/>
                    <a:pt x="36217" y="13974"/>
                  </a:cubicBezTo>
                  <a:cubicBezTo>
                    <a:pt x="35872" y="13935"/>
                    <a:pt x="35566" y="14050"/>
                    <a:pt x="35222" y="14089"/>
                  </a:cubicBezTo>
                  <a:cubicBezTo>
                    <a:pt x="34073" y="14357"/>
                    <a:pt x="33231" y="13974"/>
                    <a:pt x="32274" y="13399"/>
                  </a:cubicBezTo>
                  <a:cubicBezTo>
                    <a:pt x="31738" y="13017"/>
                    <a:pt x="31163" y="13170"/>
                    <a:pt x="30589" y="13361"/>
                  </a:cubicBezTo>
                  <a:cubicBezTo>
                    <a:pt x="29977" y="13514"/>
                    <a:pt x="29326" y="13744"/>
                    <a:pt x="28675" y="13553"/>
                  </a:cubicBezTo>
                  <a:cubicBezTo>
                    <a:pt x="28254" y="13438"/>
                    <a:pt x="27871" y="13208"/>
                    <a:pt x="27603" y="12825"/>
                  </a:cubicBezTo>
                  <a:cubicBezTo>
                    <a:pt x="27526" y="12749"/>
                    <a:pt x="27488" y="12595"/>
                    <a:pt x="27335" y="12595"/>
                  </a:cubicBezTo>
                  <a:cubicBezTo>
                    <a:pt x="26531" y="12672"/>
                    <a:pt x="25612" y="12519"/>
                    <a:pt x="25076" y="11868"/>
                  </a:cubicBezTo>
                  <a:cubicBezTo>
                    <a:pt x="24923" y="11638"/>
                    <a:pt x="25000" y="11256"/>
                    <a:pt x="25306" y="11409"/>
                  </a:cubicBezTo>
                  <a:cubicBezTo>
                    <a:pt x="25421" y="11370"/>
                    <a:pt x="25497" y="11409"/>
                    <a:pt x="25574" y="11447"/>
                  </a:cubicBezTo>
                  <a:cubicBezTo>
                    <a:pt x="25880" y="11562"/>
                    <a:pt x="26225" y="11562"/>
                    <a:pt x="26531" y="11638"/>
                  </a:cubicBezTo>
                  <a:cubicBezTo>
                    <a:pt x="26990" y="11715"/>
                    <a:pt x="27412" y="11830"/>
                    <a:pt x="27871" y="11792"/>
                  </a:cubicBezTo>
                  <a:cubicBezTo>
                    <a:pt x="28254" y="11792"/>
                    <a:pt x="28637" y="11715"/>
                    <a:pt x="29020" y="11600"/>
                  </a:cubicBezTo>
                  <a:cubicBezTo>
                    <a:pt x="29288" y="11524"/>
                    <a:pt x="29632" y="11524"/>
                    <a:pt x="29862" y="11753"/>
                  </a:cubicBezTo>
                  <a:cubicBezTo>
                    <a:pt x="30168" y="11906"/>
                    <a:pt x="30589" y="11868"/>
                    <a:pt x="30934" y="11830"/>
                  </a:cubicBezTo>
                  <a:cubicBezTo>
                    <a:pt x="31355" y="11753"/>
                    <a:pt x="31699" y="11562"/>
                    <a:pt x="32082" y="11370"/>
                  </a:cubicBezTo>
                  <a:cubicBezTo>
                    <a:pt x="32197" y="11638"/>
                    <a:pt x="32350" y="11868"/>
                    <a:pt x="32580" y="12098"/>
                  </a:cubicBezTo>
                  <a:cubicBezTo>
                    <a:pt x="32848" y="12366"/>
                    <a:pt x="33269" y="12557"/>
                    <a:pt x="33690" y="12595"/>
                  </a:cubicBezTo>
                  <a:cubicBezTo>
                    <a:pt x="33843" y="12634"/>
                    <a:pt x="33996" y="12634"/>
                    <a:pt x="34150" y="12634"/>
                  </a:cubicBezTo>
                  <a:cubicBezTo>
                    <a:pt x="34456" y="12634"/>
                    <a:pt x="34762" y="12595"/>
                    <a:pt x="35068" y="12557"/>
                  </a:cubicBezTo>
                  <a:cubicBezTo>
                    <a:pt x="35451" y="12481"/>
                    <a:pt x="35796" y="12404"/>
                    <a:pt x="36140" y="12327"/>
                  </a:cubicBezTo>
                  <a:cubicBezTo>
                    <a:pt x="36485" y="12289"/>
                    <a:pt x="36753" y="12060"/>
                    <a:pt x="36868" y="11792"/>
                  </a:cubicBezTo>
                  <a:cubicBezTo>
                    <a:pt x="36906" y="11830"/>
                    <a:pt x="36944" y="11868"/>
                    <a:pt x="36983" y="11945"/>
                  </a:cubicBezTo>
                  <a:cubicBezTo>
                    <a:pt x="37136" y="12060"/>
                    <a:pt x="37327" y="12098"/>
                    <a:pt x="37480" y="12174"/>
                  </a:cubicBezTo>
                  <a:cubicBezTo>
                    <a:pt x="38208" y="12327"/>
                    <a:pt x="38973" y="12289"/>
                    <a:pt x="39624" y="11983"/>
                  </a:cubicBezTo>
                  <a:cubicBezTo>
                    <a:pt x="39969" y="11830"/>
                    <a:pt x="40275" y="11600"/>
                    <a:pt x="40620" y="11562"/>
                  </a:cubicBezTo>
                  <a:cubicBezTo>
                    <a:pt x="40964" y="11562"/>
                    <a:pt x="41194" y="11906"/>
                    <a:pt x="41385" y="12136"/>
                  </a:cubicBezTo>
                  <a:cubicBezTo>
                    <a:pt x="41921" y="12749"/>
                    <a:pt x="42074" y="12940"/>
                    <a:pt x="42955" y="12902"/>
                  </a:cubicBezTo>
                  <a:lnTo>
                    <a:pt x="42955" y="12902"/>
                  </a:lnTo>
                  <a:cubicBezTo>
                    <a:pt x="43414" y="12902"/>
                    <a:pt x="43874" y="12749"/>
                    <a:pt x="44333" y="12672"/>
                  </a:cubicBezTo>
                  <a:cubicBezTo>
                    <a:pt x="45367" y="12519"/>
                    <a:pt x="46286" y="13131"/>
                    <a:pt x="47243" y="13399"/>
                  </a:cubicBezTo>
                  <a:cubicBezTo>
                    <a:pt x="47893" y="13553"/>
                    <a:pt x="48621" y="13553"/>
                    <a:pt x="49272" y="13361"/>
                  </a:cubicBezTo>
                  <a:cubicBezTo>
                    <a:pt x="49348" y="13361"/>
                    <a:pt x="49463" y="13438"/>
                    <a:pt x="49463" y="13514"/>
                  </a:cubicBezTo>
                  <a:cubicBezTo>
                    <a:pt x="49540" y="13821"/>
                    <a:pt x="48889" y="14127"/>
                    <a:pt x="48697" y="14242"/>
                  </a:cubicBezTo>
                  <a:cubicBezTo>
                    <a:pt x="48238" y="14433"/>
                    <a:pt x="47740" y="14471"/>
                    <a:pt x="47281" y="14433"/>
                  </a:cubicBezTo>
                  <a:cubicBezTo>
                    <a:pt x="46592" y="14395"/>
                    <a:pt x="45941" y="14318"/>
                    <a:pt x="45252" y="14203"/>
                  </a:cubicBezTo>
                  <a:cubicBezTo>
                    <a:pt x="44907" y="14165"/>
                    <a:pt x="44563" y="14089"/>
                    <a:pt x="44218" y="14089"/>
                  </a:cubicBezTo>
                  <a:cubicBezTo>
                    <a:pt x="43912" y="14089"/>
                    <a:pt x="43606" y="14203"/>
                    <a:pt x="43299" y="14318"/>
                  </a:cubicBezTo>
                  <a:cubicBezTo>
                    <a:pt x="43031" y="14433"/>
                    <a:pt x="42725" y="14548"/>
                    <a:pt x="42419" y="14548"/>
                  </a:cubicBezTo>
                  <a:cubicBezTo>
                    <a:pt x="42381" y="14548"/>
                    <a:pt x="42342" y="14548"/>
                    <a:pt x="42304" y="14548"/>
                  </a:cubicBezTo>
                  <a:lnTo>
                    <a:pt x="42304" y="14548"/>
                  </a:lnTo>
                  <a:close/>
                  <a:moveTo>
                    <a:pt x="45060" y="21401"/>
                  </a:moveTo>
                  <a:cubicBezTo>
                    <a:pt x="44946" y="21362"/>
                    <a:pt x="44869" y="21362"/>
                    <a:pt x="44754" y="21401"/>
                  </a:cubicBezTo>
                  <a:cubicBezTo>
                    <a:pt x="44524" y="21401"/>
                    <a:pt x="44333" y="21439"/>
                    <a:pt x="44103" y="21477"/>
                  </a:cubicBezTo>
                  <a:cubicBezTo>
                    <a:pt x="43338" y="21516"/>
                    <a:pt x="42534" y="21669"/>
                    <a:pt x="41768" y="21784"/>
                  </a:cubicBezTo>
                  <a:cubicBezTo>
                    <a:pt x="40926" y="21937"/>
                    <a:pt x="40084" y="21937"/>
                    <a:pt x="39241" y="22090"/>
                  </a:cubicBezTo>
                  <a:cubicBezTo>
                    <a:pt x="38744" y="22166"/>
                    <a:pt x="38246" y="22205"/>
                    <a:pt x="37748" y="22358"/>
                  </a:cubicBezTo>
                  <a:cubicBezTo>
                    <a:pt x="36983" y="22588"/>
                    <a:pt x="36179" y="22626"/>
                    <a:pt x="35451" y="22243"/>
                  </a:cubicBezTo>
                  <a:cubicBezTo>
                    <a:pt x="35260" y="22166"/>
                    <a:pt x="35030" y="22281"/>
                    <a:pt x="34839" y="22320"/>
                  </a:cubicBezTo>
                  <a:cubicBezTo>
                    <a:pt x="34264" y="22511"/>
                    <a:pt x="33652" y="22511"/>
                    <a:pt x="33078" y="22358"/>
                  </a:cubicBezTo>
                  <a:cubicBezTo>
                    <a:pt x="32771" y="22281"/>
                    <a:pt x="32503" y="22128"/>
                    <a:pt x="32235" y="22013"/>
                  </a:cubicBezTo>
                  <a:cubicBezTo>
                    <a:pt x="32006" y="21975"/>
                    <a:pt x="31814" y="22052"/>
                    <a:pt x="31585" y="22090"/>
                  </a:cubicBezTo>
                  <a:cubicBezTo>
                    <a:pt x="31278" y="22128"/>
                    <a:pt x="30934" y="22166"/>
                    <a:pt x="30589" y="22166"/>
                  </a:cubicBezTo>
                  <a:cubicBezTo>
                    <a:pt x="30130" y="22205"/>
                    <a:pt x="29709" y="22166"/>
                    <a:pt x="29249" y="22052"/>
                  </a:cubicBezTo>
                  <a:cubicBezTo>
                    <a:pt x="28828" y="21975"/>
                    <a:pt x="28445" y="21669"/>
                    <a:pt x="28024" y="21822"/>
                  </a:cubicBezTo>
                  <a:cubicBezTo>
                    <a:pt x="27641" y="21975"/>
                    <a:pt x="27258" y="22090"/>
                    <a:pt x="26837" y="22090"/>
                  </a:cubicBezTo>
                  <a:cubicBezTo>
                    <a:pt x="26301" y="22090"/>
                    <a:pt x="25689" y="22013"/>
                    <a:pt x="25268" y="21630"/>
                  </a:cubicBezTo>
                  <a:cubicBezTo>
                    <a:pt x="25153" y="21516"/>
                    <a:pt x="25076" y="21362"/>
                    <a:pt x="24961" y="21248"/>
                  </a:cubicBezTo>
                  <a:cubicBezTo>
                    <a:pt x="24732" y="21094"/>
                    <a:pt x="24425" y="21171"/>
                    <a:pt x="24119" y="21133"/>
                  </a:cubicBezTo>
                  <a:cubicBezTo>
                    <a:pt x="23468" y="21094"/>
                    <a:pt x="22818" y="21094"/>
                    <a:pt x="22167" y="20865"/>
                  </a:cubicBezTo>
                  <a:cubicBezTo>
                    <a:pt x="21822" y="20750"/>
                    <a:pt x="21478" y="20597"/>
                    <a:pt x="21171" y="20444"/>
                  </a:cubicBezTo>
                  <a:cubicBezTo>
                    <a:pt x="20942" y="20291"/>
                    <a:pt x="20674" y="20214"/>
                    <a:pt x="20406" y="20329"/>
                  </a:cubicBezTo>
                  <a:cubicBezTo>
                    <a:pt x="19985" y="20482"/>
                    <a:pt x="19525" y="20673"/>
                    <a:pt x="19066" y="20788"/>
                  </a:cubicBezTo>
                  <a:cubicBezTo>
                    <a:pt x="18492" y="20903"/>
                    <a:pt x="17917" y="20903"/>
                    <a:pt x="17305" y="20826"/>
                  </a:cubicBezTo>
                  <a:cubicBezTo>
                    <a:pt x="16922" y="20750"/>
                    <a:pt x="16539" y="20635"/>
                    <a:pt x="16194" y="20444"/>
                  </a:cubicBezTo>
                  <a:cubicBezTo>
                    <a:pt x="15965" y="20329"/>
                    <a:pt x="15697" y="20214"/>
                    <a:pt x="15467" y="20367"/>
                  </a:cubicBezTo>
                  <a:cubicBezTo>
                    <a:pt x="15084" y="20635"/>
                    <a:pt x="14701" y="20826"/>
                    <a:pt x="14242" y="20903"/>
                  </a:cubicBezTo>
                  <a:cubicBezTo>
                    <a:pt x="13783" y="20980"/>
                    <a:pt x="13323" y="20865"/>
                    <a:pt x="12902" y="20635"/>
                  </a:cubicBezTo>
                  <a:cubicBezTo>
                    <a:pt x="13361" y="19908"/>
                    <a:pt x="13859" y="19257"/>
                    <a:pt x="14395" y="18568"/>
                  </a:cubicBezTo>
                  <a:cubicBezTo>
                    <a:pt x="14931" y="17802"/>
                    <a:pt x="15467" y="17036"/>
                    <a:pt x="16118" y="16309"/>
                  </a:cubicBezTo>
                  <a:cubicBezTo>
                    <a:pt x="16539" y="15850"/>
                    <a:pt x="16922" y="15390"/>
                    <a:pt x="17381" y="14931"/>
                  </a:cubicBezTo>
                  <a:cubicBezTo>
                    <a:pt x="15391" y="13897"/>
                    <a:pt x="14395" y="14778"/>
                    <a:pt x="12098" y="14816"/>
                  </a:cubicBezTo>
                  <a:cubicBezTo>
                    <a:pt x="11179" y="14357"/>
                    <a:pt x="10069" y="14471"/>
                    <a:pt x="9189" y="14969"/>
                  </a:cubicBezTo>
                  <a:cubicBezTo>
                    <a:pt x="8729" y="15314"/>
                    <a:pt x="6011" y="16386"/>
                    <a:pt x="6853" y="17036"/>
                  </a:cubicBezTo>
                  <a:cubicBezTo>
                    <a:pt x="5781" y="17840"/>
                    <a:pt x="0" y="24693"/>
                    <a:pt x="613" y="25650"/>
                  </a:cubicBezTo>
                  <a:cubicBezTo>
                    <a:pt x="728" y="25842"/>
                    <a:pt x="958" y="25918"/>
                    <a:pt x="1187" y="25918"/>
                  </a:cubicBezTo>
                  <a:cubicBezTo>
                    <a:pt x="1991" y="25918"/>
                    <a:pt x="3216" y="25191"/>
                    <a:pt x="3867" y="25076"/>
                  </a:cubicBezTo>
                  <a:cubicBezTo>
                    <a:pt x="5130" y="24617"/>
                    <a:pt x="6547" y="24387"/>
                    <a:pt x="7925" y="24157"/>
                  </a:cubicBezTo>
                  <a:cubicBezTo>
                    <a:pt x="8691" y="23813"/>
                    <a:pt x="9457" y="23468"/>
                    <a:pt x="10260" y="23200"/>
                  </a:cubicBezTo>
                  <a:cubicBezTo>
                    <a:pt x="10567" y="23200"/>
                    <a:pt x="10873" y="23200"/>
                    <a:pt x="11218" y="23162"/>
                  </a:cubicBezTo>
                  <a:cubicBezTo>
                    <a:pt x="11639" y="23162"/>
                    <a:pt x="12060" y="23277"/>
                    <a:pt x="12519" y="23315"/>
                  </a:cubicBezTo>
                  <a:cubicBezTo>
                    <a:pt x="13323" y="23315"/>
                    <a:pt x="14127" y="23200"/>
                    <a:pt x="14893" y="23085"/>
                  </a:cubicBezTo>
                  <a:cubicBezTo>
                    <a:pt x="15352" y="23047"/>
                    <a:pt x="15812" y="22856"/>
                    <a:pt x="16271" y="22856"/>
                  </a:cubicBezTo>
                  <a:cubicBezTo>
                    <a:pt x="16807" y="22856"/>
                    <a:pt x="17305" y="23009"/>
                    <a:pt x="17841" y="22932"/>
                  </a:cubicBezTo>
                  <a:cubicBezTo>
                    <a:pt x="19027" y="22779"/>
                    <a:pt x="20291" y="22243"/>
                    <a:pt x="21478" y="22741"/>
                  </a:cubicBezTo>
                  <a:cubicBezTo>
                    <a:pt x="21975" y="22932"/>
                    <a:pt x="22396" y="23238"/>
                    <a:pt x="22932" y="23353"/>
                  </a:cubicBezTo>
                  <a:cubicBezTo>
                    <a:pt x="23890" y="23545"/>
                    <a:pt x="24847" y="23200"/>
                    <a:pt x="25842" y="23124"/>
                  </a:cubicBezTo>
                  <a:cubicBezTo>
                    <a:pt x="26340" y="23085"/>
                    <a:pt x="26799" y="23277"/>
                    <a:pt x="27297" y="23353"/>
                  </a:cubicBezTo>
                  <a:cubicBezTo>
                    <a:pt x="28139" y="23545"/>
                    <a:pt x="28943" y="23277"/>
                    <a:pt x="29785" y="23353"/>
                  </a:cubicBezTo>
                  <a:cubicBezTo>
                    <a:pt x="30513" y="23430"/>
                    <a:pt x="31202" y="23813"/>
                    <a:pt x="31967" y="23813"/>
                  </a:cubicBezTo>
                  <a:cubicBezTo>
                    <a:pt x="32810" y="23813"/>
                    <a:pt x="33614" y="23506"/>
                    <a:pt x="34456" y="23621"/>
                  </a:cubicBezTo>
                  <a:cubicBezTo>
                    <a:pt x="34839" y="23659"/>
                    <a:pt x="35183" y="23736"/>
                    <a:pt x="35566" y="23774"/>
                  </a:cubicBezTo>
                  <a:cubicBezTo>
                    <a:pt x="36255" y="23774"/>
                    <a:pt x="36944" y="23621"/>
                    <a:pt x="37633" y="23506"/>
                  </a:cubicBezTo>
                  <a:cubicBezTo>
                    <a:pt x="39356" y="23238"/>
                    <a:pt x="40964" y="22626"/>
                    <a:pt x="42610" y="22205"/>
                  </a:cubicBezTo>
                  <a:cubicBezTo>
                    <a:pt x="43414" y="21975"/>
                    <a:pt x="44180" y="21860"/>
                    <a:pt x="44984" y="21745"/>
                  </a:cubicBezTo>
                  <a:cubicBezTo>
                    <a:pt x="45175" y="21707"/>
                    <a:pt x="45175" y="21477"/>
                    <a:pt x="45060" y="21401"/>
                  </a:cubicBezTo>
                  <a:lnTo>
                    <a:pt x="45060" y="21401"/>
                  </a:lnTo>
                  <a:close/>
                  <a:moveTo>
                    <a:pt x="78176" y="50305"/>
                  </a:moveTo>
                  <a:cubicBezTo>
                    <a:pt x="77678" y="50420"/>
                    <a:pt x="77142" y="50535"/>
                    <a:pt x="76606" y="50611"/>
                  </a:cubicBezTo>
                  <a:cubicBezTo>
                    <a:pt x="75841" y="50803"/>
                    <a:pt x="74998" y="50879"/>
                    <a:pt x="74194" y="50841"/>
                  </a:cubicBezTo>
                  <a:cubicBezTo>
                    <a:pt x="73965" y="50841"/>
                    <a:pt x="73735" y="50956"/>
                    <a:pt x="73505" y="50956"/>
                  </a:cubicBezTo>
                  <a:cubicBezTo>
                    <a:pt x="73122" y="51032"/>
                    <a:pt x="72740" y="51032"/>
                    <a:pt x="72357" y="51032"/>
                  </a:cubicBezTo>
                  <a:cubicBezTo>
                    <a:pt x="71974" y="50994"/>
                    <a:pt x="71629" y="50879"/>
                    <a:pt x="71247" y="50764"/>
                  </a:cubicBezTo>
                  <a:cubicBezTo>
                    <a:pt x="71017" y="50726"/>
                    <a:pt x="70787" y="50803"/>
                    <a:pt x="70596" y="50879"/>
                  </a:cubicBezTo>
                  <a:cubicBezTo>
                    <a:pt x="70175" y="50994"/>
                    <a:pt x="69792" y="51071"/>
                    <a:pt x="69371" y="51071"/>
                  </a:cubicBezTo>
                  <a:cubicBezTo>
                    <a:pt x="68796" y="51147"/>
                    <a:pt x="68222" y="50918"/>
                    <a:pt x="67839" y="50496"/>
                  </a:cubicBezTo>
                  <a:cubicBezTo>
                    <a:pt x="67533" y="50114"/>
                    <a:pt x="67227" y="50535"/>
                    <a:pt x="66882" y="50611"/>
                  </a:cubicBezTo>
                  <a:cubicBezTo>
                    <a:pt x="66346" y="50764"/>
                    <a:pt x="65734" y="50764"/>
                    <a:pt x="65159" y="50611"/>
                  </a:cubicBezTo>
                  <a:cubicBezTo>
                    <a:pt x="64853" y="50535"/>
                    <a:pt x="64585" y="50267"/>
                    <a:pt x="64279" y="50343"/>
                  </a:cubicBezTo>
                  <a:cubicBezTo>
                    <a:pt x="64087" y="50382"/>
                    <a:pt x="63934" y="50496"/>
                    <a:pt x="63743" y="50535"/>
                  </a:cubicBezTo>
                  <a:cubicBezTo>
                    <a:pt x="62901" y="50803"/>
                    <a:pt x="61944" y="50535"/>
                    <a:pt x="61522" y="49731"/>
                  </a:cubicBezTo>
                  <a:cubicBezTo>
                    <a:pt x="61408" y="49654"/>
                    <a:pt x="61293" y="49654"/>
                    <a:pt x="61216" y="49692"/>
                  </a:cubicBezTo>
                  <a:cubicBezTo>
                    <a:pt x="60872" y="49846"/>
                    <a:pt x="60489" y="49807"/>
                    <a:pt x="60144" y="49769"/>
                  </a:cubicBezTo>
                  <a:cubicBezTo>
                    <a:pt x="59647" y="49692"/>
                    <a:pt x="59187" y="49578"/>
                    <a:pt x="58766" y="49310"/>
                  </a:cubicBezTo>
                  <a:cubicBezTo>
                    <a:pt x="58536" y="49156"/>
                    <a:pt x="58345" y="48965"/>
                    <a:pt x="58153" y="48774"/>
                  </a:cubicBezTo>
                  <a:cubicBezTo>
                    <a:pt x="58077" y="48659"/>
                    <a:pt x="57962" y="48506"/>
                    <a:pt x="57809" y="48582"/>
                  </a:cubicBezTo>
                  <a:cubicBezTo>
                    <a:pt x="57656" y="48314"/>
                    <a:pt x="57311" y="48582"/>
                    <a:pt x="57503" y="48812"/>
                  </a:cubicBezTo>
                  <a:cubicBezTo>
                    <a:pt x="57962" y="49348"/>
                    <a:pt x="58345" y="50037"/>
                    <a:pt x="59034" y="50343"/>
                  </a:cubicBezTo>
                  <a:cubicBezTo>
                    <a:pt x="59608" y="50688"/>
                    <a:pt x="60336" y="50688"/>
                    <a:pt x="60795" y="51185"/>
                  </a:cubicBezTo>
                  <a:cubicBezTo>
                    <a:pt x="61446" y="51836"/>
                    <a:pt x="62365" y="52104"/>
                    <a:pt x="63245" y="51989"/>
                  </a:cubicBezTo>
                  <a:cubicBezTo>
                    <a:pt x="63743" y="51951"/>
                    <a:pt x="64241" y="51836"/>
                    <a:pt x="64738" y="51875"/>
                  </a:cubicBezTo>
                  <a:cubicBezTo>
                    <a:pt x="65006" y="51875"/>
                    <a:pt x="65236" y="52028"/>
                    <a:pt x="65466" y="52143"/>
                  </a:cubicBezTo>
                  <a:cubicBezTo>
                    <a:pt x="66270" y="52449"/>
                    <a:pt x="67150" y="52257"/>
                    <a:pt x="67954" y="52143"/>
                  </a:cubicBezTo>
                  <a:cubicBezTo>
                    <a:pt x="68528" y="52143"/>
                    <a:pt x="69064" y="52372"/>
                    <a:pt x="69639" y="52372"/>
                  </a:cubicBezTo>
                  <a:cubicBezTo>
                    <a:pt x="70021" y="52411"/>
                    <a:pt x="70443" y="52334"/>
                    <a:pt x="70825" y="52296"/>
                  </a:cubicBezTo>
                  <a:cubicBezTo>
                    <a:pt x="71132" y="52296"/>
                    <a:pt x="71400" y="52372"/>
                    <a:pt x="71706" y="52372"/>
                  </a:cubicBezTo>
                  <a:cubicBezTo>
                    <a:pt x="72395" y="52487"/>
                    <a:pt x="73084" y="52219"/>
                    <a:pt x="73773" y="52143"/>
                  </a:cubicBezTo>
                  <a:cubicBezTo>
                    <a:pt x="74539" y="52219"/>
                    <a:pt x="75343" y="52143"/>
                    <a:pt x="76070" y="51836"/>
                  </a:cubicBezTo>
                  <a:cubicBezTo>
                    <a:pt x="76759" y="51568"/>
                    <a:pt x="77410" y="51262"/>
                    <a:pt x="78023" y="50879"/>
                  </a:cubicBezTo>
                  <a:cubicBezTo>
                    <a:pt x="78176" y="50764"/>
                    <a:pt x="78329" y="50688"/>
                    <a:pt x="78406" y="50573"/>
                  </a:cubicBezTo>
                  <a:cubicBezTo>
                    <a:pt x="78444" y="50420"/>
                    <a:pt x="78329" y="50305"/>
                    <a:pt x="78176" y="50305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8"/>
            <p:cNvSpPr/>
            <p:nvPr/>
          </p:nvSpPr>
          <p:spPr>
            <a:xfrm>
              <a:off x="1516800" y="2246850"/>
              <a:ext cx="1241375" cy="3071325"/>
            </a:xfrm>
            <a:custGeom>
              <a:avLst/>
              <a:gdLst/>
              <a:ahLst/>
              <a:cxnLst/>
              <a:rect l="l" t="t" r="r" b="b"/>
              <a:pathLst>
                <a:path w="49655" h="122853" extrusionOk="0">
                  <a:moveTo>
                    <a:pt x="48812" y="68758"/>
                  </a:moveTo>
                  <a:cubicBezTo>
                    <a:pt x="49654" y="77640"/>
                    <a:pt x="44486" y="84301"/>
                    <a:pt x="40657" y="91690"/>
                  </a:cubicBezTo>
                  <a:cubicBezTo>
                    <a:pt x="38705" y="95786"/>
                    <a:pt x="37135" y="100074"/>
                    <a:pt x="35719" y="104362"/>
                  </a:cubicBezTo>
                  <a:cubicBezTo>
                    <a:pt x="34379" y="108305"/>
                    <a:pt x="32886" y="112172"/>
                    <a:pt x="31814" y="116230"/>
                  </a:cubicBezTo>
                  <a:cubicBezTo>
                    <a:pt x="31661" y="116881"/>
                    <a:pt x="31469" y="117532"/>
                    <a:pt x="31316" y="118182"/>
                  </a:cubicBezTo>
                  <a:cubicBezTo>
                    <a:pt x="31163" y="119484"/>
                    <a:pt x="30512" y="120403"/>
                    <a:pt x="29249" y="120824"/>
                  </a:cubicBezTo>
                  <a:cubicBezTo>
                    <a:pt x="25803" y="122394"/>
                    <a:pt x="21937" y="122853"/>
                    <a:pt x="18185" y="122853"/>
                  </a:cubicBezTo>
                  <a:cubicBezTo>
                    <a:pt x="14548" y="122853"/>
                    <a:pt x="11026" y="122623"/>
                    <a:pt x="7465" y="122240"/>
                  </a:cubicBezTo>
                  <a:cubicBezTo>
                    <a:pt x="4939" y="121896"/>
                    <a:pt x="2833" y="120518"/>
                    <a:pt x="995" y="118833"/>
                  </a:cubicBezTo>
                  <a:cubicBezTo>
                    <a:pt x="0" y="117991"/>
                    <a:pt x="383" y="117072"/>
                    <a:pt x="1110" y="116230"/>
                  </a:cubicBezTo>
                  <a:cubicBezTo>
                    <a:pt x="1531" y="115732"/>
                    <a:pt x="1991" y="115273"/>
                    <a:pt x="2450" y="114852"/>
                  </a:cubicBezTo>
                  <a:cubicBezTo>
                    <a:pt x="2795" y="114354"/>
                    <a:pt x="3178" y="113895"/>
                    <a:pt x="3522" y="113435"/>
                  </a:cubicBezTo>
                  <a:cubicBezTo>
                    <a:pt x="2795" y="112670"/>
                    <a:pt x="5207" y="110143"/>
                    <a:pt x="5743" y="109454"/>
                  </a:cubicBezTo>
                  <a:cubicBezTo>
                    <a:pt x="5858" y="109377"/>
                    <a:pt x="5934" y="109301"/>
                    <a:pt x="6049" y="109301"/>
                  </a:cubicBezTo>
                  <a:cubicBezTo>
                    <a:pt x="6087" y="109186"/>
                    <a:pt x="6164" y="109109"/>
                    <a:pt x="6202" y="108994"/>
                  </a:cubicBezTo>
                  <a:cubicBezTo>
                    <a:pt x="5858" y="108267"/>
                    <a:pt x="9035" y="104668"/>
                    <a:pt x="9571" y="103635"/>
                  </a:cubicBezTo>
                  <a:cubicBezTo>
                    <a:pt x="9801" y="102333"/>
                    <a:pt x="10911" y="101223"/>
                    <a:pt x="11524" y="100036"/>
                  </a:cubicBezTo>
                  <a:cubicBezTo>
                    <a:pt x="12863" y="97701"/>
                    <a:pt x="14471" y="95557"/>
                    <a:pt x="15926" y="93298"/>
                  </a:cubicBezTo>
                  <a:cubicBezTo>
                    <a:pt x="18338" y="89240"/>
                    <a:pt x="20826" y="85258"/>
                    <a:pt x="23353" y="81315"/>
                  </a:cubicBezTo>
                  <a:cubicBezTo>
                    <a:pt x="23851" y="79210"/>
                    <a:pt x="24961" y="77219"/>
                    <a:pt x="25574" y="75075"/>
                  </a:cubicBezTo>
                  <a:cubicBezTo>
                    <a:pt x="25650" y="74462"/>
                    <a:pt x="25765" y="73850"/>
                    <a:pt x="25803" y="73237"/>
                  </a:cubicBezTo>
                  <a:cubicBezTo>
                    <a:pt x="25650" y="72778"/>
                    <a:pt x="25765" y="72242"/>
                    <a:pt x="25727" y="71744"/>
                  </a:cubicBezTo>
                  <a:cubicBezTo>
                    <a:pt x="24846" y="71132"/>
                    <a:pt x="25421" y="69830"/>
                    <a:pt x="25191" y="68950"/>
                  </a:cubicBezTo>
                  <a:cubicBezTo>
                    <a:pt x="20405" y="57043"/>
                    <a:pt x="15926" y="44984"/>
                    <a:pt x="10069" y="33537"/>
                  </a:cubicBezTo>
                  <a:cubicBezTo>
                    <a:pt x="9533" y="32427"/>
                    <a:pt x="9035" y="31317"/>
                    <a:pt x="8614" y="30130"/>
                  </a:cubicBezTo>
                  <a:cubicBezTo>
                    <a:pt x="8576" y="29938"/>
                    <a:pt x="8576" y="29785"/>
                    <a:pt x="8652" y="29670"/>
                  </a:cubicBezTo>
                  <a:cubicBezTo>
                    <a:pt x="7274" y="26952"/>
                    <a:pt x="7465" y="23698"/>
                    <a:pt x="7312" y="20712"/>
                  </a:cubicBezTo>
                  <a:cubicBezTo>
                    <a:pt x="7197" y="17802"/>
                    <a:pt x="7772" y="14893"/>
                    <a:pt x="8346" y="12060"/>
                  </a:cubicBezTo>
                  <a:cubicBezTo>
                    <a:pt x="8920" y="8921"/>
                    <a:pt x="9418" y="5781"/>
                    <a:pt x="10222" y="2680"/>
                  </a:cubicBezTo>
                  <a:cubicBezTo>
                    <a:pt x="10337" y="1340"/>
                    <a:pt x="11141" y="0"/>
                    <a:pt x="12213" y="1685"/>
                  </a:cubicBezTo>
                  <a:cubicBezTo>
                    <a:pt x="12634" y="2489"/>
                    <a:pt x="12787" y="3446"/>
                    <a:pt x="13055" y="4327"/>
                  </a:cubicBezTo>
                  <a:cubicBezTo>
                    <a:pt x="13476" y="6509"/>
                    <a:pt x="13629" y="8767"/>
                    <a:pt x="13706" y="11026"/>
                  </a:cubicBezTo>
                  <a:cubicBezTo>
                    <a:pt x="13667" y="12596"/>
                    <a:pt x="14203" y="14510"/>
                    <a:pt x="13591" y="15965"/>
                  </a:cubicBezTo>
                  <a:cubicBezTo>
                    <a:pt x="13591" y="17496"/>
                    <a:pt x="13591" y="19066"/>
                    <a:pt x="13667" y="20597"/>
                  </a:cubicBezTo>
                  <a:cubicBezTo>
                    <a:pt x="13744" y="21439"/>
                    <a:pt x="13821" y="22282"/>
                    <a:pt x="13935" y="23086"/>
                  </a:cubicBezTo>
                  <a:cubicBezTo>
                    <a:pt x="14663" y="20061"/>
                    <a:pt x="15314" y="17037"/>
                    <a:pt x="16156" y="14051"/>
                  </a:cubicBezTo>
                  <a:cubicBezTo>
                    <a:pt x="16347" y="13438"/>
                    <a:pt x="16462" y="12826"/>
                    <a:pt x="16577" y="12213"/>
                  </a:cubicBezTo>
                  <a:cubicBezTo>
                    <a:pt x="16730" y="11754"/>
                    <a:pt x="16692" y="10988"/>
                    <a:pt x="17075" y="10643"/>
                  </a:cubicBezTo>
                  <a:cubicBezTo>
                    <a:pt x="16768" y="9495"/>
                    <a:pt x="18147" y="8691"/>
                    <a:pt x="18759" y="10031"/>
                  </a:cubicBezTo>
                  <a:cubicBezTo>
                    <a:pt x="19831" y="12404"/>
                    <a:pt x="19678" y="15084"/>
                    <a:pt x="20023" y="17611"/>
                  </a:cubicBezTo>
                  <a:cubicBezTo>
                    <a:pt x="20329" y="21899"/>
                    <a:pt x="21324" y="26072"/>
                    <a:pt x="22588" y="30168"/>
                  </a:cubicBezTo>
                  <a:cubicBezTo>
                    <a:pt x="24617" y="36255"/>
                    <a:pt x="26646" y="43414"/>
                    <a:pt x="32618" y="46783"/>
                  </a:cubicBezTo>
                  <a:cubicBezTo>
                    <a:pt x="35489" y="48353"/>
                    <a:pt x="36446" y="51798"/>
                    <a:pt x="38858" y="53904"/>
                  </a:cubicBezTo>
                  <a:cubicBezTo>
                    <a:pt x="40428" y="55550"/>
                    <a:pt x="41921" y="57235"/>
                    <a:pt x="43797" y="58575"/>
                  </a:cubicBezTo>
                  <a:cubicBezTo>
                    <a:pt x="44716" y="59302"/>
                    <a:pt x="45673" y="59991"/>
                    <a:pt x="46668" y="60565"/>
                  </a:cubicBezTo>
                  <a:cubicBezTo>
                    <a:pt x="47051" y="60489"/>
                    <a:pt x="47510" y="60757"/>
                    <a:pt x="47510" y="61216"/>
                  </a:cubicBezTo>
                  <a:cubicBezTo>
                    <a:pt x="48314" y="63666"/>
                    <a:pt x="48774" y="66193"/>
                    <a:pt x="48812" y="68758"/>
                  </a:cubicBezTo>
                  <a:close/>
                </a:path>
              </a:pathLst>
            </a:custGeom>
            <a:solidFill>
              <a:srgbClr val="C693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8"/>
            <p:cNvSpPr/>
            <p:nvPr/>
          </p:nvSpPr>
          <p:spPr>
            <a:xfrm>
              <a:off x="1660350" y="2263125"/>
              <a:ext cx="1073900" cy="2436775"/>
            </a:xfrm>
            <a:custGeom>
              <a:avLst/>
              <a:gdLst/>
              <a:ahLst/>
              <a:cxnLst/>
              <a:rect l="l" t="t" r="r" b="b"/>
              <a:pathLst>
                <a:path w="42956" h="97471" extrusionOk="0">
                  <a:moveTo>
                    <a:pt x="19602" y="91690"/>
                  </a:moveTo>
                  <a:cubicBezTo>
                    <a:pt x="19602" y="91690"/>
                    <a:pt x="19640" y="91652"/>
                    <a:pt x="19640" y="91613"/>
                  </a:cubicBezTo>
                  <a:cubicBezTo>
                    <a:pt x="19564" y="91613"/>
                    <a:pt x="19487" y="91575"/>
                    <a:pt x="19411" y="91575"/>
                  </a:cubicBezTo>
                  <a:cubicBezTo>
                    <a:pt x="19487" y="91613"/>
                    <a:pt x="19564" y="91652"/>
                    <a:pt x="19640" y="91690"/>
                  </a:cubicBezTo>
                  <a:lnTo>
                    <a:pt x="19640" y="91690"/>
                  </a:lnTo>
                  <a:close/>
                  <a:moveTo>
                    <a:pt x="9533" y="29134"/>
                  </a:moveTo>
                  <a:cubicBezTo>
                    <a:pt x="9457" y="29823"/>
                    <a:pt x="10988" y="32924"/>
                    <a:pt x="9610" y="32465"/>
                  </a:cubicBezTo>
                  <a:cubicBezTo>
                    <a:pt x="1" y="23085"/>
                    <a:pt x="6241" y="12443"/>
                    <a:pt x="5054" y="1034"/>
                  </a:cubicBezTo>
                  <a:cubicBezTo>
                    <a:pt x="4978" y="957"/>
                    <a:pt x="4978" y="804"/>
                    <a:pt x="5016" y="689"/>
                  </a:cubicBezTo>
                  <a:cubicBezTo>
                    <a:pt x="5590" y="0"/>
                    <a:pt x="6547" y="1379"/>
                    <a:pt x="6777" y="1876"/>
                  </a:cubicBezTo>
                  <a:cubicBezTo>
                    <a:pt x="8921" y="6853"/>
                    <a:pt x="7466" y="12404"/>
                    <a:pt x="8002" y="17649"/>
                  </a:cubicBezTo>
                  <a:cubicBezTo>
                    <a:pt x="8040" y="19180"/>
                    <a:pt x="8385" y="20635"/>
                    <a:pt x="8729" y="22090"/>
                  </a:cubicBezTo>
                  <a:cubicBezTo>
                    <a:pt x="8921" y="24425"/>
                    <a:pt x="9036" y="26837"/>
                    <a:pt x="9495" y="29134"/>
                  </a:cubicBezTo>
                  <a:lnTo>
                    <a:pt x="9495" y="29134"/>
                  </a:lnTo>
                  <a:close/>
                  <a:moveTo>
                    <a:pt x="14587" y="21631"/>
                  </a:moveTo>
                  <a:cubicBezTo>
                    <a:pt x="13859" y="18491"/>
                    <a:pt x="14357" y="15276"/>
                    <a:pt x="13974" y="12136"/>
                  </a:cubicBezTo>
                  <a:cubicBezTo>
                    <a:pt x="13898" y="10643"/>
                    <a:pt x="11983" y="6202"/>
                    <a:pt x="11256" y="9916"/>
                  </a:cubicBezTo>
                  <a:cubicBezTo>
                    <a:pt x="10720" y="10145"/>
                    <a:pt x="11256" y="10796"/>
                    <a:pt x="11294" y="11217"/>
                  </a:cubicBezTo>
                  <a:cubicBezTo>
                    <a:pt x="11562" y="11983"/>
                    <a:pt x="11716" y="12787"/>
                    <a:pt x="11830" y="13591"/>
                  </a:cubicBezTo>
                  <a:cubicBezTo>
                    <a:pt x="12251" y="17381"/>
                    <a:pt x="11830" y="21171"/>
                    <a:pt x="12175" y="24961"/>
                  </a:cubicBezTo>
                  <a:cubicBezTo>
                    <a:pt x="12481" y="28215"/>
                    <a:pt x="14127" y="31087"/>
                    <a:pt x="14855" y="34188"/>
                  </a:cubicBezTo>
                  <a:cubicBezTo>
                    <a:pt x="15123" y="34800"/>
                    <a:pt x="14893" y="36829"/>
                    <a:pt x="15506" y="36944"/>
                  </a:cubicBezTo>
                  <a:cubicBezTo>
                    <a:pt x="16424" y="36906"/>
                    <a:pt x="16501" y="33077"/>
                    <a:pt x="16654" y="32197"/>
                  </a:cubicBezTo>
                  <a:cubicBezTo>
                    <a:pt x="17152" y="28483"/>
                    <a:pt x="15467" y="25114"/>
                    <a:pt x="14587" y="21631"/>
                  </a:cubicBezTo>
                  <a:lnTo>
                    <a:pt x="14587" y="21631"/>
                  </a:lnTo>
                  <a:close/>
                  <a:moveTo>
                    <a:pt x="42113" y="71170"/>
                  </a:moveTo>
                  <a:cubicBezTo>
                    <a:pt x="42457" y="74079"/>
                    <a:pt x="42955" y="75075"/>
                    <a:pt x="41424" y="77831"/>
                  </a:cubicBezTo>
                  <a:cubicBezTo>
                    <a:pt x="39318" y="82004"/>
                    <a:pt x="37442" y="86292"/>
                    <a:pt x="35528" y="90541"/>
                  </a:cubicBezTo>
                  <a:cubicBezTo>
                    <a:pt x="34954" y="91805"/>
                    <a:pt x="34303" y="93068"/>
                    <a:pt x="33652" y="94255"/>
                  </a:cubicBezTo>
                  <a:cubicBezTo>
                    <a:pt x="33001" y="95250"/>
                    <a:pt x="32695" y="97356"/>
                    <a:pt x="31317" y="97471"/>
                  </a:cubicBezTo>
                  <a:cubicBezTo>
                    <a:pt x="31125" y="97471"/>
                    <a:pt x="30934" y="97471"/>
                    <a:pt x="30781" y="97471"/>
                  </a:cubicBezTo>
                  <a:cubicBezTo>
                    <a:pt x="27680" y="97471"/>
                    <a:pt x="24655" y="96782"/>
                    <a:pt x="21861" y="95403"/>
                  </a:cubicBezTo>
                  <a:cubicBezTo>
                    <a:pt x="20789" y="94867"/>
                    <a:pt x="19602" y="94331"/>
                    <a:pt x="18721" y="93489"/>
                  </a:cubicBezTo>
                  <a:lnTo>
                    <a:pt x="18913" y="93145"/>
                  </a:lnTo>
                  <a:lnTo>
                    <a:pt x="18913" y="93106"/>
                  </a:lnTo>
                  <a:cubicBezTo>
                    <a:pt x="18913" y="93106"/>
                    <a:pt x="18913" y="93106"/>
                    <a:pt x="18913" y="93106"/>
                  </a:cubicBezTo>
                  <a:cubicBezTo>
                    <a:pt x="18913" y="93106"/>
                    <a:pt x="18913" y="93106"/>
                    <a:pt x="18913" y="93068"/>
                  </a:cubicBezTo>
                  <a:cubicBezTo>
                    <a:pt x="18989" y="92915"/>
                    <a:pt x="19104" y="92762"/>
                    <a:pt x="19181" y="92609"/>
                  </a:cubicBezTo>
                  <a:cubicBezTo>
                    <a:pt x="18568" y="92302"/>
                    <a:pt x="17879" y="92073"/>
                    <a:pt x="17458" y="91575"/>
                  </a:cubicBezTo>
                  <a:cubicBezTo>
                    <a:pt x="16501" y="91001"/>
                    <a:pt x="15429" y="90580"/>
                    <a:pt x="14549" y="89852"/>
                  </a:cubicBezTo>
                  <a:cubicBezTo>
                    <a:pt x="14242" y="89546"/>
                    <a:pt x="12366" y="88129"/>
                    <a:pt x="13438" y="87900"/>
                  </a:cubicBezTo>
                  <a:cubicBezTo>
                    <a:pt x="13362" y="87785"/>
                    <a:pt x="13362" y="87670"/>
                    <a:pt x="13438" y="87555"/>
                  </a:cubicBezTo>
                  <a:cubicBezTo>
                    <a:pt x="13515" y="87402"/>
                    <a:pt x="13783" y="87326"/>
                    <a:pt x="13936" y="87479"/>
                  </a:cubicBezTo>
                  <a:cubicBezTo>
                    <a:pt x="13936" y="87479"/>
                    <a:pt x="13898" y="87440"/>
                    <a:pt x="13898" y="87440"/>
                  </a:cubicBezTo>
                  <a:cubicBezTo>
                    <a:pt x="15582" y="89048"/>
                    <a:pt x="17956" y="89699"/>
                    <a:pt x="20253" y="89699"/>
                  </a:cubicBezTo>
                  <a:cubicBezTo>
                    <a:pt x="20291" y="89699"/>
                    <a:pt x="20329" y="89699"/>
                    <a:pt x="20368" y="89699"/>
                  </a:cubicBezTo>
                  <a:lnTo>
                    <a:pt x="20368" y="89699"/>
                  </a:lnTo>
                  <a:cubicBezTo>
                    <a:pt x="20406" y="89661"/>
                    <a:pt x="20482" y="89584"/>
                    <a:pt x="20559" y="89546"/>
                  </a:cubicBezTo>
                  <a:cubicBezTo>
                    <a:pt x="21018" y="88512"/>
                    <a:pt x="21440" y="87479"/>
                    <a:pt x="21861" y="86407"/>
                  </a:cubicBezTo>
                  <a:cubicBezTo>
                    <a:pt x="22244" y="85335"/>
                    <a:pt x="22626" y="84225"/>
                    <a:pt x="23009" y="83153"/>
                  </a:cubicBezTo>
                  <a:cubicBezTo>
                    <a:pt x="23430" y="81966"/>
                    <a:pt x="23851" y="80741"/>
                    <a:pt x="24234" y="79554"/>
                  </a:cubicBezTo>
                  <a:cubicBezTo>
                    <a:pt x="24617" y="78405"/>
                    <a:pt x="24962" y="77257"/>
                    <a:pt x="25306" y="76108"/>
                  </a:cubicBezTo>
                  <a:cubicBezTo>
                    <a:pt x="25306" y="76108"/>
                    <a:pt x="25306" y="76070"/>
                    <a:pt x="25306" y="76070"/>
                  </a:cubicBezTo>
                  <a:cubicBezTo>
                    <a:pt x="25306" y="76070"/>
                    <a:pt x="25306" y="76032"/>
                    <a:pt x="25306" y="76032"/>
                  </a:cubicBezTo>
                  <a:cubicBezTo>
                    <a:pt x="25574" y="75075"/>
                    <a:pt x="25842" y="74118"/>
                    <a:pt x="26072" y="73161"/>
                  </a:cubicBezTo>
                  <a:cubicBezTo>
                    <a:pt x="26378" y="71974"/>
                    <a:pt x="26608" y="70825"/>
                    <a:pt x="26799" y="69600"/>
                  </a:cubicBezTo>
                  <a:cubicBezTo>
                    <a:pt x="26876" y="68988"/>
                    <a:pt x="26952" y="68375"/>
                    <a:pt x="26991" y="67763"/>
                  </a:cubicBezTo>
                  <a:cubicBezTo>
                    <a:pt x="26991" y="67380"/>
                    <a:pt x="26991" y="66997"/>
                    <a:pt x="26952" y="66614"/>
                  </a:cubicBezTo>
                  <a:cubicBezTo>
                    <a:pt x="26876" y="64853"/>
                    <a:pt x="26531" y="63092"/>
                    <a:pt x="25727" y="61407"/>
                  </a:cubicBezTo>
                  <a:cubicBezTo>
                    <a:pt x="25613" y="61178"/>
                    <a:pt x="25536" y="60948"/>
                    <a:pt x="25459" y="60718"/>
                  </a:cubicBezTo>
                  <a:cubicBezTo>
                    <a:pt x="25230" y="60182"/>
                    <a:pt x="25038" y="59685"/>
                    <a:pt x="24885" y="59149"/>
                  </a:cubicBezTo>
                  <a:cubicBezTo>
                    <a:pt x="24847" y="59110"/>
                    <a:pt x="24847" y="59072"/>
                    <a:pt x="24847" y="59034"/>
                  </a:cubicBezTo>
                  <a:lnTo>
                    <a:pt x="24847" y="59034"/>
                  </a:lnTo>
                  <a:cubicBezTo>
                    <a:pt x="24847" y="58651"/>
                    <a:pt x="24579" y="58345"/>
                    <a:pt x="24234" y="58230"/>
                  </a:cubicBezTo>
                  <a:cubicBezTo>
                    <a:pt x="23966" y="57694"/>
                    <a:pt x="23775" y="57120"/>
                    <a:pt x="23966" y="56622"/>
                  </a:cubicBezTo>
                  <a:cubicBezTo>
                    <a:pt x="23162" y="53330"/>
                    <a:pt x="23009" y="49118"/>
                    <a:pt x="27718" y="49999"/>
                  </a:cubicBezTo>
                  <a:cubicBezTo>
                    <a:pt x="29020" y="50382"/>
                    <a:pt x="30015" y="51415"/>
                    <a:pt x="31240" y="51990"/>
                  </a:cubicBezTo>
                  <a:cubicBezTo>
                    <a:pt x="32810" y="52794"/>
                    <a:pt x="34035" y="54134"/>
                    <a:pt x="35375" y="55282"/>
                  </a:cubicBezTo>
                  <a:cubicBezTo>
                    <a:pt x="36715" y="56431"/>
                    <a:pt x="38055" y="57579"/>
                    <a:pt x="39510" y="58574"/>
                  </a:cubicBezTo>
                  <a:cubicBezTo>
                    <a:pt x="40888" y="59417"/>
                    <a:pt x="41998" y="59723"/>
                    <a:pt x="41768" y="61637"/>
                  </a:cubicBezTo>
                  <a:cubicBezTo>
                    <a:pt x="41730" y="64815"/>
                    <a:pt x="41845" y="67992"/>
                    <a:pt x="42113" y="71170"/>
                  </a:cubicBezTo>
                  <a:close/>
                </a:path>
              </a:pathLst>
            </a:custGeom>
            <a:solidFill>
              <a:srgbClr val="A975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8"/>
            <p:cNvSpPr/>
            <p:nvPr/>
          </p:nvSpPr>
          <p:spPr>
            <a:xfrm>
              <a:off x="1763725" y="2287050"/>
              <a:ext cx="45000" cy="105300"/>
            </a:xfrm>
            <a:custGeom>
              <a:avLst/>
              <a:gdLst/>
              <a:ahLst/>
              <a:cxnLst/>
              <a:rect l="l" t="t" r="r" b="b"/>
              <a:pathLst>
                <a:path w="1800" h="4212" extrusionOk="0">
                  <a:moveTo>
                    <a:pt x="268" y="4135"/>
                  </a:moveTo>
                  <a:cubicBezTo>
                    <a:pt x="77" y="4097"/>
                    <a:pt x="0" y="3905"/>
                    <a:pt x="39" y="3714"/>
                  </a:cubicBezTo>
                  <a:cubicBezTo>
                    <a:pt x="77" y="3561"/>
                    <a:pt x="115" y="3408"/>
                    <a:pt x="153" y="3255"/>
                  </a:cubicBezTo>
                  <a:cubicBezTo>
                    <a:pt x="39" y="2757"/>
                    <a:pt x="383" y="2144"/>
                    <a:pt x="460" y="1608"/>
                  </a:cubicBezTo>
                  <a:cubicBezTo>
                    <a:pt x="575" y="1149"/>
                    <a:pt x="651" y="651"/>
                    <a:pt x="843" y="192"/>
                  </a:cubicBezTo>
                  <a:cubicBezTo>
                    <a:pt x="919" y="39"/>
                    <a:pt x="1072" y="0"/>
                    <a:pt x="1225" y="39"/>
                  </a:cubicBezTo>
                  <a:cubicBezTo>
                    <a:pt x="1800" y="230"/>
                    <a:pt x="1187" y="1647"/>
                    <a:pt x="1149" y="2144"/>
                  </a:cubicBezTo>
                  <a:cubicBezTo>
                    <a:pt x="1034" y="2719"/>
                    <a:pt x="843" y="3331"/>
                    <a:pt x="689" y="3905"/>
                  </a:cubicBezTo>
                  <a:cubicBezTo>
                    <a:pt x="651" y="4097"/>
                    <a:pt x="460" y="4212"/>
                    <a:pt x="268" y="4173"/>
                  </a:cubicBezTo>
                  <a:close/>
                </a:path>
              </a:pathLst>
            </a:custGeom>
            <a:solidFill>
              <a:srgbClr val="C697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8"/>
            <p:cNvSpPr/>
            <p:nvPr/>
          </p:nvSpPr>
          <p:spPr>
            <a:xfrm>
              <a:off x="1756075" y="2265025"/>
              <a:ext cx="230675" cy="345550"/>
            </a:xfrm>
            <a:custGeom>
              <a:avLst/>
              <a:gdLst/>
              <a:ahLst/>
              <a:cxnLst/>
              <a:rect l="l" t="t" r="r" b="b"/>
              <a:pathLst>
                <a:path w="9227" h="13822" extrusionOk="0">
                  <a:moveTo>
                    <a:pt x="153" y="5207"/>
                  </a:moveTo>
                  <a:cubicBezTo>
                    <a:pt x="0" y="4939"/>
                    <a:pt x="191" y="4633"/>
                    <a:pt x="268" y="4365"/>
                  </a:cubicBezTo>
                  <a:cubicBezTo>
                    <a:pt x="459" y="3791"/>
                    <a:pt x="613" y="3178"/>
                    <a:pt x="766" y="2566"/>
                  </a:cubicBezTo>
                  <a:cubicBezTo>
                    <a:pt x="459" y="2221"/>
                    <a:pt x="919" y="1609"/>
                    <a:pt x="995" y="1188"/>
                  </a:cubicBezTo>
                  <a:cubicBezTo>
                    <a:pt x="1072" y="920"/>
                    <a:pt x="1149" y="613"/>
                    <a:pt x="1340" y="384"/>
                  </a:cubicBezTo>
                  <a:cubicBezTo>
                    <a:pt x="1953" y="1"/>
                    <a:pt x="1991" y="767"/>
                    <a:pt x="1838" y="1188"/>
                  </a:cubicBezTo>
                  <a:cubicBezTo>
                    <a:pt x="1646" y="2030"/>
                    <a:pt x="1493" y="2834"/>
                    <a:pt x="1263" y="3638"/>
                  </a:cubicBezTo>
                  <a:cubicBezTo>
                    <a:pt x="1034" y="4059"/>
                    <a:pt x="842" y="5935"/>
                    <a:pt x="115" y="5207"/>
                  </a:cubicBezTo>
                  <a:lnTo>
                    <a:pt x="115" y="5207"/>
                  </a:lnTo>
                  <a:close/>
                  <a:moveTo>
                    <a:pt x="6815" y="13438"/>
                  </a:moveTo>
                  <a:cubicBezTo>
                    <a:pt x="6776" y="13017"/>
                    <a:pt x="7083" y="12596"/>
                    <a:pt x="7159" y="12175"/>
                  </a:cubicBezTo>
                  <a:cubicBezTo>
                    <a:pt x="7006" y="11639"/>
                    <a:pt x="7389" y="11027"/>
                    <a:pt x="7465" y="10452"/>
                  </a:cubicBezTo>
                  <a:cubicBezTo>
                    <a:pt x="7619" y="9955"/>
                    <a:pt x="7542" y="9380"/>
                    <a:pt x="7848" y="8959"/>
                  </a:cubicBezTo>
                  <a:cubicBezTo>
                    <a:pt x="7925" y="8500"/>
                    <a:pt x="8346" y="7811"/>
                    <a:pt x="8767" y="8423"/>
                  </a:cubicBezTo>
                  <a:cubicBezTo>
                    <a:pt x="8920" y="8730"/>
                    <a:pt x="8920" y="9112"/>
                    <a:pt x="8882" y="9457"/>
                  </a:cubicBezTo>
                  <a:cubicBezTo>
                    <a:pt x="9226" y="10223"/>
                    <a:pt x="8690" y="13706"/>
                    <a:pt x="7580" y="13400"/>
                  </a:cubicBezTo>
                  <a:cubicBezTo>
                    <a:pt x="7427" y="13706"/>
                    <a:pt x="6929" y="13821"/>
                    <a:pt x="6815" y="13438"/>
                  </a:cubicBezTo>
                  <a:close/>
                </a:path>
              </a:pathLst>
            </a:custGeom>
            <a:solidFill>
              <a:srgbClr val="D7A7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8"/>
            <p:cNvSpPr/>
            <p:nvPr/>
          </p:nvSpPr>
          <p:spPr>
            <a:xfrm>
              <a:off x="1492875" y="4478800"/>
              <a:ext cx="986775" cy="852775"/>
            </a:xfrm>
            <a:custGeom>
              <a:avLst/>
              <a:gdLst/>
              <a:ahLst/>
              <a:cxnLst/>
              <a:rect l="l" t="t" r="r" b="b"/>
              <a:pathLst>
                <a:path w="39471" h="34111" extrusionOk="0">
                  <a:moveTo>
                    <a:pt x="20520" y="34073"/>
                  </a:moveTo>
                  <a:cubicBezTo>
                    <a:pt x="18223" y="33958"/>
                    <a:pt x="15926" y="33422"/>
                    <a:pt x="13629" y="33192"/>
                  </a:cubicBezTo>
                  <a:cubicBezTo>
                    <a:pt x="10834" y="33001"/>
                    <a:pt x="8116" y="32848"/>
                    <a:pt x="5398" y="32273"/>
                  </a:cubicBezTo>
                  <a:cubicBezTo>
                    <a:pt x="3560" y="31967"/>
                    <a:pt x="0" y="30895"/>
                    <a:pt x="995" y="28445"/>
                  </a:cubicBezTo>
                  <a:cubicBezTo>
                    <a:pt x="1034" y="28292"/>
                    <a:pt x="1072" y="28177"/>
                    <a:pt x="1187" y="28062"/>
                  </a:cubicBezTo>
                  <a:cubicBezTo>
                    <a:pt x="1493" y="27679"/>
                    <a:pt x="1761" y="27296"/>
                    <a:pt x="2067" y="26952"/>
                  </a:cubicBezTo>
                  <a:cubicBezTo>
                    <a:pt x="3331" y="25344"/>
                    <a:pt x="4594" y="23813"/>
                    <a:pt x="5819" y="22205"/>
                  </a:cubicBezTo>
                  <a:cubicBezTo>
                    <a:pt x="5704" y="21592"/>
                    <a:pt x="6317" y="21133"/>
                    <a:pt x="6547" y="20597"/>
                  </a:cubicBezTo>
                  <a:cubicBezTo>
                    <a:pt x="7083" y="19755"/>
                    <a:pt x="7618" y="18912"/>
                    <a:pt x="8116" y="18108"/>
                  </a:cubicBezTo>
                  <a:cubicBezTo>
                    <a:pt x="8384" y="17879"/>
                    <a:pt x="8576" y="17649"/>
                    <a:pt x="8805" y="17419"/>
                  </a:cubicBezTo>
                  <a:cubicBezTo>
                    <a:pt x="9226" y="16922"/>
                    <a:pt x="9571" y="16386"/>
                    <a:pt x="9954" y="15850"/>
                  </a:cubicBezTo>
                  <a:cubicBezTo>
                    <a:pt x="10260" y="15352"/>
                    <a:pt x="10605" y="14854"/>
                    <a:pt x="10873" y="14318"/>
                  </a:cubicBezTo>
                  <a:cubicBezTo>
                    <a:pt x="11485" y="13285"/>
                    <a:pt x="12021" y="12251"/>
                    <a:pt x="12595" y="11179"/>
                  </a:cubicBezTo>
                  <a:cubicBezTo>
                    <a:pt x="12595" y="11141"/>
                    <a:pt x="12634" y="11102"/>
                    <a:pt x="12634" y="11064"/>
                  </a:cubicBezTo>
                  <a:cubicBezTo>
                    <a:pt x="12672" y="11064"/>
                    <a:pt x="12672" y="11026"/>
                    <a:pt x="12672" y="10988"/>
                  </a:cubicBezTo>
                  <a:cubicBezTo>
                    <a:pt x="12672" y="11026"/>
                    <a:pt x="12672" y="11026"/>
                    <a:pt x="12672" y="11026"/>
                  </a:cubicBezTo>
                  <a:cubicBezTo>
                    <a:pt x="12940" y="10528"/>
                    <a:pt x="13246" y="9992"/>
                    <a:pt x="13514" y="9495"/>
                  </a:cubicBezTo>
                  <a:cubicBezTo>
                    <a:pt x="13629" y="9265"/>
                    <a:pt x="13706" y="9035"/>
                    <a:pt x="13629" y="8767"/>
                  </a:cubicBezTo>
                  <a:cubicBezTo>
                    <a:pt x="13629" y="8729"/>
                    <a:pt x="13629" y="8691"/>
                    <a:pt x="13591" y="8652"/>
                  </a:cubicBezTo>
                  <a:cubicBezTo>
                    <a:pt x="14165" y="7925"/>
                    <a:pt x="14854" y="7198"/>
                    <a:pt x="15122" y="6585"/>
                  </a:cubicBezTo>
                  <a:cubicBezTo>
                    <a:pt x="16462" y="4479"/>
                    <a:pt x="17764" y="2297"/>
                    <a:pt x="19257" y="306"/>
                  </a:cubicBezTo>
                  <a:cubicBezTo>
                    <a:pt x="19754" y="0"/>
                    <a:pt x="20252" y="115"/>
                    <a:pt x="20712" y="460"/>
                  </a:cubicBezTo>
                  <a:cubicBezTo>
                    <a:pt x="20865" y="498"/>
                    <a:pt x="20980" y="574"/>
                    <a:pt x="21133" y="651"/>
                  </a:cubicBezTo>
                  <a:cubicBezTo>
                    <a:pt x="22741" y="1876"/>
                    <a:pt x="24348" y="3101"/>
                    <a:pt x="26033" y="4173"/>
                  </a:cubicBezTo>
                  <a:cubicBezTo>
                    <a:pt x="28139" y="4709"/>
                    <a:pt x="30014" y="6011"/>
                    <a:pt x="31967" y="7006"/>
                  </a:cubicBezTo>
                  <a:cubicBezTo>
                    <a:pt x="32847" y="7121"/>
                    <a:pt x="33958" y="7504"/>
                    <a:pt x="34877" y="7772"/>
                  </a:cubicBezTo>
                  <a:cubicBezTo>
                    <a:pt x="35527" y="7848"/>
                    <a:pt x="36178" y="7848"/>
                    <a:pt x="36791" y="7925"/>
                  </a:cubicBezTo>
                  <a:cubicBezTo>
                    <a:pt x="36982" y="7963"/>
                    <a:pt x="37212" y="7963"/>
                    <a:pt x="37442" y="7925"/>
                  </a:cubicBezTo>
                  <a:cubicBezTo>
                    <a:pt x="37748" y="7925"/>
                    <a:pt x="38054" y="7887"/>
                    <a:pt x="38322" y="8001"/>
                  </a:cubicBezTo>
                  <a:cubicBezTo>
                    <a:pt x="38781" y="7810"/>
                    <a:pt x="39471" y="8231"/>
                    <a:pt x="39241" y="8844"/>
                  </a:cubicBezTo>
                  <a:cubicBezTo>
                    <a:pt x="38092" y="11256"/>
                    <a:pt x="37327" y="13821"/>
                    <a:pt x="36446" y="16309"/>
                  </a:cubicBezTo>
                  <a:cubicBezTo>
                    <a:pt x="36102" y="17151"/>
                    <a:pt x="35719" y="17955"/>
                    <a:pt x="35374" y="18797"/>
                  </a:cubicBezTo>
                  <a:cubicBezTo>
                    <a:pt x="35489" y="18951"/>
                    <a:pt x="35527" y="19142"/>
                    <a:pt x="35489" y="19372"/>
                  </a:cubicBezTo>
                  <a:cubicBezTo>
                    <a:pt x="35068" y="20865"/>
                    <a:pt x="34609" y="22358"/>
                    <a:pt x="34073" y="23813"/>
                  </a:cubicBezTo>
                  <a:cubicBezTo>
                    <a:pt x="33728" y="24846"/>
                    <a:pt x="33345" y="25880"/>
                    <a:pt x="33039" y="26952"/>
                  </a:cubicBezTo>
                  <a:cubicBezTo>
                    <a:pt x="33001" y="26990"/>
                    <a:pt x="33001" y="27028"/>
                    <a:pt x="33001" y="27067"/>
                  </a:cubicBezTo>
                  <a:cubicBezTo>
                    <a:pt x="33001" y="27067"/>
                    <a:pt x="33001" y="27105"/>
                    <a:pt x="32962" y="27105"/>
                  </a:cubicBezTo>
                  <a:lnTo>
                    <a:pt x="32962" y="27105"/>
                  </a:lnTo>
                  <a:cubicBezTo>
                    <a:pt x="32465" y="29058"/>
                    <a:pt x="32120" y="31087"/>
                    <a:pt x="30168" y="32197"/>
                  </a:cubicBezTo>
                  <a:cubicBezTo>
                    <a:pt x="28100" y="33422"/>
                    <a:pt x="24310" y="34111"/>
                    <a:pt x="21554" y="34111"/>
                  </a:cubicBezTo>
                  <a:cubicBezTo>
                    <a:pt x="21171" y="34111"/>
                    <a:pt x="20826" y="34111"/>
                    <a:pt x="20520" y="34073"/>
                  </a:cubicBezTo>
                  <a:close/>
                </a:path>
              </a:pathLst>
            </a:custGeom>
            <a:solidFill>
              <a:srgbClr val="EE91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8"/>
            <p:cNvSpPr/>
            <p:nvPr/>
          </p:nvSpPr>
          <p:spPr>
            <a:xfrm>
              <a:off x="1843150" y="4474975"/>
              <a:ext cx="636500" cy="872875"/>
            </a:xfrm>
            <a:custGeom>
              <a:avLst/>
              <a:gdLst/>
              <a:ahLst/>
              <a:cxnLst/>
              <a:rect l="l" t="t" r="r" b="b"/>
              <a:pathLst>
                <a:path w="25460" h="34915" extrusionOk="0">
                  <a:moveTo>
                    <a:pt x="958" y="34455"/>
                  </a:moveTo>
                  <a:cubicBezTo>
                    <a:pt x="843" y="34570"/>
                    <a:pt x="690" y="34609"/>
                    <a:pt x="537" y="34532"/>
                  </a:cubicBezTo>
                  <a:cubicBezTo>
                    <a:pt x="1" y="34226"/>
                    <a:pt x="1149" y="32924"/>
                    <a:pt x="1264" y="32465"/>
                  </a:cubicBezTo>
                  <a:cubicBezTo>
                    <a:pt x="2260" y="30742"/>
                    <a:pt x="3064" y="28943"/>
                    <a:pt x="3791" y="27067"/>
                  </a:cubicBezTo>
                  <a:lnTo>
                    <a:pt x="3829" y="27028"/>
                  </a:lnTo>
                  <a:cubicBezTo>
                    <a:pt x="5361" y="22970"/>
                    <a:pt x="7543" y="16998"/>
                    <a:pt x="6126" y="12672"/>
                  </a:cubicBezTo>
                  <a:cubicBezTo>
                    <a:pt x="4825" y="10987"/>
                    <a:pt x="3523" y="10030"/>
                    <a:pt x="1341" y="7963"/>
                  </a:cubicBezTo>
                  <a:cubicBezTo>
                    <a:pt x="1149" y="7772"/>
                    <a:pt x="920" y="7542"/>
                    <a:pt x="805" y="7274"/>
                  </a:cubicBezTo>
                  <a:cubicBezTo>
                    <a:pt x="613" y="6891"/>
                    <a:pt x="1188" y="6585"/>
                    <a:pt x="1379" y="6929"/>
                  </a:cubicBezTo>
                  <a:cubicBezTo>
                    <a:pt x="1456" y="6891"/>
                    <a:pt x="1571" y="6929"/>
                    <a:pt x="1647" y="7006"/>
                  </a:cubicBezTo>
                  <a:cubicBezTo>
                    <a:pt x="2451" y="7810"/>
                    <a:pt x="3255" y="8614"/>
                    <a:pt x="4059" y="9341"/>
                  </a:cubicBezTo>
                  <a:cubicBezTo>
                    <a:pt x="4518" y="9188"/>
                    <a:pt x="5590" y="10222"/>
                    <a:pt x="5973" y="10375"/>
                  </a:cubicBezTo>
                  <a:cubicBezTo>
                    <a:pt x="7083" y="11141"/>
                    <a:pt x="8347" y="11945"/>
                    <a:pt x="9687" y="11102"/>
                  </a:cubicBezTo>
                  <a:cubicBezTo>
                    <a:pt x="12060" y="9916"/>
                    <a:pt x="12060" y="6891"/>
                    <a:pt x="10912" y="4786"/>
                  </a:cubicBezTo>
                  <a:cubicBezTo>
                    <a:pt x="9227" y="3522"/>
                    <a:pt x="7658" y="2182"/>
                    <a:pt x="6088" y="804"/>
                  </a:cubicBezTo>
                  <a:cubicBezTo>
                    <a:pt x="5973" y="766"/>
                    <a:pt x="5858" y="689"/>
                    <a:pt x="5743" y="613"/>
                  </a:cubicBezTo>
                  <a:cubicBezTo>
                    <a:pt x="5437" y="383"/>
                    <a:pt x="5590" y="77"/>
                    <a:pt x="5858" y="0"/>
                  </a:cubicBezTo>
                  <a:cubicBezTo>
                    <a:pt x="5897" y="115"/>
                    <a:pt x="5973" y="191"/>
                    <a:pt x="6050" y="268"/>
                  </a:cubicBezTo>
                  <a:cubicBezTo>
                    <a:pt x="6356" y="574"/>
                    <a:pt x="6739" y="842"/>
                    <a:pt x="7083" y="1110"/>
                  </a:cubicBezTo>
                  <a:cubicBezTo>
                    <a:pt x="7543" y="1455"/>
                    <a:pt x="8002" y="1761"/>
                    <a:pt x="8462" y="2067"/>
                  </a:cubicBezTo>
                  <a:cubicBezTo>
                    <a:pt x="8921" y="2374"/>
                    <a:pt x="9380" y="2680"/>
                    <a:pt x="9878" y="2986"/>
                  </a:cubicBezTo>
                  <a:cubicBezTo>
                    <a:pt x="10376" y="3254"/>
                    <a:pt x="10912" y="3522"/>
                    <a:pt x="11486" y="3752"/>
                  </a:cubicBezTo>
                  <a:cubicBezTo>
                    <a:pt x="11563" y="3790"/>
                    <a:pt x="11639" y="3828"/>
                    <a:pt x="11716" y="3867"/>
                  </a:cubicBezTo>
                  <a:cubicBezTo>
                    <a:pt x="13974" y="5666"/>
                    <a:pt x="16922" y="6470"/>
                    <a:pt x="19679" y="7312"/>
                  </a:cubicBezTo>
                  <a:cubicBezTo>
                    <a:pt x="21248" y="7733"/>
                    <a:pt x="22818" y="8269"/>
                    <a:pt x="24426" y="8422"/>
                  </a:cubicBezTo>
                  <a:cubicBezTo>
                    <a:pt x="24502" y="8422"/>
                    <a:pt x="24579" y="8422"/>
                    <a:pt x="24694" y="8422"/>
                  </a:cubicBezTo>
                  <a:cubicBezTo>
                    <a:pt x="24847" y="8384"/>
                    <a:pt x="25000" y="8384"/>
                    <a:pt x="25153" y="8499"/>
                  </a:cubicBezTo>
                  <a:cubicBezTo>
                    <a:pt x="25460" y="8920"/>
                    <a:pt x="24885" y="9341"/>
                    <a:pt x="24770" y="9762"/>
                  </a:cubicBezTo>
                  <a:cubicBezTo>
                    <a:pt x="24349" y="10605"/>
                    <a:pt x="24005" y="11523"/>
                    <a:pt x="23699" y="12442"/>
                  </a:cubicBezTo>
                  <a:cubicBezTo>
                    <a:pt x="22818" y="14816"/>
                    <a:pt x="22435" y="17304"/>
                    <a:pt x="21593" y="19640"/>
                  </a:cubicBezTo>
                  <a:cubicBezTo>
                    <a:pt x="20712" y="21822"/>
                    <a:pt x="20023" y="24081"/>
                    <a:pt x="19296" y="26301"/>
                  </a:cubicBezTo>
                  <a:cubicBezTo>
                    <a:pt x="19181" y="26569"/>
                    <a:pt x="19104" y="26837"/>
                    <a:pt x="18990" y="27105"/>
                  </a:cubicBezTo>
                  <a:cubicBezTo>
                    <a:pt x="18530" y="28483"/>
                    <a:pt x="18033" y="29861"/>
                    <a:pt x="17075" y="30972"/>
                  </a:cubicBezTo>
                  <a:cubicBezTo>
                    <a:pt x="13783" y="34341"/>
                    <a:pt x="7543" y="34877"/>
                    <a:pt x="3064" y="34915"/>
                  </a:cubicBezTo>
                  <a:cubicBezTo>
                    <a:pt x="2642" y="34800"/>
                    <a:pt x="1341" y="34838"/>
                    <a:pt x="958" y="34455"/>
                  </a:cubicBezTo>
                  <a:close/>
                </a:path>
              </a:pathLst>
            </a:custGeom>
            <a:solidFill>
              <a:srgbClr val="DA71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8"/>
            <p:cNvSpPr/>
            <p:nvPr/>
          </p:nvSpPr>
          <p:spPr>
            <a:xfrm>
              <a:off x="2666250" y="2205700"/>
              <a:ext cx="1682600" cy="3053150"/>
            </a:xfrm>
            <a:custGeom>
              <a:avLst/>
              <a:gdLst/>
              <a:ahLst/>
              <a:cxnLst/>
              <a:rect l="l" t="t" r="r" b="b"/>
              <a:pathLst>
                <a:path w="67304" h="122126" extrusionOk="0">
                  <a:moveTo>
                    <a:pt x="65849" y="57120"/>
                  </a:moveTo>
                  <a:cubicBezTo>
                    <a:pt x="66576" y="57732"/>
                    <a:pt x="67304" y="58842"/>
                    <a:pt x="66806" y="59799"/>
                  </a:cubicBezTo>
                  <a:cubicBezTo>
                    <a:pt x="66155" y="60642"/>
                    <a:pt x="65007" y="60795"/>
                    <a:pt x="64088" y="61178"/>
                  </a:cubicBezTo>
                  <a:cubicBezTo>
                    <a:pt x="61064" y="62250"/>
                    <a:pt x="58077" y="63398"/>
                    <a:pt x="55015" y="64394"/>
                  </a:cubicBezTo>
                  <a:cubicBezTo>
                    <a:pt x="54900" y="64547"/>
                    <a:pt x="54708" y="64662"/>
                    <a:pt x="54517" y="64700"/>
                  </a:cubicBezTo>
                  <a:cubicBezTo>
                    <a:pt x="54172" y="64891"/>
                    <a:pt x="53828" y="65121"/>
                    <a:pt x="53483" y="65312"/>
                  </a:cubicBezTo>
                  <a:cubicBezTo>
                    <a:pt x="53445" y="65427"/>
                    <a:pt x="53368" y="65542"/>
                    <a:pt x="53215" y="65619"/>
                  </a:cubicBezTo>
                  <a:cubicBezTo>
                    <a:pt x="51837" y="66499"/>
                    <a:pt x="50382" y="67265"/>
                    <a:pt x="48928" y="68030"/>
                  </a:cubicBezTo>
                  <a:cubicBezTo>
                    <a:pt x="48889" y="68184"/>
                    <a:pt x="48774" y="68298"/>
                    <a:pt x="48621" y="68413"/>
                  </a:cubicBezTo>
                  <a:cubicBezTo>
                    <a:pt x="45941" y="69945"/>
                    <a:pt x="43262" y="71591"/>
                    <a:pt x="40773" y="73467"/>
                  </a:cubicBezTo>
                  <a:cubicBezTo>
                    <a:pt x="40429" y="73735"/>
                    <a:pt x="40046" y="74003"/>
                    <a:pt x="39625" y="74271"/>
                  </a:cubicBezTo>
                  <a:cubicBezTo>
                    <a:pt x="39625" y="74386"/>
                    <a:pt x="39586" y="74500"/>
                    <a:pt x="39510" y="74615"/>
                  </a:cubicBezTo>
                  <a:cubicBezTo>
                    <a:pt x="38859" y="75458"/>
                    <a:pt x="38055" y="76185"/>
                    <a:pt x="37289" y="76951"/>
                  </a:cubicBezTo>
                  <a:cubicBezTo>
                    <a:pt x="36562" y="77716"/>
                    <a:pt x="35835" y="78520"/>
                    <a:pt x="35107" y="79324"/>
                  </a:cubicBezTo>
                  <a:cubicBezTo>
                    <a:pt x="35107" y="79362"/>
                    <a:pt x="35069" y="79401"/>
                    <a:pt x="35031" y="79401"/>
                  </a:cubicBezTo>
                  <a:lnTo>
                    <a:pt x="35031" y="79401"/>
                  </a:lnTo>
                  <a:lnTo>
                    <a:pt x="34916" y="79554"/>
                  </a:lnTo>
                  <a:cubicBezTo>
                    <a:pt x="34188" y="80588"/>
                    <a:pt x="33576" y="81698"/>
                    <a:pt x="33002" y="82846"/>
                  </a:cubicBezTo>
                  <a:cubicBezTo>
                    <a:pt x="32734" y="83382"/>
                    <a:pt x="32466" y="83957"/>
                    <a:pt x="32198" y="84492"/>
                  </a:cubicBezTo>
                  <a:cubicBezTo>
                    <a:pt x="31853" y="85564"/>
                    <a:pt x="31662" y="86675"/>
                    <a:pt x="31508" y="87747"/>
                  </a:cubicBezTo>
                  <a:cubicBezTo>
                    <a:pt x="31394" y="88397"/>
                    <a:pt x="31317" y="89010"/>
                    <a:pt x="31202" y="89623"/>
                  </a:cubicBezTo>
                  <a:cubicBezTo>
                    <a:pt x="31394" y="89699"/>
                    <a:pt x="31547" y="89852"/>
                    <a:pt x="31585" y="90120"/>
                  </a:cubicBezTo>
                  <a:cubicBezTo>
                    <a:pt x="31585" y="90158"/>
                    <a:pt x="31585" y="90197"/>
                    <a:pt x="31585" y="90235"/>
                  </a:cubicBezTo>
                  <a:cubicBezTo>
                    <a:pt x="31662" y="90426"/>
                    <a:pt x="31662" y="90656"/>
                    <a:pt x="31662" y="90886"/>
                  </a:cubicBezTo>
                  <a:cubicBezTo>
                    <a:pt x="31930" y="92800"/>
                    <a:pt x="32121" y="94753"/>
                    <a:pt x="32274" y="96667"/>
                  </a:cubicBezTo>
                  <a:cubicBezTo>
                    <a:pt x="32312" y="96896"/>
                    <a:pt x="32351" y="97088"/>
                    <a:pt x="32389" y="97279"/>
                  </a:cubicBezTo>
                  <a:cubicBezTo>
                    <a:pt x="32772" y="99270"/>
                    <a:pt x="33155" y="101299"/>
                    <a:pt x="33576" y="103290"/>
                  </a:cubicBezTo>
                  <a:cubicBezTo>
                    <a:pt x="33576" y="103290"/>
                    <a:pt x="33576" y="103328"/>
                    <a:pt x="33576" y="103366"/>
                  </a:cubicBezTo>
                  <a:cubicBezTo>
                    <a:pt x="34418" y="106812"/>
                    <a:pt x="35299" y="110296"/>
                    <a:pt x="36409" y="113703"/>
                  </a:cubicBezTo>
                  <a:cubicBezTo>
                    <a:pt x="36868" y="115043"/>
                    <a:pt x="37328" y="116459"/>
                    <a:pt x="37710" y="117838"/>
                  </a:cubicBezTo>
                  <a:cubicBezTo>
                    <a:pt x="37825" y="118335"/>
                    <a:pt x="37940" y="118795"/>
                    <a:pt x="38055" y="119254"/>
                  </a:cubicBezTo>
                  <a:cubicBezTo>
                    <a:pt x="38093" y="120594"/>
                    <a:pt x="35796" y="120977"/>
                    <a:pt x="34801" y="121398"/>
                  </a:cubicBezTo>
                  <a:cubicBezTo>
                    <a:pt x="32504" y="122125"/>
                    <a:pt x="30015" y="122011"/>
                    <a:pt x="27604" y="122049"/>
                  </a:cubicBezTo>
                  <a:cubicBezTo>
                    <a:pt x="26378" y="122049"/>
                    <a:pt x="25192" y="122125"/>
                    <a:pt x="23928" y="122125"/>
                  </a:cubicBezTo>
                  <a:cubicBezTo>
                    <a:pt x="20712" y="122011"/>
                    <a:pt x="17420" y="122125"/>
                    <a:pt x="14242" y="121436"/>
                  </a:cubicBezTo>
                  <a:cubicBezTo>
                    <a:pt x="12826" y="121168"/>
                    <a:pt x="11256" y="120977"/>
                    <a:pt x="10261" y="119790"/>
                  </a:cubicBezTo>
                  <a:cubicBezTo>
                    <a:pt x="10031" y="119560"/>
                    <a:pt x="9878" y="119331"/>
                    <a:pt x="9687" y="119063"/>
                  </a:cubicBezTo>
                  <a:cubicBezTo>
                    <a:pt x="9572" y="118795"/>
                    <a:pt x="9572" y="118603"/>
                    <a:pt x="9648" y="118412"/>
                  </a:cubicBezTo>
                  <a:cubicBezTo>
                    <a:pt x="9610" y="118220"/>
                    <a:pt x="9572" y="118029"/>
                    <a:pt x="9495" y="117838"/>
                  </a:cubicBezTo>
                  <a:cubicBezTo>
                    <a:pt x="9380" y="117225"/>
                    <a:pt x="9266" y="116536"/>
                    <a:pt x="9112" y="115923"/>
                  </a:cubicBezTo>
                  <a:cubicBezTo>
                    <a:pt x="8232" y="114928"/>
                    <a:pt x="8232" y="113167"/>
                    <a:pt x="7849" y="111942"/>
                  </a:cubicBezTo>
                  <a:cubicBezTo>
                    <a:pt x="7505" y="110066"/>
                    <a:pt x="7045" y="108190"/>
                    <a:pt x="6815" y="106314"/>
                  </a:cubicBezTo>
                  <a:cubicBezTo>
                    <a:pt x="6011" y="100687"/>
                    <a:pt x="5284" y="95059"/>
                    <a:pt x="4595" y="89393"/>
                  </a:cubicBezTo>
                  <a:cubicBezTo>
                    <a:pt x="3982" y="88627"/>
                    <a:pt x="4174" y="87440"/>
                    <a:pt x="3944" y="86522"/>
                  </a:cubicBezTo>
                  <a:cubicBezTo>
                    <a:pt x="3600" y="84722"/>
                    <a:pt x="3217" y="82961"/>
                    <a:pt x="2834" y="81162"/>
                  </a:cubicBezTo>
                  <a:cubicBezTo>
                    <a:pt x="1379" y="74232"/>
                    <a:pt x="920" y="67150"/>
                    <a:pt x="1226" y="60067"/>
                  </a:cubicBezTo>
                  <a:cubicBezTo>
                    <a:pt x="1226" y="60029"/>
                    <a:pt x="1188" y="59953"/>
                    <a:pt x="1188" y="59914"/>
                  </a:cubicBezTo>
                  <a:cubicBezTo>
                    <a:pt x="1149" y="59110"/>
                    <a:pt x="1226" y="58306"/>
                    <a:pt x="1226" y="57617"/>
                  </a:cubicBezTo>
                  <a:cubicBezTo>
                    <a:pt x="1264" y="57196"/>
                    <a:pt x="1264" y="56775"/>
                    <a:pt x="1264" y="56354"/>
                  </a:cubicBezTo>
                  <a:cubicBezTo>
                    <a:pt x="958" y="55703"/>
                    <a:pt x="1188" y="54899"/>
                    <a:pt x="1111" y="54172"/>
                  </a:cubicBezTo>
                  <a:cubicBezTo>
                    <a:pt x="1149" y="52372"/>
                    <a:pt x="1149" y="50573"/>
                    <a:pt x="1264" y="48735"/>
                  </a:cubicBezTo>
                  <a:cubicBezTo>
                    <a:pt x="1341" y="46974"/>
                    <a:pt x="1149" y="45213"/>
                    <a:pt x="1149" y="43452"/>
                  </a:cubicBezTo>
                  <a:cubicBezTo>
                    <a:pt x="1188" y="43184"/>
                    <a:pt x="1264" y="42916"/>
                    <a:pt x="1341" y="42648"/>
                  </a:cubicBezTo>
                  <a:cubicBezTo>
                    <a:pt x="1073" y="40390"/>
                    <a:pt x="881" y="38131"/>
                    <a:pt x="690" y="35910"/>
                  </a:cubicBezTo>
                  <a:cubicBezTo>
                    <a:pt x="422" y="32312"/>
                    <a:pt x="1" y="28713"/>
                    <a:pt x="231" y="25114"/>
                  </a:cubicBezTo>
                  <a:cubicBezTo>
                    <a:pt x="422" y="23277"/>
                    <a:pt x="1188" y="20099"/>
                    <a:pt x="3408" y="19870"/>
                  </a:cubicBezTo>
                  <a:cubicBezTo>
                    <a:pt x="4710" y="19870"/>
                    <a:pt x="5820" y="20597"/>
                    <a:pt x="6509" y="21669"/>
                  </a:cubicBezTo>
                  <a:cubicBezTo>
                    <a:pt x="7275" y="23085"/>
                    <a:pt x="7275" y="24808"/>
                    <a:pt x="7581" y="26378"/>
                  </a:cubicBezTo>
                  <a:cubicBezTo>
                    <a:pt x="7849" y="28062"/>
                    <a:pt x="8079" y="29747"/>
                    <a:pt x="8232" y="31470"/>
                  </a:cubicBezTo>
                  <a:cubicBezTo>
                    <a:pt x="8232" y="31737"/>
                    <a:pt x="8270" y="32044"/>
                    <a:pt x="8308" y="32312"/>
                  </a:cubicBezTo>
                  <a:cubicBezTo>
                    <a:pt x="8423" y="32312"/>
                    <a:pt x="8576" y="32350"/>
                    <a:pt x="8730" y="32465"/>
                  </a:cubicBezTo>
                  <a:cubicBezTo>
                    <a:pt x="9074" y="32886"/>
                    <a:pt x="8883" y="33499"/>
                    <a:pt x="8998" y="33996"/>
                  </a:cubicBezTo>
                  <a:cubicBezTo>
                    <a:pt x="9074" y="35068"/>
                    <a:pt x="9151" y="36102"/>
                    <a:pt x="9266" y="37136"/>
                  </a:cubicBezTo>
                  <a:cubicBezTo>
                    <a:pt x="9304" y="37633"/>
                    <a:pt x="9380" y="38093"/>
                    <a:pt x="9457" y="38552"/>
                  </a:cubicBezTo>
                  <a:lnTo>
                    <a:pt x="9457" y="38552"/>
                  </a:lnTo>
                  <a:cubicBezTo>
                    <a:pt x="9763" y="39586"/>
                    <a:pt x="10146" y="41270"/>
                    <a:pt x="11371" y="40007"/>
                  </a:cubicBezTo>
                  <a:cubicBezTo>
                    <a:pt x="11333" y="39050"/>
                    <a:pt x="11754" y="38093"/>
                    <a:pt x="11831" y="37174"/>
                  </a:cubicBezTo>
                  <a:cubicBezTo>
                    <a:pt x="12137" y="35336"/>
                    <a:pt x="12443" y="33499"/>
                    <a:pt x="12788" y="31699"/>
                  </a:cubicBezTo>
                  <a:cubicBezTo>
                    <a:pt x="13056" y="29402"/>
                    <a:pt x="13247" y="27105"/>
                    <a:pt x="13745" y="24846"/>
                  </a:cubicBezTo>
                  <a:cubicBezTo>
                    <a:pt x="13783" y="24272"/>
                    <a:pt x="13860" y="23660"/>
                    <a:pt x="13936" y="23085"/>
                  </a:cubicBezTo>
                  <a:cubicBezTo>
                    <a:pt x="14128" y="21248"/>
                    <a:pt x="14472" y="19410"/>
                    <a:pt x="14855" y="17611"/>
                  </a:cubicBezTo>
                  <a:cubicBezTo>
                    <a:pt x="14510" y="17381"/>
                    <a:pt x="14549" y="16883"/>
                    <a:pt x="14702" y="16539"/>
                  </a:cubicBezTo>
                  <a:cubicBezTo>
                    <a:pt x="14932" y="15811"/>
                    <a:pt x="15123" y="15122"/>
                    <a:pt x="15276" y="14395"/>
                  </a:cubicBezTo>
                  <a:cubicBezTo>
                    <a:pt x="15582" y="12481"/>
                    <a:pt x="16004" y="10567"/>
                    <a:pt x="16693" y="8729"/>
                  </a:cubicBezTo>
                  <a:cubicBezTo>
                    <a:pt x="16693" y="8538"/>
                    <a:pt x="16731" y="8346"/>
                    <a:pt x="16731" y="8155"/>
                  </a:cubicBezTo>
                  <a:cubicBezTo>
                    <a:pt x="16884" y="6853"/>
                    <a:pt x="17420" y="5590"/>
                    <a:pt x="18262" y="4594"/>
                  </a:cubicBezTo>
                  <a:cubicBezTo>
                    <a:pt x="18301" y="4365"/>
                    <a:pt x="18301" y="4173"/>
                    <a:pt x="18377" y="3944"/>
                  </a:cubicBezTo>
                  <a:cubicBezTo>
                    <a:pt x="19219" y="3101"/>
                    <a:pt x="20598" y="2680"/>
                    <a:pt x="21784" y="2872"/>
                  </a:cubicBezTo>
                  <a:cubicBezTo>
                    <a:pt x="23852" y="3369"/>
                    <a:pt x="24005" y="5130"/>
                    <a:pt x="24235" y="6930"/>
                  </a:cubicBezTo>
                  <a:cubicBezTo>
                    <a:pt x="24311" y="7657"/>
                    <a:pt x="24388" y="8384"/>
                    <a:pt x="24426" y="9112"/>
                  </a:cubicBezTo>
                  <a:cubicBezTo>
                    <a:pt x="24426" y="9265"/>
                    <a:pt x="24426" y="9380"/>
                    <a:pt x="24349" y="9456"/>
                  </a:cubicBezTo>
                  <a:cubicBezTo>
                    <a:pt x="24311" y="10873"/>
                    <a:pt x="24120" y="12289"/>
                    <a:pt x="23967" y="13668"/>
                  </a:cubicBezTo>
                  <a:cubicBezTo>
                    <a:pt x="23813" y="15429"/>
                    <a:pt x="23584" y="17228"/>
                    <a:pt x="23316" y="18989"/>
                  </a:cubicBezTo>
                  <a:cubicBezTo>
                    <a:pt x="23277" y="19755"/>
                    <a:pt x="23316" y="20482"/>
                    <a:pt x="23239" y="21286"/>
                  </a:cubicBezTo>
                  <a:cubicBezTo>
                    <a:pt x="23699" y="19908"/>
                    <a:pt x="24043" y="18491"/>
                    <a:pt x="24235" y="17075"/>
                  </a:cubicBezTo>
                  <a:cubicBezTo>
                    <a:pt x="24694" y="15008"/>
                    <a:pt x="25115" y="12940"/>
                    <a:pt x="25728" y="10911"/>
                  </a:cubicBezTo>
                  <a:cubicBezTo>
                    <a:pt x="25651" y="10605"/>
                    <a:pt x="25766" y="10260"/>
                    <a:pt x="25842" y="9954"/>
                  </a:cubicBezTo>
                  <a:cubicBezTo>
                    <a:pt x="26110" y="9112"/>
                    <a:pt x="26378" y="8270"/>
                    <a:pt x="26608" y="7389"/>
                  </a:cubicBezTo>
                  <a:cubicBezTo>
                    <a:pt x="27068" y="5858"/>
                    <a:pt x="27527" y="4326"/>
                    <a:pt x="28369" y="2948"/>
                  </a:cubicBezTo>
                  <a:cubicBezTo>
                    <a:pt x="28829" y="2221"/>
                    <a:pt x="29211" y="1378"/>
                    <a:pt x="29901" y="843"/>
                  </a:cubicBezTo>
                  <a:cubicBezTo>
                    <a:pt x="30858" y="153"/>
                    <a:pt x="32159" y="0"/>
                    <a:pt x="33270" y="383"/>
                  </a:cubicBezTo>
                  <a:cubicBezTo>
                    <a:pt x="33537" y="153"/>
                    <a:pt x="33997" y="192"/>
                    <a:pt x="34227" y="536"/>
                  </a:cubicBezTo>
                  <a:cubicBezTo>
                    <a:pt x="34303" y="689"/>
                    <a:pt x="34418" y="804"/>
                    <a:pt x="34533" y="957"/>
                  </a:cubicBezTo>
                  <a:cubicBezTo>
                    <a:pt x="34801" y="1225"/>
                    <a:pt x="35031" y="1532"/>
                    <a:pt x="35222" y="1685"/>
                  </a:cubicBezTo>
                  <a:cubicBezTo>
                    <a:pt x="35337" y="1838"/>
                    <a:pt x="35375" y="2029"/>
                    <a:pt x="35375" y="2182"/>
                  </a:cubicBezTo>
                  <a:cubicBezTo>
                    <a:pt x="35490" y="2412"/>
                    <a:pt x="35605" y="2680"/>
                    <a:pt x="35681" y="2910"/>
                  </a:cubicBezTo>
                  <a:cubicBezTo>
                    <a:pt x="36026" y="4097"/>
                    <a:pt x="36026" y="5360"/>
                    <a:pt x="35873" y="6585"/>
                  </a:cubicBezTo>
                  <a:cubicBezTo>
                    <a:pt x="35758" y="7121"/>
                    <a:pt x="35873" y="8078"/>
                    <a:pt x="35375" y="8384"/>
                  </a:cubicBezTo>
                  <a:cubicBezTo>
                    <a:pt x="35145" y="10145"/>
                    <a:pt x="34801" y="11907"/>
                    <a:pt x="34418" y="13668"/>
                  </a:cubicBezTo>
                  <a:cubicBezTo>
                    <a:pt x="34303" y="14548"/>
                    <a:pt x="34112" y="15390"/>
                    <a:pt x="33920" y="16233"/>
                  </a:cubicBezTo>
                  <a:cubicBezTo>
                    <a:pt x="33691" y="17458"/>
                    <a:pt x="33423" y="18683"/>
                    <a:pt x="33193" y="19908"/>
                  </a:cubicBezTo>
                  <a:cubicBezTo>
                    <a:pt x="33155" y="20138"/>
                    <a:pt x="33116" y="20406"/>
                    <a:pt x="33040" y="20635"/>
                  </a:cubicBezTo>
                  <a:cubicBezTo>
                    <a:pt x="32887" y="21860"/>
                    <a:pt x="32695" y="23047"/>
                    <a:pt x="32504" y="24234"/>
                  </a:cubicBezTo>
                  <a:cubicBezTo>
                    <a:pt x="32504" y="24272"/>
                    <a:pt x="32504" y="24310"/>
                    <a:pt x="32504" y="24349"/>
                  </a:cubicBezTo>
                  <a:cubicBezTo>
                    <a:pt x="32466" y="24425"/>
                    <a:pt x="32466" y="24502"/>
                    <a:pt x="32466" y="24578"/>
                  </a:cubicBezTo>
                  <a:cubicBezTo>
                    <a:pt x="32389" y="25229"/>
                    <a:pt x="32312" y="25880"/>
                    <a:pt x="32274" y="26493"/>
                  </a:cubicBezTo>
                  <a:cubicBezTo>
                    <a:pt x="32466" y="26646"/>
                    <a:pt x="32580" y="26875"/>
                    <a:pt x="32504" y="27143"/>
                  </a:cubicBezTo>
                  <a:cubicBezTo>
                    <a:pt x="31891" y="30972"/>
                    <a:pt x="31432" y="34800"/>
                    <a:pt x="30666" y="38590"/>
                  </a:cubicBezTo>
                  <a:cubicBezTo>
                    <a:pt x="30628" y="39203"/>
                    <a:pt x="30513" y="39815"/>
                    <a:pt x="30513" y="40428"/>
                  </a:cubicBezTo>
                  <a:cubicBezTo>
                    <a:pt x="30972" y="40275"/>
                    <a:pt x="31355" y="39930"/>
                    <a:pt x="31700" y="39624"/>
                  </a:cubicBezTo>
                  <a:cubicBezTo>
                    <a:pt x="32466" y="38935"/>
                    <a:pt x="32963" y="38093"/>
                    <a:pt x="33384" y="37174"/>
                  </a:cubicBezTo>
                  <a:cubicBezTo>
                    <a:pt x="33652" y="36523"/>
                    <a:pt x="34073" y="35910"/>
                    <a:pt x="34188" y="35221"/>
                  </a:cubicBezTo>
                  <a:cubicBezTo>
                    <a:pt x="33805" y="34647"/>
                    <a:pt x="34648" y="33077"/>
                    <a:pt x="34839" y="32427"/>
                  </a:cubicBezTo>
                  <a:cubicBezTo>
                    <a:pt x="35184" y="31623"/>
                    <a:pt x="35413" y="30780"/>
                    <a:pt x="35643" y="29938"/>
                  </a:cubicBezTo>
                  <a:cubicBezTo>
                    <a:pt x="35528" y="29555"/>
                    <a:pt x="35835" y="29172"/>
                    <a:pt x="35911" y="28828"/>
                  </a:cubicBezTo>
                  <a:cubicBezTo>
                    <a:pt x="36102" y="28139"/>
                    <a:pt x="36332" y="27450"/>
                    <a:pt x="36524" y="26799"/>
                  </a:cubicBezTo>
                  <a:cubicBezTo>
                    <a:pt x="36792" y="25344"/>
                    <a:pt x="37328" y="23966"/>
                    <a:pt x="37710" y="22549"/>
                  </a:cubicBezTo>
                  <a:cubicBezTo>
                    <a:pt x="38400" y="20444"/>
                    <a:pt x="38553" y="18223"/>
                    <a:pt x="39012" y="16079"/>
                  </a:cubicBezTo>
                  <a:cubicBezTo>
                    <a:pt x="39854" y="12864"/>
                    <a:pt x="40850" y="9801"/>
                    <a:pt x="41845" y="6662"/>
                  </a:cubicBezTo>
                  <a:cubicBezTo>
                    <a:pt x="43185" y="2910"/>
                    <a:pt x="45712" y="3561"/>
                    <a:pt x="47243" y="6394"/>
                  </a:cubicBezTo>
                  <a:cubicBezTo>
                    <a:pt x="47473" y="6470"/>
                    <a:pt x="47626" y="6662"/>
                    <a:pt x="47664" y="6968"/>
                  </a:cubicBezTo>
                  <a:cubicBezTo>
                    <a:pt x="47702" y="7159"/>
                    <a:pt x="47702" y="7351"/>
                    <a:pt x="47741" y="7542"/>
                  </a:cubicBezTo>
                  <a:cubicBezTo>
                    <a:pt x="47741" y="7619"/>
                    <a:pt x="47779" y="7695"/>
                    <a:pt x="47779" y="7734"/>
                  </a:cubicBezTo>
                  <a:cubicBezTo>
                    <a:pt x="47856" y="7925"/>
                    <a:pt x="47817" y="8116"/>
                    <a:pt x="47741" y="8231"/>
                  </a:cubicBezTo>
                  <a:cubicBezTo>
                    <a:pt x="47741" y="8691"/>
                    <a:pt x="47702" y="9150"/>
                    <a:pt x="47664" y="9609"/>
                  </a:cubicBezTo>
                  <a:cubicBezTo>
                    <a:pt x="47167" y="12864"/>
                    <a:pt x="46745" y="16118"/>
                    <a:pt x="46171" y="19372"/>
                  </a:cubicBezTo>
                  <a:cubicBezTo>
                    <a:pt x="45941" y="20482"/>
                    <a:pt x="45712" y="21592"/>
                    <a:pt x="45482" y="22703"/>
                  </a:cubicBezTo>
                  <a:cubicBezTo>
                    <a:pt x="45712" y="22817"/>
                    <a:pt x="45865" y="23085"/>
                    <a:pt x="45788" y="23430"/>
                  </a:cubicBezTo>
                  <a:cubicBezTo>
                    <a:pt x="44219" y="31087"/>
                    <a:pt x="42036" y="38629"/>
                    <a:pt x="41003" y="46400"/>
                  </a:cubicBezTo>
                  <a:cubicBezTo>
                    <a:pt x="40811" y="48123"/>
                    <a:pt x="40773" y="49846"/>
                    <a:pt x="40926" y="51568"/>
                  </a:cubicBezTo>
                  <a:cubicBezTo>
                    <a:pt x="41003" y="52296"/>
                    <a:pt x="41156" y="53023"/>
                    <a:pt x="41271" y="53789"/>
                  </a:cubicBezTo>
                  <a:cubicBezTo>
                    <a:pt x="41271" y="53827"/>
                    <a:pt x="41271" y="53904"/>
                    <a:pt x="41271" y="53980"/>
                  </a:cubicBezTo>
                  <a:cubicBezTo>
                    <a:pt x="41462" y="54325"/>
                    <a:pt x="41654" y="54708"/>
                    <a:pt x="41807" y="55091"/>
                  </a:cubicBezTo>
                  <a:cubicBezTo>
                    <a:pt x="42151" y="55703"/>
                    <a:pt x="42304" y="56545"/>
                    <a:pt x="42917" y="56966"/>
                  </a:cubicBezTo>
                  <a:cubicBezTo>
                    <a:pt x="43338" y="57311"/>
                    <a:pt x="43759" y="57617"/>
                    <a:pt x="44180" y="57924"/>
                  </a:cubicBezTo>
                  <a:cubicBezTo>
                    <a:pt x="44525" y="57847"/>
                    <a:pt x="44793" y="58153"/>
                    <a:pt x="45099" y="58192"/>
                  </a:cubicBezTo>
                  <a:cubicBezTo>
                    <a:pt x="46056" y="58383"/>
                    <a:pt x="46975" y="58153"/>
                    <a:pt x="47932" y="58077"/>
                  </a:cubicBezTo>
                  <a:cubicBezTo>
                    <a:pt x="48736" y="58000"/>
                    <a:pt x="49540" y="58000"/>
                    <a:pt x="50344" y="57924"/>
                  </a:cubicBezTo>
                  <a:cubicBezTo>
                    <a:pt x="53904" y="56928"/>
                    <a:pt x="57541" y="55665"/>
                    <a:pt x="61293" y="55818"/>
                  </a:cubicBezTo>
                  <a:cubicBezTo>
                    <a:pt x="62825" y="56124"/>
                    <a:pt x="64547" y="56009"/>
                    <a:pt x="65811" y="57081"/>
                  </a:cubicBezTo>
                  <a:close/>
                </a:path>
              </a:pathLst>
            </a:custGeom>
            <a:solidFill>
              <a:srgbClr val="F1C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8"/>
            <p:cNvSpPr/>
            <p:nvPr/>
          </p:nvSpPr>
          <p:spPr>
            <a:xfrm>
              <a:off x="2687325" y="2200900"/>
              <a:ext cx="1666325" cy="3093350"/>
            </a:xfrm>
            <a:custGeom>
              <a:avLst/>
              <a:gdLst/>
              <a:ahLst/>
              <a:cxnLst/>
              <a:rect l="l" t="t" r="r" b="b"/>
              <a:pathLst>
                <a:path w="66653" h="123734" extrusionOk="0">
                  <a:moveTo>
                    <a:pt x="65963" y="58422"/>
                  </a:moveTo>
                  <a:cubicBezTo>
                    <a:pt x="66652" y="60298"/>
                    <a:pt x="64279" y="61217"/>
                    <a:pt x="62900" y="61791"/>
                  </a:cubicBezTo>
                  <a:cubicBezTo>
                    <a:pt x="61254" y="62365"/>
                    <a:pt x="59646" y="63092"/>
                    <a:pt x="58000" y="63628"/>
                  </a:cubicBezTo>
                  <a:cubicBezTo>
                    <a:pt x="56316" y="64088"/>
                    <a:pt x="54631" y="64471"/>
                    <a:pt x="53061" y="65122"/>
                  </a:cubicBezTo>
                  <a:cubicBezTo>
                    <a:pt x="53061" y="65351"/>
                    <a:pt x="52755" y="65581"/>
                    <a:pt x="52525" y="65351"/>
                  </a:cubicBezTo>
                  <a:cubicBezTo>
                    <a:pt x="51722" y="65734"/>
                    <a:pt x="50956" y="66232"/>
                    <a:pt x="50267" y="66844"/>
                  </a:cubicBezTo>
                  <a:cubicBezTo>
                    <a:pt x="48008" y="68529"/>
                    <a:pt x="45481" y="69830"/>
                    <a:pt x="43146" y="71400"/>
                  </a:cubicBezTo>
                  <a:cubicBezTo>
                    <a:pt x="40122" y="73429"/>
                    <a:pt x="37327" y="75841"/>
                    <a:pt x="34915" y="78559"/>
                  </a:cubicBezTo>
                  <a:cubicBezTo>
                    <a:pt x="31240" y="82464"/>
                    <a:pt x="30283" y="87900"/>
                    <a:pt x="30742" y="93069"/>
                  </a:cubicBezTo>
                  <a:cubicBezTo>
                    <a:pt x="30933" y="95672"/>
                    <a:pt x="31584" y="98237"/>
                    <a:pt x="32120" y="100802"/>
                  </a:cubicBezTo>
                  <a:cubicBezTo>
                    <a:pt x="32886" y="104630"/>
                    <a:pt x="33766" y="108420"/>
                    <a:pt x="35030" y="112134"/>
                  </a:cubicBezTo>
                  <a:cubicBezTo>
                    <a:pt x="35451" y="113474"/>
                    <a:pt x="35795" y="114852"/>
                    <a:pt x="36255" y="116154"/>
                  </a:cubicBezTo>
                  <a:cubicBezTo>
                    <a:pt x="36408" y="116766"/>
                    <a:pt x="36753" y="117417"/>
                    <a:pt x="36982" y="118068"/>
                  </a:cubicBezTo>
                  <a:cubicBezTo>
                    <a:pt x="37289" y="118757"/>
                    <a:pt x="37403" y="119446"/>
                    <a:pt x="37059" y="120097"/>
                  </a:cubicBezTo>
                  <a:cubicBezTo>
                    <a:pt x="35413" y="122279"/>
                    <a:pt x="32388" y="123351"/>
                    <a:pt x="29708" y="123236"/>
                  </a:cubicBezTo>
                  <a:cubicBezTo>
                    <a:pt x="29708" y="123389"/>
                    <a:pt x="29632" y="123466"/>
                    <a:pt x="29555" y="123542"/>
                  </a:cubicBezTo>
                  <a:cubicBezTo>
                    <a:pt x="29479" y="123657"/>
                    <a:pt x="29364" y="123734"/>
                    <a:pt x="29211" y="123734"/>
                  </a:cubicBezTo>
                  <a:cubicBezTo>
                    <a:pt x="29096" y="123734"/>
                    <a:pt x="28943" y="123657"/>
                    <a:pt x="28904" y="123466"/>
                  </a:cubicBezTo>
                  <a:lnTo>
                    <a:pt x="28904" y="123504"/>
                  </a:lnTo>
                  <a:cubicBezTo>
                    <a:pt x="28866" y="123313"/>
                    <a:pt x="28828" y="123160"/>
                    <a:pt x="28790" y="123007"/>
                  </a:cubicBezTo>
                  <a:cubicBezTo>
                    <a:pt x="28713" y="122892"/>
                    <a:pt x="28675" y="122739"/>
                    <a:pt x="28713" y="122624"/>
                  </a:cubicBezTo>
                  <a:cubicBezTo>
                    <a:pt x="28330" y="121169"/>
                    <a:pt x="27909" y="119638"/>
                    <a:pt x="27450" y="118068"/>
                  </a:cubicBezTo>
                  <a:cubicBezTo>
                    <a:pt x="26378" y="114201"/>
                    <a:pt x="25153" y="110067"/>
                    <a:pt x="24234" y="105855"/>
                  </a:cubicBezTo>
                  <a:cubicBezTo>
                    <a:pt x="23851" y="104515"/>
                    <a:pt x="23430" y="103214"/>
                    <a:pt x="22970" y="101950"/>
                  </a:cubicBezTo>
                  <a:cubicBezTo>
                    <a:pt x="22626" y="100955"/>
                    <a:pt x="22358" y="99960"/>
                    <a:pt x="22013" y="98964"/>
                  </a:cubicBezTo>
                  <a:cubicBezTo>
                    <a:pt x="21516" y="98007"/>
                    <a:pt x="20941" y="97050"/>
                    <a:pt x="20329" y="96131"/>
                  </a:cubicBezTo>
                  <a:cubicBezTo>
                    <a:pt x="19027" y="94523"/>
                    <a:pt x="17458" y="93145"/>
                    <a:pt x="15467" y="92150"/>
                  </a:cubicBezTo>
                  <a:cubicBezTo>
                    <a:pt x="12366" y="90389"/>
                    <a:pt x="8959" y="89125"/>
                    <a:pt x="6011" y="87096"/>
                  </a:cubicBezTo>
                  <a:cubicBezTo>
                    <a:pt x="3561" y="85450"/>
                    <a:pt x="2412" y="82694"/>
                    <a:pt x="1799" y="79899"/>
                  </a:cubicBezTo>
                  <a:cubicBezTo>
                    <a:pt x="1799" y="80282"/>
                    <a:pt x="1838" y="80665"/>
                    <a:pt x="1838" y="81009"/>
                  </a:cubicBezTo>
                  <a:cubicBezTo>
                    <a:pt x="1838" y="81277"/>
                    <a:pt x="1876" y="81507"/>
                    <a:pt x="1876" y="81737"/>
                  </a:cubicBezTo>
                  <a:cubicBezTo>
                    <a:pt x="1646" y="80358"/>
                    <a:pt x="1455" y="78942"/>
                    <a:pt x="1264" y="77564"/>
                  </a:cubicBezTo>
                  <a:cubicBezTo>
                    <a:pt x="613" y="74578"/>
                    <a:pt x="345" y="71553"/>
                    <a:pt x="345" y="68529"/>
                  </a:cubicBezTo>
                  <a:cubicBezTo>
                    <a:pt x="306" y="68414"/>
                    <a:pt x="306" y="68299"/>
                    <a:pt x="306" y="68184"/>
                  </a:cubicBezTo>
                  <a:cubicBezTo>
                    <a:pt x="230" y="67840"/>
                    <a:pt x="192" y="67495"/>
                    <a:pt x="115" y="67151"/>
                  </a:cubicBezTo>
                  <a:cubicBezTo>
                    <a:pt x="115" y="67112"/>
                    <a:pt x="115" y="67074"/>
                    <a:pt x="77" y="67036"/>
                  </a:cubicBezTo>
                  <a:cubicBezTo>
                    <a:pt x="77" y="64241"/>
                    <a:pt x="115" y="61446"/>
                    <a:pt x="306" y="58690"/>
                  </a:cubicBezTo>
                  <a:cubicBezTo>
                    <a:pt x="498" y="56431"/>
                    <a:pt x="460" y="54172"/>
                    <a:pt x="460" y="51914"/>
                  </a:cubicBezTo>
                  <a:cubicBezTo>
                    <a:pt x="383" y="51722"/>
                    <a:pt x="306" y="51569"/>
                    <a:pt x="268" y="51378"/>
                  </a:cubicBezTo>
                  <a:cubicBezTo>
                    <a:pt x="153" y="51110"/>
                    <a:pt x="268" y="50842"/>
                    <a:pt x="460" y="50727"/>
                  </a:cubicBezTo>
                  <a:cubicBezTo>
                    <a:pt x="460" y="49770"/>
                    <a:pt x="460" y="48813"/>
                    <a:pt x="536" y="47856"/>
                  </a:cubicBezTo>
                  <a:cubicBezTo>
                    <a:pt x="536" y="47511"/>
                    <a:pt x="536" y="47128"/>
                    <a:pt x="574" y="46784"/>
                  </a:cubicBezTo>
                  <a:cubicBezTo>
                    <a:pt x="498" y="46707"/>
                    <a:pt x="421" y="46630"/>
                    <a:pt x="421" y="46516"/>
                  </a:cubicBezTo>
                  <a:cubicBezTo>
                    <a:pt x="421" y="46401"/>
                    <a:pt x="460" y="46286"/>
                    <a:pt x="460" y="46209"/>
                  </a:cubicBezTo>
                  <a:cubicBezTo>
                    <a:pt x="498" y="46133"/>
                    <a:pt x="536" y="46018"/>
                    <a:pt x="574" y="45941"/>
                  </a:cubicBezTo>
                  <a:cubicBezTo>
                    <a:pt x="0" y="43032"/>
                    <a:pt x="1302" y="40428"/>
                    <a:pt x="2986" y="38170"/>
                  </a:cubicBezTo>
                  <a:cubicBezTo>
                    <a:pt x="3982" y="36638"/>
                    <a:pt x="5054" y="35145"/>
                    <a:pt x="6126" y="33614"/>
                  </a:cubicBezTo>
                  <a:cubicBezTo>
                    <a:pt x="6547" y="33155"/>
                    <a:pt x="7083" y="31547"/>
                    <a:pt x="7887" y="32236"/>
                  </a:cubicBezTo>
                  <a:cubicBezTo>
                    <a:pt x="8193" y="32925"/>
                    <a:pt x="8040" y="33767"/>
                    <a:pt x="8116" y="34533"/>
                  </a:cubicBezTo>
                  <a:cubicBezTo>
                    <a:pt x="8078" y="35413"/>
                    <a:pt x="8729" y="37863"/>
                    <a:pt x="7963" y="38361"/>
                  </a:cubicBezTo>
                  <a:cubicBezTo>
                    <a:pt x="5475" y="39969"/>
                    <a:pt x="3369" y="42151"/>
                    <a:pt x="1914" y="44716"/>
                  </a:cubicBezTo>
                  <a:cubicBezTo>
                    <a:pt x="1876" y="45061"/>
                    <a:pt x="1876" y="45405"/>
                    <a:pt x="1876" y="45750"/>
                  </a:cubicBezTo>
                  <a:cubicBezTo>
                    <a:pt x="1799" y="46056"/>
                    <a:pt x="1799" y="46362"/>
                    <a:pt x="1799" y="46669"/>
                  </a:cubicBezTo>
                  <a:cubicBezTo>
                    <a:pt x="1799" y="46898"/>
                    <a:pt x="1799" y="47128"/>
                    <a:pt x="1799" y="47358"/>
                  </a:cubicBezTo>
                  <a:cubicBezTo>
                    <a:pt x="1799" y="48430"/>
                    <a:pt x="1799" y="49502"/>
                    <a:pt x="1799" y="50574"/>
                  </a:cubicBezTo>
                  <a:lnTo>
                    <a:pt x="1761" y="51071"/>
                  </a:lnTo>
                  <a:cubicBezTo>
                    <a:pt x="1953" y="51990"/>
                    <a:pt x="2259" y="52947"/>
                    <a:pt x="2642" y="53828"/>
                  </a:cubicBezTo>
                  <a:cubicBezTo>
                    <a:pt x="3293" y="54364"/>
                    <a:pt x="4097" y="54785"/>
                    <a:pt x="4900" y="54861"/>
                  </a:cubicBezTo>
                  <a:cubicBezTo>
                    <a:pt x="7542" y="54861"/>
                    <a:pt x="9265" y="53598"/>
                    <a:pt x="11830" y="55168"/>
                  </a:cubicBezTo>
                  <a:cubicBezTo>
                    <a:pt x="15314" y="57312"/>
                    <a:pt x="17419" y="55589"/>
                    <a:pt x="20827" y="54632"/>
                  </a:cubicBezTo>
                  <a:cubicBezTo>
                    <a:pt x="23238" y="54172"/>
                    <a:pt x="25727" y="56010"/>
                    <a:pt x="28024" y="54517"/>
                  </a:cubicBezTo>
                  <a:cubicBezTo>
                    <a:pt x="30321" y="53292"/>
                    <a:pt x="33575" y="53751"/>
                    <a:pt x="35068" y="51263"/>
                  </a:cubicBezTo>
                  <a:cubicBezTo>
                    <a:pt x="35719" y="50229"/>
                    <a:pt x="36255" y="49119"/>
                    <a:pt x="36714" y="47970"/>
                  </a:cubicBezTo>
                  <a:cubicBezTo>
                    <a:pt x="37097" y="46630"/>
                    <a:pt x="37480" y="45252"/>
                    <a:pt x="37825" y="43874"/>
                  </a:cubicBezTo>
                  <a:cubicBezTo>
                    <a:pt x="37863" y="40964"/>
                    <a:pt x="38399" y="38017"/>
                    <a:pt x="39126" y="35107"/>
                  </a:cubicBezTo>
                  <a:cubicBezTo>
                    <a:pt x="39050" y="34648"/>
                    <a:pt x="38935" y="34188"/>
                    <a:pt x="38820" y="33767"/>
                  </a:cubicBezTo>
                  <a:cubicBezTo>
                    <a:pt x="38092" y="32657"/>
                    <a:pt x="37557" y="31394"/>
                    <a:pt x="37135" y="30168"/>
                  </a:cubicBezTo>
                  <a:cubicBezTo>
                    <a:pt x="36714" y="29058"/>
                    <a:pt x="35642" y="26914"/>
                    <a:pt x="36063" y="25766"/>
                  </a:cubicBezTo>
                  <a:cubicBezTo>
                    <a:pt x="35987" y="25421"/>
                    <a:pt x="36140" y="24809"/>
                    <a:pt x="36599" y="25000"/>
                  </a:cubicBezTo>
                  <a:cubicBezTo>
                    <a:pt x="36791" y="25115"/>
                    <a:pt x="36829" y="25306"/>
                    <a:pt x="36867" y="25460"/>
                  </a:cubicBezTo>
                  <a:cubicBezTo>
                    <a:pt x="36906" y="25536"/>
                    <a:pt x="36906" y="25613"/>
                    <a:pt x="36944" y="25689"/>
                  </a:cubicBezTo>
                  <a:cubicBezTo>
                    <a:pt x="36982" y="25689"/>
                    <a:pt x="37021" y="25728"/>
                    <a:pt x="37097" y="25766"/>
                  </a:cubicBezTo>
                  <a:cubicBezTo>
                    <a:pt x="37557" y="26646"/>
                    <a:pt x="38054" y="27527"/>
                    <a:pt x="38475" y="28446"/>
                  </a:cubicBezTo>
                  <a:cubicBezTo>
                    <a:pt x="38590" y="28599"/>
                    <a:pt x="38667" y="28829"/>
                    <a:pt x="38743" y="28982"/>
                  </a:cubicBezTo>
                  <a:cubicBezTo>
                    <a:pt x="39011" y="29479"/>
                    <a:pt x="39241" y="29939"/>
                    <a:pt x="39509" y="30398"/>
                  </a:cubicBezTo>
                  <a:cubicBezTo>
                    <a:pt x="39700" y="30743"/>
                    <a:pt x="39892" y="31087"/>
                    <a:pt x="40083" y="31432"/>
                  </a:cubicBezTo>
                  <a:cubicBezTo>
                    <a:pt x="40428" y="30322"/>
                    <a:pt x="40734" y="29211"/>
                    <a:pt x="41079" y="28139"/>
                  </a:cubicBezTo>
                  <a:cubicBezTo>
                    <a:pt x="41768" y="25536"/>
                    <a:pt x="42495" y="22895"/>
                    <a:pt x="43069" y="20253"/>
                  </a:cubicBezTo>
                  <a:cubicBezTo>
                    <a:pt x="42801" y="19219"/>
                    <a:pt x="42342" y="18186"/>
                    <a:pt x="41768" y="17267"/>
                  </a:cubicBezTo>
                  <a:cubicBezTo>
                    <a:pt x="40887" y="15582"/>
                    <a:pt x="39088" y="13438"/>
                    <a:pt x="39586" y="11448"/>
                  </a:cubicBezTo>
                  <a:cubicBezTo>
                    <a:pt x="39471" y="10912"/>
                    <a:pt x="40083" y="10376"/>
                    <a:pt x="40313" y="11027"/>
                  </a:cubicBezTo>
                  <a:cubicBezTo>
                    <a:pt x="40313" y="11256"/>
                    <a:pt x="40198" y="11448"/>
                    <a:pt x="40351" y="11639"/>
                  </a:cubicBezTo>
                  <a:cubicBezTo>
                    <a:pt x="41155" y="12864"/>
                    <a:pt x="41615" y="14319"/>
                    <a:pt x="42457" y="15544"/>
                  </a:cubicBezTo>
                  <a:cubicBezTo>
                    <a:pt x="42533" y="15582"/>
                    <a:pt x="42572" y="15621"/>
                    <a:pt x="42610" y="15697"/>
                  </a:cubicBezTo>
                  <a:cubicBezTo>
                    <a:pt x="42687" y="15812"/>
                    <a:pt x="42725" y="15927"/>
                    <a:pt x="42801" y="16042"/>
                  </a:cubicBezTo>
                  <a:cubicBezTo>
                    <a:pt x="43069" y="16386"/>
                    <a:pt x="43491" y="16846"/>
                    <a:pt x="43720" y="17229"/>
                  </a:cubicBezTo>
                  <a:cubicBezTo>
                    <a:pt x="43873" y="16463"/>
                    <a:pt x="44026" y="15735"/>
                    <a:pt x="44141" y="14970"/>
                  </a:cubicBezTo>
                  <a:cubicBezTo>
                    <a:pt x="44562" y="12405"/>
                    <a:pt x="45060" y="9801"/>
                    <a:pt x="44754" y="7236"/>
                  </a:cubicBezTo>
                  <a:cubicBezTo>
                    <a:pt x="44639" y="6701"/>
                    <a:pt x="44562" y="6203"/>
                    <a:pt x="44333" y="5705"/>
                  </a:cubicBezTo>
                  <a:cubicBezTo>
                    <a:pt x="44065" y="5399"/>
                    <a:pt x="43835" y="4595"/>
                    <a:pt x="44524" y="4748"/>
                  </a:cubicBezTo>
                  <a:cubicBezTo>
                    <a:pt x="45060" y="4480"/>
                    <a:pt x="45328" y="5284"/>
                    <a:pt x="45673" y="5552"/>
                  </a:cubicBezTo>
                  <a:cubicBezTo>
                    <a:pt x="47051" y="7045"/>
                    <a:pt x="46591" y="9151"/>
                    <a:pt x="46515" y="10988"/>
                  </a:cubicBezTo>
                  <a:cubicBezTo>
                    <a:pt x="46132" y="14472"/>
                    <a:pt x="45826" y="17994"/>
                    <a:pt x="44984" y="21401"/>
                  </a:cubicBezTo>
                  <a:cubicBezTo>
                    <a:pt x="44409" y="23622"/>
                    <a:pt x="44333" y="25919"/>
                    <a:pt x="43912" y="28139"/>
                  </a:cubicBezTo>
                  <a:cubicBezTo>
                    <a:pt x="43261" y="32083"/>
                    <a:pt x="42189" y="35911"/>
                    <a:pt x="41385" y="39816"/>
                  </a:cubicBezTo>
                  <a:cubicBezTo>
                    <a:pt x="40696" y="43491"/>
                    <a:pt x="40122" y="47243"/>
                    <a:pt x="40351" y="50995"/>
                  </a:cubicBezTo>
                  <a:cubicBezTo>
                    <a:pt x="40390" y="51875"/>
                    <a:pt x="40504" y="52794"/>
                    <a:pt x="40658" y="53675"/>
                  </a:cubicBezTo>
                  <a:cubicBezTo>
                    <a:pt x="40696" y="53790"/>
                    <a:pt x="40734" y="54019"/>
                    <a:pt x="40734" y="54172"/>
                  </a:cubicBezTo>
                  <a:cubicBezTo>
                    <a:pt x="41079" y="55053"/>
                    <a:pt x="41385" y="56010"/>
                    <a:pt x="41921" y="56776"/>
                  </a:cubicBezTo>
                  <a:cubicBezTo>
                    <a:pt x="42304" y="57235"/>
                    <a:pt x="42265" y="57618"/>
                    <a:pt x="42112" y="57809"/>
                  </a:cubicBezTo>
                  <a:cubicBezTo>
                    <a:pt x="42112" y="57809"/>
                    <a:pt x="42112" y="57848"/>
                    <a:pt x="42112" y="57886"/>
                  </a:cubicBezTo>
                  <a:cubicBezTo>
                    <a:pt x="42074" y="58269"/>
                    <a:pt x="41538" y="58307"/>
                    <a:pt x="41347" y="58575"/>
                  </a:cubicBezTo>
                  <a:cubicBezTo>
                    <a:pt x="38896" y="60872"/>
                    <a:pt x="37135" y="63973"/>
                    <a:pt x="36829" y="67304"/>
                  </a:cubicBezTo>
                  <a:cubicBezTo>
                    <a:pt x="36791" y="67840"/>
                    <a:pt x="36829" y="68490"/>
                    <a:pt x="36906" y="69141"/>
                  </a:cubicBezTo>
                  <a:cubicBezTo>
                    <a:pt x="38858" y="70060"/>
                    <a:pt x="41308" y="69716"/>
                    <a:pt x="43261" y="68720"/>
                  </a:cubicBezTo>
                  <a:cubicBezTo>
                    <a:pt x="47013" y="66423"/>
                    <a:pt x="49157" y="64777"/>
                    <a:pt x="51607" y="63514"/>
                  </a:cubicBezTo>
                  <a:cubicBezTo>
                    <a:pt x="51032" y="61714"/>
                    <a:pt x="50650" y="59456"/>
                    <a:pt x="51722" y="60566"/>
                  </a:cubicBezTo>
                  <a:cubicBezTo>
                    <a:pt x="51722" y="61446"/>
                    <a:pt x="51951" y="62327"/>
                    <a:pt x="52219" y="63169"/>
                  </a:cubicBezTo>
                  <a:cubicBezTo>
                    <a:pt x="52525" y="63016"/>
                    <a:pt x="52832" y="62901"/>
                    <a:pt x="53176" y="62748"/>
                  </a:cubicBezTo>
                  <a:cubicBezTo>
                    <a:pt x="52755" y="61867"/>
                    <a:pt x="52449" y="60910"/>
                    <a:pt x="53100" y="60910"/>
                  </a:cubicBezTo>
                  <a:cubicBezTo>
                    <a:pt x="53329" y="60910"/>
                    <a:pt x="53406" y="61140"/>
                    <a:pt x="53406" y="61331"/>
                  </a:cubicBezTo>
                  <a:cubicBezTo>
                    <a:pt x="53483" y="61714"/>
                    <a:pt x="53674" y="62097"/>
                    <a:pt x="53827" y="62480"/>
                  </a:cubicBezTo>
                  <a:cubicBezTo>
                    <a:pt x="55550" y="61791"/>
                    <a:pt x="57617" y="61255"/>
                    <a:pt x="60450" y="60795"/>
                  </a:cubicBezTo>
                  <a:lnTo>
                    <a:pt x="60642" y="60757"/>
                  </a:lnTo>
                  <a:cubicBezTo>
                    <a:pt x="61560" y="60336"/>
                    <a:pt x="62364" y="59915"/>
                    <a:pt x="63207" y="59456"/>
                  </a:cubicBezTo>
                  <a:cubicBezTo>
                    <a:pt x="63972" y="59226"/>
                    <a:pt x="65389" y="57503"/>
                    <a:pt x="65963" y="58384"/>
                  </a:cubicBezTo>
                  <a:lnTo>
                    <a:pt x="65963" y="58384"/>
                  </a:lnTo>
                  <a:close/>
                  <a:moveTo>
                    <a:pt x="33690" y="12673"/>
                  </a:moveTo>
                  <a:cubicBezTo>
                    <a:pt x="34034" y="12634"/>
                    <a:pt x="33996" y="12175"/>
                    <a:pt x="34073" y="11907"/>
                  </a:cubicBezTo>
                  <a:cubicBezTo>
                    <a:pt x="34188" y="11180"/>
                    <a:pt x="34302" y="10491"/>
                    <a:pt x="34417" y="9763"/>
                  </a:cubicBezTo>
                  <a:cubicBezTo>
                    <a:pt x="34417" y="9687"/>
                    <a:pt x="34417" y="9572"/>
                    <a:pt x="34456" y="9457"/>
                  </a:cubicBezTo>
                  <a:lnTo>
                    <a:pt x="34456" y="9457"/>
                  </a:lnTo>
                  <a:cubicBezTo>
                    <a:pt x="34532" y="9419"/>
                    <a:pt x="34570" y="9342"/>
                    <a:pt x="34609" y="9266"/>
                  </a:cubicBezTo>
                  <a:cubicBezTo>
                    <a:pt x="34724" y="8576"/>
                    <a:pt x="34838" y="7887"/>
                    <a:pt x="34953" y="7198"/>
                  </a:cubicBezTo>
                  <a:cubicBezTo>
                    <a:pt x="35489" y="4021"/>
                    <a:pt x="35451" y="1992"/>
                    <a:pt x="32388" y="307"/>
                  </a:cubicBezTo>
                  <a:cubicBezTo>
                    <a:pt x="32197" y="116"/>
                    <a:pt x="31967" y="231"/>
                    <a:pt x="31891" y="422"/>
                  </a:cubicBezTo>
                  <a:cubicBezTo>
                    <a:pt x="31852" y="422"/>
                    <a:pt x="31814" y="422"/>
                    <a:pt x="31776" y="384"/>
                  </a:cubicBezTo>
                  <a:cubicBezTo>
                    <a:pt x="31469" y="345"/>
                    <a:pt x="31087" y="1"/>
                    <a:pt x="30819" y="269"/>
                  </a:cubicBezTo>
                  <a:cubicBezTo>
                    <a:pt x="30359" y="231"/>
                    <a:pt x="30283" y="920"/>
                    <a:pt x="30742" y="958"/>
                  </a:cubicBezTo>
                  <a:cubicBezTo>
                    <a:pt x="30819" y="996"/>
                    <a:pt x="30933" y="1035"/>
                    <a:pt x="31010" y="1073"/>
                  </a:cubicBezTo>
                  <a:cubicBezTo>
                    <a:pt x="30780" y="1111"/>
                    <a:pt x="30627" y="1417"/>
                    <a:pt x="30819" y="1609"/>
                  </a:cubicBezTo>
                  <a:cubicBezTo>
                    <a:pt x="32618" y="3293"/>
                    <a:pt x="32350" y="5935"/>
                    <a:pt x="32388" y="8155"/>
                  </a:cubicBezTo>
                  <a:cubicBezTo>
                    <a:pt x="32503" y="11563"/>
                    <a:pt x="31623" y="14855"/>
                    <a:pt x="30819" y="18147"/>
                  </a:cubicBezTo>
                  <a:cubicBezTo>
                    <a:pt x="29019" y="25345"/>
                    <a:pt x="28024" y="32733"/>
                    <a:pt x="28522" y="40161"/>
                  </a:cubicBezTo>
                  <a:cubicBezTo>
                    <a:pt x="28560" y="40237"/>
                    <a:pt x="28636" y="40275"/>
                    <a:pt x="28675" y="40314"/>
                  </a:cubicBezTo>
                  <a:cubicBezTo>
                    <a:pt x="28675" y="40582"/>
                    <a:pt x="28675" y="40850"/>
                    <a:pt x="28904" y="41003"/>
                  </a:cubicBezTo>
                  <a:cubicBezTo>
                    <a:pt x="28904" y="41003"/>
                    <a:pt x="28904" y="41003"/>
                    <a:pt x="28943" y="41003"/>
                  </a:cubicBezTo>
                  <a:cubicBezTo>
                    <a:pt x="28981" y="41079"/>
                    <a:pt x="29019" y="41156"/>
                    <a:pt x="29096" y="41194"/>
                  </a:cubicBezTo>
                  <a:cubicBezTo>
                    <a:pt x="29479" y="41424"/>
                    <a:pt x="29900" y="40888"/>
                    <a:pt x="29517" y="40620"/>
                  </a:cubicBezTo>
                  <a:lnTo>
                    <a:pt x="29517" y="40582"/>
                  </a:lnTo>
                  <a:lnTo>
                    <a:pt x="29517" y="40582"/>
                  </a:lnTo>
                  <a:cubicBezTo>
                    <a:pt x="29747" y="40046"/>
                    <a:pt x="29785" y="39127"/>
                    <a:pt x="29938" y="38782"/>
                  </a:cubicBezTo>
                  <a:cubicBezTo>
                    <a:pt x="30397" y="36753"/>
                    <a:pt x="30627" y="34686"/>
                    <a:pt x="30780" y="32619"/>
                  </a:cubicBezTo>
                  <a:cubicBezTo>
                    <a:pt x="30972" y="28522"/>
                    <a:pt x="31699" y="24464"/>
                    <a:pt x="32350" y="20406"/>
                  </a:cubicBezTo>
                  <a:cubicBezTo>
                    <a:pt x="32809" y="17956"/>
                    <a:pt x="33116" y="15467"/>
                    <a:pt x="33613" y="13017"/>
                  </a:cubicBezTo>
                  <a:cubicBezTo>
                    <a:pt x="33652" y="12902"/>
                    <a:pt x="33690" y="12788"/>
                    <a:pt x="33690" y="12673"/>
                  </a:cubicBezTo>
                  <a:lnTo>
                    <a:pt x="33690" y="12673"/>
                  </a:lnTo>
                  <a:close/>
                  <a:moveTo>
                    <a:pt x="14471" y="22703"/>
                  </a:moveTo>
                  <a:cubicBezTo>
                    <a:pt x="14433" y="22665"/>
                    <a:pt x="14433" y="22588"/>
                    <a:pt x="14433" y="22550"/>
                  </a:cubicBezTo>
                  <a:cubicBezTo>
                    <a:pt x="14395" y="22627"/>
                    <a:pt x="14318" y="22741"/>
                    <a:pt x="14280" y="22818"/>
                  </a:cubicBezTo>
                  <a:lnTo>
                    <a:pt x="14318" y="22818"/>
                  </a:lnTo>
                  <a:cubicBezTo>
                    <a:pt x="14357" y="22818"/>
                    <a:pt x="14395" y="22818"/>
                    <a:pt x="14433" y="22818"/>
                  </a:cubicBezTo>
                  <a:lnTo>
                    <a:pt x="14471" y="22703"/>
                  </a:lnTo>
                  <a:lnTo>
                    <a:pt x="14471" y="22703"/>
                  </a:lnTo>
                  <a:close/>
                  <a:moveTo>
                    <a:pt x="14586" y="22205"/>
                  </a:moveTo>
                  <a:cubicBezTo>
                    <a:pt x="14586" y="22205"/>
                    <a:pt x="14625" y="22205"/>
                    <a:pt x="14663" y="22205"/>
                  </a:cubicBezTo>
                  <a:cubicBezTo>
                    <a:pt x="14701" y="22091"/>
                    <a:pt x="14739" y="21976"/>
                    <a:pt x="14778" y="21861"/>
                  </a:cubicBezTo>
                  <a:cubicBezTo>
                    <a:pt x="14739" y="21976"/>
                    <a:pt x="14663" y="22091"/>
                    <a:pt x="14586" y="22205"/>
                  </a:cubicBezTo>
                  <a:lnTo>
                    <a:pt x="14586" y="22205"/>
                  </a:lnTo>
                  <a:close/>
                  <a:moveTo>
                    <a:pt x="16347" y="22359"/>
                  </a:moveTo>
                  <a:cubicBezTo>
                    <a:pt x="16500" y="21861"/>
                    <a:pt x="16577" y="21401"/>
                    <a:pt x="16577" y="20904"/>
                  </a:cubicBezTo>
                  <a:cubicBezTo>
                    <a:pt x="16654" y="20138"/>
                    <a:pt x="16692" y="19258"/>
                    <a:pt x="16194" y="18607"/>
                  </a:cubicBezTo>
                  <a:cubicBezTo>
                    <a:pt x="15773" y="18224"/>
                    <a:pt x="15429" y="18722"/>
                    <a:pt x="15314" y="19104"/>
                  </a:cubicBezTo>
                  <a:cubicBezTo>
                    <a:pt x="14969" y="19794"/>
                    <a:pt x="14701" y="20521"/>
                    <a:pt x="14357" y="21210"/>
                  </a:cubicBezTo>
                  <a:cubicBezTo>
                    <a:pt x="13591" y="22627"/>
                    <a:pt x="12787" y="24120"/>
                    <a:pt x="12672" y="25728"/>
                  </a:cubicBezTo>
                  <a:cubicBezTo>
                    <a:pt x="12672" y="26378"/>
                    <a:pt x="12251" y="27565"/>
                    <a:pt x="12557" y="28063"/>
                  </a:cubicBezTo>
                  <a:cubicBezTo>
                    <a:pt x="12519" y="28178"/>
                    <a:pt x="12481" y="28254"/>
                    <a:pt x="12442" y="28331"/>
                  </a:cubicBezTo>
                  <a:cubicBezTo>
                    <a:pt x="12366" y="28484"/>
                    <a:pt x="12289" y="28675"/>
                    <a:pt x="12251" y="28829"/>
                  </a:cubicBezTo>
                  <a:cubicBezTo>
                    <a:pt x="12251" y="29020"/>
                    <a:pt x="12442" y="29173"/>
                    <a:pt x="12596" y="29173"/>
                  </a:cubicBezTo>
                  <a:cubicBezTo>
                    <a:pt x="13017" y="29135"/>
                    <a:pt x="13017" y="28599"/>
                    <a:pt x="13246" y="28293"/>
                  </a:cubicBezTo>
                  <a:cubicBezTo>
                    <a:pt x="13667" y="27450"/>
                    <a:pt x="14165" y="26531"/>
                    <a:pt x="14663" y="25728"/>
                  </a:cubicBezTo>
                  <a:cubicBezTo>
                    <a:pt x="15237" y="24847"/>
                    <a:pt x="15773" y="23966"/>
                    <a:pt x="16118" y="23009"/>
                  </a:cubicBezTo>
                  <a:cubicBezTo>
                    <a:pt x="16922" y="23009"/>
                    <a:pt x="19180" y="23086"/>
                    <a:pt x="18376" y="22205"/>
                  </a:cubicBezTo>
                  <a:cubicBezTo>
                    <a:pt x="17726" y="22205"/>
                    <a:pt x="17036" y="22320"/>
                    <a:pt x="16347" y="22359"/>
                  </a:cubicBezTo>
                  <a:lnTo>
                    <a:pt x="16347" y="22359"/>
                  </a:lnTo>
                  <a:close/>
                  <a:moveTo>
                    <a:pt x="25880" y="24158"/>
                  </a:moveTo>
                  <a:cubicBezTo>
                    <a:pt x="26416" y="24120"/>
                    <a:pt x="28598" y="24426"/>
                    <a:pt x="28560" y="23660"/>
                  </a:cubicBezTo>
                  <a:cubicBezTo>
                    <a:pt x="28522" y="23507"/>
                    <a:pt x="28368" y="23354"/>
                    <a:pt x="28177" y="23392"/>
                  </a:cubicBezTo>
                  <a:cubicBezTo>
                    <a:pt x="27220" y="23545"/>
                    <a:pt x="26263" y="23545"/>
                    <a:pt x="25344" y="23354"/>
                  </a:cubicBezTo>
                  <a:cubicBezTo>
                    <a:pt x="25153" y="23392"/>
                    <a:pt x="24999" y="23545"/>
                    <a:pt x="25038" y="23737"/>
                  </a:cubicBezTo>
                  <a:cubicBezTo>
                    <a:pt x="25114" y="24120"/>
                    <a:pt x="25574" y="24120"/>
                    <a:pt x="25880" y="24158"/>
                  </a:cubicBezTo>
                  <a:lnTo>
                    <a:pt x="25880" y="24158"/>
                  </a:lnTo>
                  <a:close/>
                  <a:moveTo>
                    <a:pt x="26684" y="22397"/>
                  </a:moveTo>
                  <a:cubicBezTo>
                    <a:pt x="27182" y="22359"/>
                    <a:pt x="28751" y="22780"/>
                    <a:pt x="28828" y="22091"/>
                  </a:cubicBezTo>
                  <a:cubicBezTo>
                    <a:pt x="28828" y="21937"/>
                    <a:pt x="28675" y="21746"/>
                    <a:pt x="28483" y="21746"/>
                  </a:cubicBezTo>
                  <a:cubicBezTo>
                    <a:pt x="27564" y="21823"/>
                    <a:pt x="26646" y="21746"/>
                    <a:pt x="25727" y="21593"/>
                  </a:cubicBezTo>
                  <a:cubicBezTo>
                    <a:pt x="25421" y="21555"/>
                    <a:pt x="24846" y="21210"/>
                    <a:pt x="24731" y="21746"/>
                  </a:cubicBezTo>
                  <a:cubicBezTo>
                    <a:pt x="24770" y="22397"/>
                    <a:pt x="26148" y="22320"/>
                    <a:pt x="26684" y="22397"/>
                  </a:cubicBezTo>
                  <a:lnTo>
                    <a:pt x="26684" y="22397"/>
                  </a:lnTo>
                  <a:close/>
                  <a:moveTo>
                    <a:pt x="18338" y="42113"/>
                  </a:moveTo>
                  <a:cubicBezTo>
                    <a:pt x="18415" y="42151"/>
                    <a:pt x="18491" y="42190"/>
                    <a:pt x="18529" y="42190"/>
                  </a:cubicBezTo>
                  <a:lnTo>
                    <a:pt x="18529" y="42228"/>
                  </a:lnTo>
                  <a:cubicBezTo>
                    <a:pt x="18683" y="42381"/>
                    <a:pt x="18874" y="42381"/>
                    <a:pt x="19027" y="42266"/>
                  </a:cubicBezTo>
                  <a:cubicBezTo>
                    <a:pt x="19219" y="42113"/>
                    <a:pt x="19180" y="41807"/>
                    <a:pt x="19219" y="41577"/>
                  </a:cubicBezTo>
                  <a:cubicBezTo>
                    <a:pt x="19257" y="40696"/>
                    <a:pt x="19333" y="39816"/>
                    <a:pt x="19410" y="38897"/>
                  </a:cubicBezTo>
                  <a:cubicBezTo>
                    <a:pt x="19793" y="35720"/>
                    <a:pt x="20137" y="32542"/>
                    <a:pt x="20750" y="29403"/>
                  </a:cubicBezTo>
                  <a:cubicBezTo>
                    <a:pt x="21745" y="25268"/>
                    <a:pt x="22396" y="20980"/>
                    <a:pt x="22856" y="16731"/>
                  </a:cubicBezTo>
                  <a:cubicBezTo>
                    <a:pt x="23277" y="14013"/>
                    <a:pt x="23774" y="11256"/>
                    <a:pt x="23545" y="8500"/>
                  </a:cubicBezTo>
                  <a:cubicBezTo>
                    <a:pt x="23506" y="7734"/>
                    <a:pt x="23506" y="6968"/>
                    <a:pt x="23392" y="6241"/>
                  </a:cubicBezTo>
                  <a:cubicBezTo>
                    <a:pt x="23085" y="4786"/>
                    <a:pt x="22166" y="2566"/>
                    <a:pt x="20329" y="3025"/>
                  </a:cubicBezTo>
                  <a:cubicBezTo>
                    <a:pt x="19755" y="2374"/>
                    <a:pt x="19027" y="3140"/>
                    <a:pt x="19869" y="3523"/>
                  </a:cubicBezTo>
                  <a:cubicBezTo>
                    <a:pt x="19869" y="3523"/>
                    <a:pt x="19869" y="3561"/>
                    <a:pt x="19869" y="3561"/>
                  </a:cubicBezTo>
                  <a:cubicBezTo>
                    <a:pt x="19869" y="3600"/>
                    <a:pt x="19869" y="3638"/>
                    <a:pt x="19869" y="3676"/>
                  </a:cubicBezTo>
                  <a:cubicBezTo>
                    <a:pt x="19946" y="3982"/>
                    <a:pt x="20061" y="4289"/>
                    <a:pt x="20137" y="4595"/>
                  </a:cubicBezTo>
                  <a:cubicBezTo>
                    <a:pt x="21784" y="11486"/>
                    <a:pt x="19678" y="18607"/>
                    <a:pt x="18491" y="25421"/>
                  </a:cubicBezTo>
                  <a:cubicBezTo>
                    <a:pt x="18070" y="27757"/>
                    <a:pt x="18070" y="30130"/>
                    <a:pt x="18032" y="32504"/>
                  </a:cubicBezTo>
                  <a:cubicBezTo>
                    <a:pt x="18032" y="35681"/>
                    <a:pt x="17726" y="39012"/>
                    <a:pt x="18338" y="42113"/>
                  </a:cubicBezTo>
                  <a:lnTo>
                    <a:pt x="18338" y="42113"/>
                  </a:lnTo>
                  <a:close/>
                  <a:moveTo>
                    <a:pt x="20444" y="18836"/>
                  </a:moveTo>
                  <a:cubicBezTo>
                    <a:pt x="20291" y="19564"/>
                    <a:pt x="20176" y="20291"/>
                    <a:pt x="20061" y="21019"/>
                  </a:cubicBezTo>
                  <a:cubicBezTo>
                    <a:pt x="20099" y="20942"/>
                    <a:pt x="20137" y="20789"/>
                    <a:pt x="20214" y="20559"/>
                  </a:cubicBezTo>
                  <a:cubicBezTo>
                    <a:pt x="20291" y="19985"/>
                    <a:pt x="20367" y="19411"/>
                    <a:pt x="20444" y="18836"/>
                  </a:cubicBezTo>
                  <a:close/>
                  <a:moveTo>
                    <a:pt x="18797" y="29250"/>
                  </a:moveTo>
                  <a:lnTo>
                    <a:pt x="18912" y="28407"/>
                  </a:lnTo>
                  <a:lnTo>
                    <a:pt x="18836" y="28407"/>
                  </a:lnTo>
                  <a:lnTo>
                    <a:pt x="18797" y="29250"/>
                  </a:lnTo>
                  <a:lnTo>
                    <a:pt x="18797" y="29250"/>
                  </a:lnTo>
                  <a:close/>
                  <a:moveTo>
                    <a:pt x="3982" y="26570"/>
                  </a:moveTo>
                  <a:cubicBezTo>
                    <a:pt x="4479" y="26761"/>
                    <a:pt x="4518" y="26034"/>
                    <a:pt x="4786" y="25766"/>
                  </a:cubicBezTo>
                  <a:cubicBezTo>
                    <a:pt x="4824" y="25804"/>
                    <a:pt x="4862" y="25804"/>
                    <a:pt x="4900" y="25842"/>
                  </a:cubicBezTo>
                  <a:cubicBezTo>
                    <a:pt x="4977" y="25881"/>
                    <a:pt x="5054" y="25881"/>
                    <a:pt x="5168" y="25842"/>
                  </a:cubicBezTo>
                  <a:cubicBezTo>
                    <a:pt x="4977" y="26302"/>
                    <a:pt x="5590" y="26723"/>
                    <a:pt x="5819" y="26187"/>
                  </a:cubicBezTo>
                  <a:cubicBezTo>
                    <a:pt x="6011" y="25192"/>
                    <a:pt x="6164" y="24196"/>
                    <a:pt x="6164" y="23201"/>
                  </a:cubicBezTo>
                  <a:cubicBezTo>
                    <a:pt x="6279" y="22320"/>
                    <a:pt x="5322" y="22473"/>
                    <a:pt x="5475" y="23316"/>
                  </a:cubicBezTo>
                  <a:cubicBezTo>
                    <a:pt x="4977" y="23737"/>
                    <a:pt x="4862" y="24464"/>
                    <a:pt x="4479" y="24962"/>
                  </a:cubicBezTo>
                  <a:cubicBezTo>
                    <a:pt x="4326" y="25421"/>
                    <a:pt x="3369" y="26187"/>
                    <a:pt x="3982" y="26570"/>
                  </a:cubicBezTo>
                  <a:lnTo>
                    <a:pt x="3982" y="26570"/>
                  </a:lnTo>
                  <a:close/>
                  <a:moveTo>
                    <a:pt x="17955" y="4250"/>
                  </a:moveTo>
                  <a:cubicBezTo>
                    <a:pt x="17802" y="4289"/>
                    <a:pt x="17649" y="4403"/>
                    <a:pt x="17649" y="4557"/>
                  </a:cubicBezTo>
                  <a:cubicBezTo>
                    <a:pt x="16998" y="4978"/>
                    <a:pt x="16615" y="6968"/>
                    <a:pt x="16309" y="7734"/>
                  </a:cubicBezTo>
                  <a:cubicBezTo>
                    <a:pt x="15888" y="9074"/>
                    <a:pt x="15467" y="10376"/>
                    <a:pt x="15046" y="11677"/>
                  </a:cubicBezTo>
                  <a:cubicBezTo>
                    <a:pt x="15467" y="12749"/>
                    <a:pt x="16500" y="10644"/>
                    <a:pt x="16807" y="10299"/>
                  </a:cubicBezTo>
                  <a:cubicBezTo>
                    <a:pt x="17343" y="9457"/>
                    <a:pt x="17726" y="8538"/>
                    <a:pt x="18032" y="7543"/>
                  </a:cubicBezTo>
                  <a:cubicBezTo>
                    <a:pt x="18185" y="7007"/>
                    <a:pt x="18874" y="4250"/>
                    <a:pt x="17955" y="4250"/>
                  </a:cubicBezTo>
                  <a:lnTo>
                    <a:pt x="17955" y="4250"/>
                  </a:lnTo>
                  <a:close/>
                  <a:moveTo>
                    <a:pt x="13438" y="25421"/>
                  </a:moveTo>
                  <a:cubicBezTo>
                    <a:pt x="13476" y="25345"/>
                    <a:pt x="13514" y="25230"/>
                    <a:pt x="13553" y="25153"/>
                  </a:cubicBezTo>
                  <a:cubicBezTo>
                    <a:pt x="13514" y="25153"/>
                    <a:pt x="13476" y="25153"/>
                    <a:pt x="13476" y="25115"/>
                  </a:cubicBezTo>
                  <a:cubicBezTo>
                    <a:pt x="13438" y="25268"/>
                    <a:pt x="13438" y="25383"/>
                    <a:pt x="13399" y="25498"/>
                  </a:cubicBezTo>
                  <a:cubicBezTo>
                    <a:pt x="13399" y="25498"/>
                    <a:pt x="13399" y="25460"/>
                    <a:pt x="13438" y="25421"/>
                  </a:cubicBezTo>
                  <a:lnTo>
                    <a:pt x="13438" y="25421"/>
                  </a:lnTo>
                  <a:close/>
                  <a:moveTo>
                    <a:pt x="15735" y="19794"/>
                  </a:moveTo>
                  <a:cubicBezTo>
                    <a:pt x="15811" y="19755"/>
                    <a:pt x="15850" y="19755"/>
                    <a:pt x="15926" y="19755"/>
                  </a:cubicBezTo>
                  <a:cubicBezTo>
                    <a:pt x="15888" y="19717"/>
                    <a:pt x="15888" y="19679"/>
                    <a:pt x="15888" y="19602"/>
                  </a:cubicBezTo>
                  <a:cubicBezTo>
                    <a:pt x="15888" y="19602"/>
                    <a:pt x="15888" y="19564"/>
                    <a:pt x="15850" y="19526"/>
                  </a:cubicBezTo>
                  <a:cubicBezTo>
                    <a:pt x="15811" y="19602"/>
                    <a:pt x="15773" y="19679"/>
                    <a:pt x="15735" y="19794"/>
                  </a:cubicBezTo>
                  <a:close/>
                </a:path>
              </a:pathLst>
            </a:custGeom>
            <a:solidFill>
              <a:srgbClr val="DDAB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8"/>
            <p:cNvSpPr/>
            <p:nvPr/>
          </p:nvSpPr>
          <p:spPr>
            <a:xfrm>
              <a:off x="3118000" y="2192300"/>
              <a:ext cx="1227975" cy="1569650"/>
            </a:xfrm>
            <a:custGeom>
              <a:avLst/>
              <a:gdLst/>
              <a:ahLst/>
              <a:cxnLst/>
              <a:rect l="l" t="t" r="r" b="b"/>
              <a:pathLst>
                <a:path w="49119" h="62786" extrusionOk="0">
                  <a:moveTo>
                    <a:pt x="48506" y="58766"/>
                  </a:moveTo>
                  <a:cubicBezTo>
                    <a:pt x="48851" y="59149"/>
                    <a:pt x="49119" y="59838"/>
                    <a:pt x="48851" y="60297"/>
                  </a:cubicBezTo>
                  <a:cubicBezTo>
                    <a:pt x="47320" y="61752"/>
                    <a:pt x="45023" y="62020"/>
                    <a:pt x="43070" y="62633"/>
                  </a:cubicBezTo>
                  <a:cubicBezTo>
                    <a:pt x="42994" y="62747"/>
                    <a:pt x="42840" y="62747"/>
                    <a:pt x="42726" y="62709"/>
                  </a:cubicBezTo>
                  <a:cubicBezTo>
                    <a:pt x="41883" y="62786"/>
                    <a:pt x="42419" y="61637"/>
                    <a:pt x="42611" y="61216"/>
                  </a:cubicBezTo>
                  <a:cubicBezTo>
                    <a:pt x="43032" y="60182"/>
                    <a:pt x="44065" y="59570"/>
                    <a:pt x="45023" y="59149"/>
                  </a:cubicBezTo>
                  <a:cubicBezTo>
                    <a:pt x="45712" y="58804"/>
                    <a:pt x="46516" y="58881"/>
                    <a:pt x="47243" y="58651"/>
                  </a:cubicBezTo>
                  <a:cubicBezTo>
                    <a:pt x="47626" y="58498"/>
                    <a:pt x="48162" y="58345"/>
                    <a:pt x="48506" y="58766"/>
                  </a:cubicBezTo>
                  <a:lnTo>
                    <a:pt x="48506" y="58766"/>
                  </a:lnTo>
                  <a:close/>
                  <a:moveTo>
                    <a:pt x="3485" y="3369"/>
                  </a:moveTo>
                  <a:cubicBezTo>
                    <a:pt x="5093" y="3599"/>
                    <a:pt x="5361" y="5245"/>
                    <a:pt x="5207" y="6623"/>
                  </a:cubicBezTo>
                  <a:cubicBezTo>
                    <a:pt x="5169" y="8652"/>
                    <a:pt x="4135" y="10069"/>
                    <a:pt x="1953" y="9916"/>
                  </a:cubicBezTo>
                  <a:cubicBezTo>
                    <a:pt x="345" y="9916"/>
                    <a:pt x="192" y="8423"/>
                    <a:pt x="154" y="7198"/>
                  </a:cubicBezTo>
                  <a:cubicBezTo>
                    <a:pt x="1" y="4862"/>
                    <a:pt x="805" y="2948"/>
                    <a:pt x="3485" y="3369"/>
                  </a:cubicBezTo>
                  <a:close/>
                  <a:moveTo>
                    <a:pt x="16961" y="2106"/>
                  </a:moveTo>
                  <a:cubicBezTo>
                    <a:pt x="16999" y="4058"/>
                    <a:pt x="15889" y="7198"/>
                    <a:pt x="13438" y="6853"/>
                  </a:cubicBezTo>
                  <a:cubicBezTo>
                    <a:pt x="11409" y="6585"/>
                    <a:pt x="11524" y="4518"/>
                    <a:pt x="11792" y="2948"/>
                  </a:cubicBezTo>
                  <a:cubicBezTo>
                    <a:pt x="11869" y="2527"/>
                    <a:pt x="11945" y="2144"/>
                    <a:pt x="11984" y="1723"/>
                  </a:cubicBezTo>
                  <a:cubicBezTo>
                    <a:pt x="11984" y="1532"/>
                    <a:pt x="11984" y="1340"/>
                    <a:pt x="12137" y="1225"/>
                  </a:cubicBezTo>
                  <a:cubicBezTo>
                    <a:pt x="13094" y="0"/>
                    <a:pt x="16501" y="536"/>
                    <a:pt x="16961" y="2068"/>
                  </a:cubicBezTo>
                  <a:close/>
                </a:path>
              </a:pathLst>
            </a:custGeom>
            <a:solidFill>
              <a:srgbClr val="FBDB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8"/>
            <p:cNvSpPr/>
            <p:nvPr/>
          </p:nvSpPr>
          <p:spPr>
            <a:xfrm>
              <a:off x="3106525" y="2207600"/>
              <a:ext cx="1228925" cy="1559150"/>
            </a:xfrm>
            <a:custGeom>
              <a:avLst/>
              <a:gdLst/>
              <a:ahLst/>
              <a:cxnLst/>
              <a:rect l="l" t="t" r="r" b="b"/>
              <a:pathLst>
                <a:path w="49157" h="62366" extrusionOk="0">
                  <a:moveTo>
                    <a:pt x="575" y="8117"/>
                  </a:moveTo>
                  <a:cubicBezTo>
                    <a:pt x="422" y="8002"/>
                    <a:pt x="345" y="7811"/>
                    <a:pt x="460" y="7619"/>
                  </a:cubicBezTo>
                  <a:cubicBezTo>
                    <a:pt x="460" y="7619"/>
                    <a:pt x="460" y="7581"/>
                    <a:pt x="460" y="7581"/>
                  </a:cubicBezTo>
                  <a:cubicBezTo>
                    <a:pt x="268" y="7236"/>
                    <a:pt x="460" y="6815"/>
                    <a:pt x="498" y="6471"/>
                  </a:cubicBezTo>
                  <a:cubicBezTo>
                    <a:pt x="0" y="6241"/>
                    <a:pt x="651" y="5054"/>
                    <a:pt x="728" y="4633"/>
                  </a:cubicBezTo>
                  <a:cubicBezTo>
                    <a:pt x="958" y="4212"/>
                    <a:pt x="881" y="3485"/>
                    <a:pt x="1379" y="3332"/>
                  </a:cubicBezTo>
                  <a:cubicBezTo>
                    <a:pt x="2527" y="3370"/>
                    <a:pt x="1761" y="6547"/>
                    <a:pt x="1417" y="7160"/>
                  </a:cubicBezTo>
                  <a:cubicBezTo>
                    <a:pt x="1226" y="7504"/>
                    <a:pt x="1111" y="8347"/>
                    <a:pt x="575" y="8117"/>
                  </a:cubicBezTo>
                  <a:close/>
                  <a:moveTo>
                    <a:pt x="42419" y="61982"/>
                  </a:moveTo>
                  <a:cubicBezTo>
                    <a:pt x="42381" y="61829"/>
                    <a:pt x="42495" y="61676"/>
                    <a:pt x="42610" y="61561"/>
                  </a:cubicBezTo>
                  <a:cubicBezTo>
                    <a:pt x="42495" y="61370"/>
                    <a:pt x="42534" y="61178"/>
                    <a:pt x="42687" y="61025"/>
                  </a:cubicBezTo>
                  <a:cubicBezTo>
                    <a:pt x="42725" y="60910"/>
                    <a:pt x="42840" y="60834"/>
                    <a:pt x="42955" y="60834"/>
                  </a:cubicBezTo>
                  <a:cubicBezTo>
                    <a:pt x="43185" y="60757"/>
                    <a:pt x="43414" y="60642"/>
                    <a:pt x="43644" y="60604"/>
                  </a:cubicBezTo>
                  <a:cubicBezTo>
                    <a:pt x="45290" y="60106"/>
                    <a:pt x="47013" y="59915"/>
                    <a:pt x="48697" y="59685"/>
                  </a:cubicBezTo>
                  <a:cubicBezTo>
                    <a:pt x="48851" y="59647"/>
                    <a:pt x="49042" y="59800"/>
                    <a:pt x="49080" y="59953"/>
                  </a:cubicBezTo>
                  <a:cubicBezTo>
                    <a:pt x="49157" y="60566"/>
                    <a:pt x="47817" y="60374"/>
                    <a:pt x="47396" y="60527"/>
                  </a:cubicBezTo>
                  <a:cubicBezTo>
                    <a:pt x="47319" y="60757"/>
                    <a:pt x="47051" y="60757"/>
                    <a:pt x="46860" y="60795"/>
                  </a:cubicBezTo>
                  <a:cubicBezTo>
                    <a:pt x="45941" y="61025"/>
                    <a:pt x="45022" y="61331"/>
                    <a:pt x="44142" y="61676"/>
                  </a:cubicBezTo>
                  <a:cubicBezTo>
                    <a:pt x="43797" y="61829"/>
                    <a:pt x="43414" y="61944"/>
                    <a:pt x="43070" y="62135"/>
                  </a:cubicBezTo>
                  <a:cubicBezTo>
                    <a:pt x="42878" y="62365"/>
                    <a:pt x="42457" y="62365"/>
                    <a:pt x="42419" y="61982"/>
                  </a:cubicBezTo>
                  <a:lnTo>
                    <a:pt x="42419" y="61982"/>
                  </a:lnTo>
                  <a:close/>
                  <a:moveTo>
                    <a:pt x="15735" y="5705"/>
                  </a:moveTo>
                  <a:cubicBezTo>
                    <a:pt x="15467" y="5667"/>
                    <a:pt x="15391" y="5399"/>
                    <a:pt x="15467" y="5169"/>
                  </a:cubicBezTo>
                  <a:cubicBezTo>
                    <a:pt x="15620" y="4403"/>
                    <a:pt x="15735" y="3676"/>
                    <a:pt x="15812" y="2910"/>
                  </a:cubicBezTo>
                  <a:cubicBezTo>
                    <a:pt x="15888" y="2068"/>
                    <a:pt x="15735" y="1188"/>
                    <a:pt x="15812" y="345"/>
                  </a:cubicBezTo>
                  <a:cubicBezTo>
                    <a:pt x="15926" y="1"/>
                    <a:pt x="16501" y="39"/>
                    <a:pt x="16501" y="422"/>
                  </a:cubicBezTo>
                  <a:cubicBezTo>
                    <a:pt x="16616" y="422"/>
                    <a:pt x="16730" y="537"/>
                    <a:pt x="16769" y="652"/>
                  </a:cubicBezTo>
                  <a:cubicBezTo>
                    <a:pt x="16807" y="728"/>
                    <a:pt x="16807" y="767"/>
                    <a:pt x="16807" y="805"/>
                  </a:cubicBezTo>
                  <a:cubicBezTo>
                    <a:pt x="17688" y="460"/>
                    <a:pt x="17381" y="1953"/>
                    <a:pt x="17343" y="2413"/>
                  </a:cubicBezTo>
                  <a:cubicBezTo>
                    <a:pt x="17228" y="2872"/>
                    <a:pt x="17343" y="3791"/>
                    <a:pt x="16807" y="3944"/>
                  </a:cubicBezTo>
                  <a:cubicBezTo>
                    <a:pt x="16769" y="4059"/>
                    <a:pt x="16730" y="4174"/>
                    <a:pt x="16692" y="4289"/>
                  </a:cubicBezTo>
                  <a:cubicBezTo>
                    <a:pt x="16654" y="4442"/>
                    <a:pt x="16501" y="4557"/>
                    <a:pt x="16348" y="4557"/>
                  </a:cubicBezTo>
                  <a:cubicBezTo>
                    <a:pt x="16194" y="4901"/>
                    <a:pt x="16309" y="5705"/>
                    <a:pt x="15773" y="5705"/>
                  </a:cubicBezTo>
                  <a:lnTo>
                    <a:pt x="15773" y="5705"/>
                  </a:lnTo>
                  <a:close/>
                  <a:moveTo>
                    <a:pt x="3982" y="8921"/>
                  </a:moveTo>
                  <a:cubicBezTo>
                    <a:pt x="3637" y="8615"/>
                    <a:pt x="3905" y="8040"/>
                    <a:pt x="3867" y="7658"/>
                  </a:cubicBezTo>
                  <a:cubicBezTo>
                    <a:pt x="3944" y="6700"/>
                    <a:pt x="4059" y="5743"/>
                    <a:pt x="4135" y="4786"/>
                  </a:cubicBezTo>
                  <a:cubicBezTo>
                    <a:pt x="4173" y="4289"/>
                    <a:pt x="4173" y="3829"/>
                    <a:pt x="4173" y="3332"/>
                  </a:cubicBezTo>
                  <a:cubicBezTo>
                    <a:pt x="4173" y="3064"/>
                    <a:pt x="4480" y="2872"/>
                    <a:pt x="4709" y="3025"/>
                  </a:cubicBezTo>
                  <a:cubicBezTo>
                    <a:pt x="5552" y="2796"/>
                    <a:pt x="5513" y="4748"/>
                    <a:pt x="5552" y="5284"/>
                  </a:cubicBezTo>
                  <a:cubicBezTo>
                    <a:pt x="5552" y="6011"/>
                    <a:pt x="5360" y="6700"/>
                    <a:pt x="5169" y="7390"/>
                  </a:cubicBezTo>
                  <a:cubicBezTo>
                    <a:pt x="5092" y="7811"/>
                    <a:pt x="4862" y="8194"/>
                    <a:pt x="4709" y="8576"/>
                  </a:cubicBezTo>
                  <a:cubicBezTo>
                    <a:pt x="4709" y="8998"/>
                    <a:pt x="4288" y="9419"/>
                    <a:pt x="3982" y="8921"/>
                  </a:cubicBezTo>
                  <a:close/>
                </a:path>
              </a:pathLst>
            </a:custGeom>
            <a:solidFill>
              <a:srgbClr val="E5C2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8"/>
            <p:cNvSpPr/>
            <p:nvPr/>
          </p:nvSpPr>
          <p:spPr>
            <a:xfrm>
              <a:off x="3564025" y="1870700"/>
              <a:ext cx="1941000" cy="3450350"/>
            </a:xfrm>
            <a:custGeom>
              <a:avLst/>
              <a:gdLst/>
              <a:ahLst/>
              <a:cxnLst/>
              <a:rect l="l" t="t" r="r" b="b"/>
              <a:pathLst>
                <a:path w="77640" h="138014" extrusionOk="0">
                  <a:moveTo>
                    <a:pt x="77410" y="134798"/>
                  </a:moveTo>
                  <a:cubicBezTo>
                    <a:pt x="77563" y="135104"/>
                    <a:pt x="77640" y="135525"/>
                    <a:pt x="77410" y="135793"/>
                  </a:cubicBezTo>
                  <a:cubicBezTo>
                    <a:pt x="76950" y="136368"/>
                    <a:pt x="76070" y="136291"/>
                    <a:pt x="75419" y="136521"/>
                  </a:cubicBezTo>
                  <a:cubicBezTo>
                    <a:pt x="73199" y="137248"/>
                    <a:pt x="70863" y="137248"/>
                    <a:pt x="68566" y="137440"/>
                  </a:cubicBezTo>
                  <a:cubicBezTo>
                    <a:pt x="64470" y="137669"/>
                    <a:pt x="60412" y="137937"/>
                    <a:pt x="56354" y="138014"/>
                  </a:cubicBezTo>
                  <a:cubicBezTo>
                    <a:pt x="52985" y="137708"/>
                    <a:pt x="48084" y="137784"/>
                    <a:pt x="44984" y="136176"/>
                  </a:cubicBezTo>
                  <a:cubicBezTo>
                    <a:pt x="44907" y="136597"/>
                    <a:pt x="44409" y="136904"/>
                    <a:pt x="44026" y="136636"/>
                  </a:cubicBezTo>
                  <a:cubicBezTo>
                    <a:pt x="43835" y="136559"/>
                    <a:pt x="43758" y="136406"/>
                    <a:pt x="43682" y="136253"/>
                  </a:cubicBezTo>
                  <a:cubicBezTo>
                    <a:pt x="43299" y="135143"/>
                    <a:pt x="42993" y="133994"/>
                    <a:pt x="42725" y="132846"/>
                  </a:cubicBezTo>
                  <a:cubicBezTo>
                    <a:pt x="42572" y="132310"/>
                    <a:pt x="42457" y="131774"/>
                    <a:pt x="42342" y="131276"/>
                  </a:cubicBezTo>
                  <a:cubicBezTo>
                    <a:pt x="41921" y="129400"/>
                    <a:pt x="41538" y="127524"/>
                    <a:pt x="41232" y="125648"/>
                  </a:cubicBezTo>
                  <a:cubicBezTo>
                    <a:pt x="40925" y="123389"/>
                    <a:pt x="40389" y="121169"/>
                    <a:pt x="39892" y="118910"/>
                  </a:cubicBezTo>
                  <a:cubicBezTo>
                    <a:pt x="39279" y="116001"/>
                    <a:pt x="38820" y="113015"/>
                    <a:pt x="38246" y="110067"/>
                  </a:cubicBezTo>
                  <a:cubicBezTo>
                    <a:pt x="37442" y="106736"/>
                    <a:pt x="36676" y="103367"/>
                    <a:pt x="35834" y="100075"/>
                  </a:cubicBezTo>
                  <a:cubicBezTo>
                    <a:pt x="34953" y="96782"/>
                    <a:pt x="33728" y="93566"/>
                    <a:pt x="33230" y="90197"/>
                  </a:cubicBezTo>
                  <a:cubicBezTo>
                    <a:pt x="32694" y="88015"/>
                    <a:pt x="31967" y="85871"/>
                    <a:pt x="31278" y="83766"/>
                  </a:cubicBezTo>
                  <a:cubicBezTo>
                    <a:pt x="31048" y="82962"/>
                    <a:pt x="30436" y="81775"/>
                    <a:pt x="30206" y="80818"/>
                  </a:cubicBezTo>
                  <a:cubicBezTo>
                    <a:pt x="29593" y="79248"/>
                    <a:pt x="28866" y="77755"/>
                    <a:pt x="27909" y="76339"/>
                  </a:cubicBezTo>
                  <a:cubicBezTo>
                    <a:pt x="27679" y="76109"/>
                    <a:pt x="27564" y="75879"/>
                    <a:pt x="27564" y="75688"/>
                  </a:cubicBezTo>
                  <a:cubicBezTo>
                    <a:pt x="27258" y="75382"/>
                    <a:pt x="27335" y="74769"/>
                    <a:pt x="27756" y="74578"/>
                  </a:cubicBezTo>
                  <a:cubicBezTo>
                    <a:pt x="28292" y="74425"/>
                    <a:pt x="28828" y="74233"/>
                    <a:pt x="29325" y="74080"/>
                  </a:cubicBezTo>
                  <a:cubicBezTo>
                    <a:pt x="29900" y="73850"/>
                    <a:pt x="30512" y="73659"/>
                    <a:pt x="31010" y="73314"/>
                  </a:cubicBezTo>
                  <a:cubicBezTo>
                    <a:pt x="31010" y="73276"/>
                    <a:pt x="31010" y="73276"/>
                    <a:pt x="31048" y="73276"/>
                  </a:cubicBezTo>
                  <a:cubicBezTo>
                    <a:pt x="31010" y="73161"/>
                    <a:pt x="30972" y="73085"/>
                    <a:pt x="31010" y="72970"/>
                  </a:cubicBezTo>
                  <a:cubicBezTo>
                    <a:pt x="31201" y="71821"/>
                    <a:pt x="30244" y="70979"/>
                    <a:pt x="29364" y="70405"/>
                  </a:cubicBezTo>
                  <a:cubicBezTo>
                    <a:pt x="27947" y="69448"/>
                    <a:pt x="26224" y="69409"/>
                    <a:pt x="24578" y="69256"/>
                  </a:cubicBezTo>
                  <a:cubicBezTo>
                    <a:pt x="24119" y="69218"/>
                    <a:pt x="23583" y="69065"/>
                    <a:pt x="23353" y="68605"/>
                  </a:cubicBezTo>
                  <a:cubicBezTo>
                    <a:pt x="23200" y="68414"/>
                    <a:pt x="23047" y="68108"/>
                    <a:pt x="23009" y="67840"/>
                  </a:cubicBezTo>
                  <a:cubicBezTo>
                    <a:pt x="22205" y="66347"/>
                    <a:pt x="21248" y="64892"/>
                    <a:pt x="20329" y="63437"/>
                  </a:cubicBezTo>
                  <a:cubicBezTo>
                    <a:pt x="17764" y="59915"/>
                    <a:pt x="15428" y="56201"/>
                    <a:pt x="12634" y="52833"/>
                  </a:cubicBezTo>
                  <a:cubicBezTo>
                    <a:pt x="12595" y="52756"/>
                    <a:pt x="12557" y="52679"/>
                    <a:pt x="12557" y="52603"/>
                  </a:cubicBezTo>
                  <a:cubicBezTo>
                    <a:pt x="12136" y="52220"/>
                    <a:pt x="11753" y="51875"/>
                    <a:pt x="11447" y="51416"/>
                  </a:cubicBezTo>
                  <a:cubicBezTo>
                    <a:pt x="10452" y="50344"/>
                    <a:pt x="9571" y="49234"/>
                    <a:pt x="8499" y="48277"/>
                  </a:cubicBezTo>
                  <a:cubicBezTo>
                    <a:pt x="7733" y="48353"/>
                    <a:pt x="7274" y="47396"/>
                    <a:pt x="6776" y="46975"/>
                  </a:cubicBezTo>
                  <a:cubicBezTo>
                    <a:pt x="6125" y="46171"/>
                    <a:pt x="5245" y="45635"/>
                    <a:pt x="4977" y="44678"/>
                  </a:cubicBezTo>
                  <a:cubicBezTo>
                    <a:pt x="3216" y="42151"/>
                    <a:pt x="1263" y="39472"/>
                    <a:pt x="536" y="36409"/>
                  </a:cubicBezTo>
                  <a:cubicBezTo>
                    <a:pt x="0" y="34265"/>
                    <a:pt x="2182" y="33308"/>
                    <a:pt x="3714" y="34648"/>
                  </a:cubicBezTo>
                  <a:cubicBezTo>
                    <a:pt x="5207" y="35720"/>
                    <a:pt x="6470" y="37060"/>
                    <a:pt x="7772" y="38323"/>
                  </a:cubicBezTo>
                  <a:cubicBezTo>
                    <a:pt x="8844" y="39433"/>
                    <a:pt x="9916" y="40505"/>
                    <a:pt x="10949" y="41654"/>
                  </a:cubicBezTo>
                  <a:cubicBezTo>
                    <a:pt x="11447" y="42151"/>
                    <a:pt x="11983" y="42687"/>
                    <a:pt x="12519" y="43147"/>
                  </a:cubicBezTo>
                  <a:cubicBezTo>
                    <a:pt x="12595" y="43185"/>
                    <a:pt x="12672" y="43262"/>
                    <a:pt x="12710" y="43338"/>
                  </a:cubicBezTo>
                  <a:cubicBezTo>
                    <a:pt x="14127" y="44602"/>
                    <a:pt x="18185" y="47549"/>
                    <a:pt x="20061" y="46669"/>
                  </a:cubicBezTo>
                  <a:cubicBezTo>
                    <a:pt x="20061" y="46631"/>
                    <a:pt x="20022" y="46592"/>
                    <a:pt x="20022" y="46554"/>
                  </a:cubicBezTo>
                  <a:cubicBezTo>
                    <a:pt x="20022" y="46439"/>
                    <a:pt x="19984" y="46324"/>
                    <a:pt x="19946" y="46248"/>
                  </a:cubicBezTo>
                  <a:cubicBezTo>
                    <a:pt x="15505" y="39969"/>
                    <a:pt x="10911" y="33652"/>
                    <a:pt x="6661" y="27221"/>
                  </a:cubicBezTo>
                  <a:cubicBezTo>
                    <a:pt x="5398" y="25383"/>
                    <a:pt x="4211" y="23545"/>
                    <a:pt x="3369" y="21478"/>
                  </a:cubicBezTo>
                  <a:cubicBezTo>
                    <a:pt x="2642" y="20100"/>
                    <a:pt x="2757" y="18415"/>
                    <a:pt x="3675" y="17114"/>
                  </a:cubicBezTo>
                  <a:cubicBezTo>
                    <a:pt x="4058" y="16348"/>
                    <a:pt x="4632" y="16233"/>
                    <a:pt x="5015" y="16386"/>
                  </a:cubicBezTo>
                  <a:cubicBezTo>
                    <a:pt x="5322" y="16272"/>
                    <a:pt x="5819" y="16272"/>
                    <a:pt x="6432" y="16578"/>
                  </a:cubicBezTo>
                  <a:cubicBezTo>
                    <a:pt x="8499" y="17573"/>
                    <a:pt x="10145" y="19296"/>
                    <a:pt x="11562" y="21057"/>
                  </a:cubicBezTo>
                  <a:cubicBezTo>
                    <a:pt x="11791" y="21325"/>
                    <a:pt x="11753" y="21593"/>
                    <a:pt x="11600" y="21823"/>
                  </a:cubicBezTo>
                  <a:cubicBezTo>
                    <a:pt x="11753" y="22014"/>
                    <a:pt x="11868" y="22167"/>
                    <a:pt x="12021" y="22359"/>
                  </a:cubicBezTo>
                  <a:cubicBezTo>
                    <a:pt x="12136" y="22397"/>
                    <a:pt x="12289" y="22512"/>
                    <a:pt x="12366" y="22665"/>
                  </a:cubicBezTo>
                  <a:cubicBezTo>
                    <a:pt x="14012" y="24464"/>
                    <a:pt x="15428" y="26455"/>
                    <a:pt x="16845" y="28446"/>
                  </a:cubicBezTo>
                  <a:cubicBezTo>
                    <a:pt x="16883" y="28522"/>
                    <a:pt x="16960" y="28599"/>
                    <a:pt x="16998" y="28675"/>
                  </a:cubicBezTo>
                  <a:lnTo>
                    <a:pt x="16998" y="28675"/>
                  </a:lnTo>
                  <a:cubicBezTo>
                    <a:pt x="17879" y="29824"/>
                    <a:pt x="18797" y="30934"/>
                    <a:pt x="19793" y="32006"/>
                  </a:cubicBezTo>
                  <a:cubicBezTo>
                    <a:pt x="20137" y="32427"/>
                    <a:pt x="20520" y="32810"/>
                    <a:pt x="20865" y="33231"/>
                  </a:cubicBezTo>
                  <a:cubicBezTo>
                    <a:pt x="20980" y="33270"/>
                    <a:pt x="21094" y="33346"/>
                    <a:pt x="21209" y="33499"/>
                  </a:cubicBezTo>
                  <a:cubicBezTo>
                    <a:pt x="21248" y="33576"/>
                    <a:pt x="21286" y="33691"/>
                    <a:pt x="21362" y="33767"/>
                  </a:cubicBezTo>
                  <a:cubicBezTo>
                    <a:pt x="21937" y="34380"/>
                    <a:pt x="22511" y="34992"/>
                    <a:pt x="23047" y="35643"/>
                  </a:cubicBezTo>
                  <a:lnTo>
                    <a:pt x="23047" y="35643"/>
                  </a:lnTo>
                  <a:cubicBezTo>
                    <a:pt x="23659" y="36217"/>
                    <a:pt x="24272" y="36792"/>
                    <a:pt x="24923" y="37289"/>
                  </a:cubicBezTo>
                  <a:cubicBezTo>
                    <a:pt x="24999" y="36945"/>
                    <a:pt x="25114" y="36562"/>
                    <a:pt x="25076" y="36294"/>
                  </a:cubicBezTo>
                  <a:cubicBezTo>
                    <a:pt x="24617" y="35260"/>
                    <a:pt x="24578" y="34073"/>
                    <a:pt x="24195" y="33002"/>
                  </a:cubicBezTo>
                  <a:cubicBezTo>
                    <a:pt x="23391" y="30551"/>
                    <a:pt x="22320" y="28216"/>
                    <a:pt x="21439" y="25804"/>
                  </a:cubicBezTo>
                  <a:cubicBezTo>
                    <a:pt x="20941" y="25421"/>
                    <a:pt x="20826" y="24694"/>
                    <a:pt x="20520" y="24196"/>
                  </a:cubicBezTo>
                  <a:cubicBezTo>
                    <a:pt x="20022" y="23201"/>
                    <a:pt x="19487" y="22206"/>
                    <a:pt x="18951" y="21248"/>
                  </a:cubicBezTo>
                  <a:cubicBezTo>
                    <a:pt x="17572" y="19066"/>
                    <a:pt x="16462" y="16731"/>
                    <a:pt x="15352" y="14434"/>
                  </a:cubicBezTo>
                  <a:cubicBezTo>
                    <a:pt x="14318" y="12520"/>
                    <a:pt x="13017" y="10644"/>
                    <a:pt x="12710" y="8462"/>
                  </a:cubicBezTo>
                  <a:cubicBezTo>
                    <a:pt x="12366" y="6318"/>
                    <a:pt x="14127" y="3791"/>
                    <a:pt x="16462" y="4557"/>
                  </a:cubicBezTo>
                  <a:cubicBezTo>
                    <a:pt x="19295" y="5552"/>
                    <a:pt x="21286" y="10108"/>
                    <a:pt x="22855" y="12558"/>
                  </a:cubicBezTo>
                  <a:cubicBezTo>
                    <a:pt x="25688" y="17229"/>
                    <a:pt x="28024" y="22167"/>
                    <a:pt x="30627" y="26953"/>
                  </a:cubicBezTo>
                  <a:cubicBezTo>
                    <a:pt x="31201" y="27948"/>
                    <a:pt x="33307" y="31815"/>
                    <a:pt x="34494" y="31930"/>
                  </a:cubicBezTo>
                  <a:cubicBezTo>
                    <a:pt x="34341" y="31662"/>
                    <a:pt x="34341" y="31240"/>
                    <a:pt x="34341" y="30934"/>
                  </a:cubicBezTo>
                  <a:cubicBezTo>
                    <a:pt x="34302" y="30207"/>
                    <a:pt x="34226" y="29518"/>
                    <a:pt x="34111" y="28790"/>
                  </a:cubicBezTo>
                  <a:cubicBezTo>
                    <a:pt x="33766" y="26417"/>
                    <a:pt x="33039" y="24120"/>
                    <a:pt x="32197" y="21899"/>
                  </a:cubicBezTo>
                  <a:cubicBezTo>
                    <a:pt x="31508" y="21478"/>
                    <a:pt x="31584" y="20253"/>
                    <a:pt x="31278" y="19564"/>
                  </a:cubicBezTo>
                  <a:cubicBezTo>
                    <a:pt x="31010" y="18339"/>
                    <a:pt x="30665" y="17114"/>
                    <a:pt x="30244" y="15927"/>
                  </a:cubicBezTo>
                  <a:cubicBezTo>
                    <a:pt x="29555" y="14740"/>
                    <a:pt x="29172" y="13171"/>
                    <a:pt x="28675" y="11907"/>
                  </a:cubicBezTo>
                  <a:cubicBezTo>
                    <a:pt x="27718" y="9495"/>
                    <a:pt x="26875" y="7007"/>
                    <a:pt x="26607" y="4480"/>
                  </a:cubicBezTo>
                  <a:cubicBezTo>
                    <a:pt x="26301" y="1992"/>
                    <a:pt x="28866" y="1"/>
                    <a:pt x="31048" y="1494"/>
                  </a:cubicBezTo>
                  <a:cubicBezTo>
                    <a:pt x="33307" y="2796"/>
                    <a:pt x="35030" y="6892"/>
                    <a:pt x="36331" y="9495"/>
                  </a:cubicBezTo>
                  <a:cubicBezTo>
                    <a:pt x="36370" y="9534"/>
                    <a:pt x="36370" y="9572"/>
                    <a:pt x="36408" y="9610"/>
                  </a:cubicBezTo>
                  <a:cubicBezTo>
                    <a:pt x="37556" y="11563"/>
                    <a:pt x="38475" y="13630"/>
                    <a:pt x="39164" y="15774"/>
                  </a:cubicBezTo>
                  <a:lnTo>
                    <a:pt x="39662" y="16922"/>
                  </a:lnTo>
                  <a:cubicBezTo>
                    <a:pt x="39739" y="16999"/>
                    <a:pt x="39777" y="17076"/>
                    <a:pt x="39815" y="17190"/>
                  </a:cubicBezTo>
                  <a:cubicBezTo>
                    <a:pt x="41193" y="20330"/>
                    <a:pt x="42304" y="23660"/>
                    <a:pt x="43490" y="26876"/>
                  </a:cubicBezTo>
                  <a:cubicBezTo>
                    <a:pt x="43644" y="27029"/>
                    <a:pt x="43797" y="27297"/>
                    <a:pt x="43873" y="27642"/>
                  </a:cubicBezTo>
                  <a:cubicBezTo>
                    <a:pt x="45098" y="31011"/>
                    <a:pt x="46438" y="34341"/>
                    <a:pt x="48046" y="37519"/>
                  </a:cubicBezTo>
                  <a:cubicBezTo>
                    <a:pt x="48276" y="37978"/>
                    <a:pt x="48544" y="38438"/>
                    <a:pt x="48850" y="38859"/>
                  </a:cubicBezTo>
                  <a:cubicBezTo>
                    <a:pt x="49424" y="38706"/>
                    <a:pt x="50190" y="38668"/>
                    <a:pt x="50535" y="38323"/>
                  </a:cubicBezTo>
                  <a:cubicBezTo>
                    <a:pt x="51492" y="36983"/>
                    <a:pt x="51989" y="35490"/>
                    <a:pt x="52257" y="33882"/>
                  </a:cubicBezTo>
                  <a:cubicBezTo>
                    <a:pt x="52028" y="32848"/>
                    <a:pt x="52411" y="31776"/>
                    <a:pt x="52487" y="30743"/>
                  </a:cubicBezTo>
                  <a:cubicBezTo>
                    <a:pt x="52564" y="29479"/>
                    <a:pt x="52717" y="28216"/>
                    <a:pt x="52985" y="26991"/>
                  </a:cubicBezTo>
                  <a:cubicBezTo>
                    <a:pt x="53023" y="26876"/>
                    <a:pt x="53061" y="26800"/>
                    <a:pt x="53100" y="26685"/>
                  </a:cubicBezTo>
                  <a:cubicBezTo>
                    <a:pt x="53061" y="26646"/>
                    <a:pt x="53061" y="26608"/>
                    <a:pt x="53061" y="26570"/>
                  </a:cubicBezTo>
                  <a:cubicBezTo>
                    <a:pt x="53215" y="25000"/>
                    <a:pt x="53942" y="23507"/>
                    <a:pt x="54784" y="22167"/>
                  </a:cubicBezTo>
                  <a:cubicBezTo>
                    <a:pt x="54976" y="21784"/>
                    <a:pt x="55282" y="21325"/>
                    <a:pt x="55626" y="20866"/>
                  </a:cubicBezTo>
                  <a:cubicBezTo>
                    <a:pt x="55665" y="20827"/>
                    <a:pt x="55703" y="20789"/>
                    <a:pt x="55703" y="20751"/>
                  </a:cubicBezTo>
                  <a:cubicBezTo>
                    <a:pt x="55741" y="20712"/>
                    <a:pt x="55780" y="20674"/>
                    <a:pt x="55818" y="20636"/>
                  </a:cubicBezTo>
                  <a:cubicBezTo>
                    <a:pt x="56966" y="19258"/>
                    <a:pt x="58536" y="17879"/>
                    <a:pt x="58957" y="17688"/>
                  </a:cubicBezTo>
                  <a:cubicBezTo>
                    <a:pt x="59991" y="16922"/>
                    <a:pt x="61905" y="16731"/>
                    <a:pt x="62096" y="18377"/>
                  </a:cubicBezTo>
                  <a:cubicBezTo>
                    <a:pt x="62135" y="18990"/>
                    <a:pt x="62517" y="20100"/>
                    <a:pt x="62058" y="20598"/>
                  </a:cubicBezTo>
                  <a:cubicBezTo>
                    <a:pt x="62020" y="20827"/>
                    <a:pt x="62020" y="21057"/>
                    <a:pt x="61981" y="21287"/>
                  </a:cubicBezTo>
                  <a:cubicBezTo>
                    <a:pt x="62058" y="21402"/>
                    <a:pt x="62096" y="21555"/>
                    <a:pt x="62096" y="21746"/>
                  </a:cubicBezTo>
                  <a:cubicBezTo>
                    <a:pt x="62020" y="23431"/>
                    <a:pt x="61484" y="25039"/>
                    <a:pt x="60910" y="26608"/>
                  </a:cubicBezTo>
                  <a:cubicBezTo>
                    <a:pt x="60603" y="28140"/>
                    <a:pt x="60412" y="29671"/>
                    <a:pt x="60527" y="31240"/>
                  </a:cubicBezTo>
                  <a:cubicBezTo>
                    <a:pt x="60642" y="31394"/>
                    <a:pt x="60718" y="31585"/>
                    <a:pt x="60718" y="31891"/>
                  </a:cubicBezTo>
                  <a:cubicBezTo>
                    <a:pt x="60986" y="34150"/>
                    <a:pt x="60833" y="36409"/>
                    <a:pt x="60374" y="38591"/>
                  </a:cubicBezTo>
                  <a:cubicBezTo>
                    <a:pt x="60259" y="41960"/>
                    <a:pt x="60795" y="45329"/>
                    <a:pt x="59952" y="48621"/>
                  </a:cubicBezTo>
                  <a:cubicBezTo>
                    <a:pt x="59225" y="51263"/>
                    <a:pt x="57923" y="53751"/>
                    <a:pt x="57311" y="56393"/>
                  </a:cubicBezTo>
                  <a:cubicBezTo>
                    <a:pt x="56239" y="59992"/>
                    <a:pt x="55320" y="63667"/>
                    <a:pt x="55052" y="67419"/>
                  </a:cubicBezTo>
                  <a:cubicBezTo>
                    <a:pt x="54976" y="68873"/>
                    <a:pt x="55014" y="70328"/>
                    <a:pt x="55129" y="71783"/>
                  </a:cubicBezTo>
                  <a:cubicBezTo>
                    <a:pt x="55244" y="71860"/>
                    <a:pt x="55320" y="71974"/>
                    <a:pt x="55358" y="72128"/>
                  </a:cubicBezTo>
                  <a:cubicBezTo>
                    <a:pt x="55397" y="72319"/>
                    <a:pt x="55435" y="72472"/>
                    <a:pt x="55473" y="72664"/>
                  </a:cubicBezTo>
                  <a:cubicBezTo>
                    <a:pt x="55588" y="72740"/>
                    <a:pt x="55665" y="72893"/>
                    <a:pt x="55665" y="73046"/>
                  </a:cubicBezTo>
                  <a:cubicBezTo>
                    <a:pt x="56048" y="75382"/>
                    <a:pt x="56622" y="77679"/>
                    <a:pt x="57081" y="79976"/>
                  </a:cubicBezTo>
                  <a:cubicBezTo>
                    <a:pt x="57732" y="83345"/>
                    <a:pt x="58919" y="86561"/>
                    <a:pt x="59914" y="89815"/>
                  </a:cubicBezTo>
                  <a:cubicBezTo>
                    <a:pt x="60680" y="92265"/>
                    <a:pt x="61216" y="94753"/>
                    <a:pt x="61828" y="97242"/>
                  </a:cubicBezTo>
                  <a:cubicBezTo>
                    <a:pt x="62058" y="97280"/>
                    <a:pt x="62249" y="97433"/>
                    <a:pt x="62326" y="97701"/>
                  </a:cubicBezTo>
                  <a:cubicBezTo>
                    <a:pt x="63972" y="103865"/>
                    <a:pt x="66614" y="109684"/>
                    <a:pt x="68873" y="115656"/>
                  </a:cubicBezTo>
                  <a:cubicBezTo>
                    <a:pt x="70634" y="119867"/>
                    <a:pt x="72510" y="124040"/>
                    <a:pt x="74500" y="128137"/>
                  </a:cubicBezTo>
                  <a:cubicBezTo>
                    <a:pt x="74960" y="129170"/>
                    <a:pt x="75457" y="130204"/>
                    <a:pt x="75878" y="131276"/>
                  </a:cubicBezTo>
                  <a:cubicBezTo>
                    <a:pt x="76414" y="132463"/>
                    <a:pt x="76912" y="133650"/>
                    <a:pt x="77410" y="134836"/>
                  </a:cubicBezTo>
                  <a:close/>
                </a:path>
              </a:pathLst>
            </a:custGeom>
            <a:solidFill>
              <a:srgbClr val="D099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8"/>
            <p:cNvSpPr/>
            <p:nvPr/>
          </p:nvSpPr>
          <p:spPr>
            <a:xfrm>
              <a:off x="3556350" y="1898475"/>
              <a:ext cx="1974525" cy="3416850"/>
            </a:xfrm>
            <a:custGeom>
              <a:avLst/>
              <a:gdLst/>
              <a:ahLst/>
              <a:cxnLst/>
              <a:rect l="l" t="t" r="r" b="b"/>
              <a:pathLst>
                <a:path w="78981" h="136674" extrusionOk="0">
                  <a:moveTo>
                    <a:pt x="20636" y="44907"/>
                  </a:moveTo>
                  <a:cubicBezTo>
                    <a:pt x="20674" y="45252"/>
                    <a:pt x="20751" y="45864"/>
                    <a:pt x="20215" y="45749"/>
                  </a:cubicBezTo>
                  <a:cubicBezTo>
                    <a:pt x="19870" y="45596"/>
                    <a:pt x="19832" y="45137"/>
                    <a:pt x="19640" y="44792"/>
                  </a:cubicBezTo>
                  <a:cubicBezTo>
                    <a:pt x="19066" y="43452"/>
                    <a:pt x="18454" y="42151"/>
                    <a:pt x="17688" y="40849"/>
                  </a:cubicBezTo>
                  <a:cubicBezTo>
                    <a:pt x="15850" y="38246"/>
                    <a:pt x="13706" y="35795"/>
                    <a:pt x="12060" y="33039"/>
                  </a:cubicBezTo>
                  <a:cubicBezTo>
                    <a:pt x="11295" y="33269"/>
                    <a:pt x="9840" y="30283"/>
                    <a:pt x="9457" y="29670"/>
                  </a:cubicBezTo>
                  <a:cubicBezTo>
                    <a:pt x="8883" y="28943"/>
                    <a:pt x="8462" y="28139"/>
                    <a:pt x="7964" y="27373"/>
                  </a:cubicBezTo>
                  <a:cubicBezTo>
                    <a:pt x="6586" y="25344"/>
                    <a:pt x="5284" y="23238"/>
                    <a:pt x="4212" y="21018"/>
                  </a:cubicBezTo>
                  <a:cubicBezTo>
                    <a:pt x="3561" y="19716"/>
                    <a:pt x="3217" y="18262"/>
                    <a:pt x="3485" y="16807"/>
                  </a:cubicBezTo>
                  <a:cubicBezTo>
                    <a:pt x="3485" y="16654"/>
                    <a:pt x="3523" y="16500"/>
                    <a:pt x="3638" y="16424"/>
                  </a:cubicBezTo>
                  <a:cubicBezTo>
                    <a:pt x="3523" y="15429"/>
                    <a:pt x="4748" y="15620"/>
                    <a:pt x="4327" y="16309"/>
                  </a:cubicBezTo>
                  <a:cubicBezTo>
                    <a:pt x="4365" y="18300"/>
                    <a:pt x="5437" y="20061"/>
                    <a:pt x="6279" y="21822"/>
                  </a:cubicBezTo>
                  <a:cubicBezTo>
                    <a:pt x="6892" y="23162"/>
                    <a:pt x="7658" y="24464"/>
                    <a:pt x="8538" y="25650"/>
                  </a:cubicBezTo>
                  <a:cubicBezTo>
                    <a:pt x="9380" y="26646"/>
                    <a:pt x="10376" y="28483"/>
                    <a:pt x="11677" y="28828"/>
                  </a:cubicBezTo>
                  <a:cubicBezTo>
                    <a:pt x="12366" y="28904"/>
                    <a:pt x="12826" y="28177"/>
                    <a:pt x="13515" y="28177"/>
                  </a:cubicBezTo>
                  <a:cubicBezTo>
                    <a:pt x="14204" y="28368"/>
                    <a:pt x="13630" y="29172"/>
                    <a:pt x="13553" y="29632"/>
                  </a:cubicBezTo>
                  <a:cubicBezTo>
                    <a:pt x="13285" y="30780"/>
                    <a:pt x="13783" y="31967"/>
                    <a:pt x="14281" y="32962"/>
                  </a:cubicBezTo>
                  <a:cubicBezTo>
                    <a:pt x="15429" y="35030"/>
                    <a:pt x="17229" y="36676"/>
                    <a:pt x="18454" y="38705"/>
                  </a:cubicBezTo>
                  <a:cubicBezTo>
                    <a:pt x="19181" y="39892"/>
                    <a:pt x="19755" y="41155"/>
                    <a:pt x="20215" y="42457"/>
                  </a:cubicBezTo>
                  <a:cubicBezTo>
                    <a:pt x="20521" y="43223"/>
                    <a:pt x="20597" y="44065"/>
                    <a:pt x="20636" y="44907"/>
                  </a:cubicBezTo>
                  <a:lnTo>
                    <a:pt x="20636" y="44907"/>
                  </a:lnTo>
                  <a:close/>
                  <a:moveTo>
                    <a:pt x="52488" y="77065"/>
                  </a:moveTo>
                  <a:cubicBezTo>
                    <a:pt x="51875" y="75381"/>
                    <a:pt x="51033" y="73811"/>
                    <a:pt x="49731" y="72624"/>
                  </a:cubicBezTo>
                  <a:cubicBezTo>
                    <a:pt x="49119" y="72165"/>
                    <a:pt x="48430" y="71859"/>
                    <a:pt x="47741" y="71667"/>
                  </a:cubicBezTo>
                  <a:cubicBezTo>
                    <a:pt x="45980" y="71553"/>
                    <a:pt x="44142" y="71859"/>
                    <a:pt x="42534" y="72586"/>
                  </a:cubicBezTo>
                  <a:cubicBezTo>
                    <a:pt x="41539" y="73122"/>
                    <a:pt x="40620" y="73811"/>
                    <a:pt x="39854" y="74539"/>
                  </a:cubicBezTo>
                  <a:cubicBezTo>
                    <a:pt x="39318" y="75151"/>
                    <a:pt x="38859" y="75764"/>
                    <a:pt x="38514" y="76453"/>
                  </a:cubicBezTo>
                  <a:cubicBezTo>
                    <a:pt x="37634" y="78252"/>
                    <a:pt x="37404" y="80396"/>
                    <a:pt x="37710" y="82425"/>
                  </a:cubicBezTo>
                  <a:lnTo>
                    <a:pt x="37710" y="82425"/>
                  </a:lnTo>
                  <a:cubicBezTo>
                    <a:pt x="37710" y="82387"/>
                    <a:pt x="37672" y="82349"/>
                    <a:pt x="37672" y="82310"/>
                  </a:cubicBezTo>
                  <a:cubicBezTo>
                    <a:pt x="38017" y="84760"/>
                    <a:pt x="38553" y="87172"/>
                    <a:pt x="39165" y="89546"/>
                  </a:cubicBezTo>
                  <a:cubicBezTo>
                    <a:pt x="40888" y="94561"/>
                    <a:pt x="42343" y="99653"/>
                    <a:pt x="43836" y="104745"/>
                  </a:cubicBezTo>
                  <a:cubicBezTo>
                    <a:pt x="43874" y="104859"/>
                    <a:pt x="43874" y="104974"/>
                    <a:pt x="43912" y="105051"/>
                  </a:cubicBezTo>
                  <a:cubicBezTo>
                    <a:pt x="43951" y="105051"/>
                    <a:pt x="43989" y="105013"/>
                    <a:pt x="44027" y="105013"/>
                  </a:cubicBezTo>
                  <a:cubicBezTo>
                    <a:pt x="45980" y="104323"/>
                    <a:pt x="47856" y="103443"/>
                    <a:pt x="49693" y="102447"/>
                  </a:cubicBezTo>
                  <a:cubicBezTo>
                    <a:pt x="52335" y="101108"/>
                    <a:pt x="54938" y="99806"/>
                    <a:pt x="57694" y="98734"/>
                  </a:cubicBezTo>
                  <a:cubicBezTo>
                    <a:pt x="57886" y="98696"/>
                    <a:pt x="58154" y="98581"/>
                    <a:pt x="58460" y="98466"/>
                  </a:cubicBezTo>
                  <a:cubicBezTo>
                    <a:pt x="58269" y="97892"/>
                    <a:pt x="58116" y="97317"/>
                    <a:pt x="57962" y="96705"/>
                  </a:cubicBezTo>
                  <a:cubicBezTo>
                    <a:pt x="56087" y="90235"/>
                    <a:pt x="53866" y="83727"/>
                    <a:pt x="52488" y="77065"/>
                  </a:cubicBezTo>
                  <a:close/>
                  <a:moveTo>
                    <a:pt x="60413" y="111712"/>
                  </a:moveTo>
                  <a:cubicBezTo>
                    <a:pt x="59341" y="112248"/>
                    <a:pt x="58269" y="112784"/>
                    <a:pt x="57197" y="113282"/>
                  </a:cubicBezTo>
                  <a:cubicBezTo>
                    <a:pt x="53981" y="114775"/>
                    <a:pt x="50612" y="115923"/>
                    <a:pt x="47128" y="116536"/>
                  </a:cubicBezTo>
                  <a:cubicBezTo>
                    <a:pt x="46362" y="113626"/>
                    <a:pt x="45482" y="110755"/>
                    <a:pt x="44678" y="107884"/>
                  </a:cubicBezTo>
                  <a:cubicBezTo>
                    <a:pt x="48162" y="107846"/>
                    <a:pt x="52182" y="106620"/>
                    <a:pt x="55474" y="104630"/>
                  </a:cubicBezTo>
                  <a:cubicBezTo>
                    <a:pt x="56661" y="104055"/>
                    <a:pt x="57771" y="103405"/>
                    <a:pt x="58843" y="102601"/>
                  </a:cubicBezTo>
                  <a:cubicBezTo>
                    <a:pt x="59111" y="102447"/>
                    <a:pt x="59341" y="102256"/>
                    <a:pt x="59609" y="102103"/>
                  </a:cubicBezTo>
                  <a:cubicBezTo>
                    <a:pt x="60527" y="104936"/>
                    <a:pt x="61561" y="107731"/>
                    <a:pt x="62671" y="110487"/>
                  </a:cubicBezTo>
                  <a:cubicBezTo>
                    <a:pt x="61906" y="110870"/>
                    <a:pt x="61178" y="111406"/>
                    <a:pt x="60413" y="111712"/>
                  </a:cubicBezTo>
                  <a:lnTo>
                    <a:pt x="60413" y="111712"/>
                  </a:lnTo>
                  <a:close/>
                  <a:moveTo>
                    <a:pt x="77028" y="131505"/>
                  </a:moveTo>
                  <a:cubicBezTo>
                    <a:pt x="76798" y="131045"/>
                    <a:pt x="76568" y="130586"/>
                    <a:pt x="76339" y="130165"/>
                  </a:cubicBezTo>
                  <a:cubicBezTo>
                    <a:pt x="75611" y="128672"/>
                    <a:pt x="74884" y="127179"/>
                    <a:pt x="74195" y="125724"/>
                  </a:cubicBezTo>
                  <a:cubicBezTo>
                    <a:pt x="71247" y="118948"/>
                    <a:pt x="68337" y="112133"/>
                    <a:pt x="65619" y="105280"/>
                  </a:cubicBezTo>
                  <a:cubicBezTo>
                    <a:pt x="63475" y="98198"/>
                    <a:pt x="60949" y="91269"/>
                    <a:pt x="58958" y="84148"/>
                  </a:cubicBezTo>
                  <a:cubicBezTo>
                    <a:pt x="56431" y="76147"/>
                    <a:pt x="53904" y="67456"/>
                    <a:pt x="56584" y="59187"/>
                  </a:cubicBezTo>
                  <a:cubicBezTo>
                    <a:pt x="57465" y="56584"/>
                    <a:pt x="58345" y="53942"/>
                    <a:pt x="59149" y="51300"/>
                  </a:cubicBezTo>
                  <a:cubicBezTo>
                    <a:pt x="60221" y="48008"/>
                    <a:pt x="61523" y="44639"/>
                    <a:pt x="60834" y="41155"/>
                  </a:cubicBezTo>
                  <a:cubicBezTo>
                    <a:pt x="60413" y="39011"/>
                    <a:pt x="60719" y="36906"/>
                    <a:pt x="61178" y="34838"/>
                  </a:cubicBezTo>
                  <a:cubicBezTo>
                    <a:pt x="60949" y="30627"/>
                    <a:pt x="61178" y="26607"/>
                    <a:pt x="62174" y="22511"/>
                  </a:cubicBezTo>
                  <a:cubicBezTo>
                    <a:pt x="61523" y="21363"/>
                    <a:pt x="60604" y="24693"/>
                    <a:pt x="60336" y="25689"/>
                  </a:cubicBezTo>
                  <a:cubicBezTo>
                    <a:pt x="60068" y="26990"/>
                    <a:pt x="60145" y="28292"/>
                    <a:pt x="60068" y="29594"/>
                  </a:cubicBezTo>
                  <a:cubicBezTo>
                    <a:pt x="60030" y="30053"/>
                    <a:pt x="59953" y="30474"/>
                    <a:pt x="59877" y="30895"/>
                  </a:cubicBezTo>
                  <a:cubicBezTo>
                    <a:pt x="59302" y="30512"/>
                    <a:pt x="58613" y="30283"/>
                    <a:pt x="58001" y="30436"/>
                  </a:cubicBezTo>
                  <a:cubicBezTo>
                    <a:pt x="57541" y="30704"/>
                    <a:pt x="57962" y="31431"/>
                    <a:pt x="58384" y="31048"/>
                  </a:cubicBezTo>
                  <a:cubicBezTo>
                    <a:pt x="58843" y="31163"/>
                    <a:pt x="59341" y="31355"/>
                    <a:pt x="59762" y="31623"/>
                  </a:cubicBezTo>
                  <a:cubicBezTo>
                    <a:pt x="59685" y="31929"/>
                    <a:pt x="59647" y="32235"/>
                    <a:pt x="59570" y="32503"/>
                  </a:cubicBezTo>
                  <a:cubicBezTo>
                    <a:pt x="59188" y="32312"/>
                    <a:pt x="58766" y="32159"/>
                    <a:pt x="58345" y="32197"/>
                  </a:cubicBezTo>
                  <a:cubicBezTo>
                    <a:pt x="57848" y="32273"/>
                    <a:pt x="58039" y="32962"/>
                    <a:pt x="58498" y="32848"/>
                  </a:cubicBezTo>
                  <a:cubicBezTo>
                    <a:pt x="58843" y="32886"/>
                    <a:pt x="59149" y="33039"/>
                    <a:pt x="59455" y="33230"/>
                  </a:cubicBezTo>
                  <a:cubicBezTo>
                    <a:pt x="59226" y="34609"/>
                    <a:pt x="59034" y="36025"/>
                    <a:pt x="59188" y="37442"/>
                  </a:cubicBezTo>
                  <a:cubicBezTo>
                    <a:pt x="60221" y="44754"/>
                    <a:pt x="57388" y="48850"/>
                    <a:pt x="54747" y="53215"/>
                  </a:cubicBezTo>
                  <a:cubicBezTo>
                    <a:pt x="55283" y="49003"/>
                    <a:pt x="54555" y="45175"/>
                    <a:pt x="52028" y="41347"/>
                  </a:cubicBezTo>
                  <a:lnTo>
                    <a:pt x="52028" y="41347"/>
                  </a:lnTo>
                  <a:cubicBezTo>
                    <a:pt x="51990" y="41270"/>
                    <a:pt x="51952" y="41194"/>
                    <a:pt x="51875" y="41117"/>
                  </a:cubicBezTo>
                  <a:cubicBezTo>
                    <a:pt x="51875" y="41117"/>
                    <a:pt x="51914" y="41117"/>
                    <a:pt x="51914" y="41079"/>
                  </a:cubicBezTo>
                  <a:cubicBezTo>
                    <a:pt x="52296" y="41002"/>
                    <a:pt x="52564" y="40351"/>
                    <a:pt x="52756" y="39968"/>
                  </a:cubicBezTo>
                  <a:cubicBezTo>
                    <a:pt x="53636" y="38093"/>
                    <a:pt x="53675" y="35910"/>
                    <a:pt x="53828" y="33843"/>
                  </a:cubicBezTo>
                  <a:cubicBezTo>
                    <a:pt x="53981" y="30244"/>
                    <a:pt x="53828" y="26569"/>
                    <a:pt x="54938" y="23085"/>
                  </a:cubicBezTo>
                  <a:cubicBezTo>
                    <a:pt x="55819" y="20673"/>
                    <a:pt x="57158" y="18185"/>
                    <a:pt x="59532" y="16998"/>
                  </a:cubicBezTo>
                  <a:cubicBezTo>
                    <a:pt x="59723" y="16998"/>
                    <a:pt x="59877" y="16845"/>
                    <a:pt x="59877" y="16654"/>
                  </a:cubicBezTo>
                  <a:cubicBezTo>
                    <a:pt x="59685" y="15850"/>
                    <a:pt x="58728" y="16654"/>
                    <a:pt x="58345" y="16922"/>
                  </a:cubicBezTo>
                  <a:cubicBezTo>
                    <a:pt x="55244" y="19142"/>
                    <a:pt x="53943" y="23085"/>
                    <a:pt x="53483" y="26761"/>
                  </a:cubicBezTo>
                  <a:cubicBezTo>
                    <a:pt x="52794" y="26531"/>
                    <a:pt x="52679" y="30359"/>
                    <a:pt x="52526" y="30972"/>
                  </a:cubicBezTo>
                  <a:cubicBezTo>
                    <a:pt x="52450" y="31584"/>
                    <a:pt x="52373" y="32235"/>
                    <a:pt x="52258" y="32848"/>
                  </a:cubicBezTo>
                  <a:cubicBezTo>
                    <a:pt x="52182" y="33116"/>
                    <a:pt x="51952" y="33575"/>
                    <a:pt x="52335" y="33728"/>
                  </a:cubicBezTo>
                  <a:cubicBezTo>
                    <a:pt x="52296" y="34838"/>
                    <a:pt x="51646" y="35757"/>
                    <a:pt x="51110" y="36638"/>
                  </a:cubicBezTo>
                  <a:cubicBezTo>
                    <a:pt x="50765" y="37250"/>
                    <a:pt x="50076" y="37748"/>
                    <a:pt x="49999" y="38437"/>
                  </a:cubicBezTo>
                  <a:cubicBezTo>
                    <a:pt x="50076" y="38552"/>
                    <a:pt x="50153" y="38705"/>
                    <a:pt x="50191" y="38858"/>
                  </a:cubicBezTo>
                  <a:cubicBezTo>
                    <a:pt x="50153" y="38820"/>
                    <a:pt x="50114" y="38820"/>
                    <a:pt x="50076" y="38820"/>
                  </a:cubicBezTo>
                  <a:lnTo>
                    <a:pt x="50076" y="38820"/>
                  </a:lnTo>
                  <a:cubicBezTo>
                    <a:pt x="46784" y="37978"/>
                    <a:pt x="46171" y="42189"/>
                    <a:pt x="41462" y="41806"/>
                  </a:cubicBezTo>
                  <a:cubicBezTo>
                    <a:pt x="39318" y="41768"/>
                    <a:pt x="38285" y="43682"/>
                    <a:pt x="36868" y="44945"/>
                  </a:cubicBezTo>
                  <a:cubicBezTo>
                    <a:pt x="35452" y="45941"/>
                    <a:pt x="33384" y="45443"/>
                    <a:pt x="32044" y="46630"/>
                  </a:cubicBezTo>
                  <a:cubicBezTo>
                    <a:pt x="31279" y="47357"/>
                    <a:pt x="30858" y="48353"/>
                    <a:pt x="30283" y="49233"/>
                  </a:cubicBezTo>
                  <a:cubicBezTo>
                    <a:pt x="28599" y="52066"/>
                    <a:pt x="25000" y="50956"/>
                    <a:pt x="23890" y="53636"/>
                  </a:cubicBezTo>
                  <a:cubicBezTo>
                    <a:pt x="23316" y="55129"/>
                    <a:pt x="22167" y="56737"/>
                    <a:pt x="20406" y="56775"/>
                  </a:cubicBezTo>
                  <a:lnTo>
                    <a:pt x="20329" y="56737"/>
                  </a:lnTo>
                  <a:cubicBezTo>
                    <a:pt x="19372" y="55512"/>
                    <a:pt x="18339" y="54325"/>
                    <a:pt x="17267" y="53176"/>
                  </a:cubicBezTo>
                  <a:cubicBezTo>
                    <a:pt x="15046" y="50764"/>
                    <a:pt x="12290" y="48774"/>
                    <a:pt x="10529" y="46017"/>
                  </a:cubicBezTo>
                  <a:cubicBezTo>
                    <a:pt x="10146" y="45443"/>
                    <a:pt x="10376" y="44371"/>
                    <a:pt x="9687" y="44065"/>
                  </a:cubicBezTo>
                  <a:cubicBezTo>
                    <a:pt x="7466" y="44294"/>
                    <a:pt x="3025" y="37059"/>
                    <a:pt x="2489" y="35106"/>
                  </a:cubicBezTo>
                  <a:cubicBezTo>
                    <a:pt x="2374" y="34685"/>
                    <a:pt x="2183" y="34149"/>
                    <a:pt x="2374" y="33728"/>
                  </a:cubicBezTo>
                  <a:cubicBezTo>
                    <a:pt x="2834" y="33422"/>
                    <a:pt x="2374" y="32809"/>
                    <a:pt x="1992" y="33154"/>
                  </a:cubicBezTo>
                  <a:cubicBezTo>
                    <a:pt x="1" y="33843"/>
                    <a:pt x="1111" y="36523"/>
                    <a:pt x="1915" y="37825"/>
                  </a:cubicBezTo>
                  <a:cubicBezTo>
                    <a:pt x="2719" y="39394"/>
                    <a:pt x="3523" y="41002"/>
                    <a:pt x="4518" y="42495"/>
                  </a:cubicBezTo>
                  <a:cubicBezTo>
                    <a:pt x="6739" y="46056"/>
                    <a:pt x="10491" y="48238"/>
                    <a:pt x="12902" y="51683"/>
                  </a:cubicBezTo>
                  <a:cubicBezTo>
                    <a:pt x="17114" y="56813"/>
                    <a:pt x="20406" y="62518"/>
                    <a:pt x="23890" y="68107"/>
                  </a:cubicBezTo>
                  <a:cubicBezTo>
                    <a:pt x="23966" y="68107"/>
                    <a:pt x="24005" y="68107"/>
                    <a:pt x="24081" y="68107"/>
                  </a:cubicBezTo>
                  <a:cubicBezTo>
                    <a:pt x="24273" y="68107"/>
                    <a:pt x="24464" y="68107"/>
                    <a:pt x="24656" y="68069"/>
                  </a:cubicBezTo>
                  <a:cubicBezTo>
                    <a:pt x="25000" y="68069"/>
                    <a:pt x="25383" y="68069"/>
                    <a:pt x="25727" y="68069"/>
                  </a:cubicBezTo>
                  <a:cubicBezTo>
                    <a:pt x="26417" y="68069"/>
                    <a:pt x="27106" y="68145"/>
                    <a:pt x="27757" y="68337"/>
                  </a:cubicBezTo>
                  <a:cubicBezTo>
                    <a:pt x="27680" y="68184"/>
                    <a:pt x="27565" y="67992"/>
                    <a:pt x="27489" y="67839"/>
                  </a:cubicBezTo>
                  <a:cubicBezTo>
                    <a:pt x="28369" y="68260"/>
                    <a:pt x="29173" y="68796"/>
                    <a:pt x="29977" y="69332"/>
                  </a:cubicBezTo>
                  <a:cubicBezTo>
                    <a:pt x="30054" y="69370"/>
                    <a:pt x="30130" y="69409"/>
                    <a:pt x="30207" y="69485"/>
                  </a:cubicBezTo>
                  <a:cubicBezTo>
                    <a:pt x="30168" y="69523"/>
                    <a:pt x="30130" y="69600"/>
                    <a:pt x="30130" y="69677"/>
                  </a:cubicBezTo>
                  <a:cubicBezTo>
                    <a:pt x="30322" y="70442"/>
                    <a:pt x="31700" y="70787"/>
                    <a:pt x="31393" y="72318"/>
                  </a:cubicBezTo>
                  <a:cubicBezTo>
                    <a:pt x="31393" y="72318"/>
                    <a:pt x="31393" y="72318"/>
                    <a:pt x="31355" y="72318"/>
                  </a:cubicBezTo>
                  <a:cubicBezTo>
                    <a:pt x="31126" y="72280"/>
                    <a:pt x="30934" y="72471"/>
                    <a:pt x="30743" y="72624"/>
                  </a:cubicBezTo>
                  <a:cubicBezTo>
                    <a:pt x="30436" y="72242"/>
                    <a:pt x="29939" y="72433"/>
                    <a:pt x="29632" y="72778"/>
                  </a:cubicBezTo>
                  <a:cubicBezTo>
                    <a:pt x="29441" y="72892"/>
                    <a:pt x="29211" y="72969"/>
                    <a:pt x="29020" y="73046"/>
                  </a:cubicBezTo>
                  <a:cubicBezTo>
                    <a:pt x="28714" y="73160"/>
                    <a:pt x="28407" y="73237"/>
                    <a:pt x="28101" y="73352"/>
                  </a:cubicBezTo>
                  <a:cubicBezTo>
                    <a:pt x="27833" y="73428"/>
                    <a:pt x="27603" y="73505"/>
                    <a:pt x="27374" y="73582"/>
                  </a:cubicBezTo>
                  <a:cubicBezTo>
                    <a:pt x="29364" y="77065"/>
                    <a:pt x="30819" y="80855"/>
                    <a:pt x="32044" y="84684"/>
                  </a:cubicBezTo>
                  <a:cubicBezTo>
                    <a:pt x="33461" y="88972"/>
                    <a:pt x="34686" y="93298"/>
                    <a:pt x="35643" y="97700"/>
                  </a:cubicBezTo>
                  <a:cubicBezTo>
                    <a:pt x="37136" y="102907"/>
                    <a:pt x="38246" y="108190"/>
                    <a:pt x="39357" y="113511"/>
                  </a:cubicBezTo>
                  <a:cubicBezTo>
                    <a:pt x="39854" y="117493"/>
                    <a:pt x="40467" y="121436"/>
                    <a:pt x="41577" y="125303"/>
                  </a:cubicBezTo>
                  <a:cubicBezTo>
                    <a:pt x="42036" y="126873"/>
                    <a:pt x="42190" y="128519"/>
                    <a:pt x="42496" y="130165"/>
                  </a:cubicBezTo>
                  <a:cubicBezTo>
                    <a:pt x="42802" y="131811"/>
                    <a:pt x="43261" y="133381"/>
                    <a:pt x="44333" y="134682"/>
                  </a:cubicBezTo>
                  <a:cubicBezTo>
                    <a:pt x="44793" y="135142"/>
                    <a:pt x="45405" y="135295"/>
                    <a:pt x="46018" y="135372"/>
                  </a:cubicBezTo>
                  <a:cubicBezTo>
                    <a:pt x="47128" y="135563"/>
                    <a:pt x="48200" y="135907"/>
                    <a:pt x="49310" y="136061"/>
                  </a:cubicBezTo>
                  <a:cubicBezTo>
                    <a:pt x="49387" y="136061"/>
                    <a:pt x="49463" y="136061"/>
                    <a:pt x="49502" y="136061"/>
                  </a:cubicBezTo>
                  <a:cubicBezTo>
                    <a:pt x="51416" y="136061"/>
                    <a:pt x="50497" y="133457"/>
                    <a:pt x="50344" y="132194"/>
                  </a:cubicBezTo>
                  <a:cubicBezTo>
                    <a:pt x="50229" y="131505"/>
                    <a:pt x="50114" y="130854"/>
                    <a:pt x="49999" y="130165"/>
                  </a:cubicBezTo>
                  <a:cubicBezTo>
                    <a:pt x="49693" y="128672"/>
                    <a:pt x="49387" y="127179"/>
                    <a:pt x="49119" y="125724"/>
                  </a:cubicBezTo>
                  <a:cubicBezTo>
                    <a:pt x="48813" y="123886"/>
                    <a:pt x="48430" y="122049"/>
                    <a:pt x="48047" y="120249"/>
                  </a:cubicBezTo>
                  <a:cubicBezTo>
                    <a:pt x="48123" y="120249"/>
                    <a:pt x="48200" y="120249"/>
                    <a:pt x="48277" y="120211"/>
                  </a:cubicBezTo>
                  <a:cubicBezTo>
                    <a:pt x="48468" y="120249"/>
                    <a:pt x="48698" y="120249"/>
                    <a:pt x="48851" y="120288"/>
                  </a:cubicBezTo>
                  <a:cubicBezTo>
                    <a:pt x="52794" y="120326"/>
                    <a:pt x="56890" y="119216"/>
                    <a:pt x="60413" y="117302"/>
                  </a:cubicBezTo>
                  <a:cubicBezTo>
                    <a:pt x="61867" y="116651"/>
                    <a:pt x="63322" y="115923"/>
                    <a:pt x="64509" y="114890"/>
                  </a:cubicBezTo>
                  <a:cubicBezTo>
                    <a:pt x="65160" y="116383"/>
                    <a:pt x="65849" y="117838"/>
                    <a:pt x="66538" y="119292"/>
                  </a:cubicBezTo>
                  <a:cubicBezTo>
                    <a:pt x="68299" y="122929"/>
                    <a:pt x="70175" y="126490"/>
                    <a:pt x="71898" y="130165"/>
                  </a:cubicBezTo>
                  <a:cubicBezTo>
                    <a:pt x="72817" y="132156"/>
                    <a:pt x="73697" y="134146"/>
                    <a:pt x="74463" y="136214"/>
                  </a:cubicBezTo>
                  <a:cubicBezTo>
                    <a:pt x="74616" y="136673"/>
                    <a:pt x="75305" y="136405"/>
                    <a:pt x="75114" y="135946"/>
                  </a:cubicBezTo>
                  <a:cubicBezTo>
                    <a:pt x="78980" y="135831"/>
                    <a:pt x="78483" y="134185"/>
                    <a:pt x="77028" y="131543"/>
                  </a:cubicBezTo>
                  <a:lnTo>
                    <a:pt x="77028" y="131543"/>
                  </a:lnTo>
                  <a:close/>
                  <a:moveTo>
                    <a:pt x="35605" y="30244"/>
                  </a:moveTo>
                  <a:cubicBezTo>
                    <a:pt x="35528" y="30397"/>
                    <a:pt x="35490" y="30551"/>
                    <a:pt x="35452" y="30627"/>
                  </a:cubicBezTo>
                  <a:cubicBezTo>
                    <a:pt x="35337" y="31010"/>
                    <a:pt x="34801" y="31087"/>
                    <a:pt x="34724" y="30665"/>
                  </a:cubicBezTo>
                  <a:cubicBezTo>
                    <a:pt x="34724" y="30436"/>
                    <a:pt x="34916" y="30244"/>
                    <a:pt x="34954" y="30015"/>
                  </a:cubicBezTo>
                  <a:cubicBezTo>
                    <a:pt x="34839" y="29747"/>
                    <a:pt x="34877" y="29364"/>
                    <a:pt x="34801" y="29058"/>
                  </a:cubicBezTo>
                  <a:cubicBezTo>
                    <a:pt x="34533" y="27679"/>
                    <a:pt x="34226" y="26263"/>
                    <a:pt x="33844" y="24885"/>
                  </a:cubicBezTo>
                  <a:cubicBezTo>
                    <a:pt x="32925" y="21401"/>
                    <a:pt x="31393" y="18070"/>
                    <a:pt x="30436" y="14625"/>
                  </a:cubicBezTo>
                  <a:cubicBezTo>
                    <a:pt x="29747" y="11868"/>
                    <a:pt x="28560" y="9341"/>
                    <a:pt x="27833" y="6623"/>
                  </a:cubicBezTo>
                  <a:cubicBezTo>
                    <a:pt x="27450" y="5436"/>
                    <a:pt x="27221" y="4173"/>
                    <a:pt x="27374" y="2871"/>
                  </a:cubicBezTo>
                  <a:cubicBezTo>
                    <a:pt x="27335" y="2259"/>
                    <a:pt x="27489" y="306"/>
                    <a:pt x="28293" y="383"/>
                  </a:cubicBezTo>
                  <a:cubicBezTo>
                    <a:pt x="28637" y="0"/>
                    <a:pt x="29211" y="536"/>
                    <a:pt x="28790" y="881"/>
                  </a:cubicBezTo>
                  <a:cubicBezTo>
                    <a:pt x="28063" y="3829"/>
                    <a:pt x="29135" y="7925"/>
                    <a:pt x="30360" y="10681"/>
                  </a:cubicBezTo>
                  <a:cubicBezTo>
                    <a:pt x="31164" y="12328"/>
                    <a:pt x="31738" y="14127"/>
                    <a:pt x="32887" y="15582"/>
                  </a:cubicBezTo>
                  <a:cubicBezTo>
                    <a:pt x="33461" y="16539"/>
                    <a:pt x="35413" y="16424"/>
                    <a:pt x="34839" y="17458"/>
                  </a:cubicBezTo>
                  <a:cubicBezTo>
                    <a:pt x="33384" y="19984"/>
                    <a:pt x="34609" y="22817"/>
                    <a:pt x="35260" y="25421"/>
                  </a:cubicBezTo>
                  <a:cubicBezTo>
                    <a:pt x="35490" y="26416"/>
                    <a:pt x="35796" y="27411"/>
                    <a:pt x="35834" y="28483"/>
                  </a:cubicBezTo>
                  <a:cubicBezTo>
                    <a:pt x="35796" y="28866"/>
                    <a:pt x="35911" y="29900"/>
                    <a:pt x="35605" y="30244"/>
                  </a:cubicBezTo>
                  <a:lnTo>
                    <a:pt x="35605" y="30244"/>
                  </a:lnTo>
                  <a:close/>
                  <a:moveTo>
                    <a:pt x="14931" y="9839"/>
                  </a:moveTo>
                  <a:cubicBezTo>
                    <a:pt x="14931" y="9839"/>
                    <a:pt x="14970" y="9839"/>
                    <a:pt x="15008" y="9801"/>
                  </a:cubicBezTo>
                  <a:cubicBezTo>
                    <a:pt x="14778" y="9073"/>
                    <a:pt x="14549" y="8346"/>
                    <a:pt x="14357" y="7580"/>
                  </a:cubicBezTo>
                  <a:cubicBezTo>
                    <a:pt x="14434" y="8346"/>
                    <a:pt x="14702" y="9112"/>
                    <a:pt x="14931" y="9839"/>
                  </a:cubicBezTo>
                  <a:close/>
                  <a:moveTo>
                    <a:pt x="22933" y="20941"/>
                  </a:moveTo>
                  <a:cubicBezTo>
                    <a:pt x="23009" y="20559"/>
                    <a:pt x="22741" y="20176"/>
                    <a:pt x="22320" y="20137"/>
                  </a:cubicBezTo>
                  <a:cubicBezTo>
                    <a:pt x="21861" y="20023"/>
                    <a:pt x="21401" y="19831"/>
                    <a:pt x="21019" y="19563"/>
                  </a:cubicBezTo>
                  <a:cubicBezTo>
                    <a:pt x="19640" y="18415"/>
                    <a:pt x="18913" y="16692"/>
                    <a:pt x="18071" y="15161"/>
                  </a:cubicBezTo>
                  <a:cubicBezTo>
                    <a:pt x="17037" y="13285"/>
                    <a:pt x="16157" y="11294"/>
                    <a:pt x="15544" y="9227"/>
                  </a:cubicBezTo>
                  <a:cubicBezTo>
                    <a:pt x="15199" y="8116"/>
                    <a:pt x="14740" y="6853"/>
                    <a:pt x="14855" y="5666"/>
                  </a:cubicBezTo>
                  <a:cubicBezTo>
                    <a:pt x="14855" y="5513"/>
                    <a:pt x="14893" y="5398"/>
                    <a:pt x="14893" y="5245"/>
                  </a:cubicBezTo>
                  <a:cubicBezTo>
                    <a:pt x="14893" y="4671"/>
                    <a:pt x="14893" y="4135"/>
                    <a:pt x="15085" y="3599"/>
                  </a:cubicBezTo>
                  <a:cubicBezTo>
                    <a:pt x="15008" y="3561"/>
                    <a:pt x="14931" y="3599"/>
                    <a:pt x="14855" y="3637"/>
                  </a:cubicBezTo>
                  <a:cubicBezTo>
                    <a:pt x="14319" y="2910"/>
                    <a:pt x="13630" y="4211"/>
                    <a:pt x="13400" y="4671"/>
                  </a:cubicBezTo>
                  <a:cubicBezTo>
                    <a:pt x="12520" y="6662"/>
                    <a:pt x="13477" y="8844"/>
                    <a:pt x="14396" y="10605"/>
                  </a:cubicBezTo>
                  <a:cubicBezTo>
                    <a:pt x="14817" y="11294"/>
                    <a:pt x="15008" y="12098"/>
                    <a:pt x="15429" y="12787"/>
                  </a:cubicBezTo>
                  <a:cubicBezTo>
                    <a:pt x="16348" y="14127"/>
                    <a:pt x="17075" y="15582"/>
                    <a:pt x="17841" y="17036"/>
                  </a:cubicBezTo>
                  <a:cubicBezTo>
                    <a:pt x="19564" y="20137"/>
                    <a:pt x="20942" y="23353"/>
                    <a:pt x="22435" y="26531"/>
                  </a:cubicBezTo>
                  <a:cubicBezTo>
                    <a:pt x="22741" y="27450"/>
                    <a:pt x="23162" y="28292"/>
                    <a:pt x="23469" y="29172"/>
                  </a:cubicBezTo>
                  <a:cubicBezTo>
                    <a:pt x="23660" y="29555"/>
                    <a:pt x="23698" y="30091"/>
                    <a:pt x="24081" y="30283"/>
                  </a:cubicBezTo>
                  <a:cubicBezTo>
                    <a:pt x="24502" y="31623"/>
                    <a:pt x="24809" y="33039"/>
                    <a:pt x="25077" y="34417"/>
                  </a:cubicBezTo>
                  <a:cubicBezTo>
                    <a:pt x="25192" y="34838"/>
                    <a:pt x="25077" y="35451"/>
                    <a:pt x="25421" y="35757"/>
                  </a:cubicBezTo>
                  <a:cubicBezTo>
                    <a:pt x="25498" y="35795"/>
                    <a:pt x="25574" y="35795"/>
                    <a:pt x="25613" y="35795"/>
                  </a:cubicBezTo>
                  <a:cubicBezTo>
                    <a:pt x="25957" y="35795"/>
                    <a:pt x="25995" y="35298"/>
                    <a:pt x="25995" y="34992"/>
                  </a:cubicBezTo>
                  <a:cubicBezTo>
                    <a:pt x="26723" y="29976"/>
                    <a:pt x="22167" y="25918"/>
                    <a:pt x="22933" y="20941"/>
                  </a:cubicBezTo>
                  <a:close/>
                </a:path>
              </a:pathLst>
            </a:custGeom>
            <a:solidFill>
              <a:srgbClr val="BB8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8"/>
            <p:cNvSpPr/>
            <p:nvPr/>
          </p:nvSpPr>
          <p:spPr>
            <a:xfrm>
              <a:off x="3559225" y="1889850"/>
              <a:ext cx="1566800" cy="939900"/>
            </a:xfrm>
            <a:custGeom>
              <a:avLst/>
              <a:gdLst/>
              <a:ahLst/>
              <a:cxnLst/>
              <a:rect l="l" t="t" r="r" b="b"/>
              <a:pathLst>
                <a:path w="62672" h="37596" extrusionOk="0">
                  <a:moveTo>
                    <a:pt x="3599" y="37557"/>
                  </a:moveTo>
                  <a:cubicBezTo>
                    <a:pt x="2910" y="37519"/>
                    <a:pt x="2336" y="36944"/>
                    <a:pt x="2106" y="36332"/>
                  </a:cubicBezTo>
                  <a:cubicBezTo>
                    <a:pt x="1838" y="35949"/>
                    <a:pt x="1" y="34379"/>
                    <a:pt x="1149" y="34265"/>
                  </a:cubicBezTo>
                  <a:cubicBezTo>
                    <a:pt x="1494" y="32580"/>
                    <a:pt x="4595" y="34303"/>
                    <a:pt x="5169" y="35183"/>
                  </a:cubicBezTo>
                  <a:cubicBezTo>
                    <a:pt x="5628" y="35796"/>
                    <a:pt x="4939" y="36408"/>
                    <a:pt x="4633" y="36906"/>
                  </a:cubicBezTo>
                  <a:cubicBezTo>
                    <a:pt x="4633" y="37366"/>
                    <a:pt x="3982" y="37595"/>
                    <a:pt x="3599" y="37557"/>
                  </a:cubicBezTo>
                  <a:close/>
                  <a:moveTo>
                    <a:pt x="31317" y="843"/>
                  </a:moveTo>
                  <a:cubicBezTo>
                    <a:pt x="32159" y="1647"/>
                    <a:pt x="32427" y="3484"/>
                    <a:pt x="32197" y="4595"/>
                  </a:cubicBezTo>
                  <a:cubicBezTo>
                    <a:pt x="31968" y="5628"/>
                    <a:pt x="30743" y="6317"/>
                    <a:pt x="29862" y="5590"/>
                  </a:cubicBezTo>
                  <a:cubicBezTo>
                    <a:pt x="29249" y="5131"/>
                    <a:pt x="27488" y="2374"/>
                    <a:pt x="27642" y="1647"/>
                  </a:cubicBezTo>
                  <a:cubicBezTo>
                    <a:pt x="27756" y="1"/>
                    <a:pt x="30283" y="115"/>
                    <a:pt x="31317" y="843"/>
                  </a:cubicBezTo>
                  <a:lnTo>
                    <a:pt x="31317" y="843"/>
                  </a:lnTo>
                  <a:close/>
                  <a:moveTo>
                    <a:pt x="16118" y="3906"/>
                  </a:moveTo>
                  <a:cubicBezTo>
                    <a:pt x="16884" y="5513"/>
                    <a:pt x="19219" y="10337"/>
                    <a:pt x="16003" y="10490"/>
                  </a:cubicBezTo>
                  <a:cubicBezTo>
                    <a:pt x="14931" y="10108"/>
                    <a:pt x="14434" y="8844"/>
                    <a:pt x="13859" y="7964"/>
                  </a:cubicBezTo>
                  <a:cubicBezTo>
                    <a:pt x="13706" y="7543"/>
                    <a:pt x="12826" y="6585"/>
                    <a:pt x="13017" y="6241"/>
                  </a:cubicBezTo>
                  <a:cubicBezTo>
                    <a:pt x="12902" y="5781"/>
                    <a:pt x="13132" y="5207"/>
                    <a:pt x="13515" y="4863"/>
                  </a:cubicBezTo>
                  <a:cubicBezTo>
                    <a:pt x="14127" y="4403"/>
                    <a:pt x="15352" y="3293"/>
                    <a:pt x="16118" y="3906"/>
                  </a:cubicBezTo>
                  <a:lnTo>
                    <a:pt x="16118" y="3906"/>
                  </a:lnTo>
                  <a:close/>
                  <a:moveTo>
                    <a:pt x="8308" y="17879"/>
                  </a:moveTo>
                  <a:cubicBezTo>
                    <a:pt x="8538" y="18453"/>
                    <a:pt x="9189" y="19372"/>
                    <a:pt x="8921" y="19946"/>
                  </a:cubicBezTo>
                  <a:cubicBezTo>
                    <a:pt x="9304" y="21440"/>
                    <a:pt x="7504" y="23086"/>
                    <a:pt x="6164" y="22129"/>
                  </a:cubicBezTo>
                  <a:cubicBezTo>
                    <a:pt x="5131" y="21248"/>
                    <a:pt x="4403" y="20100"/>
                    <a:pt x="3561" y="19028"/>
                  </a:cubicBezTo>
                  <a:cubicBezTo>
                    <a:pt x="3370" y="18721"/>
                    <a:pt x="2719" y="18147"/>
                    <a:pt x="3293" y="17879"/>
                  </a:cubicBezTo>
                  <a:cubicBezTo>
                    <a:pt x="2834" y="16233"/>
                    <a:pt x="5054" y="15199"/>
                    <a:pt x="6394" y="15582"/>
                  </a:cubicBezTo>
                  <a:cubicBezTo>
                    <a:pt x="7389" y="15927"/>
                    <a:pt x="7849" y="17037"/>
                    <a:pt x="8308" y="17879"/>
                  </a:cubicBezTo>
                  <a:lnTo>
                    <a:pt x="8308" y="17879"/>
                  </a:lnTo>
                  <a:close/>
                  <a:moveTo>
                    <a:pt x="61255" y="22971"/>
                  </a:moveTo>
                  <a:cubicBezTo>
                    <a:pt x="59685" y="21516"/>
                    <a:pt x="60642" y="19066"/>
                    <a:pt x="61025" y="17267"/>
                  </a:cubicBezTo>
                  <a:cubicBezTo>
                    <a:pt x="61102" y="17037"/>
                    <a:pt x="60987" y="16692"/>
                    <a:pt x="61255" y="16539"/>
                  </a:cubicBezTo>
                  <a:cubicBezTo>
                    <a:pt x="61676" y="16386"/>
                    <a:pt x="61982" y="16922"/>
                    <a:pt x="62135" y="17228"/>
                  </a:cubicBezTo>
                  <a:cubicBezTo>
                    <a:pt x="62671" y="17994"/>
                    <a:pt x="62441" y="19028"/>
                    <a:pt x="62480" y="19908"/>
                  </a:cubicBezTo>
                  <a:cubicBezTo>
                    <a:pt x="62365" y="20368"/>
                    <a:pt x="62595" y="21133"/>
                    <a:pt x="62135" y="21401"/>
                  </a:cubicBezTo>
                  <a:cubicBezTo>
                    <a:pt x="62135" y="21976"/>
                    <a:pt x="62135" y="23277"/>
                    <a:pt x="61255" y="22971"/>
                  </a:cubicBezTo>
                  <a:lnTo>
                    <a:pt x="61255" y="22971"/>
                  </a:lnTo>
                  <a:close/>
                  <a:moveTo>
                    <a:pt x="61408" y="22129"/>
                  </a:moveTo>
                  <a:lnTo>
                    <a:pt x="61408" y="22090"/>
                  </a:lnTo>
                  <a:lnTo>
                    <a:pt x="61408" y="22090"/>
                  </a:lnTo>
                  <a:cubicBezTo>
                    <a:pt x="61408" y="22129"/>
                    <a:pt x="61408" y="22129"/>
                    <a:pt x="61408" y="22129"/>
                  </a:cubicBezTo>
                  <a:lnTo>
                    <a:pt x="61408" y="22129"/>
                  </a:lnTo>
                  <a:close/>
                  <a:moveTo>
                    <a:pt x="2106" y="34303"/>
                  </a:moveTo>
                  <a:cubicBezTo>
                    <a:pt x="2106" y="34303"/>
                    <a:pt x="2145" y="34341"/>
                    <a:pt x="2183" y="34341"/>
                  </a:cubicBezTo>
                  <a:cubicBezTo>
                    <a:pt x="2183" y="34303"/>
                    <a:pt x="2221" y="34303"/>
                    <a:pt x="2259" y="34265"/>
                  </a:cubicBezTo>
                  <a:lnTo>
                    <a:pt x="2221" y="34265"/>
                  </a:lnTo>
                  <a:cubicBezTo>
                    <a:pt x="2183" y="34265"/>
                    <a:pt x="2145" y="34265"/>
                    <a:pt x="2106" y="34265"/>
                  </a:cubicBezTo>
                  <a:cubicBezTo>
                    <a:pt x="2106" y="34265"/>
                    <a:pt x="2106" y="34265"/>
                    <a:pt x="2106" y="34303"/>
                  </a:cubicBezTo>
                  <a:close/>
                </a:path>
              </a:pathLst>
            </a:custGeom>
            <a:solidFill>
              <a:srgbClr val="E2B1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8"/>
            <p:cNvSpPr/>
            <p:nvPr/>
          </p:nvSpPr>
          <p:spPr>
            <a:xfrm>
              <a:off x="3579325" y="1902300"/>
              <a:ext cx="1543825" cy="934150"/>
            </a:xfrm>
            <a:custGeom>
              <a:avLst/>
              <a:gdLst/>
              <a:ahLst/>
              <a:cxnLst/>
              <a:rect l="l" t="t" r="r" b="b"/>
              <a:pathLst>
                <a:path w="61753" h="37366" extrusionOk="0">
                  <a:moveTo>
                    <a:pt x="2489" y="37212"/>
                  </a:moveTo>
                  <a:lnTo>
                    <a:pt x="2374" y="37136"/>
                  </a:lnTo>
                  <a:cubicBezTo>
                    <a:pt x="1915" y="37327"/>
                    <a:pt x="1723" y="36676"/>
                    <a:pt x="1494" y="36408"/>
                  </a:cubicBezTo>
                  <a:cubicBezTo>
                    <a:pt x="1226" y="35987"/>
                    <a:pt x="1" y="34647"/>
                    <a:pt x="307" y="34226"/>
                  </a:cubicBezTo>
                  <a:cubicBezTo>
                    <a:pt x="307" y="34149"/>
                    <a:pt x="307" y="34073"/>
                    <a:pt x="345" y="33996"/>
                  </a:cubicBezTo>
                  <a:lnTo>
                    <a:pt x="345" y="33958"/>
                  </a:lnTo>
                  <a:cubicBezTo>
                    <a:pt x="192" y="33690"/>
                    <a:pt x="498" y="33384"/>
                    <a:pt x="766" y="33499"/>
                  </a:cubicBezTo>
                  <a:cubicBezTo>
                    <a:pt x="1149" y="33843"/>
                    <a:pt x="1264" y="34379"/>
                    <a:pt x="1609" y="34724"/>
                  </a:cubicBezTo>
                  <a:cubicBezTo>
                    <a:pt x="2030" y="35451"/>
                    <a:pt x="2566" y="36102"/>
                    <a:pt x="2987" y="36829"/>
                  </a:cubicBezTo>
                  <a:cubicBezTo>
                    <a:pt x="3063" y="37097"/>
                    <a:pt x="2719" y="37365"/>
                    <a:pt x="2489" y="37212"/>
                  </a:cubicBezTo>
                  <a:lnTo>
                    <a:pt x="2489" y="37212"/>
                  </a:lnTo>
                  <a:close/>
                  <a:moveTo>
                    <a:pt x="60451" y="22396"/>
                  </a:moveTo>
                  <a:lnTo>
                    <a:pt x="60451" y="22358"/>
                  </a:lnTo>
                  <a:cubicBezTo>
                    <a:pt x="59915" y="22167"/>
                    <a:pt x="60336" y="21554"/>
                    <a:pt x="60374" y="21210"/>
                  </a:cubicBezTo>
                  <a:cubicBezTo>
                    <a:pt x="60680" y="19870"/>
                    <a:pt x="60948" y="18530"/>
                    <a:pt x="60948" y="17151"/>
                  </a:cubicBezTo>
                  <a:cubicBezTo>
                    <a:pt x="60757" y="16654"/>
                    <a:pt x="61369" y="16271"/>
                    <a:pt x="61599" y="16807"/>
                  </a:cubicBezTo>
                  <a:cubicBezTo>
                    <a:pt x="61752" y="18453"/>
                    <a:pt x="61484" y="20061"/>
                    <a:pt x="61216" y="21669"/>
                  </a:cubicBezTo>
                  <a:cubicBezTo>
                    <a:pt x="61178" y="21899"/>
                    <a:pt x="61140" y="22128"/>
                    <a:pt x="61102" y="22358"/>
                  </a:cubicBezTo>
                  <a:cubicBezTo>
                    <a:pt x="61025" y="22664"/>
                    <a:pt x="60566" y="22703"/>
                    <a:pt x="60451" y="22396"/>
                  </a:cubicBezTo>
                  <a:lnTo>
                    <a:pt x="60451" y="22396"/>
                  </a:lnTo>
                  <a:close/>
                  <a:moveTo>
                    <a:pt x="28407" y="5054"/>
                  </a:moveTo>
                  <a:cubicBezTo>
                    <a:pt x="27948" y="5360"/>
                    <a:pt x="26378" y="1034"/>
                    <a:pt x="26684" y="766"/>
                  </a:cubicBezTo>
                  <a:cubicBezTo>
                    <a:pt x="26493" y="383"/>
                    <a:pt x="26991" y="0"/>
                    <a:pt x="27297" y="383"/>
                  </a:cubicBezTo>
                  <a:cubicBezTo>
                    <a:pt x="27450" y="1111"/>
                    <a:pt x="27641" y="1800"/>
                    <a:pt x="27871" y="2450"/>
                  </a:cubicBezTo>
                  <a:cubicBezTo>
                    <a:pt x="28139" y="3140"/>
                    <a:pt x="28445" y="3829"/>
                    <a:pt x="28752" y="4403"/>
                  </a:cubicBezTo>
                  <a:cubicBezTo>
                    <a:pt x="28981" y="4709"/>
                    <a:pt x="28790" y="5207"/>
                    <a:pt x="28407" y="5054"/>
                  </a:cubicBezTo>
                  <a:lnTo>
                    <a:pt x="28407" y="5054"/>
                  </a:lnTo>
                  <a:close/>
                  <a:moveTo>
                    <a:pt x="13821" y="8767"/>
                  </a:moveTo>
                  <a:cubicBezTo>
                    <a:pt x="13323" y="8767"/>
                    <a:pt x="12519" y="6853"/>
                    <a:pt x="12290" y="6355"/>
                  </a:cubicBezTo>
                  <a:cubicBezTo>
                    <a:pt x="12175" y="6011"/>
                    <a:pt x="12213" y="5666"/>
                    <a:pt x="12251" y="5322"/>
                  </a:cubicBezTo>
                  <a:cubicBezTo>
                    <a:pt x="12175" y="5015"/>
                    <a:pt x="12098" y="4441"/>
                    <a:pt x="12558" y="4403"/>
                  </a:cubicBezTo>
                  <a:cubicBezTo>
                    <a:pt x="12596" y="4365"/>
                    <a:pt x="12673" y="4326"/>
                    <a:pt x="12711" y="4326"/>
                  </a:cubicBezTo>
                  <a:cubicBezTo>
                    <a:pt x="12787" y="4288"/>
                    <a:pt x="12864" y="4326"/>
                    <a:pt x="12941" y="4326"/>
                  </a:cubicBezTo>
                  <a:cubicBezTo>
                    <a:pt x="12979" y="4326"/>
                    <a:pt x="12979" y="4326"/>
                    <a:pt x="12979" y="4326"/>
                  </a:cubicBezTo>
                  <a:cubicBezTo>
                    <a:pt x="13017" y="4288"/>
                    <a:pt x="13055" y="4288"/>
                    <a:pt x="13132" y="4288"/>
                  </a:cubicBezTo>
                  <a:cubicBezTo>
                    <a:pt x="13132" y="4288"/>
                    <a:pt x="13132" y="4326"/>
                    <a:pt x="13132" y="4365"/>
                  </a:cubicBezTo>
                  <a:cubicBezTo>
                    <a:pt x="13515" y="5475"/>
                    <a:pt x="13936" y="6585"/>
                    <a:pt x="14472" y="7657"/>
                  </a:cubicBezTo>
                  <a:lnTo>
                    <a:pt x="14855" y="8538"/>
                  </a:lnTo>
                  <a:cubicBezTo>
                    <a:pt x="14970" y="8767"/>
                    <a:pt x="15084" y="9035"/>
                    <a:pt x="15199" y="9265"/>
                  </a:cubicBezTo>
                  <a:cubicBezTo>
                    <a:pt x="15352" y="9648"/>
                    <a:pt x="15812" y="10414"/>
                    <a:pt x="15123" y="10528"/>
                  </a:cubicBezTo>
                  <a:cubicBezTo>
                    <a:pt x="14510" y="10299"/>
                    <a:pt x="14204" y="9342"/>
                    <a:pt x="13821" y="8806"/>
                  </a:cubicBezTo>
                  <a:lnTo>
                    <a:pt x="13821" y="8806"/>
                  </a:lnTo>
                  <a:close/>
                  <a:moveTo>
                    <a:pt x="5552" y="22013"/>
                  </a:moveTo>
                  <a:cubicBezTo>
                    <a:pt x="5131" y="21707"/>
                    <a:pt x="4939" y="21171"/>
                    <a:pt x="4633" y="20750"/>
                  </a:cubicBezTo>
                  <a:cubicBezTo>
                    <a:pt x="4250" y="20980"/>
                    <a:pt x="2336" y="17841"/>
                    <a:pt x="2374" y="17419"/>
                  </a:cubicBezTo>
                  <a:cubicBezTo>
                    <a:pt x="2374" y="16998"/>
                    <a:pt x="2374" y="16577"/>
                    <a:pt x="2527" y="16194"/>
                  </a:cubicBezTo>
                  <a:cubicBezTo>
                    <a:pt x="2795" y="15697"/>
                    <a:pt x="3293" y="16003"/>
                    <a:pt x="3446" y="16424"/>
                  </a:cubicBezTo>
                  <a:cubicBezTo>
                    <a:pt x="3944" y="17496"/>
                    <a:pt x="4442" y="18568"/>
                    <a:pt x="5016" y="19602"/>
                  </a:cubicBezTo>
                  <a:cubicBezTo>
                    <a:pt x="5207" y="20099"/>
                    <a:pt x="6088" y="21171"/>
                    <a:pt x="6011" y="21554"/>
                  </a:cubicBezTo>
                  <a:cubicBezTo>
                    <a:pt x="6126" y="21822"/>
                    <a:pt x="5820" y="22128"/>
                    <a:pt x="5552" y="22013"/>
                  </a:cubicBezTo>
                  <a:close/>
                </a:path>
              </a:pathLst>
            </a:custGeom>
            <a:solidFill>
              <a:srgbClr val="D29E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8"/>
            <p:cNvSpPr/>
            <p:nvPr/>
          </p:nvSpPr>
          <p:spPr>
            <a:xfrm>
              <a:off x="4417750" y="4094050"/>
              <a:ext cx="724525" cy="467075"/>
            </a:xfrm>
            <a:custGeom>
              <a:avLst/>
              <a:gdLst/>
              <a:ahLst/>
              <a:cxnLst/>
              <a:rect l="l" t="t" r="r" b="b"/>
              <a:pathLst>
                <a:path w="28981" h="18683" extrusionOk="0">
                  <a:moveTo>
                    <a:pt x="27986" y="3178"/>
                  </a:moveTo>
                  <a:cubicBezTo>
                    <a:pt x="28445" y="4135"/>
                    <a:pt x="28981" y="8001"/>
                    <a:pt x="28292" y="8882"/>
                  </a:cubicBezTo>
                  <a:cubicBezTo>
                    <a:pt x="27756" y="9648"/>
                    <a:pt x="26952" y="10184"/>
                    <a:pt x="26225" y="10758"/>
                  </a:cubicBezTo>
                  <a:cubicBezTo>
                    <a:pt x="24234" y="12289"/>
                    <a:pt x="22090" y="13514"/>
                    <a:pt x="19755" y="14395"/>
                  </a:cubicBezTo>
                  <a:cubicBezTo>
                    <a:pt x="19755" y="15275"/>
                    <a:pt x="17955" y="15467"/>
                    <a:pt x="17266" y="15926"/>
                  </a:cubicBezTo>
                  <a:cubicBezTo>
                    <a:pt x="14203" y="17151"/>
                    <a:pt x="10988" y="17955"/>
                    <a:pt x="7734" y="18338"/>
                  </a:cubicBezTo>
                  <a:cubicBezTo>
                    <a:pt x="7504" y="18644"/>
                    <a:pt x="7121" y="18683"/>
                    <a:pt x="6738" y="18683"/>
                  </a:cubicBezTo>
                  <a:cubicBezTo>
                    <a:pt x="6585" y="18683"/>
                    <a:pt x="6432" y="18683"/>
                    <a:pt x="6240" y="18683"/>
                  </a:cubicBezTo>
                  <a:cubicBezTo>
                    <a:pt x="5972" y="18644"/>
                    <a:pt x="5704" y="18644"/>
                    <a:pt x="5475" y="18683"/>
                  </a:cubicBezTo>
                  <a:cubicBezTo>
                    <a:pt x="4862" y="18683"/>
                    <a:pt x="4250" y="18683"/>
                    <a:pt x="3637" y="18568"/>
                  </a:cubicBezTo>
                  <a:cubicBezTo>
                    <a:pt x="3101" y="18491"/>
                    <a:pt x="2603" y="18261"/>
                    <a:pt x="2068" y="18147"/>
                  </a:cubicBezTo>
                  <a:cubicBezTo>
                    <a:pt x="1608" y="17840"/>
                    <a:pt x="1149" y="17343"/>
                    <a:pt x="881" y="16845"/>
                  </a:cubicBezTo>
                  <a:cubicBezTo>
                    <a:pt x="842" y="16500"/>
                    <a:pt x="804" y="16194"/>
                    <a:pt x="766" y="15888"/>
                  </a:cubicBezTo>
                  <a:cubicBezTo>
                    <a:pt x="689" y="15390"/>
                    <a:pt x="613" y="14892"/>
                    <a:pt x="536" y="14433"/>
                  </a:cubicBezTo>
                  <a:cubicBezTo>
                    <a:pt x="498" y="14242"/>
                    <a:pt x="460" y="14050"/>
                    <a:pt x="421" y="13859"/>
                  </a:cubicBezTo>
                  <a:cubicBezTo>
                    <a:pt x="421" y="13476"/>
                    <a:pt x="498" y="13093"/>
                    <a:pt x="613" y="12863"/>
                  </a:cubicBezTo>
                  <a:cubicBezTo>
                    <a:pt x="536" y="12442"/>
                    <a:pt x="498" y="11983"/>
                    <a:pt x="460" y="11524"/>
                  </a:cubicBezTo>
                  <a:cubicBezTo>
                    <a:pt x="0" y="10413"/>
                    <a:pt x="1608" y="9954"/>
                    <a:pt x="1723" y="11179"/>
                  </a:cubicBezTo>
                  <a:cubicBezTo>
                    <a:pt x="1838" y="11485"/>
                    <a:pt x="1838" y="11791"/>
                    <a:pt x="1876" y="12059"/>
                  </a:cubicBezTo>
                  <a:cubicBezTo>
                    <a:pt x="1914" y="12059"/>
                    <a:pt x="1953" y="12059"/>
                    <a:pt x="2029" y="12098"/>
                  </a:cubicBezTo>
                  <a:lnTo>
                    <a:pt x="2029" y="12098"/>
                  </a:lnTo>
                  <a:lnTo>
                    <a:pt x="2374" y="12098"/>
                  </a:lnTo>
                  <a:cubicBezTo>
                    <a:pt x="2642" y="12059"/>
                    <a:pt x="2948" y="12021"/>
                    <a:pt x="3293" y="11983"/>
                  </a:cubicBezTo>
                  <a:cubicBezTo>
                    <a:pt x="3293" y="11983"/>
                    <a:pt x="3293" y="11983"/>
                    <a:pt x="3293" y="11983"/>
                  </a:cubicBezTo>
                  <a:cubicBezTo>
                    <a:pt x="3407" y="11906"/>
                    <a:pt x="3522" y="11868"/>
                    <a:pt x="3637" y="11830"/>
                  </a:cubicBezTo>
                  <a:cubicBezTo>
                    <a:pt x="3752" y="11791"/>
                    <a:pt x="3905" y="11753"/>
                    <a:pt x="4058" y="11715"/>
                  </a:cubicBezTo>
                  <a:lnTo>
                    <a:pt x="4977" y="11485"/>
                  </a:lnTo>
                  <a:cubicBezTo>
                    <a:pt x="5283" y="11409"/>
                    <a:pt x="5628" y="11332"/>
                    <a:pt x="5934" y="11256"/>
                  </a:cubicBezTo>
                  <a:cubicBezTo>
                    <a:pt x="6011" y="11217"/>
                    <a:pt x="6049" y="11179"/>
                    <a:pt x="6126" y="11102"/>
                  </a:cubicBezTo>
                  <a:cubicBezTo>
                    <a:pt x="6279" y="11026"/>
                    <a:pt x="6470" y="10949"/>
                    <a:pt x="6662" y="10873"/>
                  </a:cubicBezTo>
                  <a:cubicBezTo>
                    <a:pt x="6968" y="10758"/>
                    <a:pt x="7236" y="10643"/>
                    <a:pt x="7542" y="10566"/>
                  </a:cubicBezTo>
                  <a:cubicBezTo>
                    <a:pt x="8078" y="10337"/>
                    <a:pt x="8652" y="10145"/>
                    <a:pt x="9227" y="9992"/>
                  </a:cubicBezTo>
                  <a:cubicBezTo>
                    <a:pt x="9801" y="9801"/>
                    <a:pt x="10413" y="9609"/>
                    <a:pt x="10988" y="9456"/>
                  </a:cubicBezTo>
                  <a:cubicBezTo>
                    <a:pt x="11562" y="9303"/>
                    <a:pt x="12136" y="9150"/>
                    <a:pt x="12710" y="8997"/>
                  </a:cubicBezTo>
                  <a:cubicBezTo>
                    <a:pt x="13055" y="8882"/>
                    <a:pt x="13361" y="8805"/>
                    <a:pt x="13706" y="8691"/>
                  </a:cubicBezTo>
                  <a:cubicBezTo>
                    <a:pt x="14816" y="8269"/>
                    <a:pt x="15888" y="7733"/>
                    <a:pt x="16998" y="7236"/>
                  </a:cubicBezTo>
                  <a:cubicBezTo>
                    <a:pt x="18032" y="6776"/>
                    <a:pt x="19066" y="6355"/>
                    <a:pt x="20099" y="5858"/>
                  </a:cubicBezTo>
                  <a:cubicBezTo>
                    <a:pt x="20367" y="5743"/>
                    <a:pt x="20635" y="5628"/>
                    <a:pt x="20903" y="5513"/>
                  </a:cubicBezTo>
                  <a:cubicBezTo>
                    <a:pt x="21324" y="5283"/>
                    <a:pt x="21784" y="5015"/>
                    <a:pt x="22205" y="4786"/>
                  </a:cubicBezTo>
                  <a:cubicBezTo>
                    <a:pt x="22243" y="4786"/>
                    <a:pt x="22281" y="4747"/>
                    <a:pt x="22320" y="4709"/>
                  </a:cubicBezTo>
                  <a:cubicBezTo>
                    <a:pt x="22320" y="4556"/>
                    <a:pt x="22396" y="4441"/>
                    <a:pt x="22511" y="4326"/>
                  </a:cubicBezTo>
                  <a:cubicBezTo>
                    <a:pt x="22741" y="4096"/>
                    <a:pt x="22970" y="3943"/>
                    <a:pt x="23238" y="3752"/>
                  </a:cubicBezTo>
                  <a:cubicBezTo>
                    <a:pt x="23468" y="3560"/>
                    <a:pt x="23736" y="3407"/>
                    <a:pt x="23966" y="3216"/>
                  </a:cubicBezTo>
                  <a:cubicBezTo>
                    <a:pt x="24196" y="3063"/>
                    <a:pt x="24387" y="2910"/>
                    <a:pt x="24617" y="2757"/>
                  </a:cubicBezTo>
                  <a:cubicBezTo>
                    <a:pt x="24655" y="2718"/>
                    <a:pt x="24693" y="2718"/>
                    <a:pt x="24693" y="2680"/>
                  </a:cubicBezTo>
                  <a:cubicBezTo>
                    <a:pt x="24923" y="2489"/>
                    <a:pt x="25153" y="2259"/>
                    <a:pt x="25344" y="2029"/>
                  </a:cubicBezTo>
                  <a:cubicBezTo>
                    <a:pt x="25421" y="1953"/>
                    <a:pt x="25497" y="1876"/>
                    <a:pt x="25574" y="1799"/>
                  </a:cubicBezTo>
                  <a:cubicBezTo>
                    <a:pt x="25612" y="1723"/>
                    <a:pt x="25650" y="1685"/>
                    <a:pt x="25650" y="1608"/>
                  </a:cubicBezTo>
                  <a:lnTo>
                    <a:pt x="25727" y="1455"/>
                  </a:lnTo>
                  <a:cubicBezTo>
                    <a:pt x="25727" y="1455"/>
                    <a:pt x="25727" y="1417"/>
                    <a:pt x="25727" y="1417"/>
                  </a:cubicBezTo>
                  <a:cubicBezTo>
                    <a:pt x="25727" y="1378"/>
                    <a:pt x="25765" y="1378"/>
                    <a:pt x="25765" y="1340"/>
                  </a:cubicBezTo>
                  <a:lnTo>
                    <a:pt x="25765" y="1263"/>
                  </a:lnTo>
                  <a:cubicBezTo>
                    <a:pt x="25765" y="1225"/>
                    <a:pt x="25727" y="1187"/>
                    <a:pt x="25727" y="1110"/>
                  </a:cubicBezTo>
                  <a:cubicBezTo>
                    <a:pt x="25689" y="957"/>
                    <a:pt x="25650" y="766"/>
                    <a:pt x="25650" y="613"/>
                  </a:cubicBezTo>
                  <a:cubicBezTo>
                    <a:pt x="25689" y="230"/>
                    <a:pt x="26033" y="0"/>
                    <a:pt x="26416" y="38"/>
                  </a:cubicBezTo>
                  <a:cubicBezTo>
                    <a:pt x="26684" y="77"/>
                    <a:pt x="26837" y="268"/>
                    <a:pt x="26990" y="460"/>
                  </a:cubicBezTo>
                  <a:cubicBezTo>
                    <a:pt x="27411" y="995"/>
                    <a:pt x="27679" y="1608"/>
                    <a:pt x="27909" y="2259"/>
                  </a:cubicBezTo>
                  <a:cubicBezTo>
                    <a:pt x="27986" y="2527"/>
                    <a:pt x="27871" y="2757"/>
                    <a:pt x="27679" y="2948"/>
                  </a:cubicBezTo>
                  <a:cubicBezTo>
                    <a:pt x="27794" y="2986"/>
                    <a:pt x="27909" y="3063"/>
                    <a:pt x="27986" y="3139"/>
                  </a:cubicBezTo>
                  <a:close/>
                </a:path>
              </a:pathLst>
            </a:custGeom>
            <a:solidFill>
              <a:srgbClr val="FFC3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8"/>
            <p:cNvSpPr/>
            <p:nvPr/>
          </p:nvSpPr>
          <p:spPr>
            <a:xfrm>
              <a:off x="4493350" y="4437625"/>
              <a:ext cx="766650" cy="415425"/>
            </a:xfrm>
            <a:custGeom>
              <a:avLst/>
              <a:gdLst/>
              <a:ahLst/>
              <a:cxnLst/>
              <a:rect l="l" t="t" r="r" b="b"/>
              <a:pathLst>
                <a:path w="30666" h="16617" extrusionOk="0">
                  <a:moveTo>
                    <a:pt x="29671" y="3485"/>
                  </a:moveTo>
                  <a:cubicBezTo>
                    <a:pt x="30666" y="6165"/>
                    <a:pt x="30666" y="7658"/>
                    <a:pt x="28139" y="9342"/>
                  </a:cubicBezTo>
                  <a:cubicBezTo>
                    <a:pt x="25804" y="10988"/>
                    <a:pt x="23315" y="12443"/>
                    <a:pt x="20636" y="13477"/>
                  </a:cubicBezTo>
                  <a:cubicBezTo>
                    <a:pt x="18071" y="14396"/>
                    <a:pt x="15620" y="15621"/>
                    <a:pt x="12902" y="16080"/>
                  </a:cubicBezTo>
                  <a:cubicBezTo>
                    <a:pt x="11256" y="16310"/>
                    <a:pt x="9572" y="16310"/>
                    <a:pt x="7925" y="16425"/>
                  </a:cubicBezTo>
                  <a:cubicBezTo>
                    <a:pt x="6815" y="16501"/>
                    <a:pt x="5743" y="16616"/>
                    <a:pt x="4633" y="16616"/>
                  </a:cubicBezTo>
                  <a:cubicBezTo>
                    <a:pt x="3599" y="16616"/>
                    <a:pt x="2566" y="16348"/>
                    <a:pt x="1609" y="16004"/>
                  </a:cubicBezTo>
                  <a:cubicBezTo>
                    <a:pt x="383" y="15391"/>
                    <a:pt x="460" y="13745"/>
                    <a:pt x="230" y="12558"/>
                  </a:cubicBezTo>
                  <a:cubicBezTo>
                    <a:pt x="230" y="12367"/>
                    <a:pt x="345" y="12175"/>
                    <a:pt x="460" y="12060"/>
                  </a:cubicBezTo>
                  <a:cubicBezTo>
                    <a:pt x="383" y="11256"/>
                    <a:pt x="269" y="10414"/>
                    <a:pt x="154" y="9572"/>
                  </a:cubicBezTo>
                  <a:cubicBezTo>
                    <a:pt x="1" y="9074"/>
                    <a:pt x="422" y="8538"/>
                    <a:pt x="958" y="8691"/>
                  </a:cubicBezTo>
                  <a:cubicBezTo>
                    <a:pt x="1494" y="8921"/>
                    <a:pt x="1647" y="9534"/>
                    <a:pt x="1762" y="10108"/>
                  </a:cubicBezTo>
                  <a:cubicBezTo>
                    <a:pt x="1991" y="10146"/>
                    <a:pt x="2221" y="10146"/>
                    <a:pt x="2451" y="10184"/>
                  </a:cubicBezTo>
                  <a:cubicBezTo>
                    <a:pt x="3178" y="9878"/>
                    <a:pt x="4327" y="9725"/>
                    <a:pt x="4786" y="9610"/>
                  </a:cubicBezTo>
                  <a:cubicBezTo>
                    <a:pt x="5207" y="9534"/>
                    <a:pt x="5628" y="9457"/>
                    <a:pt x="6049" y="9419"/>
                  </a:cubicBezTo>
                  <a:cubicBezTo>
                    <a:pt x="8002" y="8883"/>
                    <a:pt x="10031" y="8615"/>
                    <a:pt x="12022" y="8041"/>
                  </a:cubicBezTo>
                  <a:cubicBezTo>
                    <a:pt x="13936" y="7428"/>
                    <a:pt x="15850" y="6739"/>
                    <a:pt x="17764" y="6165"/>
                  </a:cubicBezTo>
                  <a:cubicBezTo>
                    <a:pt x="18798" y="5246"/>
                    <a:pt x="20253" y="4978"/>
                    <a:pt x="21478" y="4404"/>
                  </a:cubicBezTo>
                  <a:cubicBezTo>
                    <a:pt x="23430" y="3638"/>
                    <a:pt x="25421" y="2872"/>
                    <a:pt x="27029" y="1494"/>
                  </a:cubicBezTo>
                  <a:cubicBezTo>
                    <a:pt x="27029" y="1149"/>
                    <a:pt x="26723" y="843"/>
                    <a:pt x="26914" y="460"/>
                  </a:cubicBezTo>
                  <a:cubicBezTo>
                    <a:pt x="27029" y="192"/>
                    <a:pt x="27374" y="1"/>
                    <a:pt x="27680" y="78"/>
                  </a:cubicBezTo>
                  <a:cubicBezTo>
                    <a:pt x="28713" y="575"/>
                    <a:pt x="29211" y="2451"/>
                    <a:pt x="29671" y="34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8"/>
            <p:cNvSpPr/>
            <p:nvPr/>
          </p:nvSpPr>
          <p:spPr>
            <a:xfrm>
              <a:off x="4423475" y="4099775"/>
              <a:ext cx="697750" cy="457525"/>
            </a:xfrm>
            <a:custGeom>
              <a:avLst/>
              <a:gdLst/>
              <a:ahLst/>
              <a:cxnLst/>
              <a:rect l="l" t="t" r="r" b="b"/>
              <a:pathLst>
                <a:path w="27910" h="18301" extrusionOk="0">
                  <a:moveTo>
                    <a:pt x="9112" y="17879"/>
                  </a:moveTo>
                  <a:cubicBezTo>
                    <a:pt x="9112" y="17879"/>
                    <a:pt x="9074" y="17956"/>
                    <a:pt x="9074" y="17956"/>
                  </a:cubicBezTo>
                  <a:cubicBezTo>
                    <a:pt x="8959" y="18109"/>
                    <a:pt x="8768" y="18186"/>
                    <a:pt x="8576" y="18071"/>
                  </a:cubicBezTo>
                  <a:cubicBezTo>
                    <a:pt x="8538" y="18071"/>
                    <a:pt x="8500" y="18032"/>
                    <a:pt x="8462" y="17994"/>
                  </a:cubicBezTo>
                  <a:cubicBezTo>
                    <a:pt x="7887" y="18109"/>
                    <a:pt x="7045" y="18032"/>
                    <a:pt x="6739" y="18109"/>
                  </a:cubicBezTo>
                  <a:cubicBezTo>
                    <a:pt x="5782" y="18186"/>
                    <a:pt x="4825" y="18300"/>
                    <a:pt x="3829" y="18262"/>
                  </a:cubicBezTo>
                  <a:cubicBezTo>
                    <a:pt x="3064" y="18224"/>
                    <a:pt x="2145" y="18224"/>
                    <a:pt x="1571" y="17573"/>
                  </a:cubicBezTo>
                  <a:cubicBezTo>
                    <a:pt x="881" y="16616"/>
                    <a:pt x="690" y="15353"/>
                    <a:pt x="499" y="14204"/>
                  </a:cubicBezTo>
                  <a:cubicBezTo>
                    <a:pt x="537" y="13515"/>
                    <a:pt x="1" y="10261"/>
                    <a:pt x="996" y="10299"/>
                  </a:cubicBezTo>
                  <a:cubicBezTo>
                    <a:pt x="1226" y="10337"/>
                    <a:pt x="1341" y="10529"/>
                    <a:pt x="1417" y="10720"/>
                  </a:cubicBezTo>
                  <a:cubicBezTo>
                    <a:pt x="1609" y="11065"/>
                    <a:pt x="1609" y="11524"/>
                    <a:pt x="1915" y="11830"/>
                  </a:cubicBezTo>
                  <a:cubicBezTo>
                    <a:pt x="2489" y="11945"/>
                    <a:pt x="3178" y="11754"/>
                    <a:pt x="3714" y="11677"/>
                  </a:cubicBezTo>
                  <a:cubicBezTo>
                    <a:pt x="4710" y="11486"/>
                    <a:pt x="5629" y="11180"/>
                    <a:pt x="6547" y="10835"/>
                  </a:cubicBezTo>
                  <a:cubicBezTo>
                    <a:pt x="6777" y="10759"/>
                    <a:pt x="7122" y="10567"/>
                    <a:pt x="7390" y="10529"/>
                  </a:cubicBezTo>
                  <a:cubicBezTo>
                    <a:pt x="7390" y="10529"/>
                    <a:pt x="7390" y="10529"/>
                    <a:pt x="7390" y="10529"/>
                  </a:cubicBezTo>
                  <a:cubicBezTo>
                    <a:pt x="7543" y="10299"/>
                    <a:pt x="7811" y="10376"/>
                    <a:pt x="7926" y="10529"/>
                  </a:cubicBezTo>
                  <a:cubicBezTo>
                    <a:pt x="8079" y="10644"/>
                    <a:pt x="8079" y="10950"/>
                    <a:pt x="7926" y="11065"/>
                  </a:cubicBezTo>
                  <a:cubicBezTo>
                    <a:pt x="7849" y="11180"/>
                    <a:pt x="7811" y="11256"/>
                    <a:pt x="7773" y="11333"/>
                  </a:cubicBezTo>
                  <a:cubicBezTo>
                    <a:pt x="7390" y="12673"/>
                    <a:pt x="7773" y="15276"/>
                    <a:pt x="8883" y="16310"/>
                  </a:cubicBezTo>
                  <a:cubicBezTo>
                    <a:pt x="10031" y="16233"/>
                    <a:pt x="11141" y="15965"/>
                    <a:pt x="12252" y="15697"/>
                  </a:cubicBezTo>
                  <a:cubicBezTo>
                    <a:pt x="12367" y="15659"/>
                    <a:pt x="12520" y="15582"/>
                    <a:pt x="12635" y="15544"/>
                  </a:cubicBezTo>
                  <a:cubicBezTo>
                    <a:pt x="13017" y="15467"/>
                    <a:pt x="13362" y="15391"/>
                    <a:pt x="13706" y="15314"/>
                  </a:cubicBezTo>
                  <a:cubicBezTo>
                    <a:pt x="14357" y="15161"/>
                    <a:pt x="15008" y="14970"/>
                    <a:pt x="15621" y="14740"/>
                  </a:cubicBezTo>
                  <a:lnTo>
                    <a:pt x="15621" y="14740"/>
                  </a:lnTo>
                  <a:lnTo>
                    <a:pt x="15659" y="14740"/>
                  </a:lnTo>
                  <a:lnTo>
                    <a:pt x="15659" y="14740"/>
                  </a:lnTo>
                  <a:cubicBezTo>
                    <a:pt x="15736" y="14702"/>
                    <a:pt x="15812" y="14663"/>
                    <a:pt x="15927" y="14625"/>
                  </a:cubicBez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65" y="14587"/>
                  </a:lnTo>
                  <a:lnTo>
                    <a:pt x="15965" y="14587"/>
                  </a:lnTo>
                  <a:lnTo>
                    <a:pt x="15965" y="14587"/>
                  </a:lnTo>
                  <a:lnTo>
                    <a:pt x="15965" y="14587"/>
                  </a:lnTo>
                  <a:lnTo>
                    <a:pt x="15965" y="14587"/>
                  </a:lnTo>
                  <a:cubicBezTo>
                    <a:pt x="15965" y="14587"/>
                    <a:pt x="16004" y="14587"/>
                    <a:pt x="16004" y="14587"/>
                  </a:cubicBezTo>
                  <a:lnTo>
                    <a:pt x="16042" y="14587"/>
                  </a:lnTo>
                  <a:lnTo>
                    <a:pt x="16042" y="14587"/>
                  </a:lnTo>
                  <a:lnTo>
                    <a:pt x="16042" y="14587"/>
                  </a:lnTo>
                  <a:lnTo>
                    <a:pt x="16042" y="14587"/>
                  </a:lnTo>
                  <a:lnTo>
                    <a:pt x="16042" y="14587"/>
                  </a:lnTo>
                  <a:cubicBezTo>
                    <a:pt x="16080" y="14549"/>
                    <a:pt x="16080" y="14549"/>
                    <a:pt x="16118" y="14549"/>
                  </a:cubicBezTo>
                  <a:cubicBezTo>
                    <a:pt x="16157" y="14510"/>
                    <a:pt x="16195" y="14510"/>
                    <a:pt x="16233" y="14510"/>
                  </a:cubicBezTo>
                  <a:lnTo>
                    <a:pt x="16348" y="14472"/>
                  </a:lnTo>
                  <a:lnTo>
                    <a:pt x="16348" y="14472"/>
                  </a:lnTo>
                  <a:lnTo>
                    <a:pt x="16348" y="14472"/>
                  </a:lnTo>
                  <a:lnTo>
                    <a:pt x="16348" y="14472"/>
                  </a:lnTo>
                  <a:lnTo>
                    <a:pt x="16348" y="14472"/>
                  </a:lnTo>
                  <a:lnTo>
                    <a:pt x="16348" y="14472"/>
                  </a:lnTo>
                  <a:lnTo>
                    <a:pt x="16348" y="14472"/>
                  </a:lnTo>
                  <a:lnTo>
                    <a:pt x="16348" y="14472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cubicBezTo>
                    <a:pt x="16616" y="14357"/>
                    <a:pt x="16769" y="14281"/>
                    <a:pt x="16922" y="14204"/>
                  </a:cubicBezTo>
                  <a:lnTo>
                    <a:pt x="16922" y="14204"/>
                  </a:lnTo>
                  <a:lnTo>
                    <a:pt x="16922" y="14204"/>
                  </a:lnTo>
                  <a:lnTo>
                    <a:pt x="16922" y="14204"/>
                  </a:lnTo>
                  <a:lnTo>
                    <a:pt x="16922" y="14204"/>
                  </a:lnTo>
                  <a:lnTo>
                    <a:pt x="16922" y="14204"/>
                  </a:lnTo>
                  <a:lnTo>
                    <a:pt x="16922" y="14204"/>
                  </a:lnTo>
                  <a:lnTo>
                    <a:pt x="16922" y="14204"/>
                  </a:lnTo>
                  <a:cubicBezTo>
                    <a:pt x="16961" y="14204"/>
                    <a:pt x="16999" y="14166"/>
                    <a:pt x="17075" y="14166"/>
                  </a:cubicBezTo>
                  <a:lnTo>
                    <a:pt x="17075" y="14166"/>
                  </a:lnTo>
                  <a:lnTo>
                    <a:pt x="17075" y="14166"/>
                  </a:lnTo>
                  <a:lnTo>
                    <a:pt x="17075" y="14166"/>
                  </a:lnTo>
                  <a:lnTo>
                    <a:pt x="17075" y="14166"/>
                  </a:lnTo>
                  <a:lnTo>
                    <a:pt x="17075" y="14166"/>
                  </a:lnTo>
                  <a:lnTo>
                    <a:pt x="17114" y="14128"/>
                  </a:lnTo>
                  <a:cubicBezTo>
                    <a:pt x="17152" y="14128"/>
                    <a:pt x="17190" y="14089"/>
                    <a:pt x="17229" y="14089"/>
                  </a:cubicBezTo>
                  <a:lnTo>
                    <a:pt x="17267" y="14089"/>
                  </a:lnTo>
                  <a:lnTo>
                    <a:pt x="17267" y="14089"/>
                  </a:lnTo>
                  <a:lnTo>
                    <a:pt x="17267" y="14089"/>
                  </a:lnTo>
                  <a:lnTo>
                    <a:pt x="17267" y="14089"/>
                  </a:lnTo>
                  <a:lnTo>
                    <a:pt x="17267" y="14089"/>
                  </a:lnTo>
                  <a:lnTo>
                    <a:pt x="17343" y="14051"/>
                  </a:lnTo>
                  <a:lnTo>
                    <a:pt x="17343" y="14051"/>
                  </a:lnTo>
                  <a:cubicBezTo>
                    <a:pt x="17573" y="13936"/>
                    <a:pt x="17765" y="13860"/>
                    <a:pt x="17994" y="13745"/>
                  </a:cubicBezTo>
                  <a:lnTo>
                    <a:pt x="17994" y="13745"/>
                  </a:lnTo>
                  <a:cubicBezTo>
                    <a:pt x="18530" y="13515"/>
                    <a:pt x="19028" y="13285"/>
                    <a:pt x="19526" y="13056"/>
                  </a:cubicBezTo>
                  <a:cubicBezTo>
                    <a:pt x="19870" y="12864"/>
                    <a:pt x="20253" y="12673"/>
                    <a:pt x="20598" y="12481"/>
                  </a:cubicBezTo>
                  <a:lnTo>
                    <a:pt x="20598" y="12481"/>
                  </a:lnTo>
                  <a:lnTo>
                    <a:pt x="20636" y="12481"/>
                  </a:lnTo>
                  <a:lnTo>
                    <a:pt x="20636" y="12481"/>
                  </a:lnTo>
                  <a:lnTo>
                    <a:pt x="20674" y="12443"/>
                  </a:lnTo>
                  <a:lnTo>
                    <a:pt x="20674" y="12443"/>
                  </a:lnTo>
                  <a:lnTo>
                    <a:pt x="20904" y="12328"/>
                  </a:lnTo>
                  <a:lnTo>
                    <a:pt x="20904" y="12328"/>
                  </a:lnTo>
                  <a:lnTo>
                    <a:pt x="20904" y="12328"/>
                  </a:lnTo>
                  <a:lnTo>
                    <a:pt x="20904" y="12328"/>
                  </a:lnTo>
                  <a:lnTo>
                    <a:pt x="20904" y="12328"/>
                  </a:lnTo>
                  <a:lnTo>
                    <a:pt x="20942" y="12290"/>
                  </a:lnTo>
                  <a:cubicBezTo>
                    <a:pt x="21019" y="12252"/>
                    <a:pt x="21134" y="12175"/>
                    <a:pt x="21210" y="12137"/>
                  </a:cubicBezTo>
                  <a:lnTo>
                    <a:pt x="21210" y="12137"/>
                  </a:lnTo>
                  <a:lnTo>
                    <a:pt x="21210" y="12137"/>
                  </a:lnTo>
                  <a:lnTo>
                    <a:pt x="21210" y="12137"/>
                  </a:lnTo>
                  <a:cubicBezTo>
                    <a:pt x="21248" y="12098"/>
                    <a:pt x="21287" y="12098"/>
                    <a:pt x="21325" y="12060"/>
                  </a:cubicBezTo>
                  <a:lnTo>
                    <a:pt x="21325" y="12060"/>
                  </a:lnTo>
                  <a:lnTo>
                    <a:pt x="21325" y="12060"/>
                  </a:lnTo>
                  <a:lnTo>
                    <a:pt x="21325" y="12060"/>
                  </a:lnTo>
                  <a:lnTo>
                    <a:pt x="21325" y="12060"/>
                  </a:lnTo>
                  <a:lnTo>
                    <a:pt x="21325" y="12060"/>
                  </a:lnTo>
                  <a:lnTo>
                    <a:pt x="21325" y="12060"/>
                  </a:lnTo>
                  <a:cubicBezTo>
                    <a:pt x="21363" y="12060"/>
                    <a:pt x="21402" y="12022"/>
                    <a:pt x="21440" y="11984"/>
                  </a:cubicBez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cubicBezTo>
                    <a:pt x="21478" y="11984"/>
                    <a:pt x="21516" y="11945"/>
                    <a:pt x="21516" y="11945"/>
                  </a:cubicBezTo>
                  <a:lnTo>
                    <a:pt x="21516" y="11945"/>
                  </a:lnTo>
                  <a:lnTo>
                    <a:pt x="21516" y="11945"/>
                  </a:lnTo>
                  <a:lnTo>
                    <a:pt x="21516" y="11945"/>
                  </a:lnTo>
                  <a:lnTo>
                    <a:pt x="21516" y="11945"/>
                  </a:lnTo>
                  <a:lnTo>
                    <a:pt x="21555" y="11945"/>
                  </a:lnTo>
                  <a:cubicBezTo>
                    <a:pt x="21593" y="11907"/>
                    <a:pt x="21631" y="11869"/>
                    <a:pt x="21670" y="11830"/>
                  </a:cubicBezTo>
                  <a:lnTo>
                    <a:pt x="21670" y="11830"/>
                  </a:lnTo>
                  <a:cubicBezTo>
                    <a:pt x="21708" y="11830"/>
                    <a:pt x="21746" y="11792"/>
                    <a:pt x="21784" y="11754"/>
                  </a:cubicBezTo>
                  <a:cubicBezTo>
                    <a:pt x="22052" y="11601"/>
                    <a:pt x="22282" y="11448"/>
                    <a:pt x="22512" y="11218"/>
                  </a:cubicBezTo>
                  <a:cubicBezTo>
                    <a:pt x="22588" y="11141"/>
                    <a:pt x="22665" y="11103"/>
                    <a:pt x="22741" y="10988"/>
                  </a:cubicBezTo>
                  <a:cubicBezTo>
                    <a:pt x="23469" y="9265"/>
                    <a:pt x="22359" y="6624"/>
                    <a:pt x="21210" y="5284"/>
                  </a:cubicBezTo>
                  <a:cubicBezTo>
                    <a:pt x="21210" y="5284"/>
                    <a:pt x="21210" y="5284"/>
                    <a:pt x="21172" y="5246"/>
                  </a:cubicBezTo>
                  <a:lnTo>
                    <a:pt x="21172" y="5246"/>
                  </a:lnTo>
                  <a:lnTo>
                    <a:pt x="21134" y="5246"/>
                  </a:lnTo>
                  <a:cubicBezTo>
                    <a:pt x="21019" y="5246"/>
                    <a:pt x="20942" y="5207"/>
                    <a:pt x="20866" y="5169"/>
                  </a:cubicBezTo>
                  <a:cubicBezTo>
                    <a:pt x="20827" y="5093"/>
                    <a:pt x="20789" y="5016"/>
                    <a:pt x="20789" y="4939"/>
                  </a:cubicBezTo>
                  <a:cubicBezTo>
                    <a:pt x="20789" y="4863"/>
                    <a:pt x="20789" y="4786"/>
                    <a:pt x="20827" y="4748"/>
                  </a:cubicBezTo>
                  <a:cubicBezTo>
                    <a:pt x="20866" y="4671"/>
                    <a:pt x="20904" y="4633"/>
                    <a:pt x="20942" y="4595"/>
                  </a:cubicBezTo>
                  <a:cubicBezTo>
                    <a:pt x="21019" y="4557"/>
                    <a:pt x="21095" y="4557"/>
                    <a:pt x="21210" y="4557"/>
                  </a:cubicBezTo>
                  <a:cubicBezTo>
                    <a:pt x="21287" y="4557"/>
                    <a:pt x="21402" y="4595"/>
                    <a:pt x="21478" y="4633"/>
                  </a:cubicBezTo>
                  <a:cubicBezTo>
                    <a:pt x="21478" y="4671"/>
                    <a:pt x="21516" y="4671"/>
                    <a:pt x="21516" y="4671"/>
                  </a:cubicBezTo>
                  <a:cubicBezTo>
                    <a:pt x="21708" y="4442"/>
                    <a:pt x="22014" y="4327"/>
                    <a:pt x="22282" y="4174"/>
                  </a:cubicBezTo>
                  <a:cubicBezTo>
                    <a:pt x="22971" y="3829"/>
                    <a:pt x="23622" y="3408"/>
                    <a:pt x="24235" y="2872"/>
                  </a:cubicBezTo>
                  <a:cubicBezTo>
                    <a:pt x="24196" y="2757"/>
                    <a:pt x="24235" y="2604"/>
                    <a:pt x="24311" y="2528"/>
                  </a:cubicBezTo>
                  <a:cubicBezTo>
                    <a:pt x="24426" y="2413"/>
                    <a:pt x="24541" y="2260"/>
                    <a:pt x="24656" y="2145"/>
                  </a:cubicBezTo>
                  <a:cubicBezTo>
                    <a:pt x="24656" y="2145"/>
                    <a:pt x="24656" y="2145"/>
                    <a:pt x="24694" y="2145"/>
                  </a:cubicBezTo>
                  <a:cubicBezTo>
                    <a:pt x="24694" y="2106"/>
                    <a:pt x="24694" y="2106"/>
                    <a:pt x="24694" y="2106"/>
                  </a:cubicBezTo>
                  <a:cubicBezTo>
                    <a:pt x="24809" y="1953"/>
                    <a:pt x="24924" y="1800"/>
                    <a:pt x="25038" y="1647"/>
                  </a:cubicBezTo>
                  <a:cubicBezTo>
                    <a:pt x="25115" y="1570"/>
                    <a:pt x="25153" y="1456"/>
                    <a:pt x="25230" y="1341"/>
                  </a:cubicBezTo>
                  <a:cubicBezTo>
                    <a:pt x="25268" y="1302"/>
                    <a:pt x="25268" y="1226"/>
                    <a:pt x="25306" y="1149"/>
                  </a:cubicBezTo>
                  <a:cubicBezTo>
                    <a:pt x="25306" y="1149"/>
                    <a:pt x="25306" y="1111"/>
                    <a:pt x="25345" y="1073"/>
                  </a:cubicBezTo>
                  <a:cubicBezTo>
                    <a:pt x="25345" y="1034"/>
                    <a:pt x="25345" y="1034"/>
                    <a:pt x="25345" y="996"/>
                  </a:cubicBezTo>
                  <a:cubicBezTo>
                    <a:pt x="25345" y="843"/>
                    <a:pt x="25345" y="728"/>
                    <a:pt x="25345" y="613"/>
                  </a:cubicBezTo>
                  <a:cubicBezTo>
                    <a:pt x="25345" y="537"/>
                    <a:pt x="25345" y="498"/>
                    <a:pt x="25345" y="422"/>
                  </a:cubicBezTo>
                  <a:cubicBezTo>
                    <a:pt x="25345" y="307"/>
                    <a:pt x="25345" y="192"/>
                    <a:pt x="25421" y="116"/>
                  </a:cubicBezTo>
                  <a:cubicBezTo>
                    <a:pt x="25536" y="1"/>
                    <a:pt x="25651" y="1"/>
                    <a:pt x="25766" y="1"/>
                  </a:cubicBezTo>
                  <a:cubicBezTo>
                    <a:pt x="25919" y="39"/>
                    <a:pt x="25996" y="154"/>
                    <a:pt x="26072" y="269"/>
                  </a:cubicBezTo>
                  <a:cubicBezTo>
                    <a:pt x="26110" y="345"/>
                    <a:pt x="26187" y="422"/>
                    <a:pt x="26225" y="498"/>
                  </a:cubicBezTo>
                  <a:cubicBezTo>
                    <a:pt x="26340" y="652"/>
                    <a:pt x="26417" y="805"/>
                    <a:pt x="26532" y="958"/>
                  </a:cubicBezTo>
                  <a:cubicBezTo>
                    <a:pt x="26608" y="1149"/>
                    <a:pt x="26723" y="1341"/>
                    <a:pt x="26838" y="1570"/>
                  </a:cubicBezTo>
                  <a:cubicBezTo>
                    <a:pt x="26953" y="1800"/>
                    <a:pt x="27029" y="2068"/>
                    <a:pt x="27144" y="2336"/>
                  </a:cubicBezTo>
                  <a:cubicBezTo>
                    <a:pt x="27336" y="2872"/>
                    <a:pt x="27489" y="3446"/>
                    <a:pt x="27603" y="4059"/>
                  </a:cubicBezTo>
                  <a:cubicBezTo>
                    <a:pt x="27718" y="4671"/>
                    <a:pt x="27795" y="5322"/>
                    <a:pt x="27871" y="5935"/>
                  </a:cubicBezTo>
                  <a:cubicBezTo>
                    <a:pt x="27910" y="6279"/>
                    <a:pt x="27910" y="6624"/>
                    <a:pt x="27910" y="6968"/>
                  </a:cubicBezTo>
                  <a:cubicBezTo>
                    <a:pt x="27871" y="7313"/>
                    <a:pt x="27871" y="7658"/>
                    <a:pt x="27757" y="7964"/>
                  </a:cubicBezTo>
                  <a:cubicBezTo>
                    <a:pt x="27642" y="8270"/>
                    <a:pt x="27527" y="8576"/>
                    <a:pt x="27336" y="8844"/>
                  </a:cubicBezTo>
                  <a:cubicBezTo>
                    <a:pt x="27144" y="9112"/>
                    <a:pt x="26914" y="9342"/>
                    <a:pt x="26685" y="9572"/>
                  </a:cubicBezTo>
                  <a:cubicBezTo>
                    <a:pt x="26493" y="9801"/>
                    <a:pt x="26264" y="9993"/>
                    <a:pt x="26034" y="10184"/>
                  </a:cubicBezTo>
                  <a:cubicBezTo>
                    <a:pt x="25804" y="10414"/>
                    <a:pt x="25536" y="10605"/>
                    <a:pt x="25306" y="10835"/>
                  </a:cubicBezTo>
                  <a:cubicBezTo>
                    <a:pt x="25000" y="11065"/>
                    <a:pt x="24732" y="11295"/>
                    <a:pt x="24464" y="11486"/>
                  </a:cubicBezTo>
                  <a:cubicBezTo>
                    <a:pt x="24196" y="11716"/>
                    <a:pt x="23928" y="11907"/>
                    <a:pt x="23699" y="12098"/>
                  </a:cubicBezTo>
                  <a:lnTo>
                    <a:pt x="23201" y="12481"/>
                  </a:lnTo>
                  <a:cubicBezTo>
                    <a:pt x="23124" y="12558"/>
                    <a:pt x="23009" y="12634"/>
                    <a:pt x="22856" y="12634"/>
                  </a:cubicBezTo>
                  <a:lnTo>
                    <a:pt x="22818" y="12634"/>
                  </a:lnTo>
                  <a:cubicBezTo>
                    <a:pt x="22741" y="12596"/>
                    <a:pt x="22665" y="12558"/>
                    <a:pt x="22627" y="12520"/>
                  </a:cubicBezTo>
                  <a:cubicBezTo>
                    <a:pt x="20789" y="14013"/>
                    <a:pt x="18645" y="15046"/>
                    <a:pt x="16425" y="15850"/>
                  </a:cubicBezTo>
                  <a:cubicBezTo>
                    <a:pt x="13974" y="16846"/>
                    <a:pt x="11409" y="17650"/>
                    <a:pt x="8806" y="17994"/>
                  </a:cubicBezTo>
                  <a:close/>
                </a:path>
              </a:pathLst>
            </a:custGeom>
            <a:solidFill>
              <a:srgbClr val="ED9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8"/>
            <p:cNvSpPr/>
            <p:nvPr/>
          </p:nvSpPr>
          <p:spPr>
            <a:xfrm>
              <a:off x="4488575" y="4439550"/>
              <a:ext cx="757075" cy="417325"/>
            </a:xfrm>
            <a:custGeom>
              <a:avLst/>
              <a:gdLst/>
              <a:ahLst/>
              <a:cxnLst/>
              <a:rect l="l" t="t" r="r" b="b"/>
              <a:pathLst>
                <a:path w="30283" h="16693" extrusionOk="0">
                  <a:moveTo>
                    <a:pt x="30244" y="6432"/>
                  </a:moveTo>
                  <a:cubicBezTo>
                    <a:pt x="30244" y="7428"/>
                    <a:pt x="29479" y="8193"/>
                    <a:pt x="28713" y="8729"/>
                  </a:cubicBezTo>
                  <a:cubicBezTo>
                    <a:pt x="27947" y="9418"/>
                    <a:pt x="27182" y="10031"/>
                    <a:pt x="26339" y="10567"/>
                  </a:cubicBezTo>
                  <a:cubicBezTo>
                    <a:pt x="25842" y="10873"/>
                    <a:pt x="24272" y="12213"/>
                    <a:pt x="23774" y="11868"/>
                  </a:cubicBezTo>
                  <a:cubicBezTo>
                    <a:pt x="23660" y="11945"/>
                    <a:pt x="23545" y="12022"/>
                    <a:pt x="23430" y="12098"/>
                  </a:cubicBezTo>
                  <a:cubicBezTo>
                    <a:pt x="23392" y="12098"/>
                    <a:pt x="23353" y="12136"/>
                    <a:pt x="23353" y="12136"/>
                  </a:cubicBezTo>
                  <a:cubicBezTo>
                    <a:pt x="23009" y="12366"/>
                    <a:pt x="22664" y="12558"/>
                    <a:pt x="22281" y="12749"/>
                  </a:cubicBezTo>
                  <a:cubicBezTo>
                    <a:pt x="19066" y="14319"/>
                    <a:pt x="15237" y="15888"/>
                    <a:pt x="11562" y="16041"/>
                  </a:cubicBezTo>
                  <a:cubicBezTo>
                    <a:pt x="11485" y="16156"/>
                    <a:pt x="11332" y="16233"/>
                    <a:pt x="11141" y="16156"/>
                  </a:cubicBezTo>
                  <a:cubicBezTo>
                    <a:pt x="11141" y="16118"/>
                    <a:pt x="11102" y="16080"/>
                    <a:pt x="11064" y="16080"/>
                  </a:cubicBezTo>
                  <a:cubicBezTo>
                    <a:pt x="10873" y="16080"/>
                    <a:pt x="10681" y="16080"/>
                    <a:pt x="10490" y="16080"/>
                  </a:cubicBezTo>
                  <a:cubicBezTo>
                    <a:pt x="10413" y="16080"/>
                    <a:pt x="10337" y="16080"/>
                    <a:pt x="10299" y="16041"/>
                  </a:cubicBezTo>
                  <a:cubicBezTo>
                    <a:pt x="9571" y="16080"/>
                    <a:pt x="8844" y="16156"/>
                    <a:pt x="8116" y="16195"/>
                  </a:cubicBezTo>
                  <a:cubicBezTo>
                    <a:pt x="6738" y="16348"/>
                    <a:pt x="5322" y="16692"/>
                    <a:pt x="3943" y="16539"/>
                  </a:cubicBezTo>
                  <a:cubicBezTo>
                    <a:pt x="1378" y="16041"/>
                    <a:pt x="1149" y="16195"/>
                    <a:pt x="766" y="13553"/>
                  </a:cubicBezTo>
                  <a:cubicBezTo>
                    <a:pt x="536" y="12749"/>
                    <a:pt x="0" y="8614"/>
                    <a:pt x="1110" y="8500"/>
                  </a:cubicBezTo>
                  <a:cubicBezTo>
                    <a:pt x="1455" y="8461"/>
                    <a:pt x="1532" y="8844"/>
                    <a:pt x="1608" y="9112"/>
                  </a:cubicBezTo>
                  <a:cubicBezTo>
                    <a:pt x="1723" y="9418"/>
                    <a:pt x="1761" y="9954"/>
                    <a:pt x="2144" y="9954"/>
                  </a:cubicBezTo>
                  <a:cubicBezTo>
                    <a:pt x="2795" y="9954"/>
                    <a:pt x="3446" y="9725"/>
                    <a:pt x="4058" y="9648"/>
                  </a:cubicBezTo>
                  <a:cubicBezTo>
                    <a:pt x="5360" y="9380"/>
                    <a:pt x="6623" y="9189"/>
                    <a:pt x="7887" y="8921"/>
                  </a:cubicBezTo>
                  <a:cubicBezTo>
                    <a:pt x="8423" y="8806"/>
                    <a:pt x="8959" y="8691"/>
                    <a:pt x="9495" y="8576"/>
                  </a:cubicBezTo>
                  <a:cubicBezTo>
                    <a:pt x="9533" y="8576"/>
                    <a:pt x="9571" y="8576"/>
                    <a:pt x="9609" y="8576"/>
                  </a:cubicBezTo>
                  <a:cubicBezTo>
                    <a:pt x="9763" y="8385"/>
                    <a:pt x="9916" y="8308"/>
                    <a:pt x="10145" y="8308"/>
                  </a:cubicBezTo>
                  <a:cubicBezTo>
                    <a:pt x="10107" y="8308"/>
                    <a:pt x="10069" y="8308"/>
                    <a:pt x="9992" y="8308"/>
                  </a:cubicBezTo>
                  <a:cubicBezTo>
                    <a:pt x="10413" y="8232"/>
                    <a:pt x="10567" y="8844"/>
                    <a:pt x="10184" y="8997"/>
                  </a:cubicBezTo>
                  <a:cubicBezTo>
                    <a:pt x="9380" y="10375"/>
                    <a:pt x="9648" y="12558"/>
                    <a:pt x="10299" y="14089"/>
                  </a:cubicBezTo>
                  <a:cubicBezTo>
                    <a:pt x="10834" y="14587"/>
                    <a:pt x="11524" y="14893"/>
                    <a:pt x="12289" y="14893"/>
                  </a:cubicBezTo>
                  <a:cubicBezTo>
                    <a:pt x="12557" y="14893"/>
                    <a:pt x="12825" y="14893"/>
                    <a:pt x="13093" y="14855"/>
                  </a:cubicBezTo>
                  <a:cubicBezTo>
                    <a:pt x="13285" y="14816"/>
                    <a:pt x="13514" y="14778"/>
                    <a:pt x="13744" y="14740"/>
                  </a:cubicBezTo>
                  <a:cubicBezTo>
                    <a:pt x="14548" y="14510"/>
                    <a:pt x="15390" y="14280"/>
                    <a:pt x="16194" y="14051"/>
                  </a:cubicBezTo>
                  <a:cubicBezTo>
                    <a:pt x="16845" y="13783"/>
                    <a:pt x="17496" y="13515"/>
                    <a:pt x="18147" y="13285"/>
                  </a:cubicBezTo>
                  <a:cubicBezTo>
                    <a:pt x="19410" y="12787"/>
                    <a:pt x="22434" y="11830"/>
                    <a:pt x="23774" y="10567"/>
                  </a:cubicBezTo>
                  <a:cubicBezTo>
                    <a:pt x="23813" y="10452"/>
                    <a:pt x="23889" y="10375"/>
                    <a:pt x="23928" y="10261"/>
                  </a:cubicBezTo>
                  <a:cubicBezTo>
                    <a:pt x="24081" y="8653"/>
                    <a:pt x="23813" y="6892"/>
                    <a:pt x="22970" y="5513"/>
                  </a:cubicBezTo>
                  <a:cubicBezTo>
                    <a:pt x="22702" y="5169"/>
                    <a:pt x="22396" y="4824"/>
                    <a:pt x="21975" y="4671"/>
                  </a:cubicBezTo>
                  <a:cubicBezTo>
                    <a:pt x="21784" y="4671"/>
                    <a:pt x="21631" y="4595"/>
                    <a:pt x="21554" y="4403"/>
                  </a:cubicBezTo>
                  <a:cubicBezTo>
                    <a:pt x="21477" y="3867"/>
                    <a:pt x="22128" y="3944"/>
                    <a:pt x="22434" y="4135"/>
                  </a:cubicBezTo>
                  <a:cubicBezTo>
                    <a:pt x="23468" y="3791"/>
                    <a:pt x="24349" y="3216"/>
                    <a:pt x="25306" y="2680"/>
                  </a:cubicBezTo>
                  <a:cubicBezTo>
                    <a:pt x="25880" y="2374"/>
                    <a:pt x="26454" y="2068"/>
                    <a:pt x="26952" y="1608"/>
                  </a:cubicBezTo>
                  <a:cubicBezTo>
                    <a:pt x="27565" y="1187"/>
                    <a:pt x="27182" y="460"/>
                    <a:pt x="27603" y="154"/>
                  </a:cubicBezTo>
                  <a:cubicBezTo>
                    <a:pt x="28445" y="1"/>
                    <a:pt x="29326" y="1953"/>
                    <a:pt x="29594" y="2604"/>
                  </a:cubicBezTo>
                  <a:cubicBezTo>
                    <a:pt x="30015" y="3829"/>
                    <a:pt x="30244" y="5131"/>
                    <a:pt x="30283" y="6432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8"/>
            <p:cNvSpPr/>
            <p:nvPr/>
          </p:nvSpPr>
          <p:spPr>
            <a:xfrm>
              <a:off x="4702950" y="4249100"/>
              <a:ext cx="235475" cy="121575"/>
            </a:xfrm>
            <a:custGeom>
              <a:avLst/>
              <a:gdLst/>
              <a:ahLst/>
              <a:cxnLst/>
              <a:rect l="l" t="t" r="r" b="b"/>
              <a:pathLst>
                <a:path w="9419" h="4863" extrusionOk="0">
                  <a:moveTo>
                    <a:pt x="1302" y="4632"/>
                  </a:moveTo>
                  <a:cubicBezTo>
                    <a:pt x="1264" y="4632"/>
                    <a:pt x="1264" y="4594"/>
                    <a:pt x="1226" y="4594"/>
                  </a:cubicBezTo>
                  <a:cubicBezTo>
                    <a:pt x="766" y="4632"/>
                    <a:pt x="1" y="4364"/>
                    <a:pt x="154" y="3790"/>
                  </a:cubicBezTo>
                  <a:cubicBezTo>
                    <a:pt x="384" y="3216"/>
                    <a:pt x="1111" y="3178"/>
                    <a:pt x="1609" y="2986"/>
                  </a:cubicBezTo>
                  <a:cubicBezTo>
                    <a:pt x="3446" y="2489"/>
                    <a:pt x="5207" y="1685"/>
                    <a:pt x="7007" y="1034"/>
                  </a:cubicBezTo>
                  <a:cubicBezTo>
                    <a:pt x="7658" y="766"/>
                    <a:pt x="9419" y="0"/>
                    <a:pt x="9151" y="1340"/>
                  </a:cubicBezTo>
                  <a:cubicBezTo>
                    <a:pt x="7925" y="2986"/>
                    <a:pt x="5590" y="3675"/>
                    <a:pt x="3676" y="4250"/>
                  </a:cubicBezTo>
                  <a:cubicBezTo>
                    <a:pt x="2910" y="4364"/>
                    <a:pt x="2106" y="4862"/>
                    <a:pt x="1302" y="4632"/>
                  </a:cubicBezTo>
                  <a:close/>
                </a:path>
              </a:pathLst>
            </a:custGeom>
            <a:solidFill>
              <a:srgbClr val="FED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8"/>
            <p:cNvSpPr/>
            <p:nvPr/>
          </p:nvSpPr>
          <p:spPr>
            <a:xfrm>
              <a:off x="4792925" y="4572575"/>
              <a:ext cx="225900" cy="99575"/>
            </a:xfrm>
            <a:custGeom>
              <a:avLst/>
              <a:gdLst/>
              <a:ahLst/>
              <a:cxnLst/>
              <a:rect l="l" t="t" r="r" b="b"/>
              <a:pathLst>
                <a:path w="9036" h="3983" extrusionOk="0">
                  <a:moveTo>
                    <a:pt x="1800" y="3868"/>
                  </a:moveTo>
                  <a:cubicBezTo>
                    <a:pt x="1111" y="3982"/>
                    <a:pt x="0" y="3293"/>
                    <a:pt x="804" y="2643"/>
                  </a:cubicBezTo>
                  <a:cubicBezTo>
                    <a:pt x="1723" y="2183"/>
                    <a:pt x="2757" y="1915"/>
                    <a:pt x="3752" y="1532"/>
                  </a:cubicBezTo>
                  <a:cubicBezTo>
                    <a:pt x="4748" y="1264"/>
                    <a:pt x="7159" y="1"/>
                    <a:pt x="7963" y="269"/>
                  </a:cubicBezTo>
                  <a:cubicBezTo>
                    <a:pt x="9035" y="1035"/>
                    <a:pt x="6547" y="2489"/>
                    <a:pt x="5934" y="2834"/>
                  </a:cubicBezTo>
                  <a:cubicBezTo>
                    <a:pt x="4671" y="3447"/>
                    <a:pt x="3216" y="3868"/>
                    <a:pt x="1800" y="3868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8"/>
            <p:cNvSpPr/>
            <p:nvPr/>
          </p:nvSpPr>
          <p:spPr>
            <a:xfrm>
              <a:off x="1632600" y="1913775"/>
              <a:ext cx="1491175" cy="2158275"/>
            </a:xfrm>
            <a:custGeom>
              <a:avLst/>
              <a:gdLst/>
              <a:ahLst/>
              <a:cxnLst/>
              <a:rect l="l" t="t" r="r" b="b"/>
              <a:pathLst>
                <a:path w="59647" h="86331" extrusionOk="0">
                  <a:moveTo>
                    <a:pt x="59532" y="15199"/>
                  </a:moveTo>
                  <a:cubicBezTo>
                    <a:pt x="59647" y="15965"/>
                    <a:pt x="59379" y="16731"/>
                    <a:pt x="59149" y="17458"/>
                  </a:cubicBezTo>
                  <a:cubicBezTo>
                    <a:pt x="58651" y="19066"/>
                    <a:pt x="57962" y="20674"/>
                    <a:pt x="56737" y="21899"/>
                  </a:cubicBezTo>
                  <a:cubicBezTo>
                    <a:pt x="55895" y="22818"/>
                    <a:pt x="54976" y="23698"/>
                    <a:pt x="54095" y="24579"/>
                  </a:cubicBezTo>
                  <a:cubicBezTo>
                    <a:pt x="54134" y="24770"/>
                    <a:pt x="54095" y="24923"/>
                    <a:pt x="53981" y="25077"/>
                  </a:cubicBezTo>
                  <a:cubicBezTo>
                    <a:pt x="53483" y="25689"/>
                    <a:pt x="52947" y="26263"/>
                    <a:pt x="52411" y="26838"/>
                  </a:cubicBezTo>
                  <a:cubicBezTo>
                    <a:pt x="52219" y="27029"/>
                    <a:pt x="52028" y="27220"/>
                    <a:pt x="51875" y="27412"/>
                  </a:cubicBezTo>
                  <a:cubicBezTo>
                    <a:pt x="50918" y="28484"/>
                    <a:pt x="50305" y="29747"/>
                    <a:pt x="49616" y="30972"/>
                  </a:cubicBezTo>
                  <a:cubicBezTo>
                    <a:pt x="49348" y="31432"/>
                    <a:pt x="49080" y="31853"/>
                    <a:pt x="48812" y="32274"/>
                  </a:cubicBezTo>
                  <a:lnTo>
                    <a:pt x="48812" y="32274"/>
                  </a:lnTo>
                  <a:cubicBezTo>
                    <a:pt x="48621" y="32733"/>
                    <a:pt x="48315" y="33193"/>
                    <a:pt x="48200" y="33537"/>
                  </a:cubicBezTo>
                  <a:cubicBezTo>
                    <a:pt x="47396" y="35030"/>
                    <a:pt x="46592" y="36523"/>
                    <a:pt x="45750" y="38016"/>
                  </a:cubicBezTo>
                  <a:cubicBezTo>
                    <a:pt x="45596" y="38323"/>
                    <a:pt x="45482" y="38591"/>
                    <a:pt x="45328" y="38897"/>
                  </a:cubicBezTo>
                  <a:cubicBezTo>
                    <a:pt x="45367" y="38859"/>
                    <a:pt x="45367" y="38859"/>
                    <a:pt x="45405" y="38820"/>
                  </a:cubicBezTo>
                  <a:cubicBezTo>
                    <a:pt x="46286" y="38170"/>
                    <a:pt x="47204" y="37519"/>
                    <a:pt x="48085" y="36868"/>
                  </a:cubicBezTo>
                  <a:cubicBezTo>
                    <a:pt x="48315" y="36255"/>
                    <a:pt x="49042" y="35987"/>
                    <a:pt x="49501" y="35566"/>
                  </a:cubicBezTo>
                  <a:cubicBezTo>
                    <a:pt x="50458" y="34801"/>
                    <a:pt x="51454" y="34112"/>
                    <a:pt x="52411" y="33308"/>
                  </a:cubicBezTo>
                  <a:cubicBezTo>
                    <a:pt x="52411" y="33078"/>
                    <a:pt x="52602" y="32886"/>
                    <a:pt x="52794" y="32733"/>
                  </a:cubicBezTo>
                  <a:cubicBezTo>
                    <a:pt x="53636" y="32006"/>
                    <a:pt x="54478" y="31279"/>
                    <a:pt x="55320" y="30589"/>
                  </a:cubicBezTo>
                  <a:cubicBezTo>
                    <a:pt x="56010" y="30130"/>
                    <a:pt x="56737" y="29326"/>
                    <a:pt x="57579" y="29403"/>
                  </a:cubicBezTo>
                  <a:cubicBezTo>
                    <a:pt x="58230" y="29594"/>
                    <a:pt x="58230" y="30360"/>
                    <a:pt x="58077" y="30896"/>
                  </a:cubicBezTo>
                  <a:cubicBezTo>
                    <a:pt x="57579" y="32580"/>
                    <a:pt x="56546" y="33997"/>
                    <a:pt x="55474" y="35375"/>
                  </a:cubicBezTo>
                  <a:cubicBezTo>
                    <a:pt x="55435" y="35375"/>
                    <a:pt x="55435" y="35413"/>
                    <a:pt x="55397" y="35451"/>
                  </a:cubicBezTo>
                  <a:cubicBezTo>
                    <a:pt x="55435" y="35566"/>
                    <a:pt x="55435" y="35719"/>
                    <a:pt x="55397" y="35873"/>
                  </a:cubicBezTo>
                  <a:cubicBezTo>
                    <a:pt x="55206" y="36255"/>
                    <a:pt x="54938" y="36562"/>
                    <a:pt x="54708" y="36868"/>
                  </a:cubicBezTo>
                  <a:cubicBezTo>
                    <a:pt x="53904" y="37863"/>
                    <a:pt x="52985" y="38782"/>
                    <a:pt x="52105" y="39701"/>
                  </a:cubicBezTo>
                  <a:cubicBezTo>
                    <a:pt x="51607" y="40467"/>
                    <a:pt x="51109" y="41232"/>
                    <a:pt x="50612" y="41998"/>
                  </a:cubicBezTo>
                  <a:cubicBezTo>
                    <a:pt x="50305" y="42457"/>
                    <a:pt x="49999" y="42917"/>
                    <a:pt x="49693" y="43376"/>
                  </a:cubicBezTo>
                  <a:cubicBezTo>
                    <a:pt x="49654" y="43491"/>
                    <a:pt x="49616" y="43606"/>
                    <a:pt x="49540" y="43721"/>
                  </a:cubicBezTo>
                  <a:cubicBezTo>
                    <a:pt x="48506" y="45137"/>
                    <a:pt x="47625" y="46630"/>
                    <a:pt x="46630" y="48085"/>
                  </a:cubicBezTo>
                  <a:cubicBezTo>
                    <a:pt x="46553" y="48200"/>
                    <a:pt x="46477" y="48315"/>
                    <a:pt x="46400" y="48430"/>
                  </a:cubicBezTo>
                  <a:cubicBezTo>
                    <a:pt x="45903" y="49195"/>
                    <a:pt x="45443" y="49961"/>
                    <a:pt x="44907" y="50688"/>
                  </a:cubicBezTo>
                  <a:cubicBezTo>
                    <a:pt x="44333" y="51569"/>
                    <a:pt x="43682" y="52411"/>
                    <a:pt x="43070" y="53253"/>
                  </a:cubicBezTo>
                  <a:cubicBezTo>
                    <a:pt x="42036" y="54861"/>
                    <a:pt x="40888" y="56354"/>
                    <a:pt x="39662" y="57809"/>
                  </a:cubicBezTo>
                  <a:cubicBezTo>
                    <a:pt x="36447" y="61906"/>
                    <a:pt x="33116" y="65925"/>
                    <a:pt x="29862" y="69983"/>
                  </a:cubicBezTo>
                  <a:cubicBezTo>
                    <a:pt x="26646" y="73927"/>
                    <a:pt x="23277" y="77717"/>
                    <a:pt x="20023" y="81622"/>
                  </a:cubicBezTo>
                  <a:cubicBezTo>
                    <a:pt x="19334" y="82464"/>
                    <a:pt x="18606" y="83306"/>
                    <a:pt x="17879" y="84148"/>
                  </a:cubicBezTo>
                  <a:cubicBezTo>
                    <a:pt x="17534" y="84608"/>
                    <a:pt x="17152" y="84991"/>
                    <a:pt x="16769" y="85412"/>
                  </a:cubicBezTo>
                  <a:cubicBezTo>
                    <a:pt x="16616" y="85603"/>
                    <a:pt x="16424" y="85756"/>
                    <a:pt x="16194" y="85833"/>
                  </a:cubicBezTo>
                  <a:cubicBezTo>
                    <a:pt x="16118" y="86101"/>
                    <a:pt x="15812" y="86331"/>
                    <a:pt x="15429" y="86254"/>
                  </a:cubicBezTo>
                  <a:cubicBezTo>
                    <a:pt x="10452" y="85067"/>
                    <a:pt x="5054" y="79286"/>
                    <a:pt x="1876" y="74845"/>
                  </a:cubicBezTo>
                  <a:cubicBezTo>
                    <a:pt x="1761" y="75037"/>
                    <a:pt x="1570" y="75152"/>
                    <a:pt x="1264" y="75152"/>
                  </a:cubicBezTo>
                  <a:cubicBezTo>
                    <a:pt x="843" y="75152"/>
                    <a:pt x="460" y="74807"/>
                    <a:pt x="460" y="74348"/>
                  </a:cubicBezTo>
                  <a:cubicBezTo>
                    <a:pt x="460" y="73965"/>
                    <a:pt x="613" y="73620"/>
                    <a:pt x="804" y="73276"/>
                  </a:cubicBezTo>
                  <a:cubicBezTo>
                    <a:pt x="0" y="72434"/>
                    <a:pt x="1340" y="71591"/>
                    <a:pt x="1838" y="70902"/>
                  </a:cubicBezTo>
                  <a:cubicBezTo>
                    <a:pt x="2719" y="69945"/>
                    <a:pt x="3599" y="68988"/>
                    <a:pt x="4518" y="68069"/>
                  </a:cubicBezTo>
                  <a:cubicBezTo>
                    <a:pt x="4709" y="67418"/>
                    <a:pt x="5322" y="66959"/>
                    <a:pt x="5743" y="66423"/>
                  </a:cubicBezTo>
                  <a:cubicBezTo>
                    <a:pt x="6432" y="65696"/>
                    <a:pt x="7083" y="64968"/>
                    <a:pt x="7772" y="64241"/>
                  </a:cubicBezTo>
                  <a:cubicBezTo>
                    <a:pt x="7849" y="63820"/>
                    <a:pt x="8231" y="63552"/>
                    <a:pt x="8499" y="63245"/>
                  </a:cubicBezTo>
                  <a:cubicBezTo>
                    <a:pt x="9035" y="62710"/>
                    <a:pt x="9533" y="62174"/>
                    <a:pt x="10031" y="61638"/>
                  </a:cubicBezTo>
                  <a:cubicBezTo>
                    <a:pt x="9801" y="60795"/>
                    <a:pt x="10796" y="60183"/>
                    <a:pt x="11179" y="59532"/>
                  </a:cubicBezTo>
                  <a:cubicBezTo>
                    <a:pt x="12328" y="58077"/>
                    <a:pt x="13515" y="56622"/>
                    <a:pt x="14587" y="55091"/>
                  </a:cubicBezTo>
                  <a:cubicBezTo>
                    <a:pt x="14319" y="54478"/>
                    <a:pt x="15084" y="53866"/>
                    <a:pt x="15314" y="53368"/>
                  </a:cubicBezTo>
                  <a:cubicBezTo>
                    <a:pt x="15812" y="52679"/>
                    <a:pt x="16156" y="51913"/>
                    <a:pt x="16577" y="51186"/>
                  </a:cubicBezTo>
                  <a:cubicBezTo>
                    <a:pt x="17075" y="49655"/>
                    <a:pt x="17534" y="48123"/>
                    <a:pt x="17802" y="46554"/>
                  </a:cubicBezTo>
                  <a:cubicBezTo>
                    <a:pt x="17726" y="46477"/>
                    <a:pt x="17688" y="46362"/>
                    <a:pt x="17688" y="46247"/>
                  </a:cubicBezTo>
                  <a:cubicBezTo>
                    <a:pt x="17764" y="45099"/>
                    <a:pt x="17458" y="43989"/>
                    <a:pt x="17343" y="42840"/>
                  </a:cubicBezTo>
                  <a:cubicBezTo>
                    <a:pt x="17343" y="41424"/>
                    <a:pt x="16807" y="40084"/>
                    <a:pt x="16309" y="38744"/>
                  </a:cubicBezTo>
                  <a:cubicBezTo>
                    <a:pt x="16003" y="38093"/>
                    <a:pt x="15888" y="37251"/>
                    <a:pt x="15697" y="36600"/>
                  </a:cubicBezTo>
                  <a:cubicBezTo>
                    <a:pt x="15582" y="35949"/>
                    <a:pt x="15008" y="35222"/>
                    <a:pt x="15314" y="34571"/>
                  </a:cubicBezTo>
                  <a:cubicBezTo>
                    <a:pt x="15237" y="34226"/>
                    <a:pt x="15199" y="33920"/>
                    <a:pt x="15199" y="33576"/>
                  </a:cubicBezTo>
                  <a:cubicBezTo>
                    <a:pt x="14931" y="33193"/>
                    <a:pt x="15008" y="32733"/>
                    <a:pt x="14969" y="32312"/>
                  </a:cubicBezTo>
                  <a:cubicBezTo>
                    <a:pt x="14778" y="30628"/>
                    <a:pt x="14855" y="28943"/>
                    <a:pt x="14778" y="27259"/>
                  </a:cubicBezTo>
                  <a:cubicBezTo>
                    <a:pt x="14701" y="26263"/>
                    <a:pt x="14587" y="25306"/>
                    <a:pt x="14433" y="24311"/>
                  </a:cubicBezTo>
                  <a:cubicBezTo>
                    <a:pt x="14319" y="23201"/>
                    <a:pt x="14472" y="22052"/>
                    <a:pt x="14701" y="20980"/>
                  </a:cubicBezTo>
                  <a:cubicBezTo>
                    <a:pt x="15123" y="19066"/>
                    <a:pt x="15888" y="17228"/>
                    <a:pt x="16271" y="15314"/>
                  </a:cubicBezTo>
                  <a:cubicBezTo>
                    <a:pt x="16539" y="14357"/>
                    <a:pt x="16424" y="13170"/>
                    <a:pt x="17113" y="12405"/>
                  </a:cubicBezTo>
                  <a:cubicBezTo>
                    <a:pt x="17458" y="12137"/>
                    <a:pt x="17841" y="12213"/>
                    <a:pt x="18147" y="12443"/>
                  </a:cubicBezTo>
                  <a:lnTo>
                    <a:pt x="18185" y="12443"/>
                  </a:lnTo>
                  <a:cubicBezTo>
                    <a:pt x="18913" y="12558"/>
                    <a:pt x="19295" y="13362"/>
                    <a:pt x="19678" y="13898"/>
                  </a:cubicBezTo>
                  <a:cubicBezTo>
                    <a:pt x="21018" y="16080"/>
                    <a:pt x="20980" y="18798"/>
                    <a:pt x="20903" y="21286"/>
                  </a:cubicBezTo>
                  <a:cubicBezTo>
                    <a:pt x="20903" y="21440"/>
                    <a:pt x="20903" y="21631"/>
                    <a:pt x="20865" y="21784"/>
                  </a:cubicBezTo>
                  <a:cubicBezTo>
                    <a:pt x="21057" y="22052"/>
                    <a:pt x="21095" y="22512"/>
                    <a:pt x="21171" y="22818"/>
                  </a:cubicBezTo>
                  <a:cubicBezTo>
                    <a:pt x="21860" y="24770"/>
                    <a:pt x="21746" y="26991"/>
                    <a:pt x="22664" y="28867"/>
                  </a:cubicBezTo>
                  <a:cubicBezTo>
                    <a:pt x="23009" y="29556"/>
                    <a:pt x="23507" y="30092"/>
                    <a:pt x="24081" y="30513"/>
                  </a:cubicBezTo>
                  <a:cubicBezTo>
                    <a:pt x="24387" y="30053"/>
                    <a:pt x="24923" y="29594"/>
                    <a:pt x="25229" y="29211"/>
                  </a:cubicBezTo>
                  <a:cubicBezTo>
                    <a:pt x="25842" y="28522"/>
                    <a:pt x="26455" y="27756"/>
                    <a:pt x="26876" y="26914"/>
                  </a:cubicBezTo>
                  <a:cubicBezTo>
                    <a:pt x="26608" y="26263"/>
                    <a:pt x="27412" y="25536"/>
                    <a:pt x="27603" y="24923"/>
                  </a:cubicBezTo>
                  <a:cubicBezTo>
                    <a:pt x="28177" y="23737"/>
                    <a:pt x="28752" y="22550"/>
                    <a:pt x="29288" y="21363"/>
                  </a:cubicBezTo>
                  <a:cubicBezTo>
                    <a:pt x="29096" y="20751"/>
                    <a:pt x="29556" y="20100"/>
                    <a:pt x="29709" y="19525"/>
                  </a:cubicBezTo>
                  <a:cubicBezTo>
                    <a:pt x="30283" y="17956"/>
                    <a:pt x="30934" y="16463"/>
                    <a:pt x="31546" y="14931"/>
                  </a:cubicBezTo>
                  <a:cubicBezTo>
                    <a:pt x="31470" y="14740"/>
                    <a:pt x="31470" y="14549"/>
                    <a:pt x="31585" y="14319"/>
                  </a:cubicBezTo>
                  <a:cubicBezTo>
                    <a:pt x="31891" y="13745"/>
                    <a:pt x="32274" y="13170"/>
                    <a:pt x="32580" y="12596"/>
                  </a:cubicBezTo>
                  <a:cubicBezTo>
                    <a:pt x="32733" y="11639"/>
                    <a:pt x="33460" y="10873"/>
                    <a:pt x="33920" y="10031"/>
                  </a:cubicBezTo>
                  <a:cubicBezTo>
                    <a:pt x="35030" y="8385"/>
                    <a:pt x="36332" y="6892"/>
                    <a:pt x="37710" y="5437"/>
                  </a:cubicBezTo>
                  <a:cubicBezTo>
                    <a:pt x="39126" y="4021"/>
                    <a:pt x="40466" y="2451"/>
                    <a:pt x="42151" y="1302"/>
                  </a:cubicBezTo>
                  <a:cubicBezTo>
                    <a:pt x="42878" y="843"/>
                    <a:pt x="43567" y="39"/>
                    <a:pt x="44524" y="1"/>
                  </a:cubicBezTo>
                  <a:cubicBezTo>
                    <a:pt x="45711" y="154"/>
                    <a:pt x="45941" y="1532"/>
                    <a:pt x="45826" y="2527"/>
                  </a:cubicBezTo>
                  <a:cubicBezTo>
                    <a:pt x="45367" y="4442"/>
                    <a:pt x="44295" y="6164"/>
                    <a:pt x="43299" y="7849"/>
                  </a:cubicBezTo>
                  <a:cubicBezTo>
                    <a:pt x="41117" y="10797"/>
                    <a:pt x="39203" y="14013"/>
                    <a:pt x="37825" y="17458"/>
                  </a:cubicBezTo>
                  <a:cubicBezTo>
                    <a:pt x="37940" y="17879"/>
                    <a:pt x="37595" y="18530"/>
                    <a:pt x="37480" y="18951"/>
                  </a:cubicBezTo>
                  <a:cubicBezTo>
                    <a:pt x="36791" y="21210"/>
                    <a:pt x="36179" y="23507"/>
                    <a:pt x="35911" y="25881"/>
                  </a:cubicBezTo>
                  <a:cubicBezTo>
                    <a:pt x="36255" y="25498"/>
                    <a:pt x="36561" y="25153"/>
                    <a:pt x="36715" y="24962"/>
                  </a:cubicBezTo>
                  <a:cubicBezTo>
                    <a:pt x="38055" y="23162"/>
                    <a:pt x="39854" y="21669"/>
                    <a:pt x="41423" y="20023"/>
                  </a:cubicBezTo>
                  <a:cubicBezTo>
                    <a:pt x="41653" y="19372"/>
                    <a:pt x="42381" y="18951"/>
                    <a:pt x="42840" y="18415"/>
                  </a:cubicBezTo>
                  <a:cubicBezTo>
                    <a:pt x="43721" y="17535"/>
                    <a:pt x="44601" y="16578"/>
                    <a:pt x="45596" y="15812"/>
                  </a:cubicBezTo>
                  <a:cubicBezTo>
                    <a:pt x="45750" y="15276"/>
                    <a:pt x="46247" y="14970"/>
                    <a:pt x="46592" y="14625"/>
                  </a:cubicBezTo>
                  <a:cubicBezTo>
                    <a:pt x="47893" y="13515"/>
                    <a:pt x="49310" y="12366"/>
                    <a:pt x="50726" y="11448"/>
                  </a:cubicBezTo>
                  <a:cubicBezTo>
                    <a:pt x="52411" y="10261"/>
                    <a:pt x="54095" y="9036"/>
                    <a:pt x="55895" y="8002"/>
                  </a:cubicBezTo>
                  <a:cubicBezTo>
                    <a:pt x="58345" y="6509"/>
                    <a:pt x="59034" y="7734"/>
                    <a:pt x="58268" y="10184"/>
                  </a:cubicBezTo>
                  <a:cubicBezTo>
                    <a:pt x="57618" y="12252"/>
                    <a:pt x="56124" y="13936"/>
                    <a:pt x="55052" y="15812"/>
                  </a:cubicBezTo>
                  <a:cubicBezTo>
                    <a:pt x="56890" y="14587"/>
                    <a:pt x="59149" y="13285"/>
                    <a:pt x="59532" y="15161"/>
                  </a:cubicBezTo>
                  <a:close/>
                </a:path>
              </a:pathLst>
            </a:custGeom>
            <a:solidFill>
              <a:srgbClr val="A06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8"/>
            <p:cNvSpPr/>
            <p:nvPr/>
          </p:nvSpPr>
          <p:spPr>
            <a:xfrm>
              <a:off x="1631650" y="1926225"/>
              <a:ext cx="1493075" cy="2145825"/>
            </a:xfrm>
            <a:custGeom>
              <a:avLst/>
              <a:gdLst/>
              <a:ahLst/>
              <a:cxnLst/>
              <a:rect l="l" t="t" r="r" b="b"/>
              <a:pathLst>
                <a:path w="59723" h="85833" extrusionOk="0">
                  <a:moveTo>
                    <a:pt x="13361" y="84416"/>
                  </a:moveTo>
                  <a:cubicBezTo>
                    <a:pt x="11792" y="83497"/>
                    <a:pt x="10107" y="82693"/>
                    <a:pt x="8805" y="81430"/>
                  </a:cubicBezTo>
                  <a:cubicBezTo>
                    <a:pt x="7504" y="80090"/>
                    <a:pt x="6011" y="79018"/>
                    <a:pt x="4632" y="77793"/>
                  </a:cubicBezTo>
                  <a:cubicBezTo>
                    <a:pt x="3829" y="77066"/>
                    <a:pt x="3216" y="76185"/>
                    <a:pt x="2565" y="75343"/>
                  </a:cubicBezTo>
                  <a:cubicBezTo>
                    <a:pt x="1646" y="74233"/>
                    <a:pt x="0" y="72433"/>
                    <a:pt x="1378" y="71093"/>
                  </a:cubicBezTo>
                  <a:cubicBezTo>
                    <a:pt x="1378" y="71055"/>
                    <a:pt x="1417" y="71017"/>
                    <a:pt x="1417" y="71017"/>
                  </a:cubicBezTo>
                  <a:cubicBezTo>
                    <a:pt x="1455" y="70864"/>
                    <a:pt x="1570" y="70749"/>
                    <a:pt x="1876" y="70787"/>
                  </a:cubicBezTo>
                  <a:cubicBezTo>
                    <a:pt x="2029" y="70825"/>
                    <a:pt x="2106" y="70978"/>
                    <a:pt x="2067" y="71132"/>
                  </a:cubicBezTo>
                  <a:cubicBezTo>
                    <a:pt x="2412" y="71782"/>
                    <a:pt x="2833" y="72357"/>
                    <a:pt x="3254" y="72931"/>
                  </a:cubicBezTo>
                  <a:cubicBezTo>
                    <a:pt x="4058" y="73773"/>
                    <a:pt x="4939" y="74845"/>
                    <a:pt x="5896" y="75802"/>
                  </a:cubicBezTo>
                  <a:cubicBezTo>
                    <a:pt x="7504" y="77104"/>
                    <a:pt x="9418" y="78023"/>
                    <a:pt x="11447" y="78291"/>
                  </a:cubicBezTo>
                  <a:cubicBezTo>
                    <a:pt x="15926" y="77984"/>
                    <a:pt x="20099" y="73926"/>
                    <a:pt x="23200" y="70787"/>
                  </a:cubicBezTo>
                  <a:cubicBezTo>
                    <a:pt x="23506" y="70481"/>
                    <a:pt x="23774" y="70175"/>
                    <a:pt x="24081" y="69868"/>
                  </a:cubicBezTo>
                  <a:cubicBezTo>
                    <a:pt x="24846" y="69217"/>
                    <a:pt x="25574" y="68528"/>
                    <a:pt x="26339" y="67878"/>
                  </a:cubicBezTo>
                  <a:cubicBezTo>
                    <a:pt x="27220" y="67112"/>
                    <a:pt x="28100" y="66384"/>
                    <a:pt x="28981" y="65619"/>
                  </a:cubicBezTo>
                  <a:cubicBezTo>
                    <a:pt x="29058" y="65542"/>
                    <a:pt x="29134" y="65466"/>
                    <a:pt x="29249" y="65389"/>
                  </a:cubicBezTo>
                  <a:cubicBezTo>
                    <a:pt x="31546" y="63015"/>
                    <a:pt x="33843" y="60680"/>
                    <a:pt x="36102" y="58268"/>
                  </a:cubicBezTo>
                  <a:lnTo>
                    <a:pt x="39241" y="54593"/>
                  </a:lnTo>
                  <a:cubicBezTo>
                    <a:pt x="41117" y="52219"/>
                    <a:pt x="42725" y="49693"/>
                    <a:pt x="44409" y="47204"/>
                  </a:cubicBezTo>
                  <a:cubicBezTo>
                    <a:pt x="45596" y="45405"/>
                    <a:pt x="46783" y="43606"/>
                    <a:pt x="48161" y="41959"/>
                  </a:cubicBezTo>
                  <a:lnTo>
                    <a:pt x="48353" y="41615"/>
                  </a:lnTo>
                  <a:lnTo>
                    <a:pt x="48429" y="41500"/>
                  </a:lnTo>
                  <a:cubicBezTo>
                    <a:pt x="48582" y="41309"/>
                    <a:pt x="48735" y="41079"/>
                    <a:pt x="48889" y="40887"/>
                  </a:cubicBezTo>
                  <a:cubicBezTo>
                    <a:pt x="49310" y="40390"/>
                    <a:pt x="49769" y="39930"/>
                    <a:pt x="50190" y="39471"/>
                  </a:cubicBezTo>
                  <a:cubicBezTo>
                    <a:pt x="50650" y="38935"/>
                    <a:pt x="51071" y="38399"/>
                    <a:pt x="51530" y="37863"/>
                  </a:cubicBezTo>
                  <a:cubicBezTo>
                    <a:pt x="53291" y="35719"/>
                    <a:pt x="55244" y="33690"/>
                    <a:pt x="56469" y="31125"/>
                  </a:cubicBezTo>
                  <a:cubicBezTo>
                    <a:pt x="56737" y="30666"/>
                    <a:pt x="56852" y="30130"/>
                    <a:pt x="57120" y="29709"/>
                  </a:cubicBezTo>
                  <a:cubicBezTo>
                    <a:pt x="57120" y="29517"/>
                    <a:pt x="57120" y="29326"/>
                    <a:pt x="57158" y="29134"/>
                  </a:cubicBezTo>
                  <a:cubicBezTo>
                    <a:pt x="57234" y="28905"/>
                    <a:pt x="57656" y="28866"/>
                    <a:pt x="57770" y="29096"/>
                  </a:cubicBezTo>
                  <a:cubicBezTo>
                    <a:pt x="57962" y="29134"/>
                    <a:pt x="58000" y="29364"/>
                    <a:pt x="58038" y="29594"/>
                  </a:cubicBezTo>
                  <a:cubicBezTo>
                    <a:pt x="58115" y="29823"/>
                    <a:pt x="58153" y="30091"/>
                    <a:pt x="58115" y="30283"/>
                  </a:cubicBezTo>
                  <a:cubicBezTo>
                    <a:pt x="58000" y="31738"/>
                    <a:pt x="57273" y="33116"/>
                    <a:pt x="56545" y="34379"/>
                  </a:cubicBezTo>
                  <a:cubicBezTo>
                    <a:pt x="55129" y="36638"/>
                    <a:pt x="52793" y="38169"/>
                    <a:pt x="51377" y="40428"/>
                  </a:cubicBezTo>
                  <a:cubicBezTo>
                    <a:pt x="49578" y="43070"/>
                    <a:pt x="48085" y="45864"/>
                    <a:pt x="46362" y="48506"/>
                  </a:cubicBezTo>
                  <a:cubicBezTo>
                    <a:pt x="44026" y="52219"/>
                    <a:pt x="41117" y="55474"/>
                    <a:pt x="38322" y="58881"/>
                  </a:cubicBezTo>
                  <a:cubicBezTo>
                    <a:pt x="34685" y="63360"/>
                    <a:pt x="31087" y="67916"/>
                    <a:pt x="27182" y="72242"/>
                  </a:cubicBezTo>
                  <a:cubicBezTo>
                    <a:pt x="24387" y="75496"/>
                    <a:pt x="22013" y="79171"/>
                    <a:pt x="19142" y="82387"/>
                  </a:cubicBezTo>
                  <a:cubicBezTo>
                    <a:pt x="18568" y="82961"/>
                    <a:pt x="18032" y="83536"/>
                    <a:pt x="17496" y="84110"/>
                  </a:cubicBezTo>
                  <a:cubicBezTo>
                    <a:pt x="16883" y="84684"/>
                    <a:pt x="16462" y="85833"/>
                    <a:pt x="15505" y="85833"/>
                  </a:cubicBezTo>
                  <a:cubicBezTo>
                    <a:pt x="14625" y="85641"/>
                    <a:pt x="14050" y="84875"/>
                    <a:pt x="13323" y="84416"/>
                  </a:cubicBezTo>
                  <a:lnTo>
                    <a:pt x="24617" y="71438"/>
                  </a:lnTo>
                  <a:lnTo>
                    <a:pt x="24617" y="71438"/>
                  </a:lnTo>
                  <a:lnTo>
                    <a:pt x="13323" y="84416"/>
                  </a:lnTo>
                  <a:lnTo>
                    <a:pt x="13323" y="84416"/>
                  </a:lnTo>
                  <a:close/>
                  <a:moveTo>
                    <a:pt x="48621" y="26263"/>
                  </a:moveTo>
                  <a:cubicBezTo>
                    <a:pt x="48735" y="26416"/>
                    <a:pt x="48850" y="26569"/>
                    <a:pt x="48927" y="26761"/>
                  </a:cubicBezTo>
                  <a:cubicBezTo>
                    <a:pt x="48965" y="26837"/>
                    <a:pt x="49003" y="26914"/>
                    <a:pt x="49042" y="27029"/>
                  </a:cubicBezTo>
                  <a:cubicBezTo>
                    <a:pt x="49003" y="27067"/>
                    <a:pt x="48965" y="27144"/>
                    <a:pt x="48927" y="27220"/>
                  </a:cubicBezTo>
                  <a:cubicBezTo>
                    <a:pt x="48161" y="28752"/>
                    <a:pt x="47778" y="30436"/>
                    <a:pt x="47051" y="32006"/>
                  </a:cubicBezTo>
                  <a:cubicBezTo>
                    <a:pt x="46017" y="34571"/>
                    <a:pt x="44601" y="37059"/>
                    <a:pt x="43720" y="39662"/>
                  </a:cubicBezTo>
                  <a:cubicBezTo>
                    <a:pt x="44294" y="41002"/>
                    <a:pt x="46209" y="36293"/>
                    <a:pt x="46515" y="35834"/>
                  </a:cubicBezTo>
                  <a:cubicBezTo>
                    <a:pt x="47434" y="34762"/>
                    <a:pt x="47970" y="33346"/>
                    <a:pt x="48697" y="32120"/>
                  </a:cubicBezTo>
                  <a:cubicBezTo>
                    <a:pt x="49654" y="30359"/>
                    <a:pt x="50228" y="28369"/>
                    <a:pt x="51607" y="26876"/>
                  </a:cubicBezTo>
                  <a:cubicBezTo>
                    <a:pt x="51913" y="26837"/>
                    <a:pt x="52104" y="26531"/>
                    <a:pt x="52296" y="26340"/>
                  </a:cubicBezTo>
                  <a:cubicBezTo>
                    <a:pt x="52717" y="25919"/>
                    <a:pt x="53100" y="25497"/>
                    <a:pt x="53483" y="25038"/>
                  </a:cubicBezTo>
                  <a:cubicBezTo>
                    <a:pt x="54516" y="24004"/>
                    <a:pt x="55512" y="22971"/>
                    <a:pt x="56430" y="21822"/>
                  </a:cubicBezTo>
                  <a:cubicBezTo>
                    <a:pt x="57541" y="20482"/>
                    <a:pt x="58345" y="18874"/>
                    <a:pt x="59072" y="17266"/>
                  </a:cubicBezTo>
                  <a:cubicBezTo>
                    <a:pt x="59378" y="16616"/>
                    <a:pt x="59723" y="14893"/>
                    <a:pt x="59263" y="14280"/>
                  </a:cubicBezTo>
                  <a:cubicBezTo>
                    <a:pt x="59455" y="13936"/>
                    <a:pt x="59034" y="13591"/>
                    <a:pt x="58727" y="13859"/>
                  </a:cubicBezTo>
                  <a:cubicBezTo>
                    <a:pt x="58383" y="14740"/>
                    <a:pt x="58383" y="15735"/>
                    <a:pt x="57923" y="16577"/>
                  </a:cubicBezTo>
                  <a:cubicBezTo>
                    <a:pt x="57005" y="18147"/>
                    <a:pt x="55856" y="19602"/>
                    <a:pt x="54669" y="20980"/>
                  </a:cubicBezTo>
                  <a:cubicBezTo>
                    <a:pt x="53329" y="22588"/>
                    <a:pt x="51990" y="24234"/>
                    <a:pt x="50458" y="25727"/>
                  </a:cubicBezTo>
                  <a:cubicBezTo>
                    <a:pt x="50228" y="25919"/>
                    <a:pt x="49999" y="26110"/>
                    <a:pt x="49731" y="26301"/>
                  </a:cubicBezTo>
                  <a:cubicBezTo>
                    <a:pt x="49463" y="25842"/>
                    <a:pt x="48965" y="25383"/>
                    <a:pt x="48735" y="25383"/>
                  </a:cubicBezTo>
                  <a:cubicBezTo>
                    <a:pt x="48123" y="25344"/>
                    <a:pt x="48238" y="26148"/>
                    <a:pt x="48621" y="26263"/>
                  </a:cubicBezTo>
                  <a:lnTo>
                    <a:pt x="48621" y="26263"/>
                  </a:lnTo>
                  <a:close/>
                  <a:moveTo>
                    <a:pt x="45137" y="22090"/>
                  </a:moveTo>
                  <a:cubicBezTo>
                    <a:pt x="45137" y="22090"/>
                    <a:pt x="45175" y="22090"/>
                    <a:pt x="45175" y="22090"/>
                  </a:cubicBezTo>
                  <a:cubicBezTo>
                    <a:pt x="44180" y="23124"/>
                    <a:pt x="43261" y="24234"/>
                    <a:pt x="42419" y="25383"/>
                  </a:cubicBezTo>
                  <a:cubicBezTo>
                    <a:pt x="41232" y="27182"/>
                    <a:pt x="40236" y="29134"/>
                    <a:pt x="39547" y="31163"/>
                  </a:cubicBezTo>
                  <a:cubicBezTo>
                    <a:pt x="39241" y="32120"/>
                    <a:pt x="38820" y="33116"/>
                    <a:pt x="38896" y="34111"/>
                  </a:cubicBezTo>
                  <a:cubicBezTo>
                    <a:pt x="39241" y="34685"/>
                    <a:pt x="39739" y="33996"/>
                    <a:pt x="39968" y="33652"/>
                  </a:cubicBezTo>
                  <a:cubicBezTo>
                    <a:pt x="40811" y="32503"/>
                    <a:pt x="41653" y="31317"/>
                    <a:pt x="42533" y="30168"/>
                  </a:cubicBezTo>
                  <a:cubicBezTo>
                    <a:pt x="43835" y="28522"/>
                    <a:pt x="44984" y="26722"/>
                    <a:pt x="46285" y="25076"/>
                  </a:cubicBezTo>
                  <a:cubicBezTo>
                    <a:pt x="47625" y="23468"/>
                    <a:pt x="49042" y="21899"/>
                    <a:pt x="50382" y="20291"/>
                  </a:cubicBezTo>
                  <a:cubicBezTo>
                    <a:pt x="51339" y="19142"/>
                    <a:pt x="52296" y="17994"/>
                    <a:pt x="53329" y="16884"/>
                  </a:cubicBezTo>
                  <a:cubicBezTo>
                    <a:pt x="54287" y="15850"/>
                    <a:pt x="55320" y="14893"/>
                    <a:pt x="56124" y="13783"/>
                  </a:cubicBezTo>
                  <a:cubicBezTo>
                    <a:pt x="57120" y="12404"/>
                    <a:pt x="58230" y="10950"/>
                    <a:pt x="58498" y="9227"/>
                  </a:cubicBezTo>
                  <a:cubicBezTo>
                    <a:pt x="58536" y="8806"/>
                    <a:pt x="58804" y="8193"/>
                    <a:pt x="58459" y="7887"/>
                  </a:cubicBezTo>
                  <a:cubicBezTo>
                    <a:pt x="58766" y="7313"/>
                    <a:pt x="58153" y="6853"/>
                    <a:pt x="57885" y="7427"/>
                  </a:cubicBezTo>
                  <a:cubicBezTo>
                    <a:pt x="57656" y="8270"/>
                    <a:pt x="57426" y="9112"/>
                    <a:pt x="57043" y="9878"/>
                  </a:cubicBezTo>
                  <a:cubicBezTo>
                    <a:pt x="56239" y="11332"/>
                    <a:pt x="55090" y="12557"/>
                    <a:pt x="53942" y="13783"/>
                  </a:cubicBezTo>
                  <a:cubicBezTo>
                    <a:pt x="51300" y="16424"/>
                    <a:pt x="48353" y="18836"/>
                    <a:pt x="45711" y="21554"/>
                  </a:cubicBezTo>
                  <a:cubicBezTo>
                    <a:pt x="45520" y="20712"/>
                    <a:pt x="44716" y="19449"/>
                    <a:pt x="44218" y="19946"/>
                  </a:cubicBezTo>
                  <a:cubicBezTo>
                    <a:pt x="43912" y="19908"/>
                    <a:pt x="43720" y="20329"/>
                    <a:pt x="43988" y="20559"/>
                  </a:cubicBezTo>
                  <a:cubicBezTo>
                    <a:pt x="44141" y="20674"/>
                    <a:pt x="44294" y="20788"/>
                    <a:pt x="44448" y="20942"/>
                  </a:cubicBezTo>
                  <a:cubicBezTo>
                    <a:pt x="44754" y="21286"/>
                    <a:pt x="44945" y="21707"/>
                    <a:pt x="45137" y="22090"/>
                  </a:cubicBezTo>
                  <a:lnTo>
                    <a:pt x="45137" y="22090"/>
                  </a:lnTo>
                  <a:close/>
                  <a:moveTo>
                    <a:pt x="35566" y="13093"/>
                  </a:moveTo>
                  <a:cubicBezTo>
                    <a:pt x="35260" y="12825"/>
                    <a:pt x="34800" y="12787"/>
                    <a:pt x="34417" y="12864"/>
                  </a:cubicBezTo>
                  <a:cubicBezTo>
                    <a:pt x="34034" y="13208"/>
                    <a:pt x="33537" y="12557"/>
                    <a:pt x="33958" y="12290"/>
                  </a:cubicBezTo>
                  <a:cubicBezTo>
                    <a:pt x="34609" y="12022"/>
                    <a:pt x="35413" y="12098"/>
                    <a:pt x="35987" y="12519"/>
                  </a:cubicBezTo>
                  <a:cubicBezTo>
                    <a:pt x="36331" y="12787"/>
                    <a:pt x="35949" y="13361"/>
                    <a:pt x="35566" y="13093"/>
                  </a:cubicBezTo>
                  <a:lnTo>
                    <a:pt x="35566" y="13093"/>
                  </a:lnTo>
                  <a:close/>
                  <a:moveTo>
                    <a:pt x="36102" y="58268"/>
                  </a:moveTo>
                  <a:cubicBezTo>
                    <a:pt x="36408" y="57924"/>
                    <a:pt x="36714" y="57579"/>
                    <a:pt x="37059" y="57196"/>
                  </a:cubicBezTo>
                  <a:cubicBezTo>
                    <a:pt x="37825" y="56392"/>
                    <a:pt x="38552" y="55512"/>
                    <a:pt x="39241" y="54631"/>
                  </a:cubicBezTo>
                  <a:lnTo>
                    <a:pt x="36102" y="58268"/>
                  </a:lnTo>
                  <a:close/>
                  <a:moveTo>
                    <a:pt x="16615" y="50765"/>
                  </a:moveTo>
                  <a:cubicBezTo>
                    <a:pt x="17458" y="51837"/>
                    <a:pt x="18874" y="46439"/>
                    <a:pt x="18989" y="45826"/>
                  </a:cubicBezTo>
                  <a:cubicBezTo>
                    <a:pt x="19869" y="41462"/>
                    <a:pt x="17687" y="38705"/>
                    <a:pt x="15773" y="35145"/>
                  </a:cubicBezTo>
                  <a:cubicBezTo>
                    <a:pt x="15735" y="34953"/>
                    <a:pt x="15505" y="34877"/>
                    <a:pt x="15352" y="34915"/>
                  </a:cubicBezTo>
                  <a:cubicBezTo>
                    <a:pt x="14625" y="35375"/>
                    <a:pt x="16079" y="36868"/>
                    <a:pt x="16309" y="37442"/>
                  </a:cubicBezTo>
                  <a:cubicBezTo>
                    <a:pt x="15926" y="37557"/>
                    <a:pt x="16041" y="37940"/>
                    <a:pt x="16194" y="38169"/>
                  </a:cubicBezTo>
                  <a:cubicBezTo>
                    <a:pt x="16462" y="38782"/>
                    <a:pt x="16692" y="39433"/>
                    <a:pt x="16845" y="40084"/>
                  </a:cubicBezTo>
                  <a:cubicBezTo>
                    <a:pt x="17266" y="41309"/>
                    <a:pt x="17343" y="42802"/>
                    <a:pt x="17802" y="44027"/>
                  </a:cubicBezTo>
                  <a:cubicBezTo>
                    <a:pt x="17840" y="45596"/>
                    <a:pt x="17496" y="47166"/>
                    <a:pt x="17113" y="48697"/>
                  </a:cubicBezTo>
                  <a:cubicBezTo>
                    <a:pt x="16998" y="49386"/>
                    <a:pt x="16462" y="50076"/>
                    <a:pt x="16615" y="50765"/>
                  </a:cubicBezTo>
                  <a:lnTo>
                    <a:pt x="16615" y="50765"/>
                  </a:lnTo>
                  <a:close/>
                  <a:moveTo>
                    <a:pt x="23545" y="29441"/>
                  </a:moveTo>
                  <a:cubicBezTo>
                    <a:pt x="23085" y="28790"/>
                    <a:pt x="22702" y="28101"/>
                    <a:pt x="22396" y="27373"/>
                  </a:cubicBezTo>
                  <a:cubicBezTo>
                    <a:pt x="21784" y="26033"/>
                    <a:pt x="21516" y="24579"/>
                    <a:pt x="21286" y="23162"/>
                  </a:cubicBezTo>
                  <a:cubicBezTo>
                    <a:pt x="20903" y="21401"/>
                    <a:pt x="21056" y="19563"/>
                    <a:pt x="20827" y="17802"/>
                  </a:cubicBezTo>
                  <a:cubicBezTo>
                    <a:pt x="20559" y="16156"/>
                    <a:pt x="20291" y="14357"/>
                    <a:pt x="19295" y="13017"/>
                  </a:cubicBezTo>
                  <a:cubicBezTo>
                    <a:pt x="19027" y="12557"/>
                    <a:pt x="17228" y="11256"/>
                    <a:pt x="17190" y="12366"/>
                  </a:cubicBezTo>
                  <a:cubicBezTo>
                    <a:pt x="16845" y="12213"/>
                    <a:pt x="16539" y="12634"/>
                    <a:pt x="16807" y="12902"/>
                  </a:cubicBezTo>
                  <a:cubicBezTo>
                    <a:pt x="17228" y="13323"/>
                    <a:pt x="17534" y="13859"/>
                    <a:pt x="17879" y="14395"/>
                  </a:cubicBezTo>
                  <a:cubicBezTo>
                    <a:pt x="18300" y="15046"/>
                    <a:pt x="18530" y="15773"/>
                    <a:pt x="18759" y="16539"/>
                  </a:cubicBezTo>
                  <a:cubicBezTo>
                    <a:pt x="19142" y="17994"/>
                    <a:pt x="19410" y="19487"/>
                    <a:pt x="19448" y="21018"/>
                  </a:cubicBezTo>
                  <a:cubicBezTo>
                    <a:pt x="19448" y="21631"/>
                    <a:pt x="19295" y="22396"/>
                    <a:pt x="19410" y="23047"/>
                  </a:cubicBezTo>
                  <a:cubicBezTo>
                    <a:pt x="19793" y="24196"/>
                    <a:pt x="20482" y="25191"/>
                    <a:pt x="20941" y="26301"/>
                  </a:cubicBezTo>
                  <a:cubicBezTo>
                    <a:pt x="21477" y="27641"/>
                    <a:pt x="21975" y="29134"/>
                    <a:pt x="23162" y="30091"/>
                  </a:cubicBezTo>
                  <a:cubicBezTo>
                    <a:pt x="23660" y="30321"/>
                    <a:pt x="23851" y="29747"/>
                    <a:pt x="23545" y="29441"/>
                  </a:cubicBezTo>
                  <a:lnTo>
                    <a:pt x="23545" y="29441"/>
                  </a:lnTo>
                  <a:close/>
                  <a:moveTo>
                    <a:pt x="45749" y="230"/>
                  </a:moveTo>
                  <a:cubicBezTo>
                    <a:pt x="45941" y="1072"/>
                    <a:pt x="45788" y="1991"/>
                    <a:pt x="45634" y="2872"/>
                  </a:cubicBezTo>
                  <a:cubicBezTo>
                    <a:pt x="45290" y="4556"/>
                    <a:pt x="44256" y="5973"/>
                    <a:pt x="43337" y="7389"/>
                  </a:cubicBezTo>
                  <a:cubicBezTo>
                    <a:pt x="41691" y="10184"/>
                    <a:pt x="39930" y="12940"/>
                    <a:pt x="38399" y="15812"/>
                  </a:cubicBezTo>
                  <a:cubicBezTo>
                    <a:pt x="37480" y="17764"/>
                    <a:pt x="36944" y="19908"/>
                    <a:pt x="36561" y="21975"/>
                  </a:cubicBezTo>
                  <a:cubicBezTo>
                    <a:pt x="36408" y="22932"/>
                    <a:pt x="35872" y="26378"/>
                    <a:pt x="35183" y="26799"/>
                  </a:cubicBezTo>
                  <a:cubicBezTo>
                    <a:pt x="35183" y="27029"/>
                    <a:pt x="34992" y="27220"/>
                    <a:pt x="34762" y="27182"/>
                  </a:cubicBezTo>
                  <a:cubicBezTo>
                    <a:pt x="34609" y="27144"/>
                    <a:pt x="34456" y="26990"/>
                    <a:pt x="34494" y="26799"/>
                  </a:cubicBezTo>
                  <a:cubicBezTo>
                    <a:pt x="34570" y="26187"/>
                    <a:pt x="34647" y="25574"/>
                    <a:pt x="34762" y="24961"/>
                  </a:cubicBezTo>
                  <a:cubicBezTo>
                    <a:pt x="34953" y="23583"/>
                    <a:pt x="35068" y="22205"/>
                    <a:pt x="35221" y="20827"/>
                  </a:cubicBezTo>
                  <a:cubicBezTo>
                    <a:pt x="35566" y="18032"/>
                    <a:pt x="35413" y="14931"/>
                    <a:pt x="37365" y="12711"/>
                  </a:cubicBezTo>
                  <a:cubicBezTo>
                    <a:pt x="38782" y="10796"/>
                    <a:pt x="40428" y="9035"/>
                    <a:pt x="41768" y="7083"/>
                  </a:cubicBezTo>
                  <a:cubicBezTo>
                    <a:pt x="42955" y="5207"/>
                    <a:pt x="43988" y="3216"/>
                    <a:pt x="44792" y="1149"/>
                  </a:cubicBezTo>
                  <a:cubicBezTo>
                    <a:pt x="44984" y="766"/>
                    <a:pt x="44945" y="39"/>
                    <a:pt x="45443" y="0"/>
                  </a:cubicBezTo>
                  <a:cubicBezTo>
                    <a:pt x="45596" y="0"/>
                    <a:pt x="45711" y="77"/>
                    <a:pt x="45788" y="230"/>
                  </a:cubicBezTo>
                  <a:lnTo>
                    <a:pt x="45788" y="230"/>
                  </a:lnTo>
                  <a:close/>
                  <a:moveTo>
                    <a:pt x="50382" y="38399"/>
                  </a:moveTo>
                  <a:cubicBezTo>
                    <a:pt x="50573" y="38629"/>
                    <a:pt x="50994" y="38437"/>
                    <a:pt x="50956" y="38169"/>
                  </a:cubicBezTo>
                  <a:cubicBezTo>
                    <a:pt x="50956" y="37825"/>
                    <a:pt x="50879" y="37480"/>
                    <a:pt x="50764" y="37174"/>
                  </a:cubicBezTo>
                  <a:cubicBezTo>
                    <a:pt x="50650" y="36753"/>
                    <a:pt x="49999" y="35987"/>
                    <a:pt x="49731" y="36715"/>
                  </a:cubicBezTo>
                  <a:cubicBezTo>
                    <a:pt x="49692" y="36944"/>
                    <a:pt x="49960" y="37059"/>
                    <a:pt x="50075" y="37251"/>
                  </a:cubicBezTo>
                  <a:cubicBezTo>
                    <a:pt x="50267" y="37595"/>
                    <a:pt x="50190" y="38054"/>
                    <a:pt x="50382" y="38399"/>
                  </a:cubicBezTo>
                  <a:close/>
                </a:path>
              </a:pathLst>
            </a:custGeom>
            <a:solidFill>
              <a:srgbClr val="885B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8"/>
            <p:cNvSpPr/>
            <p:nvPr/>
          </p:nvSpPr>
          <p:spPr>
            <a:xfrm>
              <a:off x="1788600" y="3265200"/>
              <a:ext cx="290025" cy="418275"/>
            </a:xfrm>
            <a:custGeom>
              <a:avLst/>
              <a:gdLst/>
              <a:ahLst/>
              <a:cxnLst/>
              <a:rect l="l" t="t" r="r" b="b"/>
              <a:pathLst>
                <a:path w="11601" h="16731" extrusionOk="0">
                  <a:moveTo>
                    <a:pt x="996" y="16692"/>
                  </a:moveTo>
                  <a:cubicBezTo>
                    <a:pt x="843" y="16692"/>
                    <a:pt x="690" y="16654"/>
                    <a:pt x="575" y="16654"/>
                  </a:cubicBezTo>
                  <a:cubicBezTo>
                    <a:pt x="460" y="16616"/>
                    <a:pt x="384" y="16577"/>
                    <a:pt x="269" y="16539"/>
                  </a:cubicBezTo>
                  <a:lnTo>
                    <a:pt x="154" y="16501"/>
                  </a:lnTo>
                  <a:cubicBezTo>
                    <a:pt x="116" y="16501"/>
                    <a:pt x="116" y="16501"/>
                    <a:pt x="116" y="16501"/>
                  </a:cubicBezTo>
                  <a:lnTo>
                    <a:pt x="116" y="16462"/>
                  </a:lnTo>
                  <a:lnTo>
                    <a:pt x="116" y="16462"/>
                  </a:lnTo>
                  <a:cubicBezTo>
                    <a:pt x="116" y="16462"/>
                    <a:pt x="77" y="16424"/>
                    <a:pt x="77" y="16424"/>
                  </a:cubicBezTo>
                  <a:cubicBezTo>
                    <a:pt x="77" y="16348"/>
                    <a:pt x="77" y="16309"/>
                    <a:pt x="39" y="16271"/>
                  </a:cubicBezTo>
                  <a:cubicBezTo>
                    <a:pt x="39" y="16194"/>
                    <a:pt x="39" y="16080"/>
                    <a:pt x="1" y="15965"/>
                  </a:cubicBezTo>
                  <a:cubicBezTo>
                    <a:pt x="1" y="15812"/>
                    <a:pt x="1" y="15658"/>
                    <a:pt x="39" y="15505"/>
                  </a:cubicBezTo>
                  <a:cubicBezTo>
                    <a:pt x="39" y="15276"/>
                    <a:pt x="77" y="15084"/>
                    <a:pt x="116" y="14893"/>
                  </a:cubicBezTo>
                  <a:cubicBezTo>
                    <a:pt x="154" y="14778"/>
                    <a:pt x="154" y="14663"/>
                    <a:pt x="192" y="14586"/>
                  </a:cubicBezTo>
                  <a:cubicBezTo>
                    <a:pt x="728" y="13974"/>
                    <a:pt x="1264" y="13323"/>
                    <a:pt x="1762" y="12672"/>
                  </a:cubicBezTo>
                  <a:cubicBezTo>
                    <a:pt x="2527" y="11715"/>
                    <a:pt x="3293" y="10720"/>
                    <a:pt x="4059" y="9763"/>
                  </a:cubicBezTo>
                  <a:cubicBezTo>
                    <a:pt x="4020" y="9801"/>
                    <a:pt x="4020" y="9801"/>
                    <a:pt x="3982" y="9839"/>
                  </a:cubicBezTo>
                  <a:cubicBezTo>
                    <a:pt x="4020" y="9801"/>
                    <a:pt x="4059" y="9724"/>
                    <a:pt x="4097" y="9686"/>
                  </a:cubicBezTo>
                  <a:cubicBezTo>
                    <a:pt x="4097" y="9686"/>
                    <a:pt x="4097" y="9686"/>
                    <a:pt x="4135" y="9686"/>
                  </a:cubicBezTo>
                  <a:lnTo>
                    <a:pt x="4135" y="9686"/>
                  </a:lnTo>
                  <a:cubicBezTo>
                    <a:pt x="4135" y="9686"/>
                    <a:pt x="4135" y="9648"/>
                    <a:pt x="4135" y="9648"/>
                  </a:cubicBezTo>
                  <a:cubicBezTo>
                    <a:pt x="4097" y="9686"/>
                    <a:pt x="4097" y="9724"/>
                    <a:pt x="4059" y="9763"/>
                  </a:cubicBezTo>
                  <a:cubicBezTo>
                    <a:pt x="5246" y="8231"/>
                    <a:pt x="6394" y="6623"/>
                    <a:pt x="7543" y="5054"/>
                  </a:cubicBezTo>
                  <a:cubicBezTo>
                    <a:pt x="8193" y="4135"/>
                    <a:pt x="8883" y="3216"/>
                    <a:pt x="9533" y="2259"/>
                  </a:cubicBezTo>
                  <a:cubicBezTo>
                    <a:pt x="10069" y="1493"/>
                    <a:pt x="10605" y="766"/>
                    <a:pt x="11180" y="0"/>
                  </a:cubicBezTo>
                  <a:cubicBezTo>
                    <a:pt x="11180" y="39"/>
                    <a:pt x="11218" y="39"/>
                    <a:pt x="11218" y="77"/>
                  </a:cubicBezTo>
                  <a:cubicBezTo>
                    <a:pt x="11256" y="77"/>
                    <a:pt x="11294" y="115"/>
                    <a:pt x="11294" y="115"/>
                  </a:cubicBezTo>
                  <a:cubicBezTo>
                    <a:pt x="11409" y="230"/>
                    <a:pt x="11486" y="345"/>
                    <a:pt x="11562" y="460"/>
                  </a:cubicBezTo>
                  <a:cubicBezTo>
                    <a:pt x="11601" y="460"/>
                    <a:pt x="11601" y="460"/>
                    <a:pt x="11601" y="498"/>
                  </a:cubicBezTo>
                  <a:cubicBezTo>
                    <a:pt x="11524" y="881"/>
                    <a:pt x="11409" y="1264"/>
                    <a:pt x="11294" y="1647"/>
                  </a:cubicBezTo>
                  <a:cubicBezTo>
                    <a:pt x="11180" y="2029"/>
                    <a:pt x="11026" y="2412"/>
                    <a:pt x="10912" y="2795"/>
                  </a:cubicBezTo>
                  <a:cubicBezTo>
                    <a:pt x="10720" y="3331"/>
                    <a:pt x="10490" y="3867"/>
                    <a:pt x="10299" y="4403"/>
                  </a:cubicBezTo>
                  <a:cubicBezTo>
                    <a:pt x="9878" y="5245"/>
                    <a:pt x="9572" y="5858"/>
                    <a:pt x="9533" y="6049"/>
                  </a:cubicBezTo>
                  <a:cubicBezTo>
                    <a:pt x="8232" y="8653"/>
                    <a:pt x="4978" y="15620"/>
                    <a:pt x="1685" y="16730"/>
                  </a:cubicBezTo>
                  <a:lnTo>
                    <a:pt x="1494" y="16730"/>
                  </a:lnTo>
                  <a:cubicBezTo>
                    <a:pt x="1341" y="16730"/>
                    <a:pt x="1149" y="16730"/>
                    <a:pt x="996" y="16692"/>
                  </a:cubicBezTo>
                  <a:close/>
                </a:path>
              </a:pathLst>
            </a:custGeom>
            <a:solidFill>
              <a:srgbClr val="AF7D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8"/>
            <p:cNvSpPr/>
            <p:nvPr/>
          </p:nvSpPr>
          <p:spPr>
            <a:xfrm>
              <a:off x="2025975" y="1914750"/>
              <a:ext cx="1115025" cy="831725"/>
            </a:xfrm>
            <a:custGeom>
              <a:avLst/>
              <a:gdLst/>
              <a:ahLst/>
              <a:cxnLst/>
              <a:rect l="l" t="t" r="r" b="b"/>
              <a:pathLst>
                <a:path w="44601" h="33269" extrusionOk="0">
                  <a:moveTo>
                    <a:pt x="574" y="16500"/>
                  </a:moveTo>
                  <a:cubicBezTo>
                    <a:pt x="0" y="16194"/>
                    <a:pt x="995" y="15084"/>
                    <a:pt x="995" y="14548"/>
                  </a:cubicBezTo>
                  <a:cubicBezTo>
                    <a:pt x="804" y="14127"/>
                    <a:pt x="1072" y="13591"/>
                    <a:pt x="1072" y="13131"/>
                  </a:cubicBezTo>
                  <a:cubicBezTo>
                    <a:pt x="1110" y="12863"/>
                    <a:pt x="1149" y="12481"/>
                    <a:pt x="1531" y="12519"/>
                  </a:cubicBezTo>
                  <a:cubicBezTo>
                    <a:pt x="2067" y="12672"/>
                    <a:pt x="1723" y="14088"/>
                    <a:pt x="1723" y="14548"/>
                  </a:cubicBezTo>
                  <a:cubicBezTo>
                    <a:pt x="1570" y="14931"/>
                    <a:pt x="1110" y="16807"/>
                    <a:pt x="574" y="16500"/>
                  </a:cubicBezTo>
                  <a:close/>
                  <a:moveTo>
                    <a:pt x="38628" y="32771"/>
                  </a:moveTo>
                  <a:cubicBezTo>
                    <a:pt x="37901" y="32197"/>
                    <a:pt x="39088" y="31086"/>
                    <a:pt x="39471" y="30589"/>
                  </a:cubicBezTo>
                  <a:cubicBezTo>
                    <a:pt x="39777" y="30359"/>
                    <a:pt x="40121" y="29708"/>
                    <a:pt x="40543" y="29976"/>
                  </a:cubicBezTo>
                  <a:cubicBezTo>
                    <a:pt x="40657" y="29900"/>
                    <a:pt x="40772" y="29823"/>
                    <a:pt x="40887" y="29746"/>
                  </a:cubicBezTo>
                  <a:cubicBezTo>
                    <a:pt x="40964" y="29364"/>
                    <a:pt x="41423" y="29440"/>
                    <a:pt x="41729" y="29402"/>
                  </a:cubicBezTo>
                  <a:cubicBezTo>
                    <a:pt x="42342" y="29249"/>
                    <a:pt x="42801" y="29861"/>
                    <a:pt x="42533" y="30397"/>
                  </a:cubicBezTo>
                  <a:cubicBezTo>
                    <a:pt x="42074" y="31316"/>
                    <a:pt x="39662" y="33269"/>
                    <a:pt x="38628" y="32771"/>
                  </a:cubicBezTo>
                  <a:lnTo>
                    <a:pt x="38628" y="32771"/>
                  </a:lnTo>
                  <a:close/>
                  <a:moveTo>
                    <a:pt x="39011" y="19295"/>
                  </a:moveTo>
                  <a:cubicBezTo>
                    <a:pt x="38935" y="19218"/>
                    <a:pt x="38896" y="19104"/>
                    <a:pt x="38935" y="19027"/>
                  </a:cubicBezTo>
                  <a:cubicBezTo>
                    <a:pt x="37824" y="18453"/>
                    <a:pt x="38475" y="17419"/>
                    <a:pt x="39050" y="16692"/>
                  </a:cubicBezTo>
                  <a:cubicBezTo>
                    <a:pt x="39432" y="16309"/>
                    <a:pt x="40466" y="14548"/>
                    <a:pt x="41040" y="14931"/>
                  </a:cubicBezTo>
                  <a:cubicBezTo>
                    <a:pt x="42457" y="13859"/>
                    <a:pt x="44601" y="14739"/>
                    <a:pt x="43682" y="16653"/>
                  </a:cubicBezTo>
                  <a:cubicBezTo>
                    <a:pt x="43031" y="17879"/>
                    <a:pt x="40389" y="20022"/>
                    <a:pt x="39011" y="19295"/>
                  </a:cubicBezTo>
                  <a:close/>
                  <a:moveTo>
                    <a:pt x="39356" y="12327"/>
                  </a:moveTo>
                  <a:cubicBezTo>
                    <a:pt x="38628" y="12289"/>
                    <a:pt x="37939" y="11791"/>
                    <a:pt x="37748" y="11064"/>
                  </a:cubicBezTo>
                  <a:cubicBezTo>
                    <a:pt x="37518" y="9992"/>
                    <a:pt x="38552" y="9265"/>
                    <a:pt x="39241" y="8690"/>
                  </a:cubicBezTo>
                  <a:cubicBezTo>
                    <a:pt x="39739" y="8384"/>
                    <a:pt x="40657" y="7197"/>
                    <a:pt x="41193" y="7618"/>
                  </a:cubicBezTo>
                  <a:cubicBezTo>
                    <a:pt x="42916" y="6700"/>
                    <a:pt x="42916" y="8920"/>
                    <a:pt x="42801" y="10030"/>
                  </a:cubicBezTo>
                  <a:cubicBezTo>
                    <a:pt x="42380" y="11409"/>
                    <a:pt x="40772" y="12366"/>
                    <a:pt x="39356" y="12327"/>
                  </a:cubicBezTo>
                  <a:close/>
                  <a:moveTo>
                    <a:pt x="39394" y="11638"/>
                  </a:moveTo>
                  <a:cubicBezTo>
                    <a:pt x="39394" y="11638"/>
                    <a:pt x="39394" y="11600"/>
                    <a:pt x="39394" y="11600"/>
                  </a:cubicBezTo>
                  <a:cubicBezTo>
                    <a:pt x="39356" y="11600"/>
                    <a:pt x="39356" y="11638"/>
                    <a:pt x="39317" y="11638"/>
                  </a:cubicBezTo>
                  <a:cubicBezTo>
                    <a:pt x="39356" y="11638"/>
                    <a:pt x="39356" y="11638"/>
                    <a:pt x="39394" y="11638"/>
                  </a:cubicBezTo>
                  <a:lnTo>
                    <a:pt x="39394" y="11638"/>
                  </a:lnTo>
                  <a:close/>
                  <a:moveTo>
                    <a:pt x="26416" y="3790"/>
                  </a:moveTo>
                  <a:cubicBezTo>
                    <a:pt x="24846" y="3560"/>
                    <a:pt x="24770" y="2527"/>
                    <a:pt x="25880" y="1570"/>
                  </a:cubicBezTo>
                  <a:cubicBezTo>
                    <a:pt x="26339" y="1187"/>
                    <a:pt x="26760" y="536"/>
                    <a:pt x="27411" y="536"/>
                  </a:cubicBezTo>
                  <a:cubicBezTo>
                    <a:pt x="27718" y="306"/>
                    <a:pt x="28062" y="115"/>
                    <a:pt x="28445" y="77"/>
                  </a:cubicBezTo>
                  <a:cubicBezTo>
                    <a:pt x="29019" y="0"/>
                    <a:pt x="30244" y="153"/>
                    <a:pt x="29976" y="957"/>
                  </a:cubicBezTo>
                  <a:cubicBezTo>
                    <a:pt x="30665" y="2220"/>
                    <a:pt x="27450" y="3943"/>
                    <a:pt x="26416" y="3790"/>
                  </a:cubicBezTo>
                  <a:close/>
                </a:path>
              </a:pathLst>
            </a:custGeom>
            <a:solidFill>
              <a:srgbClr val="C89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8"/>
            <p:cNvSpPr/>
            <p:nvPr/>
          </p:nvSpPr>
          <p:spPr>
            <a:xfrm>
              <a:off x="2733250" y="1922400"/>
              <a:ext cx="397225" cy="816425"/>
            </a:xfrm>
            <a:custGeom>
              <a:avLst/>
              <a:gdLst/>
              <a:ahLst/>
              <a:cxnLst/>
              <a:rect l="l" t="t" r="r" b="b"/>
              <a:pathLst>
                <a:path w="15889" h="32657" extrusionOk="0">
                  <a:moveTo>
                    <a:pt x="11716" y="32312"/>
                  </a:moveTo>
                  <a:cubicBezTo>
                    <a:pt x="11562" y="32159"/>
                    <a:pt x="11601" y="31929"/>
                    <a:pt x="11716" y="31814"/>
                  </a:cubicBezTo>
                  <a:cubicBezTo>
                    <a:pt x="12175" y="31278"/>
                    <a:pt x="12520" y="30780"/>
                    <a:pt x="12864" y="30244"/>
                  </a:cubicBezTo>
                  <a:cubicBezTo>
                    <a:pt x="13094" y="29900"/>
                    <a:pt x="13285" y="29594"/>
                    <a:pt x="13477" y="29249"/>
                  </a:cubicBezTo>
                  <a:cubicBezTo>
                    <a:pt x="13630" y="29058"/>
                    <a:pt x="14013" y="29134"/>
                    <a:pt x="14089" y="29402"/>
                  </a:cubicBezTo>
                  <a:cubicBezTo>
                    <a:pt x="14817" y="29862"/>
                    <a:pt x="13247" y="31393"/>
                    <a:pt x="12826" y="31776"/>
                  </a:cubicBezTo>
                  <a:cubicBezTo>
                    <a:pt x="12520" y="31967"/>
                    <a:pt x="12098" y="32656"/>
                    <a:pt x="11716" y="32312"/>
                  </a:cubicBezTo>
                  <a:close/>
                  <a:moveTo>
                    <a:pt x="192" y="2604"/>
                  </a:moveTo>
                  <a:cubicBezTo>
                    <a:pt x="1" y="2412"/>
                    <a:pt x="116" y="2144"/>
                    <a:pt x="307" y="2029"/>
                  </a:cubicBezTo>
                  <a:cubicBezTo>
                    <a:pt x="537" y="1761"/>
                    <a:pt x="690" y="1455"/>
                    <a:pt x="843" y="1187"/>
                  </a:cubicBezTo>
                  <a:cubicBezTo>
                    <a:pt x="996" y="919"/>
                    <a:pt x="1111" y="689"/>
                    <a:pt x="1188" y="421"/>
                  </a:cubicBezTo>
                  <a:cubicBezTo>
                    <a:pt x="1341" y="0"/>
                    <a:pt x="1992" y="192"/>
                    <a:pt x="1838" y="613"/>
                  </a:cubicBezTo>
                  <a:cubicBezTo>
                    <a:pt x="1685" y="1072"/>
                    <a:pt x="805" y="3178"/>
                    <a:pt x="192" y="2604"/>
                  </a:cubicBezTo>
                  <a:lnTo>
                    <a:pt x="192" y="2604"/>
                  </a:lnTo>
                  <a:close/>
                  <a:moveTo>
                    <a:pt x="11486" y="12213"/>
                  </a:moveTo>
                  <a:cubicBezTo>
                    <a:pt x="11103" y="12136"/>
                    <a:pt x="11180" y="11639"/>
                    <a:pt x="11486" y="11447"/>
                  </a:cubicBezTo>
                  <a:cubicBezTo>
                    <a:pt x="11486" y="11332"/>
                    <a:pt x="11601" y="11217"/>
                    <a:pt x="11754" y="11179"/>
                  </a:cubicBezTo>
                  <a:cubicBezTo>
                    <a:pt x="12405" y="10528"/>
                    <a:pt x="12979" y="9763"/>
                    <a:pt x="13438" y="8959"/>
                  </a:cubicBezTo>
                  <a:cubicBezTo>
                    <a:pt x="13630" y="8614"/>
                    <a:pt x="13783" y="8270"/>
                    <a:pt x="13898" y="7887"/>
                  </a:cubicBezTo>
                  <a:cubicBezTo>
                    <a:pt x="13974" y="7619"/>
                    <a:pt x="14395" y="7580"/>
                    <a:pt x="14549" y="7848"/>
                  </a:cubicBezTo>
                  <a:cubicBezTo>
                    <a:pt x="15199" y="8078"/>
                    <a:pt x="14587" y="9188"/>
                    <a:pt x="14472" y="9610"/>
                  </a:cubicBezTo>
                  <a:cubicBezTo>
                    <a:pt x="14127" y="10490"/>
                    <a:pt x="13477" y="11256"/>
                    <a:pt x="12634" y="11715"/>
                  </a:cubicBezTo>
                  <a:cubicBezTo>
                    <a:pt x="12290" y="11907"/>
                    <a:pt x="11907" y="12213"/>
                    <a:pt x="11486" y="12213"/>
                  </a:cubicBezTo>
                  <a:lnTo>
                    <a:pt x="11486" y="12213"/>
                  </a:lnTo>
                  <a:close/>
                  <a:moveTo>
                    <a:pt x="11907" y="19448"/>
                  </a:moveTo>
                  <a:cubicBezTo>
                    <a:pt x="11677" y="19410"/>
                    <a:pt x="11562" y="19104"/>
                    <a:pt x="11677" y="18912"/>
                  </a:cubicBezTo>
                  <a:cubicBezTo>
                    <a:pt x="11984" y="18606"/>
                    <a:pt x="12328" y="18338"/>
                    <a:pt x="12634" y="18032"/>
                  </a:cubicBezTo>
                  <a:cubicBezTo>
                    <a:pt x="13017" y="17611"/>
                    <a:pt x="13324" y="17113"/>
                    <a:pt x="13668" y="16654"/>
                  </a:cubicBezTo>
                  <a:cubicBezTo>
                    <a:pt x="14051" y="16041"/>
                    <a:pt x="14434" y="15429"/>
                    <a:pt x="14702" y="14740"/>
                  </a:cubicBezTo>
                  <a:cubicBezTo>
                    <a:pt x="14778" y="14357"/>
                    <a:pt x="15391" y="14357"/>
                    <a:pt x="15391" y="14778"/>
                  </a:cubicBezTo>
                  <a:cubicBezTo>
                    <a:pt x="15889" y="15046"/>
                    <a:pt x="15544" y="15697"/>
                    <a:pt x="15429" y="16079"/>
                  </a:cubicBezTo>
                  <a:cubicBezTo>
                    <a:pt x="15238" y="16424"/>
                    <a:pt x="15161" y="17037"/>
                    <a:pt x="14702" y="16998"/>
                  </a:cubicBezTo>
                  <a:cubicBezTo>
                    <a:pt x="14127" y="17649"/>
                    <a:pt x="12711" y="19295"/>
                    <a:pt x="11907" y="19448"/>
                  </a:cubicBezTo>
                  <a:close/>
                </a:path>
              </a:pathLst>
            </a:custGeom>
            <a:solidFill>
              <a:srgbClr val="B181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8"/>
            <p:cNvSpPr/>
            <p:nvPr/>
          </p:nvSpPr>
          <p:spPr>
            <a:xfrm>
              <a:off x="238125" y="3708325"/>
              <a:ext cx="1805100" cy="1590725"/>
            </a:xfrm>
            <a:custGeom>
              <a:avLst/>
              <a:gdLst/>
              <a:ahLst/>
              <a:cxnLst/>
              <a:rect l="l" t="t" r="r" b="b"/>
              <a:pathLst>
                <a:path w="72204" h="63629" extrusionOk="0">
                  <a:moveTo>
                    <a:pt x="71897" y="15161"/>
                  </a:moveTo>
                  <a:cubicBezTo>
                    <a:pt x="72203" y="14855"/>
                    <a:pt x="72203" y="14319"/>
                    <a:pt x="71705" y="14089"/>
                  </a:cubicBezTo>
                  <a:cubicBezTo>
                    <a:pt x="70289" y="13553"/>
                    <a:pt x="68949" y="12826"/>
                    <a:pt x="67571" y="12175"/>
                  </a:cubicBezTo>
                  <a:cubicBezTo>
                    <a:pt x="66690" y="11677"/>
                    <a:pt x="65772" y="11256"/>
                    <a:pt x="65006" y="10682"/>
                  </a:cubicBezTo>
                  <a:cubicBezTo>
                    <a:pt x="64891" y="10529"/>
                    <a:pt x="64738" y="10452"/>
                    <a:pt x="64585" y="10414"/>
                  </a:cubicBezTo>
                  <a:cubicBezTo>
                    <a:pt x="61445" y="7849"/>
                    <a:pt x="58574" y="4825"/>
                    <a:pt x="56775" y="1149"/>
                  </a:cubicBezTo>
                  <a:cubicBezTo>
                    <a:pt x="56622" y="881"/>
                    <a:pt x="56622" y="537"/>
                    <a:pt x="56430" y="307"/>
                  </a:cubicBezTo>
                  <a:cubicBezTo>
                    <a:pt x="56162" y="1"/>
                    <a:pt x="55779" y="39"/>
                    <a:pt x="55511" y="269"/>
                  </a:cubicBezTo>
                  <a:cubicBezTo>
                    <a:pt x="55397" y="230"/>
                    <a:pt x="55282" y="230"/>
                    <a:pt x="55129" y="307"/>
                  </a:cubicBezTo>
                  <a:cubicBezTo>
                    <a:pt x="54401" y="460"/>
                    <a:pt x="50688" y="1953"/>
                    <a:pt x="50381" y="3102"/>
                  </a:cubicBezTo>
                  <a:cubicBezTo>
                    <a:pt x="45979" y="5399"/>
                    <a:pt x="41614" y="7849"/>
                    <a:pt x="38016" y="11218"/>
                  </a:cubicBezTo>
                  <a:cubicBezTo>
                    <a:pt x="37059" y="12098"/>
                    <a:pt x="36408" y="13247"/>
                    <a:pt x="35489" y="14166"/>
                  </a:cubicBezTo>
                  <a:cubicBezTo>
                    <a:pt x="34417" y="14970"/>
                    <a:pt x="33115" y="15506"/>
                    <a:pt x="32044" y="16348"/>
                  </a:cubicBezTo>
                  <a:cubicBezTo>
                    <a:pt x="30972" y="17152"/>
                    <a:pt x="30168" y="18147"/>
                    <a:pt x="29211" y="19143"/>
                  </a:cubicBezTo>
                  <a:cubicBezTo>
                    <a:pt x="27832" y="20329"/>
                    <a:pt x="25918" y="20942"/>
                    <a:pt x="24731" y="22358"/>
                  </a:cubicBezTo>
                  <a:cubicBezTo>
                    <a:pt x="23200" y="23430"/>
                    <a:pt x="21094" y="24426"/>
                    <a:pt x="20061" y="25995"/>
                  </a:cubicBezTo>
                  <a:cubicBezTo>
                    <a:pt x="20022" y="26034"/>
                    <a:pt x="19946" y="26072"/>
                    <a:pt x="19908" y="26149"/>
                  </a:cubicBezTo>
                  <a:cubicBezTo>
                    <a:pt x="19831" y="26187"/>
                    <a:pt x="19793" y="26263"/>
                    <a:pt x="19716" y="26302"/>
                  </a:cubicBezTo>
                  <a:cubicBezTo>
                    <a:pt x="19525" y="26799"/>
                    <a:pt x="19142" y="27144"/>
                    <a:pt x="18491" y="27220"/>
                  </a:cubicBezTo>
                  <a:cubicBezTo>
                    <a:pt x="18300" y="27450"/>
                    <a:pt x="18108" y="27756"/>
                    <a:pt x="17955" y="28024"/>
                  </a:cubicBezTo>
                  <a:cubicBezTo>
                    <a:pt x="17725" y="28139"/>
                    <a:pt x="17496" y="28254"/>
                    <a:pt x="17304" y="28407"/>
                  </a:cubicBezTo>
                  <a:cubicBezTo>
                    <a:pt x="17189" y="28714"/>
                    <a:pt x="16998" y="28982"/>
                    <a:pt x="16730" y="29250"/>
                  </a:cubicBezTo>
                  <a:cubicBezTo>
                    <a:pt x="15658" y="30398"/>
                    <a:pt x="14701" y="31661"/>
                    <a:pt x="13667" y="32848"/>
                  </a:cubicBezTo>
                  <a:cubicBezTo>
                    <a:pt x="13552" y="33231"/>
                    <a:pt x="13361" y="33576"/>
                    <a:pt x="13016" y="33882"/>
                  </a:cubicBezTo>
                  <a:cubicBezTo>
                    <a:pt x="12557" y="34341"/>
                    <a:pt x="12098" y="34801"/>
                    <a:pt x="11638" y="35260"/>
                  </a:cubicBezTo>
                  <a:cubicBezTo>
                    <a:pt x="11523" y="35452"/>
                    <a:pt x="11370" y="35605"/>
                    <a:pt x="11217" y="35796"/>
                  </a:cubicBezTo>
                  <a:cubicBezTo>
                    <a:pt x="11141" y="35834"/>
                    <a:pt x="11102" y="35873"/>
                    <a:pt x="11064" y="35949"/>
                  </a:cubicBezTo>
                  <a:cubicBezTo>
                    <a:pt x="10911" y="36370"/>
                    <a:pt x="10681" y="36753"/>
                    <a:pt x="10337" y="37059"/>
                  </a:cubicBezTo>
                  <a:cubicBezTo>
                    <a:pt x="10337" y="37059"/>
                    <a:pt x="10337" y="37098"/>
                    <a:pt x="10337" y="37098"/>
                  </a:cubicBezTo>
                  <a:cubicBezTo>
                    <a:pt x="10183" y="37710"/>
                    <a:pt x="9839" y="38284"/>
                    <a:pt x="9265" y="38629"/>
                  </a:cubicBezTo>
                  <a:cubicBezTo>
                    <a:pt x="8729" y="39701"/>
                    <a:pt x="8269" y="40811"/>
                    <a:pt x="7772" y="41883"/>
                  </a:cubicBezTo>
                  <a:cubicBezTo>
                    <a:pt x="7580" y="42228"/>
                    <a:pt x="7274" y="42649"/>
                    <a:pt x="6968" y="43032"/>
                  </a:cubicBezTo>
                  <a:cubicBezTo>
                    <a:pt x="6968" y="43261"/>
                    <a:pt x="6891" y="43491"/>
                    <a:pt x="6776" y="43721"/>
                  </a:cubicBezTo>
                  <a:cubicBezTo>
                    <a:pt x="4939" y="46822"/>
                    <a:pt x="3560" y="50076"/>
                    <a:pt x="2565" y="53521"/>
                  </a:cubicBezTo>
                  <a:cubicBezTo>
                    <a:pt x="2374" y="54172"/>
                    <a:pt x="1876" y="54517"/>
                    <a:pt x="1378" y="54555"/>
                  </a:cubicBezTo>
                  <a:cubicBezTo>
                    <a:pt x="919" y="55397"/>
                    <a:pt x="536" y="56278"/>
                    <a:pt x="306" y="57158"/>
                  </a:cubicBezTo>
                  <a:cubicBezTo>
                    <a:pt x="115" y="57503"/>
                    <a:pt x="0" y="57924"/>
                    <a:pt x="0" y="58345"/>
                  </a:cubicBezTo>
                  <a:cubicBezTo>
                    <a:pt x="0" y="58766"/>
                    <a:pt x="77" y="59149"/>
                    <a:pt x="268" y="59494"/>
                  </a:cubicBezTo>
                  <a:cubicBezTo>
                    <a:pt x="766" y="61714"/>
                    <a:pt x="2910" y="62824"/>
                    <a:pt x="5092" y="62939"/>
                  </a:cubicBezTo>
                  <a:cubicBezTo>
                    <a:pt x="5589" y="62978"/>
                    <a:pt x="6049" y="62939"/>
                    <a:pt x="6393" y="62786"/>
                  </a:cubicBezTo>
                  <a:cubicBezTo>
                    <a:pt x="7350" y="63207"/>
                    <a:pt x="8499" y="63399"/>
                    <a:pt x="9686" y="63475"/>
                  </a:cubicBezTo>
                  <a:cubicBezTo>
                    <a:pt x="11638" y="63628"/>
                    <a:pt x="14088" y="63552"/>
                    <a:pt x="16117" y="62901"/>
                  </a:cubicBezTo>
                  <a:cubicBezTo>
                    <a:pt x="16309" y="62939"/>
                    <a:pt x="16539" y="62978"/>
                    <a:pt x="16730" y="63016"/>
                  </a:cubicBezTo>
                  <a:cubicBezTo>
                    <a:pt x="17879" y="63245"/>
                    <a:pt x="18874" y="62901"/>
                    <a:pt x="19563" y="62288"/>
                  </a:cubicBezTo>
                  <a:cubicBezTo>
                    <a:pt x="21822" y="62710"/>
                    <a:pt x="24540" y="62518"/>
                    <a:pt x="26531" y="62671"/>
                  </a:cubicBezTo>
                  <a:cubicBezTo>
                    <a:pt x="30742" y="62901"/>
                    <a:pt x="35030" y="62671"/>
                    <a:pt x="39164" y="61829"/>
                  </a:cubicBezTo>
                  <a:cubicBezTo>
                    <a:pt x="42763" y="61216"/>
                    <a:pt x="43758" y="60413"/>
                    <a:pt x="45443" y="57733"/>
                  </a:cubicBezTo>
                  <a:cubicBezTo>
                    <a:pt x="45596" y="57503"/>
                    <a:pt x="45749" y="57273"/>
                    <a:pt x="45941" y="57005"/>
                  </a:cubicBezTo>
                  <a:cubicBezTo>
                    <a:pt x="47089" y="55129"/>
                    <a:pt x="48352" y="53330"/>
                    <a:pt x="49692" y="51569"/>
                  </a:cubicBezTo>
                  <a:cubicBezTo>
                    <a:pt x="52219" y="47741"/>
                    <a:pt x="54822" y="43989"/>
                    <a:pt x="57426" y="40199"/>
                  </a:cubicBezTo>
                  <a:cubicBezTo>
                    <a:pt x="60603" y="35528"/>
                    <a:pt x="64125" y="30972"/>
                    <a:pt x="66958" y="26034"/>
                  </a:cubicBezTo>
                  <a:cubicBezTo>
                    <a:pt x="67265" y="25153"/>
                    <a:pt x="71935" y="18224"/>
                    <a:pt x="71782" y="16156"/>
                  </a:cubicBezTo>
                  <a:cubicBezTo>
                    <a:pt x="71859" y="15812"/>
                    <a:pt x="71935" y="15467"/>
                    <a:pt x="71897" y="15161"/>
                  </a:cubicBezTo>
                  <a:close/>
                </a:path>
              </a:pathLst>
            </a:custGeom>
            <a:solidFill>
              <a:srgbClr val="FFC3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8"/>
            <p:cNvSpPr/>
            <p:nvPr/>
          </p:nvSpPr>
          <p:spPr>
            <a:xfrm>
              <a:off x="770250" y="3707375"/>
              <a:ext cx="1278700" cy="1541900"/>
            </a:xfrm>
            <a:custGeom>
              <a:avLst/>
              <a:gdLst/>
              <a:ahLst/>
              <a:cxnLst/>
              <a:rect l="l" t="t" r="r" b="b"/>
              <a:pathLst>
                <a:path w="51148" h="61676" extrusionOk="0">
                  <a:moveTo>
                    <a:pt x="19104" y="9150"/>
                  </a:moveTo>
                  <a:cubicBezTo>
                    <a:pt x="19334" y="8729"/>
                    <a:pt x="20176" y="7542"/>
                    <a:pt x="20368" y="8576"/>
                  </a:cubicBezTo>
                  <a:cubicBezTo>
                    <a:pt x="19602" y="9495"/>
                    <a:pt x="18990" y="10605"/>
                    <a:pt x="18722" y="11792"/>
                  </a:cubicBezTo>
                  <a:cubicBezTo>
                    <a:pt x="18032" y="14357"/>
                    <a:pt x="19602" y="20329"/>
                    <a:pt x="14893" y="18683"/>
                  </a:cubicBezTo>
                  <a:cubicBezTo>
                    <a:pt x="12520" y="17573"/>
                    <a:pt x="10299" y="18224"/>
                    <a:pt x="10108" y="21057"/>
                  </a:cubicBezTo>
                  <a:cubicBezTo>
                    <a:pt x="9801" y="22626"/>
                    <a:pt x="11026" y="25957"/>
                    <a:pt x="8576" y="26033"/>
                  </a:cubicBezTo>
                  <a:cubicBezTo>
                    <a:pt x="7160" y="25765"/>
                    <a:pt x="6432" y="24158"/>
                    <a:pt x="5054" y="23698"/>
                  </a:cubicBezTo>
                  <a:cubicBezTo>
                    <a:pt x="4442" y="23468"/>
                    <a:pt x="3753" y="23392"/>
                    <a:pt x="3063" y="23430"/>
                  </a:cubicBezTo>
                  <a:cubicBezTo>
                    <a:pt x="2374" y="23507"/>
                    <a:pt x="2451" y="22703"/>
                    <a:pt x="2910" y="22435"/>
                  </a:cubicBezTo>
                  <a:cubicBezTo>
                    <a:pt x="4135" y="21478"/>
                    <a:pt x="5628" y="20903"/>
                    <a:pt x="6854" y="19946"/>
                  </a:cubicBezTo>
                  <a:cubicBezTo>
                    <a:pt x="8538" y="18070"/>
                    <a:pt x="10376" y="16348"/>
                    <a:pt x="12634" y="15161"/>
                  </a:cubicBezTo>
                  <a:cubicBezTo>
                    <a:pt x="15353" y="13783"/>
                    <a:pt x="16463" y="10567"/>
                    <a:pt x="19104" y="9150"/>
                  </a:cubicBezTo>
                  <a:lnTo>
                    <a:pt x="19104" y="9150"/>
                  </a:lnTo>
                  <a:close/>
                  <a:moveTo>
                    <a:pt x="50344" y="14472"/>
                  </a:moveTo>
                  <a:cubicBezTo>
                    <a:pt x="50191" y="14395"/>
                    <a:pt x="50038" y="14319"/>
                    <a:pt x="49885" y="14280"/>
                  </a:cubicBezTo>
                  <a:cubicBezTo>
                    <a:pt x="49885" y="14165"/>
                    <a:pt x="49808" y="14089"/>
                    <a:pt x="49693" y="14012"/>
                  </a:cubicBezTo>
                  <a:cubicBezTo>
                    <a:pt x="49310" y="13859"/>
                    <a:pt x="48927" y="13706"/>
                    <a:pt x="48583" y="13476"/>
                  </a:cubicBezTo>
                  <a:cubicBezTo>
                    <a:pt x="47205" y="12787"/>
                    <a:pt x="45903" y="11945"/>
                    <a:pt x="44640" y="11103"/>
                  </a:cubicBezTo>
                  <a:cubicBezTo>
                    <a:pt x="44448" y="10796"/>
                    <a:pt x="44104" y="10873"/>
                    <a:pt x="43989" y="11064"/>
                  </a:cubicBezTo>
                  <a:cubicBezTo>
                    <a:pt x="43376" y="10605"/>
                    <a:pt x="42802" y="10069"/>
                    <a:pt x="42189" y="9610"/>
                  </a:cubicBezTo>
                  <a:cubicBezTo>
                    <a:pt x="40390" y="8117"/>
                    <a:pt x="38629" y="6509"/>
                    <a:pt x="37251" y="4595"/>
                  </a:cubicBezTo>
                  <a:cubicBezTo>
                    <a:pt x="36677" y="3867"/>
                    <a:pt x="36141" y="2987"/>
                    <a:pt x="35758" y="2106"/>
                  </a:cubicBezTo>
                  <a:cubicBezTo>
                    <a:pt x="35413" y="1494"/>
                    <a:pt x="35337" y="651"/>
                    <a:pt x="34762" y="192"/>
                  </a:cubicBezTo>
                  <a:cubicBezTo>
                    <a:pt x="34456" y="0"/>
                    <a:pt x="34035" y="77"/>
                    <a:pt x="33690" y="192"/>
                  </a:cubicBezTo>
                  <a:cubicBezTo>
                    <a:pt x="33461" y="268"/>
                    <a:pt x="33422" y="460"/>
                    <a:pt x="33499" y="613"/>
                  </a:cubicBezTo>
                  <a:cubicBezTo>
                    <a:pt x="33384" y="843"/>
                    <a:pt x="33346" y="1187"/>
                    <a:pt x="33422" y="1417"/>
                  </a:cubicBezTo>
                  <a:cubicBezTo>
                    <a:pt x="34188" y="5016"/>
                    <a:pt x="37595" y="7504"/>
                    <a:pt x="39356" y="10682"/>
                  </a:cubicBezTo>
                  <a:cubicBezTo>
                    <a:pt x="41577" y="14472"/>
                    <a:pt x="43261" y="19525"/>
                    <a:pt x="39165" y="22741"/>
                  </a:cubicBezTo>
                  <a:cubicBezTo>
                    <a:pt x="37557" y="24234"/>
                    <a:pt x="35605" y="25268"/>
                    <a:pt x="33805" y="26455"/>
                  </a:cubicBezTo>
                  <a:cubicBezTo>
                    <a:pt x="32312" y="27450"/>
                    <a:pt x="32236" y="29441"/>
                    <a:pt x="32236" y="31049"/>
                  </a:cubicBezTo>
                  <a:cubicBezTo>
                    <a:pt x="32542" y="36906"/>
                    <a:pt x="29096" y="36102"/>
                    <a:pt x="25574" y="38820"/>
                  </a:cubicBezTo>
                  <a:cubicBezTo>
                    <a:pt x="24196" y="40160"/>
                    <a:pt x="23507" y="41959"/>
                    <a:pt x="22473" y="43491"/>
                  </a:cubicBezTo>
                  <a:cubicBezTo>
                    <a:pt x="21440" y="45060"/>
                    <a:pt x="20253" y="46554"/>
                    <a:pt x="18951" y="47932"/>
                  </a:cubicBezTo>
                  <a:cubicBezTo>
                    <a:pt x="15889" y="51033"/>
                    <a:pt x="12634" y="53981"/>
                    <a:pt x="8691" y="56010"/>
                  </a:cubicBezTo>
                  <a:cubicBezTo>
                    <a:pt x="7581" y="56660"/>
                    <a:pt x="6432" y="57235"/>
                    <a:pt x="5284" y="57771"/>
                  </a:cubicBezTo>
                  <a:cubicBezTo>
                    <a:pt x="4250" y="58307"/>
                    <a:pt x="3178" y="58766"/>
                    <a:pt x="2145" y="59302"/>
                  </a:cubicBezTo>
                  <a:cubicBezTo>
                    <a:pt x="1" y="61676"/>
                    <a:pt x="10146" y="61446"/>
                    <a:pt x="11409" y="61522"/>
                  </a:cubicBezTo>
                  <a:cubicBezTo>
                    <a:pt x="13936" y="61676"/>
                    <a:pt x="16386" y="61254"/>
                    <a:pt x="18875" y="60718"/>
                  </a:cubicBezTo>
                  <a:cubicBezTo>
                    <a:pt x="20980" y="60527"/>
                    <a:pt x="22703" y="59379"/>
                    <a:pt x="24005" y="57771"/>
                  </a:cubicBezTo>
                  <a:cubicBezTo>
                    <a:pt x="24196" y="57579"/>
                    <a:pt x="24388" y="57311"/>
                    <a:pt x="24541" y="57082"/>
                  </a:cubicBezTo>
                  <a:cubicBezTo>
                    <a:pt x="27757" y="52028"/>
                    <a:pt x="31815" y="47511"/>
                    <a:pt x="34648" y="42227"/>
                  </a:cubicBezTo>
                  <a:cubicBezTo>
                    <a:pt x="35298" y="41998"/>
                    <a:pt x="35528" y="41117"/>
                    <a:pt x="35949" y="40658"/>
                  </a:cubicBezTo>
                  <a:cubicBezTo>
                    <a:pt x="36791" y="39433"/>
                    <a:pt x="37634" y="38246"/>
                    <a:pt x="38323" y="36983"/>
                  </a:cubicBezTo>
                  <a:cubicBezTo>
                    <a:pt x="38859" y="36255"/>
                    <a:pt x="39356" y="35528"/>
                    <a:pt x="39854" y="34800"/>
                  </a:cubicBezTo>
                  <a:cubicBezTo>
                    <a:pt x="40199" y="34686"/>
                    <a:pt x="40352" y="34073"/>
                    <a:pt x="40620" y="33805"/>
                  </a:cubicBezTo>
                  <a:cubicBezTo>
                    <a:pt x="41807" y="32082"/>
                    <a:pt x="42840" y="30206"/>
                    <a:pt x="44027" y="28445"/>
                  </a:cubicBezTo>
                  <a:cubicBezTo>
                    <a:pt x="45252" y="26761"/>
                    <a:pt x="46401" y="25076"/>
                    <a:pt x="47281" y="23200"/>
                  </a:cubicBezTo>
                  <a:cubicBezTo>
                    <a:pt x="48851" y="20559"/>
                    <a:pt x="50229" y="17764"/>
                    <a:pt x="50918" y="14778"/>
                  </a:cubicBezTo>
                  <a:cubicBezTo>
                    <a:pt x="51148" y="14280"/>
                    <a:pt x="50612" y="14012"/>
                    <a:pt x="50306" y="14433"/>
                  </a:cubicBezTo>
                  <a:close/>
                </a:path>
              </a:pathLst>
            </a:custGeom>
            <a:solidFill>
              <a:srgbClr val="ED9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8"/>
            <p:cNvSpPr/>
            <p:nvPr/>
          </p:nvSpPr>
          <p:spPr>
            <a:xfrm>
              <a:off x="568300" y="3749475"/>
              <a:ext cx="1411750" cy="1361975"/>
            </a:xfrm>
            <a:custGeom>
              <a:avLst/>
              <a:gdLst/>
              <a:ahLst/>
              <a:cxnLst/>
              <a:rect l="l" t="t" r="r" b="b"/>
              <a:pathLst>
                <a:path w="56470" h="54479" extrusionOk="0">
                  <a:moveTo>
                    <a:pt x="25957" y="26800"/>
                  </a:moveTo>
                  <a:cubicBezTo>
                    <a:pt x="25957" y="25651"/>
                    <a:pt x="26914" y="24694"/>
                    <a:pt x="28063" y="24694"/>
                  </a:cubicBezTo>
                  <a:cubicBezTo>
                    <a:pt x="29211" y="24694"/>
                    <a:pt x="30207" y="25651"/>
                    <a:pt x="30207" y="26800"/>
                  </a:cubicBezTo>
                  <a:cubicBezTo>
                    <a:pt x="30207" y="27948"/>
                    <a:pt x="29211" y="28905"/>
                    <a:pt x="28063" y="28905"/>
                  </a:cubicBezTo>
                  <a:cubicBezTo>
                    <a:pt x="26914" y="28905"/>
                    <a:pt x="25957" y="27948"/>
                    <a:pt x="25957" y="26800"/>
                  </a:cubicBezTo>
                  <a:close/>
                  <a:moveTo>
                    <a:pt x="41156" y="41960"/>
                  </a:moveTo>
                  <a:cubicBezTo>
                    <a:pt x="41156" y="40811"/>
                    <a:pt x="42113" y="39854"/>
                    <a:pt x="43262" y="39854"/>
                  </a:cubicBezTo>
                  <a:lnTo>
                    <a:pt x="43300" y="39854"/>
                  </a:lnTo>
                  <a:cubicBezTo>
                    <a:pt x="43223" y="39931"/>
                    <a:pt x="43185" y="40007"/>
                    <a:pt x="43108" y="40122"/>
                  </a:cubicBezTo>
                  <a:cubicBezTo>
                    <a:pt x="43032" y="40275"/>
                    <a:pt x="42917" y="40429"/>
                    <a:pt x="42840" y="40543"/>
                  </a:cubicBezTo>
                  <a:cubicBezTo>
                    <a:pt x="42611" y="40888"/>
                    <a:pt x="42381" y="41233"/>
                    <a:pt x="42190" y="41577"/>
                  </a:cubicBezTo>
                  <a:cubicBezTo>
                    <a:pt x="41998" y="41883"/>
                    <a:pt x="41807" y="42190"/>
                    <a:pt x="41615" y="42534"/>
                  </a:cubicBezTo>
                  <a:cubicBezTo>
                    <a:pt x="41539" y="42649"/>
                    <a:pt x="41462" y="42802"/>
                    <a:pt x="41386" y="42917"/>
                  </a:cubicBezTo>
                  <a:cubicBezTo>
                    <a:pt x="41233" y="42611"/>
                    <a:pt x="41156" y="42304"/>
                    <a:pt x="41156" y="41960"/>
                  </a:cubicBezTo>
                  <a:lnTo>
                    <a:pt x="41156" y="41960"/>
                  </a:lnTo>
                  <a:close/>
                  <a:moveTo>
                    <a:pt x="39" y="43415"/>
                  </a:moveTo>
                  <a:cubicBezTo>
                    <a:pt x="39" y="42266"/>
                    <a:pt x="996" y="41309"/>
                    <a:pt x="2145" y="41309"/>
                  </a:cubicBezTo>
                  <a:cubicBezTo>
                    <a:pt x="3293" y="41309"/>
                    <a:pt x="4250" y="42266"/>
                    <a:pt x="4250" y="43415"/>
                  </a:cubicBezTo>
                  <a:cubicBezTo>
                    <a:pt x="4250" y="44563"/>
                    <a:pt x="3293" y="45559"/>
                    <a:pt x="2145" y="45559"/>
                  </a:cubicBezTo>
                  <a:cubicBezTo>
                    <a:pt x="996" y="45559"/>
                    <a:pt x="1" y="44563"/>
                    <a:pt x="1" y="43415"/>
                  </a:cubicBezTo>
                  <a:close/>
                  <a:moveTo>
                    <a:pt x="10070" y="51263"/>
                  </a:moveTo>
                  <a:cubicBezTo>
                    <a:pt x="10070" y="50114"/>
                    <a:pt x="11027" y="49157"/>
                    <a:pt x="12175" y="49157"/>
                  </a:cubicBezTo>
                  <a:cubicBezTo>
                    <a:pt x="13324" y="49157"/>
                    <a:pt x="14281" y="50114"/>
                    <a:pt x="14281" y="51263"/>
                  </a:cubicBezTo>
                  <a:cubicBezTo>
                    <a:pt x="14281" y="52411"/>
                    <a:pt x="13324" y="53368"/>
                    <a:pt x="12175" y="53368"/>
                  </a:cubicBezTo>
                  <a:cubicBezTo>
                    <a:pt x="11027" y="53368"/>
                    <a:pt x="10070" y="52411"/>
                    <a:pt x="10070" y="51263"/>
                  </a:cubicBezTo>
                  <a:close/>
                  <a:moveTo>
                    <a:pt x="18722" y="15200"/>
                  </a:moveTo>
                  <a:cubicBezTo>
                    <a:pt x="18760" y="15200"/>
                    <a:pt x="18760" y="15161"/>
                    <a:pt x="18798" y="15161"/>
                  </a:cubicBezTo>
                  <a:cubicBezTo>
                    <a:pt x="19296" y="14778"/>
                    <a:pt x="19755" y="14396"/>
                    <a:pt x="20215" y="14051"/>
                  </a:cubicBezTo>
                  <a:cubicBezTo>
                    <a:pt x="20444" y="13860"/>
                    <a:pt x="20712" y="13630"/>
                    <a:pt x="20942" y="13439"/>
                  </a:cubicBezTo>
                  <a:cubicBezTo>
                    <a:pt x="21057" y="13324"/>
                    <a:pt x="21210" y="13209"/>
                    <a:pt x="21363" y="13056"/>
                  </a:cubicBezTo>
                  <a:cubicBezTo>
                    <a:pt x="21516" y="12941"/>
                    <a:pt x="21670" y="12788"/>
                    <a:pt x="21784" y="12635"/>
                  </a:cubicBezTo>
                  <a:cubicBezTo>
                    <a:pt x="21784" y="12635"/>
                    <a:pt x="21784" y="12635"/>
                    <a:pt x="21823" y="12635"/>
                  </a:cubicBezTo>
                  <a:cubicBezTo>
                    <a:pt x="21937" y="12864"/>
                    <a:pt x="21976" y="13171"/>
                    <a:pt x="21976" y="13439"/>
                  </a:cubicBezTo>
                  <a:cubicBezTo>
                    <a:pt x="21976" y="14587"/>
                    <a:pt x="21019" y="15544"/>
                    <a:pt x="19870" y="15544"/>
                  </a:cubicBezTo>
                  <a:cubicBezTo>
                    <a:pt x="19449" y="15544"/>
                    <a:pt x="19066" y="15429"/>
                    <a:pt x="18722" y="15200"/>
                  </a:cubicBezTo>
                  <a:close/>
                  <a:moveTo>
                    <a:pt x="9189" y="22627"/>
                  </a:moveTo>
                  <a:cubicBezTo>
                    <a:pt x="9763" y="22167"/>
                    <a:pt x="10338" y="21708"/>
                    <a:pt x="10912" y="21248"/>
                  </a:cubicBezTo>
                  <a:cubicBezTo>
                    <a:pt x="11295" y="20942"/>
                    <a:pt x="11677" y="20636"/>
                    <a:pt x="12099" y="20330"/>
                  </a:cubicBezTo>
                  <a:cubicBezTo>
                    <a:pt x="12826" y="20636"/>
                    <a:pt x="13362" y="21402"/>
                    <a:pt x="13362" y="22282"/>
                  </a:cubicBezTo>
                  <a:cubicBezTo>
                    <a:pt x="13362" y="23431"/>
                    <a:pt x="12405" y="24388"/>
                    <a:pt x="11256" y="24388"/>
                  </a:cubicBezTo>
                  <a:cubicBezTo>
                    <a:pt x="10223" y="24388"/>
                    <a:pt x="9342" y="23622"/>
                    <a:pt x="9189" y="22627"/>
                  </a:cubicBezTo>
                  <a:lnTo>
                    <a:pt x="9189" y="22627"/>
                  </a:lnTo>
                  <a:close/>
                  <a:moveTo>
                    <a:pt x="8538" y="39204"/>
                  </a:moveTo>
                  <a:cubicBezTo>
                    <a:pt x="8538" y="38055"/>
                    <a:pt x="9495" y="37098"/>
                    <a:pt x="10644" y="37098"/>
                  </a:cubicBezTo>
                  <a:cubicBezTo>
                    <a:pt x="11792" y="37098"/>
                    <a:pt x="12749" y="38055"/>
                    <a:pt x="12749" y="39204"/>
                  </a:cubicBezTo>
                  <a:cubicBezTo>
                    <a:pt x="12749" y="40352"/>
                    <a:pt x="11792" y="41309"/>
                    <a:pt x="10644" y="41309"/>
                  </a:cubicBezTo>
                  <a:cubicBezTo>
                    <a:pt x="9495" y="41309"/>
                    <a:pt x="8538" y="40352"/>
                    <a:pt x="8538" y="39204"/>
                  </a:cubicBezTo>
                  <a:close/>
                  <a:moveTo>
                    <a:pt x="14855" y="30666"/>
                  </a:moveTo>
                  <a:cubicBezTo>
                    <a:pt x="14855" y="29518"/>
                    <a:pt x="15812" y="28561"/>
                    <a:pt x="16961" y="28561"/>
                  </a:cubicBezTo>
                  <a:cubicBezTo>
                    <a:pt x="18109" y="28561"/>
                    <a:pt x="19066" y="29518"/>
                    <a:pt x="19066" y="30666"/>
                  </a:cubicBezTo>
                  <a:cubicBezTo>
                    <a:pt x="19066" y="31815"/>
                    <a:pt x="18109" y="32772"/>
                    <a:pt x="16961" y="32772"/>
                  </a:cubicBezTo>
                  <a:cubicBezTo>
                    <a:pt x="15812" y="32772"/>
                    <a:pt x="14855" y="31815"/>
                    <a:pt x="14855" y="30666"/>
                  </a:cubicBezTo>
                  <a:close/>
                  <a:moveTo>
                    <a:pt x="18339" y="41998"/>
                  </a:moveTo>
                  <a:cubicBezTo>
                    <a:pt x="18339" y="40811"/>
                    <a:pt x="19296" y="39854"/>
                    <a:pt x="20444" y="39854"/>
                  </a:cubicBezTo>
                  <a:cubicBezTo>
                    <a:pt x="21593" y="39854"/>
                    <a:pt x="22550" y="40850"/>
                    <a:pt x="22550" y="41998"/>
                  </a:cubicBezTo>
                  <a:cubicBezTo>
                    <a:pt x="22550" y="43147"/>
                    <a:pt x="21593" y="44104"/>
                    <a:pt x="20444" y="44104"/>
                  </a:cubicBezTo>
                  <a:cubicBezTo>
                    <a:pt x="19296" y="44104"/>
                    <a:pt x="18339" y="43147"/>
                    <a:pt x="18339" y="41998"/>
                  </a:cubicBezTo>
                  <a:close/>
                  <a:moveTo>
                    <a:pt x="21516" y="52335"/>
                  </a:moveTo>
                  <a:cubicBezTo>
                    <a:pt x="21516" y="51186"/>
                    <a:pt x="22473" y="50229"/>
                    <a:pt x="23622" y="50229"/>
                  </a:cubicBezTo>
                  <a:cubicBezTo>
                    <a:pt x="24770" y="50229"/>
                    <a:pt x="25728" y="51186"/>
                    <a:pt x="25728" y="52335"/>
                  </a:cubicBezTo>
                  <a:cubicBezTo>
                    <a:pt x="25728" y="53483"/>
                    <a:pt x="24770" y="54479"/>
                    <a:pt x="23622" y="54479"/>
                  </a:cubicBezTo>
                  <a:cubicBezTo>
                    <a:pt x="22473" y="54479"/>
                    <a:pt x="21516" y="53483"/>
                    <a:pt x="21516" y="52335"/>
                  </a:cubicBezTo>
                  <a:close/>
                  <a:moveTo>
                    <a:pt x="32427" y="50191"/>
                  </a:moveTo>
                  <a:cubicBezTo>
                    <a:pt x="32427" y="49004"/>
                    <a:pt x="33384" y="48047"/>
                    <a:pt x="34533" y="48047"/>
                  </a:cubicBezTo>
                  <a:cubicBezTo>
                    <a:pt x="35681" y="48047"/>
                    <a:pt x="36638" y="49042"/>
                    <a:pt x="36638" y="50191"/>
                  </a:cubicBezTo>
                  <a:cubicBezTo>
                    <a:pt x="36638" y="51339"/>
                    <a:pt x="35681" y="52297"/>
                    <a:pt x="34533" y="52297"/>
                  </a:cubicBezTo>
                  <a:cubicBezTo>
                    <a:pt x="33384" y="52297"/>
                    <a:pt x="32427" y="51339"/>
                    <a:pt x="32427" y="50191"/>
                  </a:cubicBezTo>
                  <a:close/>
                  <a:moveTo>
                    <a:pt x="30092" y="40237"/>
                  </a:moveTo>
                  <a:cubicBezTo>
                    <a:pt x="30092" y="39089"/>
                    <a:pt x="31049" y="38132"/>
                    <a:pt x="32198" y="38132"/>
                  </a:cubicBezTo>
                  <a:cubicBezTo>
                    <a:pt x="33346" y="38132"/>
                    <a:pt x="34303" y="39089"/>
                    <a:pt x="34303" y="40237"/>
                  </a:cubicBezTo>
                  <a:cubicBezTo>
                    <a:pt x="34303" y="41386"/>
                    <a:pt x="33346" y="42343"/>
                    <a:pt x="32198" y="42343"/>
                  </a:cubicBezTo>
                  <a:cubicBezTo>
                    <a:pt x="31049" y="42343"/>
                    <a:pt x="30092" y="41386"/>
                    <a:pt x="30092" y="40237"/>
                  </a:cubicBezTo>
                  <a:close/>
                  <a:moveTo>
                    <a:pt x="38859" y="31049"/>
                  </a:moveTo>
                  <a:cubicBezTo>
                    <a:pt x="38859" y="29862"/>
                    <a:pt x="39816" y="28905"/>
                    <a:pt x="40965" y="28905"/>
                  </a:cubicBezTo>
                  <a:cubicBezTo>
                    <a:pt x="42113" y="28905"/>
                    <a:pt x="43070" y="29901"/>
                    <a:pt x="43070" y="31049"/>
                  </a:cubicBezTo>
                  <a:cubicBezTo>
                    <a:pt x="43070" y="32198"/>
                    <a:pt x="42113" y="33155"/>
                    <a:pt x="40965" y="33155"/>
                  </a:cubicBezTo>
                  <a:cubicBezTo>
                    <a:pt x="39816" y="33155"/>
                    <a:pt x="38859" y="32198"/>
                    <a:pt x="38859" y="31049"/>
                  </a:cubicBezTo>
                  <a:close/>
                  <a:moveTo>
                    <a:pt x="48736" y="24426"/>
                  </a:moveTo>
                  <a:cubicBezTo>
                    <a:pt x="48736" y="23277"/>
                    <a:pt x="49693" y="22320"/>
                    <a:pt x="50842" y="22320"/>
                  </a:cubicBezTo>
                  <a:cubicBezTo>
                    <a:pt x="51990" y="22320"/>
                    <a:pt x="52947" y="23277"/>
                    <a:pt x="52947" y="24426"/>
                  </a:cubicBezTo>
                  <a:cubicBezTo>
                    <a:pt x="52947" y="25613"/>
                    <a:pt x="51990" y="26570"/>
                    <a:pt x="50842" y="26570"/>
                  </a:cubicBezTo>
                  <a:cubicBezTo>
                    <a:pt x="49693" y="26570"/>
                    <a:pt x="48736" y="25613"/>
                    <a:pt x="48736" y="24426"/>
                  </a:cubicBezTo>
                  <a:close/>
                  <a:moveTo>
                    <a:pt x="52258" y="11371"/>
                  </a:moveTo>
                  <a:cubicBezTo>
                    <a:pt x="52258" y="10682"/>
                    <a:pt x="52603" y="10070"/>
                    <a:pt x="53100" y="9687"/>
                  </a:cubicBezTo>
                  <a:lnTo>
                    <a:pt x="53177" y="9725"/>
                  </a:lnTo>
                  <a:cubicBezTo>
                    <a:pt x="53636" y="10070"/>
                    <a:pt x="54172" y="10414"/>
                    <a:pt x="54670" y="10720"/>
                  </a:cubicBezTo>
                  <a:cubicBezTo>
                    <a:pt x="55206" y="11027"/>
                    <a:pt x="55780" y="11333"/>
                    <a:pt x="56355" y="11563"/>
                  </a:cubicBezTo>
                  <a:cubicBezTo>
                    <a:pt x="56393" y="11601"/>
                    <a:pt x="56431" y="11601"/>
                    <a:pt x="56469" y="11639"/>
                  </a:cubicBezTo>
                  <a:cubicBezTo>
                    <a:pt x="56316" y="12673"/>
                    <a:pt x="55436" y="13477"/>
                    <a:pt x="54364" y="13477"/>
                  </a:cubicBezTo>
                  <a:cubicBezTo>
                    <a:pt x="53215" y="13477"/>
                    <a:pt x="52258" y="12520"/>
                    <a:pt x="52258" y="11371"/>
                  </a:cubicBezTo>
                  <a:close/>
                  <a:moveTo>
                    <a:pt x="40811" y="2107"/>
                  </a:moveTo>
                  <a:cubicBezTo>
                    <a:pt x="40811" y="958"/>
                    <a:pt x="41768" y="1"/>
                    <a:pt x="42917" y="1"/>
                  </a:cubicBezTo>
                  <a:cubicBezTo>
                    <a:pt x="43223" y="1"/>
                    <a:pt x="43491" y="78"/>
                    <a:pt x="43759" y="192"/>
                  </a:cubicBezTo>
                  <a:cubicBezTo>
                    <a:pt x="43798" y="460"/>
                    <a:pt x="43951" y="767"/>
                    <a:pt x="44104" y="1035"/>
                  </a:cubicBezTo>
                  <a:cubicBezTo>
                    <a:pt x="44257" y="1264"/>
                    <a:pt x="44410" y="1456"/>
                    <a:pt x="44563" y="1685"/>
                  </a:cubicBezTo>
                  <a:cubicBezTo>
                    <a:pt x="44716" y="1877"/>
                    <a:pt x="44869" y="2030"/>
                    <a:pt x="45023" y="2221"/>
                  </a:cubicBezTo>
                  <a:cubicBezTo>
                    <a:pt x="44946" y="3332"/>
                    <a:pt x="44027" y="4212"/>
                    <a:pt x="42917" y="4212"/>
                  </a:cubicBezTo>
                  <a:cubicBezTo>
                    <a:pt x="41807" y="4212"/>
                    <a:pt x="40811" y="3255"/>
                    <a:pt x="40811" y="2107"/>
                  </a:cubicBezTo>
                  <a:lnTo>
                    <a:pt x="40811" y="2107"/>
                  </a:lnTo>
                  <a:close/>
                  <a:moveTo>
                    <a:pt x="43376" y="12711"/>
                  </a:moveTo>
                  <a:cubicBezTo>
                    <a:pt x="43376" y="11563"/>
                    <a:pt x="44333" y="10606"/>
                    <a:pt x="45482" y="10606"/>
                  </a:cubicBezTo>
                  <a:cubicBezTo>
                    <a:pt x="46631" y="10606"/>
                    <a:pt x="47588" y="11563"/>
                    <a:pt x="47588" y="12711"/>
                  </a:cubicBezTo>
                  <a:cubicBezTo>
                    <a:pt x="47588" y="13860"/>
                    <a:pt x="46631" y="14817"/>
                    <a:pt x="45482" y="14817"/>
                  </a:cubicBezTo>
                  <a:cubicBezTo>
                    <a:pt x="44333" y="14817"/>
                    <a:pt x="43376" y="13860"/>
                    <a:pt x="43376" y="12711"/>
                  </a:cubicBezTo>
                  <a:close/>
                  <a:moveTo>
                    <a:pt x="35031" y="18951"/>
                  </a:moveTo>
                  <a:cubicBezTo>
                    <a:pt x="35031" y="17803"/>
                    <a:pt x="35988" y="16846"/>
                    <a:pt x="37136" y="16846"/>
                  </a:cubicBezTo>
                  <a:cubicBezTo>
                    <a:pt x="38285" y="16846"/>
                    <a:pt x="39242" y="17803"/>
                    <a:pt x="39242" y="18951"/>
                  </a:cubicBezTo>
                  <a:cubicBezTo>
                    <a:pt x="39242" y="20100"/>
                    <a:pt x="38285" y="21057"/>
                    <a:pt x="37136" y="21057"/>
                  </a:cubicBezTo>
                  <a:cubicBezTo>
                    <a:pt x="35988" y="21057"/>
                    <a:pt x="35031" y="20100"/>
                    <a:pt x="35031" y="18951"/>
                  </a:cubicBezTo>
                  <a:close/>
                  <a:moveTo>
                    <a:pt x="32466" y="9457"/>
                  </a:moveTo>
                  <a:cubicBezTo>
                    <a:pt x="32466" y="8309"/>
                    <a:pt x="33461" y="7351"/>
                    <a:pt x="34609" y="7351"/>
                  </a:cubicBezTo>
                  <a:cubicBezTo>
                    <a:pt x="35758" y="7351"/>
                    <a:pt x="36715" y="8309"/>
                    <a:pt x="36715" y="9457"/>
                  </a:cubicBezTo>
                  <a:cubicBezTo>
                    <a:pt x="36715" y="10606"/>
                    <a:pt x="35758" y="11563"/>
                    <a:pt x="34609" y="11563"/>
                  </a:cubicBezTo>
                  <a:cubicBezTo>
                    <a:pt x="33461" y="11563"/>
                    <a:pt x="32466" y="10606"/>
                    <a:pt x="32466" y="9457"/>
                  </a:cubicBezTo>
                  <a:close/>
                  <a:moveTo>
                    <a:pt x="25077" y="16961"/>
                  </a:moveTo>
                  <a:cubicBezTo>
                    <a:pt x="25077" y="15812"/>
                    <a:pt x="26072" y="14855"/>
                    <a:pt x="27221" y="14855"/>
                  </a:cubicBezTo>
                  <a:cubicBezTo>
                    <a:pt x="28369" y="14855"/>
                    <a:pt x="29326" y="15812"/>
                    <a:pt x="29326" y="16961"/>
                  </a:cubicBezTo>
                  <a:cubicBezTo>
                    <a:pt x="29326" y="18109"/>
                    <a:pt x="28369" y="19066"/>
                    <a:pt x="27221" y="19066"/>
                  </a:cubicBezTo>
                  <a:cubicBezTo>
                    <a:pt x="26072" y="19066"/>
                    <a:pt x="25077" y="18109"/>
                    <a:pt x="25077" y="16961"/>
                  </a:cubicBezTo>
                  <a:close/>
                </a:path>
              </a:pathLst>
            </a:custGeom>
            <a:solidFill>
              <a:srgbClr val="FFDA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8"/>
            <p:cNvSpPr/>
            <p:nvPr/>
          </p:nvSpPr>
          <p:spPr>
            <a:xfrm>
              <a:off x="844900" y="3749475"/>
              <a:ext cx="1135150" cy="1361975"/>
            </a:xfrm>
            <a:custGeom>
              <a:avLst/>
              <a:gdLst/>
              <a:ahLst/>
              <a:cxnLst/>
              <a:rect l="l" t="t" r="r" b="b"/>
              <a:pathLst>
                <a:path w="45406" h="54479" extrusionOk="0">
                  <a:moveTo>
                    <a:pt x="10759" y="12596"/>
                  </a:moveTo>
                  <a:cubicBezTo>
                    <a:pt x="10873" y="12864"/>
                    <a:pt x="10912" y="13171"/>
                    <a:pt x="10912" y="13439"/>
                  </a:cubicBezTo>
                  <a:cubicBezTo>
                    <a:pt x="10912" y="14587"/>
                    <a:pt x="9955" y="15544"/>
                    <a:pt x="8806" y="15544"/>
                  </a:cubicBezTo>
                  <a:cubicBezTo>
                    <a:pt x="8385" y="15544"/>
                    <a:pt x="8002" y="15429"/>
                    <a:pt x="7658" y="15200"/>
                  </a:cubicBezTo>
                  <a:cubicBezTo>
                    <a:pt x="7696" y="15200"/>
                    <a:pt x="7696" y="15161"/>
                    <a:pt x="7734" y="15123"/>
                  </a:cubicBezTo>
                  <a:cubicBezTo>
                    <a:pt x="8232" y="14778"/>
                    <a:pt x="8691" y="14396"/>
                    <a:pt x="9151" y="14013"/>
                  </a:cubicBezTo>
                  <a:cubicBezTo>
                    <a:pt x="9419" y="13821"/>
                    <a:pt x="9648" y="13630"/>
                    <a:pt x="9878" y="13439"/>
                  </a:cubicBezTo>
                  <a:cubicBezTo>
                    <a:pt x="10031" y="13324"/>
                    <a:pt x="10146" y="13171"/>
                    <a:pt x="10299" y="13056"/>
                  </a:cubicBezTo>
                  <a:cubicBezTo>
                    <a:pt x="10452" y="12941"/>
                    <a:pt x="10606" y="12788"/>
                    <a:pt x="10720" y="12635"/>
                  </a:cubicBezTo>
                  <a:cubicBezTo>
                    <a:pt x="10720" y="12635"/>
                    <a:pt x="10759" y="12635"/>
                    <a:pt x="10759" y="12596"/>
                  </a:cubicBezTo>
                  <a:close/>
                  <a:moveTo>
                    <a:pt x="12558" y="50229"/>
                  </a:moveTo>
                  <a:cubicBezTo>
                    <a:pt x="13706" y="50229"/>
                    <a:pt x="14664" y="51186"/>
                    <a:pt x="14664" y="52335"/>
                  </a:cubicBezTo>
                  <a:cubicBezTo>
                    <a:pt x="14664" y="53483"/>
                    <a:pt x="13706" y="54479"/>
                    <a:pt x="12558" y="54479"/>
                  </a:cubicBezTo>
                  <a:cubicBezTo>
                    <a:pt x="11409" y="54479"/>
                    <a:pt x="10452" y="53483"/>
                    <a:pt x="10452" y="52335"/>
                  </a:cubicBezTo>
                  <a:cubicBezTo>
                    <a:pt x="10452" y="51186"/>
                    <a:pt x="11409" y="50229"/>
                    <a:pt x="12558" y="50229"/>
                  </a:cubicBezTo>
                  <a:close/>
                  <a:moveTo>
                    <a:pt x="23469" y="48085"/>
                  </a:moveTo>
                  <a:cubicBezTo>
                    <a:pt x="24617" y="48085"/>
                    <a:pt x="25574" y="49042"/>
                    <a:pt x="25574" y="50191"/>
                  </a:cubicBezTo>
                  <a:cubicBezTo>
                    <a:pt x="25574" y="51339"/>
                    <a:pt x="24617" y="52297"/>
                    <a:pt x="23469" y="52297"/>
                  </a:cubicBezTo>
                  <a:cubicBezTo>
                    <a:pt x="22320" y="52297"/>
                    <a:pt x="21363" y="51339"/>
                    <a:pt x="21363" y="50191"/>
                  </a:cubicBezTo>
                  <a:cubicBezTo>
                    <a:pt x="21363" y="49042"/>
                    <a:pt x="22320" y="48085"/>
                    <a:pt x="23469" y="48085"/>
                  </a:cubicBezTo>
                  <a:close/>
                  <a:moveTo>
                    <a:pt x="32198" y="39854"/>
                  </a:moveTo>
                  <a:lnTo>
                    <a:pt x="32236" y="39854"/>
                  </a:lnTo>
                  <a:cubicBezTo>
                    <a:pt x="32159" y="39931"/>
                    <a:pt x="32121" y="40007"/>
                    <a:pt x="32044" y="40122"/>
                  </a:cubicBezTo>
                  <a:cubicBezTo>
                    <a:pt x="31968" y="40237"/>
                    <a:pt x="31853" y="40390"/>
                    <a:pt x="31776" y="40543"/>
                  </a:cubicBezTo>
                  <a:cubicBezTo>
                    <a:pt x="31547" y="40888"/>
                    <a:pt x="31317" y="41233"/>
                    <a:pt x="31126" y="41577"/>
                  </a:cubicBezTo>
                  <a:cubicBezTo>
                    <a:pt x="30934" y="41883"/>
                    <a:pt x="30743" y="42190"/>
                    <a:pt x="30551" y="42534"/>
                  </a:cubicBezTo>
                  <a:cubicBezTo>
                    <a:pt x="30475" y="42649"/>
                    <a:pt x="30398" y="42764"/>
                    <a:pt x="30322" y="42917"/>
                  </a:cubicBezTo>
                  <a:cubicBezTo>
                    <a:pt x="30169" y="42611"/>
                    <a:pt x="30092" y="42304"/>
                    <a:pt x="30092" y="41960"/>
                  </a:cubicBezTo>
                  <a:cubicBezTo>
                    <a:pt x="30092" y="40811"/>
                    <a:pt x="31049" y="39854"/>
                    <a:pt x="32198" y="39854"/>
                  </a:cubicBezTo>
                  <a:close/>
                  <a:moveTo>
                    <a:pt x="32619" y="3944"/>
                  </a:moveTo>
                  <a:cubicBezTo>
                    <a:pt x="32504" y="3791"/>
                    <a:pt x="32389" y="3600"/>
                    <a:pt x="32236" y="3408"/>
                  </a:cubicBezTo>
                  <a:cubicBezTo>
                    <a:pt x="32198" y="3370"/>
                    <a:pt x="32159" y="3293"/>
                    <a:pt x="32121" y="3217"/>
                  </a:cubicBezTo>
                  <a:cubicBezTo>
                    <a:pt x="31700" y="2566"/>
                    <a:pt x="31317" y="1877"/>
                    <a:pt x="30972" y="1188"/>
                  </a:cubicBezTo>
                  <a:cubicBezTo>
                    <a:pt x="30858" y="920"/>
                    <a:pt x="30743" y="652"/>
                    <a:pt x="30628" y="384"/>
                  </a:cubicBezTo>
                  <a:cubicBezTo>
                    <a:pt x="30972" y="154"/>
                    <a:pt x="31394" y="1"/>
                    <a:pt x="31853" y="1"/>
                  </a:cubicBezTo>
                  <a:cubicBezTo>
                    <a:pt x="32159" y="1"/>
                    <a:pt x="32427" y="78"/>
                    <a:pt x="32695" y="192"/>
                  </a:cubicBezTo>
                  <a:cubicBezTo>
                    <a:pt x="32734" y="499"/>
                    <a:pt x="32887" y="767"/>
                    <a:pt x="33040" y="1035"/>
                  </a:cubicBezTo>
                  <a:cubicBezTo>
                    <a:pt x="33193" y="1264"/>
                    <a:pt x="33346" y="1456"/>
                    <a:pt x="33499" y="1685"/>
                  </a:cubicBezTo>
                  <a:cubicBezTo>
                    <a:pt x="33652" y="1877"/>
                    <a:pt x="33805" y="2068"/>
                    <a:pt x="33959" y="2221"/>
                  </a:cubicBezTo>
                  <a:cubicBezTo>
                    <a:pt x="33920" y="3025"/>
                    <a:pt x="33423" y="3714"/>
                    <a:pt x="32734" y="4021"/>
                  </a:cubicBezTo>
                  <a:lnTo>
                    <a:pt x="32619" y="3944"/>
                  </a:lnTo>
                  <a:lnTo>
                    <a:pt x="32619" y="3944"/>
                  </a:lnTo>
                  <a:close/>
                  <a:moveTo>
                    <a:pt x="45291" y="11601"/>
                  </a:moveTo>
                  <a:cubicBezTo>
                    <a:pt x="45329" y="11601"/>
                    <a:pt x="45367" y="11639"/>
                    <a:pt x="45405" y="11639"/>
                  </a:cubicBezTo>
                  <a:cubicBezTo>
                    <a:pt x="45291" y="12673"/>
                    <a:pt x="44372" y="13477"/>
                    <a:pt x="43300" y="13477"/>
                  </a:cubicBezTo>
                  <a:cubicBezTo>
                    <a:pt x="42151" y="13477"/>
                    <a:pt x="41194" y="12520"/>
                    <a:pt x="41194" y="11371"/>
                  </a:cubicBezTo>
                  <a:cubicBezTo>
                    <a:pt x="41194" y="10682"/>
                    <a:pt x="41539" y="10108"/>
                    <a:pt x="42036" y="9687"/>
                  </a:cubicBezTo>
                  <a:lnTo>
                    <a:pt x="42113" y="9725"/>
                  </a:lnTo>
                  <a:cubicBezTo>
                    <a:pt x="42611" y="10108"/>
                    <a:pt x="43108" y="10414"/>
                    <a:pt x="43606" y="10720"/>
                  </a:cubicBezTo>
                  <a:cubicBezTo>
                    <a:pt x="44142" y="11065"/>
                    <a:pt x="44716" y="11333"/>
                    <a:pt x="45291" y="11601"/>
                  </a:cubicBezTo>
                  <a:close/>
                  <a:moveTo>
                    <a:pt x="39778" y="22320"/>
                  </a:moveTo>
                  <a:cubicBezTo>
                    <a:pt x="40926" y="22320"/>
                    <a:pt x="41883" y="23277"/>
                    <a:pt x="41883" y="24426"/>
                  </a:cubicBezTo>
                  <a:cubicBezTo>
                    <a:pt x="41883" y="25613"/>
                    <a:pt x="40926" y="26570"/>
                    <a:pt x="39778" y="26570"/>
                  </a:cubicBezTo>
                  <a:cubicBezTo>
                    <a:pt x="38629" y="26570"/>
                    <a:pt x="37672" y="25613"/>
                    <a:pt x="37672" y="24426"/>
                  </a:cubicBezTo>
                  <a:cubicBezTo>
                    <a:pt x="37672" y="23277"/>
                    <a:pt x="38629" y="22320"/>
                    <a:pt x="39778" y="22320"/>
                  </a:cubicBezTo>
                  <a:close/>
                  <a:moveTo>
                    <a:pt x="28714" y="32772"/>
                  </a:moveTo>
                  <a:cubicBezTo>
                    <a:pt x="28752" y="32695"/>
                    <a:pt x="28790" y="32619"/>
                    <a:pt x="28829" y="32542"/>
                  </a:cubicBezTo>
                  <a:cubicBezTo>
                    <a:pt x="29058" y="31930"/>
                    <a:pt x="29173" y="31279"/>
                    <a:pt x="29250" y="30628"/>
                  </a:cubicBezTo>
                  <a:cubicBezTo>
                    <a:pt x="29250" y="30666"/>
                    <a:pt x="29250" y="30666"/>
                    <a:pt x="29211" y="30705"/>
                  </a:cubicBezTo>
                  <a:cubicBezTo>
                    <a:pt x="29288" y="30283"/>
                    <a:pt x="29326" y="29824"/>
                    <a:pt x="29326" y="29403"/>
                  </a:cubicBezTo>
                  <a:lnTo>
                    <a:pt x="29326" y="29020"/>
                  </a:lnTo>
                  <a:cubicBezTo>
                    <a:pt x="29518" y="28943"/>
                    <a:pt x="29709" y="28905"/>
                    <a:pt x="29901" y="28905"/>
                  </a:cubicBezTo>
                  <a:cubicBezTo>
                    <a:pt x="31049" y="28905"/>
                    <a:pt x="32006" y="29901"/>
                    <a:pt x="32006" y="31049"/>
                  </a:cubicBezTo>
                  <a:cubicBezTo>
                    <a:pt x="32006" y="32198"/>
                    <a:pt x="31049" y="33155"/>
                    <a:pt x="29901" y="33155"/>
                  </a:cubicBezTo>
                  <a:cubicBezTo>
                    <a:pt x="29441" y="33155"/>
                    <a:pt x="29058" y="33002"/>
                    <a:pt x="28714" y="32772"/>
                  </a:cubicBezTo>
                  <a:lnTo>
                    <a:pt x="28714" y="32772"/>
                  </a:lnTo>
                  <a:close/>
                  <a:moveTo>
                    <a:pt x="19602" y="41654"/>
                  </a:moveTo>
                  <a:cubicBezTo>
                    <a:pt x="19602" y="41654"/>
                    <a:pt x="19602" y="41615"/>
                    <a:pt x="19602" y="41577"/>
                  </a:cubicBezTo>
                  <a:cubicBezTo>
                    <a:pt x="19602" y="41615"/>
                    <a:pt x="19602" y="41615"/>
                    <a:pt x="19602" y="41654"/>
                  </a:cubicBezTo>
                  <a:close/>
                  <a:moveTo>
                    <a:pt x="19602" y="41654"/>
                  </a:moveTo>
                  <a:cubicBezTo>
                    <a:pt x="19985" y="42075"/>
                    <a:pt x="20521" y="42343"/>
                    <a:pt x="21134" y="42343"/>
                  </a:cubicBezTo>
                  <a:cubicBezTo>
                    <a:pt x="22320" y="42343"/>
                    <a:pt x="23277" y="41386"/>
                    <a:pt x="23277" y="40237"/>
                  </a:cubicBezTo>
                  <a:cubicBezTo>
                    <a:pt x="23277" y="39318"/>
                    <a:pt x="22627" y="38514"/>
                    <a:pt x="21784" y="38246"/>
                  </a:cubicBezTo>
                  <a:cubicBezTo>
                    <a:pt x="21670" y="38438"/>
                    <a:pt x="21516" y="38668"/>
                    <a:pt x="21363" y="38859"/>
                  </a:cubicBezTo>
                  <a:lnTo>
                    <a:pt x="21210" y="39089"/>
                  </a:lnTo>
                  <a:cubicBezTo>
                    <a:pt x="20674" y="39931"/>
                    <a:pt x="20138" y="40735"/>
                    <a:pt x="19640" y="41577"/>
                  </a:cubicBezTo>
                  <a:cubicBezTo>
                    <a:pt x="19602" y="41615"/>
                    <a:pt x="19602" y="41615"/>
                    <a:pt x="19602" y="41654"/>
                  </a:cubicBezTo>
                  <a:close/>
                  <a:moveTo>
                    <a:pt x="1111" y="21478"/>
                  </a:moveTo>
                  <a:cubicBezTo>
                    <a:pt x="767" y="21363"/>
                    <a:pt x="422" y="21248"/>
                    <a:pt x="77" y="21134"/>
                  </a:cubicBezTo>
                  <a:cubicBezTo>
                    <a:pt x="39" y="21134"/>
                    <a:pt x="1" y="21134"/>
                    <a:pt x="1" y="21134"/>
                  </a:cubicBezTo>
                  <a:cubicBezTo>
                    <a:pt x="345" y="20866"/>
                    <a:pt x="690" y="20598"/>
                    <a:pt x="1035" y="20330"/>
                  </a:cubicBezTo>
                  <a:cubicBezTo>
                    <a:pt x="1724" y="20636"/>
                    <a:pt x="2260" y="21325"/>
                    <a:pt x="2298" y="22167"/>
                  </a:cubicBezTo>
                  <a:cubicBezTo>
                    <a:pt x="1953" y="21899"/>
                    <a:pt x="1532" y="21670"/>
                    <a:pt x="1111" y="21478"/>
                  </a:cubicBezTo>
                  <a:lnTo>
                    <a:pt x="1111" y="21478"/>
                  </a:lnTo>
                  <a:close/>
                  <a:moveTo>
                    <a:pt x="14051" y="16961"/>
                  </a:moveTo>
                  <a:cubicBezTo>
                    <a:pt x="14051" y="16080"/>
                    <a:pt x="14625" y="15314"/>
                    <a:pt x="15391" y="15008"/>
                  </a:cubicBezTo>
                  <a:cubicBezTo>
                    <a:pt x="15353" y="15200"/>
                    <a:pt x="15314" y="15429"/>
                    <a:pt x="15276" y="15621"/>
                  </a:cubicBezTo>
                  <a:cubicBezTo>
                    <a:pt x="15238" y="15812"/>
                    <a:pt x="15161" y="16004"/>
                    <a:pt x="15085" y="16195"/>
                  </a:cubicBezTo>
                  <a:cubicBezTo>
                    <a:pt x="15046" y="16272"/>
                    <a:pt x="15008" y="16348"/>
                    <a:pt x="14970" y="16463"/>
                  </a:cubicBezTo>
                  <a:cubicBezTo>
                    <a:pt x="14893" y="16540"/>
                    <a:pt x="14855" y="16616"/>
                    <a:pt x="14778" y="16693"/>
                  </a:cubicBezTo>
                  <a:cubicBezTo>
                    <a:pt x="14740" y="16731"/>
                    <a:pt x="14702" y="16769"/>
                    <a:pt x="14664" y="16808"/>
                  </a:cubicBezTo>
                  <a:cubicBezTo>
                    <a:pt x="14664" y="16846"/>
                    <a:pt x="14625" y="16846"/>
                    <a:pt x="14587" y="16846"/>
                  </a:cubicBezTo>
                  <a:lnTo>
                    <a:pt x="14051" y="17152"/>
                  </a:lnTo>
                  <a:cubicBezTo>
                    <a:pt x="14051" y="17114"/>
                    <a:pt x="14051" y="17037"/>
                    <a:pt x="14051" y="16961"/>
                  </a:cubicBezTo>
                  <a:close/>
                </a:path>
              </a:pathLst>
            </a:custGeom>
            <a:solidFill>
              <a:srgbClr val="ECC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8"/>
            <p:cNvSpPr/>
            <p:nvPr/>
          </p:nvSpPr>
          <p:spPr>
            <a:xfrm>
              <a:off x="5163325" y="1568275"/>
              <a:ext cx="1135125" cy="2419550"/>
            </a:xfrm>
            <a:custGeom>
              <a:avLst/>
              <a:gdLst/>
              <a:ahLst/>
              <a:cxnLst/>
              <a:rect l="l" t="t" r="r" b="b"/>
              <a:pathLst>
                <a:path w="45405" h="96782" extrusionOk="0">
                  <a:moveTo>
                    <a:pt x="45405" y="78941"/>
                  </a:moveTo>
                  <a:cubicBezTo>
                    <a:pt x="45405" y="80626"/>
                    <a:pt x="44831" y="82234"/>
                    <a:pt x="44218" y="83803"/>
                  </a:cubicBezTo>
                  <a:cubicBezTo>
                    <a:pt x="43605" y="85411"/>
                    <a:pt x="43031" y="87096"/>
                    <a:pt x="42112" y="88589"/>
                  </a:cubicBezTo>
                  <a:cubicBezTo>
                    <a:pt x="41423" y="89699"/>
                    <a:pt x="40619" y="90694"/>
                    <a:pt x="39930" y="91805"/>
                  </a:cubicBezTo>
                  <a:cubicBezTo>
                    <a:pt x="39203" y="92953"/>
                    <a:pt x="37212" y="96782"/>
                    <a:pt x="35566" y="95403"/>
                  </a:cubicBezTo>
                  <a:cubicBezTo>
                    <a:pt x="34494" y="93030"/>
                    <a:pt x="33116" y="90809"/>
                    <a:pt x="31967" y="88474"/>
                  </a:cubicBezTo>
                  <a:cubicBezTo>
                    <a:pt x="30015" y="84837"/>
                    <a:pt x="27947" y="81200"/>
                    <a:pt x="25421" y="77946"/>
                  </a:cubicBezTo>
                  <a:cubicBezTo>
                    <a:pt x="23889" y="76070"/>
                    <a:pt x="22396" y="74194"/>
                    <a:pt x="20712" y="72471"/>
                  </a:cubicBezTo>
                  <a:cubicBezTo>
                    <a:pt x="20559" y="72242"/>
                    <a:pt x="20329" y="72050"/>
                    <a:pt x="20138" y="71859"/>
                  </a:cubicBezTo>
                  <a:cubicBezTo>
                    <a:pt x="19410" y="71246"/>
                    <a:pt x="18644" y="70672"/>
                    <a:pt x="17955" y="70060"/>
                  </a:cubicBezTo>
                  <a:cubicBezTo>
                    <a:pt x="15390" y="67992"/>
                    <a:pt x="13323" y="65466"/>
                    <a:pt x="11179" y="62977"/>
                  </a:cubicBezTo>
                  <a:cubicBezTo>
                    <a:pt x="10873" y="62709"/>
                    <a:pt x="10796" y="62403"/>
                    <a:pt x="10873" y="62135"/>
                  </a:cubicBezTo>
                  <a:cubicBezTo>
                    <a:pt x="10681" y="61790"/>
                    <a:pt x="10490" y="61446"/>
                    <a:pt x="10299" y="61139"/>
                  </a:cubicBezTo>
                  <a:cubicBezTo>
                    <a:pt x="8997" y="59646"/>
                    <a:pt x="8576" y="57464"/>
                    <a:pt x="7887" y="55627"/>
                  </a:cubicBezTo>
                  <a:cubicBezTo>
                    <a:pt x="7580" y="54095"/>
                    <a:pt x="6815" y="52564"/>
                    <a:pt x="6815" y="50994"/>
                  </a:cubicBezTo>
                  <a:cubicBezTo>
                    <a:pt x="6776" y="50841"/>
                    <a:pt x="6738" y="50688"/>
                    <a:pt x="6700" y="50573"/>
                  </a:cubicBezTo>
                  <a:cubicBezTo>
                    <a:pt x="6623" y="50343"/>
                    <a:pt x="6585" y="50114"/>
                    <a:pt x="6508" y="49884"/>
                  </a:cubicBezTo>
                  <a:cubicBezTo>
                    <a:pt x="6011" y="49310"/>
                    <a:pt x="6049" y="48429"/>
                    <a:pt x="5819" y="47702"/>
                  </a:cubicBezTo>
                  <a:cubicBezTo>
                    <a:pt x="5475" y="45941"/>
                    <a:pt x="5169" y="44180"/>
                    <a:pt x="4939" y="42419"/>
                  </a:cubicBezTo>
                  <a:cubicBezTo>
                    <a:pt x="4786" y="40313"/>
                    <a:pt x="4097" y="38246"/>
                    <a:pt x="3905" y="36178"/>
                  </a:cubicBezTo>
                  <a:cubicBezTo>
                    <a:pt x="2910" y="36140"/>
                    <a:pt x="2910" y="32771"/>
                    <a:pt x="2565" y="31891"/>
                  </a:cubicBezTo>
                  <a:cubicBezTo>
                    <a:pt x="2374" y="30742"/>
                    <a:pt x="2029" y="29594"/>
                    <a:pt x="1646" y="28522"/>
                  </a:cubicBezTo>
                  <a:cubicBezTo>
                    <a:pt x="1110" y="26646"/>
                    <a:pt x="307" y="24732"/>
                    <a:pt x="498" y="22817"/>
                  </a:cubicBezTo>
                  <a:cubicBezTo>
                    <a:pt x="651" y="22358"/>
                    <a:pt x="842" y="22090"/>
                    <a:pt x="1034" y="21937"/>
                  </a:cubicBezTo>
                  <a:cubicBezTo>
                    <a:pt x="1149" y="21745"/>
                    <a:pt x="1378" y="21592"/>
                    <a:pt x="1608" y="21592"/>
                  </a:cubicBezTo>
                  <a:cubicBezTo>
                    <a:pt x="2757" y="21707"/>
                    <a:pt x="3561" y="22703"/>
                    <a:pt x="4250" y="23507"/>
                  </a:cubicBezTo>
                  <a:cubicBezTo>
                    <a:pt x="3829" y="22205"/>
                    <a:pt x="3561" y="20827"/>
                    <a:pt x="3293" y="19487"/>
                  </a:cubicBezTo>
                  <a:cubicBezTo>
                    <a:pt x="2910" y="18951"/>
                    <a:pt x="2910" y="18185"/>
                    <a:pt x="2680" y="17573"/>
                  </a:cubicBezTo>
                  <a:cubicBezTo>
                    <a:pt x="2450" y="16462"/>
                    <a:pt x="2106" y="15352"/>
                    <a:pt x="1761" y="14242"/>
                  </a:cubicBezTo>
                  <a:cubicBezTo>
                    <a:pt x="1149" y="12251"/>
                    <a:pt x="268" y="9571"/>
                    <a:pt x="2029" y="7925"/>
                  </a:cubicBezTo>
                  <a:cubicBezTo>
                    <a:pt x="1264" y="5858"/>
                    <a:pt x="0" y="3446"/>
                    <a:pt x="1072" y="1264"/>
                  </a:cubicBezTo>
                  <a:cubicBezTo>
                    <a:pt x="1302" y="613"/>
                    <a:pt x="1914" y="0"/>
                    <a:pt x="2604" y="345"/>
                  </a:cubicBezTo>
                  <a:cubicBezTo>
                    <a:pt x="3752" y="843"/>
                    <a:pt x="5322" y="3637"/>
                    <a:pt x="6547" y="5973"/>
                  </a:cubicBezTo>
                  <a:cubicBezTo>
                    <a:pt x="6662" y="6011"/>
                    <a:pt x="6776" y="6087"/>
                    <a:pt x="6891" y="6241"/>
                  </a:cubicBezTo>
                  <a:cubicBezTo>
                    <a:pt x="7504" y="7274"/>
                    <a:pt x="8002" y="8346"/>
                    <a:pt x="8499" y="9418"/>
                  </a:cubicBezTo>
                  <a:cubicBezTo>
                    <a:pt x="9112" y="10720"/>
                    <a:pt x="9724" y="12060"/>
                    <a:pt x="10299" y="13400"/>
                  </a:cubicBezTo>
                  <a:cubicBezTo>
                    <a:pt x="10337" y="13476"/>
                    <a:pt x="10375" y="13591"/>
                    <a:pt x="10375" y="13668"/>
                  </a:cubicBezTo>
                  <a:cubicBezTo>
                    <a:pt x="10413" y="13782"/>
                    <a:pt x="10452" y="13859"/>
                    <a:pt x="10490" y="13936"/>
                  </a:cubicBezTo>
                  <a:cubicBezTo>
                    <a:pt x="10490" y="13974"/>
                    <a:pt x="10490" y="14012"/>
                    <a:pt x="10528" y="14012"/>
                  </a:cubicBezTo>
                  <a:cubicBezTo>
                    <a:pt x="10605" y="14204"/>
                    <a:pt x="10681" y="14395"/>
                    <a:pt x="10758" y="14625"/>
                  </a:cubicBezTo>
                  <a:lnTo>
                    <a:pt x="10758" y="14625"/>
                  </a:lnTo>
                  <a:cubicBezTo>
                    <a:pt x="11753" y="16730"/>
                    <a:pt x="12864" y="18798"/>
                    <a:pt x="13706" y="20980"/>
                  </a:cubicBezTo>
                  <a:cubicBezTo>
                    <a:pt x="13859" y="21324"/>
                    <a:pt x="14012" y="21707"/>
                    <a:pt x="14127" y="22052"/>
                  </a:cubicBezTo>
                  <a:cubicBezTo>
                    <a:pt x="15314" y="24655"/>
                    <a:pt x="16271" y="27335"/>
                    <a:pt x="17419" y="29938"/>
                  </a:cubicBezTo>
                  <a:cubicBezTo>
                    <a:pt x="18300" y="31929"/>
                    <a:pt x="19334" y="33881"/>
                    <a:pt x="20214" y="35872"/>
                  </a:cubicBezTo>
                  <a:cubicBezTo>
                    <a:pt x="21095" y="38054"/>
                    <a:pt x="21975" y="40237"/>
                    <a:pt x="22932" y="42380"/>
                  </a:cubicBezTo>
                  <a:cubicBezTo>
                    <a:pt x="23085" y="42419"/>
                    <a:pt x="23238" y="42534"/>
                    <a:pt x="23315" y="42687"/>
                  </a:cubicBezTo>
                  <a:cubicBezTo>
                    <a:pt x="24081" y="43835"/>
                    <a:pt x="24770" y="45022"/>
                    <a:pt x="25421" y="46209"/>
                  </a:cubicBezTo>
                  <a:cubicBezTo>
                    <a:pt x="26225" y="47510"/>
                    <a:pt x="27029" y="48850"/>
                    <a:pt x="27641" y="50152"/>
                  </a:cubicBezTo>
                  <a:cubicBezTo>
                    <a:pt x="28062" y="50994"/>
                    <a:pt x="28483" y="51875"/>
                    <a:pt x="28904" y="52717"/>
                  </a:cubicBezTo>
                  <a:cubicBezTo>
                    <a:pt x="29364" y="53368"/>
                    <a:pt x="29747" y="54057"/>
                    <a:pt x="29976" y="54325"/>
                  </a:cubicBezTo>
                  <a:cubicBezTo>
                    <a:pt x="31469" y="56469"/>
                    <a:pt x="32618" y="58842"/>
                    <a:pt x="33767" y="61216"/>
                  </a:cubicBezTo>
                  <a:cubicBezTo>
                    <a:pt x="35260" y="63819"/>
                    <a:pt x="36868" y="66384"/>
                    <a:pt x="38514" y="68949"/>
                  </a:cubicBezTo>
                  <a:cubicBezTo>
                    <a:pt x="40083" y="71706"/>
                    <a:pt x="42112" y="74041"/>
                    <a:pt x="43950" y="76606"/>
                  </a:cubicBezTo>
                  <a:cubicBezTo>
                    <a:pt x="44448" y="77372"/>
                    <a:pt x="45175" y="78061"/>
                    <a:pt x="45405" y="78941"/>
                  </a:cubicBezTo>
                  <a:close/>
                </a:path>
              </a:pathLst>
            </a:custGeom>
            <a:solidFill>
              <a:srgbClr val="F8C4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8"/>
            <p:cNvSpPr/>
            <p:nvPr/>
          </p:nvSpPr>
          <p:spPr>
            <a:xfrm>
              <a:off x="5156625" y="1567325"/>
              <a:ext cx="1137050" cy="2404225"/>
            </a:xfrm>
            <a:custGeom>
              <a:avLst/>
              <a:gdLst/>
              <a:ahLst/>
              <a:cxnLst/>
              <a:rect l="l" t="t" r="r" b="b"/>
              <a:pathLst>
                <a:path w="45482" h="96169" extrusionOk="0">
                  <a:moveTo>
                    <a:pt x="45252" y="80434"/>
                  </a:moveTo>
                  <a:cubicBezTo>
                    <a:pt x="45481" y="81123"/>
                    <a:pt x="45137" y="81889"/>
                    <a:pt x="44984" y="82578"/>
                  </a:cubicBezTo>
                  <a:cubicBezTo>
                    <a:pt x="44677" y="84416"/>
                    <a:pt x="43567" y="85832"/>
                    <a:pt x="42802" y="87478"/>
                  </a:cubicBezTo>
                  <a:cubicBezTo>
                    <a:pt x="41921" y="89393"/>
                    <a:pt x="40887" y="91230"/>
                    <a:pt x="39624" y="92953"/>
                  </a:cubicBezTo>
                  <a:cubicBezTo>
                    <a:pt x="38897" y="93795"/>
                    <a:pt x="37748" y="96016"/>
                    <a:pt x="36676" y="96169"/>
                  </a:cubicBezTo>
                  <a:cubicBezTo>
                    <a:pt x="35566" y="95824"/>
                    <a:pt x="34341" y="91843"/>
                    <a:pt x="33613" y="90656"/>
                  </a:cubicBezTo>
                  <a:cubicBezTo>
                    <a:pt x="32120" y="88397"/>
                    <a:pt x="30857" y="85947"/>
                    <a:pt x="29326" y="83688"/>
                  </a:cubicBezTo>
                  <a:cubicBezTo>
                    <a:pt x="27488" y="80549"/>
                    <a:pt x="25650" y="77410"/>
                    <a:pt x="23200" y="74653"/>
                  </a:cubicBezTo>
                  <a:cubicBezTo>
                    <a:pt x="19448" y="70327"/>
                    <a:pt x="13936" y="67418"/>
                    <a:pt x="11332" y="62173"/>
                  </a:cubicBezTo>
                  <a:cubicBezTo>
                    <a:pt x="10720" y="61943"/>
                    <a:pt x="10567" y="61216"/>
                    <a:pt x="10260" y="60680"/>
                  </a:cubicBezTo>
                  <a:cubicBezTo>
                    <a:pt x="9724" y="60527"/>
                    <a:pt x="9686" y="59761"/>
                    <a:pt x="9456" y="59340"/>
                  </a:cubicBezTo>
                  <a:cubicBezTo>
                    <a:pt x="8767" y="57502"/>
                    <a:pt x="8231" y="55626"/>
                    <a:pt x="7734" y="53712"/>
                  </a:cubicBezTo>
                  <a:cubicBezTo>
                    <a:pt x="7159" y="53597"/>
                    <a:pt x="7351" y="52678"/>
                    <a:pt x="7159" y="52219"/>
                  </a:cubicBezTo>
                  <a:cubicBezTo>
                    <a:pt x="6815" y="50305"/>
                    <a:pt x="6432" y="48391"/>
                    <a:pt x="5934" y="46476"/>
                  </a:cubicBezTo>
                  <a:cubicBezTo>
                    <a:pt x="5475" y="44486"/>
                    <a:pt x="4977" y="42495"/>
                    <a:pt x="4594" y="40466"/>
                  </a:cubicBezTo>
                  <a:cubicBezTo>
                    <a:pt x="4365" y="38169"/>
                    <a:pt x="4211" y="35834"/>
                    <a:pt x="3522" y="33575"/>
                  </a:cubicBezTo>
                  <a:cubicBezTo>
                    <a:pt x="2910" y="31661"/>
                    <a:pt x="2489" y="29708"/>
                    <a:pt x="1800" y="27794"/>
                  </a:cubicBezTo>
                  <a:cubicBezTo>
                    <a:pt x="1340" y="26301"/>
                    <a:pt x="651" y="24808"/>
                    <a:pt x="804" y="23200"/>
                  </a:cubicBezTo>
                  <a:cubicBezTo>
                    <a:pt x="881" y="21860"/>
                    <a:pt x="1838" y="21401"/>
                    <a:pt x="2718" y="22051"/>
                  </a:cubicBezTo>
                  <a:cubicBezTo>
                    <a:pt x="3178" y="21707"/>
                    <a:pt x="3714" y="22358"/>
                    <a:pt x="3216" y="22587"/>
                  </a:cubicBezTo>
                  <a:cubicBezTo>
                    <a:pt x="3293" y="22894"/>
                    <a:pt x="3140" y="23047"/>
                    <a:pt x="2948" y="23047"/>
                  </a:cubicBezTo>
                  <a:cubicBezTo>
                    <a:pt x="2527" y="25038"/>
                    <a:pt x="3829" y="27067"/>
                    <a:pt x="4288" y="28943"/>
                  </a:cubicBezTo>
                  <a:cubicBezTo>
                    <a:pt x="5705" y="33307"/>
                    <a:pt x="7006" y="37710"/>
                    <a:pt x="8040" y="42150"/>
                  </a:cubicBezTo>
                  <a:cubicBezTo>
                    <a:pt x="9992" y="49041"/>
                    <a:pt x="10567" y="56469"/>
                    <a:pt x="15007" y="62326"/>
                  </a:cubicBezTo>
                  <a:cubicBezTo>
                    <a:pt x="17802" y="66269"/>
                    <a:pt x="22052" y="68834"/>
                    <a:pt x="25268" y="72395"/>
                  </a:cubicBezTo>
                  <a:cubicBezTo>
                    <a:pt x="29364" y="76453"/>
                    <a:pt x="32388" y="81353"/>
                    <a:pt x="35528" y="86138"/>
                  </a:cubicBezTo>
                  <a:cubicBezTo>
                    <a:pt x="37710" y="89890"/>
                    <a:pt x="39892" y="88474"/>
                    <a:pt x="41806" y="85411"/>
                  </a:cubicBezTo>
                  <a:cubicBezTo>
                    <a:pt x="42495" y="84263"/>
                    <a:pt x="43146" y="83076"/>
                    <a:pt x="43720" y="81851"/>
                  </a:cubicBezTo>
                  <a:cubicBezTo>
                    <a:pt x="44027" y="81468"/>
                    <a:pt x="44601" y="79745"/>
                    <a:pt x="45252" y="80434"/>
                  </a:cubicBezTo>
                  <a:lnTo>
                    <a:pt x="45252" y="80434"/>
                  </a:lnTo>
                  <a:close/>
                  <a:moveTo>
                    <a:pt x="17764" y="38131"/>
                  </a:moveTo>
                  <a:cubicBezTo>
                    <a:pt x="18798" y="38590"/>
                    <a:pt x="18108" y="36982"/>
                    <a:pt x="18032" y="36484"/>
                  </a:cubicBezTo>
                  <a:cubicBezTo>
                    <a:pt x="17687" y="35298"/>
                    <a:pt x="17381" y="34111"/>
                    <a:pt x="16960" y="32924"/>
                  </a:cubicBezTo>
                  <a:cubicBezTo>
                    <a:pt x="15888" y="30091"/>
                    <a:pt x="14854" y="27181"/>
                    <a:pt x="13514" y="24425"/>
                  </a:cubicBezTo>
                  <a:cubicBezTo>
                    <a:pt x="12825" y="23047"/>
                    <a:pt x="11945" y="21783"/>
                    <a:pt x="11141" y="20444"/>
                  </a:cubicBezTo>
                  <a:cubicBezTo>
                    <a:pt x="10299" y="19027"/>
                    <a:pt x="9648" y="17457"/>
                    <a:pt x="8997" y="15926"/>
                  </a:cubicBezTo>
                  <a:cubicBezTo>
                    <a:pt x="8155" y="13782"/>
                    <a:pt x="7044" y="11753"/>
                    <a:pt x="5934" y="9762"/>
                  </a:cubicBezTo>
                  <a:cubicBezTo>
                    <a:pt x="4441" y="7083"/>
                    <a:pt x="2144" y="4211"/>
                    <a:pt x="2680" y="957"/>
                  </a:cubicBezTo>
                  <a:cubicBezTo>
                    <a:pt x="3216" y="421"/>
                    <a:pt x="2259" y="0"/>
                    <a:pt x="2068" y="689"/>
                  </a:cubicBezTo>
                  <a:cubicBezTo>
                    <a:pt x="1646" y="459"/>
                    <a:pt x="1493" y="1034"/>
                    <a:pt x="1455" y="1340"/>
                  </a:cubicBezTo>
                  <a:cubicBezTo>
                    <a:pt x="1225" y="1646"/>
                    <a:pt x="957" y="2297"/>
                    <a:pt x="1187" y="2642"/>
                  </a:cubicBezTo>
                  <a:cubicBezTo>
                    <a:pt x="1110" y="4211"/>
                    <a:pt x="1570" y="5704"/>
                    <a:pt x="2221" y="7121"/>
                  </a:cubicBezTo>
                  <a:cubicBezTo>
                    <a:pt x="2144" y="7427"/>
                    <a:pt x="2489" y="7733"/>
                    <a:pt x="2795" y="7580"/>
                  </a:cubicBezTo>
                  <a:cubicBezTo>
                    <a:pt x="3752" y="8040"/>
                    <a:pt x="4250" y="9035"/>
                    <a:pt x="4862" y="9877"/>
                  </a:cubicBezTo>
                  <a:cubicBezTo>
                    <a:pt x="6662" y="12710"/>
                    <a:pt x="7542" y="16041"/>
                    <a:pt x="9035" y="19027"/>
                  </a:cubicBezTo>
                  <a:cubicBezTo>
                    <a:pt x="9035" y="19333"/>
                    <a:pt x="10031" y="21592"/>
                    <a:pt x="10413" y="21401"/>
                  </a:cubicBezTo>
                  <a:cubicBezTo>
                    <a:pt x="13744" y="26492"/>
                    <a:pt x="15543" y="32465"/>
                    <a:pt x="17764" y="38131"/>
                  </a:cubicBezTo>
                  <a:lnTo>
                    <a:pt x="17764" y="38131"/>
                  </a:lnTo>
                  <a:close/>
                  <a:moveTo>
                    <a:pt x="14318" y="41078"/>
                  </a:moveTo>
                  <a:cubicBezTo>
                    <a:pt x="13936" y="39777"/>
                    <a:pt x="13591" y="38475"/>
                    <a:pt x="13170" y="37174"/>
                  </a:cubicBezTo>
                  <a:cubicBezTo>
                    <a:pt x="11792" y="32388"/>
                    <a:pt x="9456" y="27985"/>
                    <a:pt x="7274" y="23545"/>
                  </a:cubicBezTo>
                  <a:cubicBezTo>
                    <a:pt x="6049" y="20635"/>
                    <a:pt x="4939" y="17649"/>
                    <a:pt x="3943" y="14624"/>
                  </a:cubicBezTo>
                  <a:cubicBezTo>
                    <a:pt x="3484" y="12825"/>
                    <a:pt x="2642" y="10949"/>
                    <a:pt x="2757" y="9035"/>
                  </a:cubicBezTo>
                  <a:cubicBezTo>
                    <a:pt x="2757" y="8805"/>
                    <a:pt x="2910" y="8614"/>
                    <a:pt x="2910" y="8422"/>
                  </a:cubicBezTo>
                  <a:cubicBezTo>
                    <a:pt x="2910" y="8116"/>
                    <a:pt x="2489" y="8001"/>
                    <a:pt x="2336" y="8193"/>
                  </a:cubicBezTo>
                  <a:cubicBezTo>
                    <a:pt x="0" y="9839"/>
                    <a:pt x="2833" y="15543"/>
                    <a:pt x="3293" y="17917"/>
                  </a:cubicBezTo>
                  <a:cubicBezTo>
                    <a:pt x="4097" y="20252"/>
                    <a:pt x="4173" y="22779"/>
                    <a:pt x="5437" y="24961"/>
                  </a:cubicBezTo>
                  <a:cubicBezTo>
                    <a:pt x="6432" y="27143"/>
                    <a:pt x="8270" y="28789"/>
                    <a:pt x="9265" y="30972"/>
                  </a:cubicBezTo>
                  <a:cubicBezTo>
                    <a:pt x="10567" y="34111"/>
                    <a:pt x="11562" y="37327"/>
                    <a:pt x="13055" y="40351"/>
                  </a:cubicBezTo>
                  <a:cubicBezTo>
                    <a:pt x="13361" y="40887"/>
                    <a:pt x="13553" y="42036"/>
                    <a:pt x="14127" y="42342"/>
                  </a:cubicBezTo>
                  <a:cubicBezTo>
                    <a:pt x="14816" y="42304"/>
                    <a:pt x="14395" y="41500"/>
                    <a:pt x="14318" y="41117"/>
                  </a:cubicBezTo>
                  <a:close/>
                </a:path>
              </a:pathLst>
            </a:custGeom>
            <a:solidFill>
              <a:srgbClr val="DEA8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8"/>
            <p:cNvSpPr/>
            <p:nvPr/>
          </p:nvSpPr>
          <p:spPr>
            <a:xfrm>
              <a:off x="5188200" y="1575925"/>
              <a:ext cx="800150" cy="1574450"/>
            </a:xfrm>
            <a:custGeom>
              <a:avLst/>
              <a:gdLst/>
              <a:ahLst/>
              <a:cxnLst/>
              <a:rect l="l" t="t" r="r" b="b"/>
              <a:pathLst>
                <a:path w="32006" h="62978" extrusionOk="0">
                  <a:moveTo>
                    <a:pt x="3523" y="4403"/>
                  </a:moveTo>
                  <a:cubicBezTo>
                    <a:pt x="2604" y="4174"/>
                    <a:pt x="1953" y="2374"/>
                    <a:pt x="1570" y="1570"/>
                  </a:cubicBezTo>
                  <a:cubicBezTo>
                    <a:pt x="1455" y="1226"/>
                    <a:pt x="1149" y="919"/>
                    <a:pt x="1226" y="575"/>
                  </a:cubicBezTo>
                  <a:cubicBezTo>
                    <a:pt x="1111" y="307"/>
                    <a:pt x="1417" y="1"/>
                    <a:pt x="1685" y="154"/>
                  </a:cubicBezTo>
                  <a:cubicBezTo>
                    <a:pt x="1800" y="192"/>
                    <a:pt x="1877" y="307"/>
                    <a:pt x="1953" y="345"/>
                  </a:cubicBezTo>
                  <a:cubicBezTo>
                    <a:pt x="2642" y="383"/>
                    <a:pt x="3178" y="1991"/>
                    <a:pt x="3638" y="2489"/>
                  </a:cubicBezTo>
                  <a:cubicBezTo>
                    <a:pt x="3906" y="2910"/>
                    <a:pt x="4212" y="3293"/>
                    <a:pt x="4480" y="3714"/>
                  </a:cubicBezTo>
                  <a:cubicBezTo>
                    <a:pt x="4595" y="4020"/>
                    <a:pt x="4250" y="4288"/>
                    <a:pt x="3982" y="4135"/>
                  </a:cubicBezTo>
                  <a:cubicBezTo>
                    <a:pt x="3906" y="4288"/>
                    <a:pt x="3714" y="4403"/>
                    <a:pt x="3523" y="4403"/>
                  </a:cubicBezTo>
                  <a:lnTo>
                    <a:pt x="3523" y="4403"/>
                  </a:lnTo>
                  <a:close/>
                  <a:moveTo>
                    <a:pt x="31202" y="62671"/>
                  </a:moveTo>
                  <a:cubicBezTo>
                    <a:pt x="24962" y="55895"/>
                    <a:pt x="23124" y="52526"/>
                    <a:pt x="20559" y="43644"/>
                  </a:cubicBezTo>
                  <a:cubicBezTo>
                    <a:pt x="20444" y="43146"/>
                    <a:pt x="20138" y="42649"/>
                    <a:pt x="20291" y="42151"/>
                  </a:cubicBezTo>
                  <a:cubicBezTo>
                    <a:pt x="20329" y="42036"/>
                    <a:pt x="20406" y="41998"/>
                    <a:pt x="20444" y="41960"/>
                  </a:cubicBezTo>
                  <a:cubicBezTo>
                    <a:pt x="20521" y="42074"/>
                    <a:pt x="20559" y="42151"/>
                    <a:pt x="20597" y="42228"/>
                  </a:cubicBezTo>
                  <a:cubicBezTo>
                    <a:pt x="21286" y="43529"/>
                    <a:pt x="21937" y="44793"/>
                    <a:pt x="22588" y="46094"/>
                  </a:cubicBezTo>
                  <a:cubicBezTo>
                    <a:pt x="23162" y="47128"/>
                    <a:pt x="23737" y="48162"/>
                    <a:pt x="24311" y="49195"/>
                  </a:cubicBezTo>
                  <a:cubicBezTo>
                    <a:pt x="24923" y="50229"/>
                    <a:pt x="25498" y="51301"/>
                    <a:pt x="26072" y="52373"/>
                  </a:cubicBezTo>
                  <a:lnTo>
                    <a:pt x="26072" y="52411"/>
                  </a:lnTo>
                  <a:lnTo>
                    <a:pt x="26072" y="52373"/>
                  </a:lnTo>
                  <a:lnTo>
                    <a:pt x="26072" y="52411"/>
                  </a:lnTo>
                  <a:cubicBezTo>
                    <a:pt x="26072" y="52411"/>
                    <a:pt x="26072" y="52411"/>
                    <a:pt x="26072" y="52411"/>
                  </a:cubicBezTo>
                  <a:lnTo>
                    <a:pt x="26072" y="52411"/>
                  </a:lnTo>
                  <a:lnTo>
                    <a:pt x="26072" y="52411"/>
                  </a:lnTo>
                  <a:cubicBezTo>
                    <a:pt x="26416" y="53062"/>
                    <a:pt x="26761" y="53751"/>
                    <a:pt x="27144" y="54402"/>
                  </a:cubicBezTo>
                  <a:cubicBezTo>
                    <a:pt x="28254" y="56507"/>
                    <a:pt x="29364" y="58613"/>
                    <a:pt x="30628" y="60642"/>
                  </a:cubicBezTo>
                  <a:cubicBezTo>
                    <a:pt x="31087" y="61331"/>
                    <a:pt x="31546" y="62059"/>
                    <a:pt x="32006" y="62748"/>
                  </a:cubicBezTo>
                  <a:cubicBezTo>
                    <a:pt x="31968" y="62901"/>
                    <a:pt x="31853" y="62977"/>
                    <a:pt x="31700" y="62977"/>
                  </a:cubicBezTo>
                  <a:cubicBezTo>
                    <a:pt x="31508" y="62977"/>
                    <a:pt x="31317" y="62862"/>
                    <a:pt x="31240" y="62671"/>
                  </a:cubicBezTo>
                  <a:lnTo>
                    <a:pt x="31240" y="62671"/>
                  </a:lnTo>
                  <a:close/>
                  <a:moveTo>
                    <a:pt x="2872" y="25038"/>
                  </a:moveTo>
                  <a:cubicBezTo>
                    <a:pt x="2757" y="25000"/>
                    <a:pt x="2604" y="24962"/>
                    <a:pt x="2527" y="24885"/>
                  </a:cubicBezTo>
                  <a:cubicBezTo>
                    <a:pt x="2413" y="24770"/>
                    <a:pt x="2298" y="24655"/>
                    <a:pt x="2298" y="24540"/>
                  </a:cubicBezTo>
                  <a:cubicBezTo>
                    <a:pt x="2259" y="24464"/>
                    <a:pt x="2221" y="24426"/>
                    <a:pt x="2183" y="24349"/>
                  </a:cubicBezTo>
                  <a:cubicBezTo>
                    <a:pt x="1532" y="23890"/>
                    <a:pt x="1187" y="23124"/>
                    <a:pt x="651" y="22511"/>
                  </a:cubicBezTo>
                  <a:cubicBezTo>
                    <a:pt x="498" y="22320"/>
                    <a:pt x="307" y="22129"/>
                    <a:pt x="154" y="21937"/>
                  </a:cubicBezTo>
                  <a:cubicBezTo>
                    <a:pt x="1" y="21516"/>
                    <a:pt x="460" y="21325"/>
                    <a:pt x="805" y="21478"/>
                  </a:cubicBezTo>
                  <a:cubicBezTo>
                    <a:pt x="1226" y="21210"/>
                    <a:pt x="1570" y="21861"/>
                    <a:pt x="1838" y="22090"/>
                  </a:cubicBezTo>
                  <a:cubicBezTo>
                    <a:pt x="2259" y="22129"/>
                    <a:pt x="2489" y="22779"/>
                    <a:pt x="2795" y="23047"/>
                  </a:cubicBezTo>
                  <a:cubicBezTo>
                    <a:pt x="3216" y="23545"/>
                    <a:pt x="3944" y="24808"/>
                    <a:pt x="2872" y="25038"/>
                  </a:cubicBezTo>
                  <a:lnTo>
                    <a:pt x="2872" y="25038"/>
                  </a:lnTo>
                  <a:close/>
                  <a:moveTo>
                    <a:pt x="3676" y="12251"/>
                  </a:moveTo>
                  <a:cubicBezTo>
                    <a:pt x="3370" y="12328"/>
                    <a:pt x="3102" y="12022"/>
                    <a:pt x="2987" y="11754"/>
                  </a:cubicBezTo>
                  <a:cubicBezTo>
                    <a:pt x="2566" y="11677"/>
                    <a:pt x="2221" y="10758"/>
                    <a:pt x="1915" y="10414"/>
                  </a:cubicBezTo>
                  <a:cubicBezTo>
                    <a:pt x="1723" y="10069"/>
                    <a:pt x="1494" y="9725"/>
                    <a:pt x="1264" y="9418"/>
                  </a:cubicBezTo>
                  <a:cubicBezTo>
                    <a:pt x="1149" y="9227"/>
                    <a:pt x="919" y="9036"/>
                    <a:pt x="1034" y="8768"/>
                  </a:cubicBezTo>
                  <a:cubicBezTo>
                    <a:pt x="996" y="8768"/>
                    <a:pt x="958" y="8729"/>
                    <a:pt x="958" y="8653"/>
                  </a:cubicBezTo>
                  <a:cubicBezTo>
                    <a:pt x="919" y="8576"/>
                    <a:pt x="919" y="8500"/>
                    <a:pt x="919" y="8423"/>
                  </a:cubicBezTo>
                  <a:cubicBezTo>
                    <a:pt x="537" y="8155"/>
                    <a:pt x="958" y="7581"/>
                    <a:pt x="1302" y="7849"/>
                  </a:cubicBezTo>
                  <a:cubicBezTo>
                    <a:pt x="1723" y="7389"/>
                    <a:pt x="2106" y="8078"/>
                    <a:pt x="2336" y="8346"/>
                  </a:cubicBezTo>
                  <a:cubicBezTo>
                    <a:pt x="2872" y="8576"/>
                    <a:pt x="3446" y="9839"/>
                    <a:pt x="3752" y="10375"/>
                  </a:cubicBezTo>
                  <a:cubicBezTo>
                    <a:pt x="3982" y="10873"/>
                    <a:pt x="4710" y="12366"/>
                    <a:pt x="3676" y="12251"/>
                  </a:cubicBezTo>
                  <a:close/>
                </a:path>
              </a:pathLst>
            </a:custGeom>
            <a:solidFill>
              <a:srgbClr val="FCD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8"/>
            <p:cNvSpPr/>
            <p:nvPr/>
          </p:nvSpPr>
          <p:spPr>
            <a:xfrm>
              <a:off x="6015125" y="3489150"/>
              <a:ext cx="1309325" cy="1774475"/>
            </a:xfrm>
            <a:custGeom>
              <a:avLst/>
              <a:gdLst/>
              <a:ahLst/>
              <a:cxnLst/>
              <a:rect l="l" t="t" r="r" b="b"/>
              <a:pathLst>
                <a:path w="52373" h="70979" extrusionOk="0">
                  <a:moveTo>
                    <a:pt x="37404" y="33920"/>
                  </a:moveTo>
                  <a:cubicBezTo>
                    <a:pt x="44640" y="45405"/>
                    <a:pt x="47894" y="53253"/>
                    <a:pt x="49310" y="56776"/>
                  </a:cubicBezTo>
                  <a:cubicBezTo>
                    <a:pt x="50727" y="60566"/>
                    <a:pt x="50574" y="60145"/>
                    <a:pt x="52373" y="64356"/>
                  </a:cubicBezTo>
                  <a:cubicBezTo>
                    <a:pt x="48391" y="66959"/>
                    <a:pt x="43223" y="66232"/>
                    <a:pt x="40390" y="67916"/>
                  </a:cubicBezTo>
                  <a:cubicBezTo>
                    <a:pt x="38897" y="70979"/>
                    <a:pt x="28943" y="70290"/>
                    <a:pt x="25115" y="70022"/>
                  </a:cubicBezTo>
                  <a:cubicBezTo>
                    <a:pt x="24158" y="70137"/>
                    <a:pt x="20444" y="69180"/>
                    <a:pt x="20904" y="67840"/>
                  </a:cubicBezTo>
                  <a:cubicBezTo>
                    <a:pt x="20368" y="67572"/>
                    <a:pt x="20023" y="67036"/>
                    <a:pt x="19679" y="66538"/>
                  </a:cubicBezTo>
                  <a:cubicBezTo>
                    <a:pt x="19564" y="66385"/>
                    <a:pt x="19487" y="66270"/>
                    <a:pt x="19411" y="66117"/>
                  </a:cubicBezTo>
                  <a:cubicBezTo>
                    <a:pt x="18032" y="64432"/>
                    <a:pt x="17037" y="62442"/>
                    <a:pt x="16003" y="60527"/>
                  </a:cubicBezTo>
                  <a:cubicBezTo>
                    <a:pt x="14242" y="57312"/>
                    <a:pt x="12596" y="54057"/>
                    <a:pt x="11218" y="50688"/>
                  </a:cubicBezTo>
                  <a:cubicBezTo>
                    <a:pt x="10376" y="49808"/>
                    <a:pt x="10184" y="48353"/>
                    <a:pt x="9687" y="47243"/>
                  </a:cubicBezTo>
                  <a:cubicBezTo>
                    <a:pt x="7390" y="41271"/>
                    <a:pt x="5552" y="35145"/>
                    <a:pt x="3561" y="29096"/>
                  </a:cubicBezTo>
                  <a:cubicBezTo>
                    <a:pt x="2489" y="28790"/>
                    <a:pt x="2374" y="26378"/>
                    <a:pt x="2030" y="25421"/>
                  </a:cubicBezTo>
                  <a:cubicBezTo>
                    <a:pt x="1570" y="23277"/>
                    <a:pt x="805" y="21248"/>
                    <a:pt x="460" y="19104"/>
                  </a:cubicBezTo>
                  <a:lnTo>
                    <a:pt x="460" y="19028"/>
                  </a:lnTo>
                  <a:cubicBezTo>
                    <a:pt x="1" y="18224"/>
                    <a:pt x="1073" y="17190"/>
                    <a:pt x="1992" y="18951"/>
                  </a:cubicBezTo>
                  <a:cubicBezTo>
                    <a:pt x="2528" y="18147"/>
                    <a:pt x="3676" y="17190"/>
                    <a:pt x="3944" y="16731"/>
                  </a:cubicBezTo>
                  <a:cubicBezTo>
                    <a:pt x="4786" y="15697"/>
                    <a:pt x="5667" y="14663"/>
                    <a:pt x="6432" y="13592"/>
                  </a:cubicBezTo>
                  <a:cubicBezTo>
                    <a:pt x="6394" y="13209"/>
                    <a:pt x="6700" y="12826"/>
                    <a:pt x="6892" y="12520"/>
                  </a:cubicBezTo>
                  <a:cubicBezTo>
                    <a:pt x="7734" y="10950"/>
                    <a:pt x="8462" y="9342"/>
                    <a:pt x="9189" y="7772"/>
                  </a:cubicBezTo>
                  <a:cubicBezTo>
                    <a:pt x="9878" y="5782"/>
                    <a:pt x="11256" y="3829"/>
                    <a:pt x="11180" y="1724"/>
                  </a:cubicBezTo>
                  <a:cubicBezTo>
                    <a:pt x="11103" y="1647"/>
                    <a:pt x="11027" y="1570"/>
                    <a:pt x="10950" y="1532"/>
                  </a:cubicBezTo>
                  <a:cubicBezTo>
                    <a:pt x="10950" y="1417"/>
                    <a:pt x="10950" y="1379"/>
                    <a:pt x="10950" y="1302"/>
                  </a:cubicBezTo>
                  <a:cubicBezTo>
                    <a:pt x="10720" y="1073"/>
                    <a:pt x="10529" y="843"/>
                    <a:pt x="10682" y="498"/>
                  </a:cubicBezTo>
                  <a:cubicBezTo>
                    <a:pt x="10835" y="154"/>
                    <a:pt x="11256" y="1"/>
                    <a:pt x="11562" y="154"/>
                  </a:cubicBezTo>
                  <a:cubicBezTo>
                    <a:pt x="11907" y="384"/>
                    <a:pt x="12098" y="613"/>
                    <a:pt x="12290" y="881"/>
                  </a:cubicBezTo>
                  <a:cubicBezTo>
                    <a:pt x="12443" y="996"/>
                    <a:pt x="12596" y="1149"/>
                    <a:pt x="12711" y="1302"/>
                  </a:cubicBezTo>
                  <a:cubicBezTo>
                    <a:pt x="14893" y="3791"/>
                    <a:pt x="16578" y="6662"/>
                    <a:pt x="18377" y="9457"/>
                  </a:cubicBezTo>
                  <a:cubicBezTo>
                    <a:pt x="19296" y="9304"/>
                    <a:pt x="20291" y="11333"/>
                    <a:pt x="20827" y="11907"/>
                  </a:cubicBezTo>
                  <a:cubicBezTo>
                    <a:pt x="21210" y="12405"/>
                    <a:pt x="21593" y="12941"/>
                    <a:pt x="21976" y="13438"/>
                  </a:cubicBezTo>
                  <a:lnTo>
                    <a:pt x="21976" y="13438"/>
                  </a:lnTo>
                  <a:cubicBezTo>
                    <a:pt x="23201" y="15046"/>
                    <a:pt x="24426" y="16616"/>
                    <a:pt x="25574" y="18262"/>
                  </a:cubicBezTo>
                  <a:cubicBezTo>
                    <a:pt x="25651" y="18377"/>
                    <a:pt x="25689" y="18454"/>
                    <a:pt x="25689" y="18568"/>
                  </a:cubicBezTo>
                  <a:cubicBezTo>
                    <a:pt x="25804" y="18722"/>
                    <a:pt x="25919" y="18875"/>
                    <a:pt x="26034" y="18990"/>
                  </a:cubicBezTo>
                  <a:cubicBezTo>
                    <a:pt x="26149" y="19104"/>
                    <a:pt x="26225" y="19219"/>
                    <a:pt x="26302" y="19334"/>
                  </a:cubicBezTo>
                  <a:cubicBezTo>
                    <a:pt x="26914" y="20100"/>
                    <a:pt x="27527" y="20865"/>
                    <a:pt x="28216" y="21593"/>
                  </a:cubicBezTo>
                  <a:cubicBezTo>
                    <a:pt x="28331" y="21746"/>
                    <a:pt x="28446" y="21861"/>
                    <a:pt x="28560" y="22014"/>
                  </a:cubicBezTo>
                  <a:cubicBezTo>
                    <a:pt x="30054" y="23660"/>
                    <a:pt x="31738" y="25077"/>
                    <a:pt x="33155" y="26761"/>
                  </a:cubicBezTo>
                  <a:cubicBezTo>
                    <a:pt x="34188" y="29058"/>
                    <a:pt x="35911" y="31049"/>
                    <a:pt x="37404" y="33920"/>
                  </a:cubicBezTo>
                  <a:close/>
                </a:path>
              </a:pathLst>
            </a:custGeom>
            <a:solidFill>
              <a:srgbClr val="AFAE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8"/>
            <p:cNvSpPr/>
            <p:nvPr/>
          </p:nvSpPr>
          <p:spPr>
            <a:xfrm>
              <a:off x="6031400" y="3492025"/>
              <a:ext cx="830775" cy="1762025"/>
            </a:xfrm>
            <a:custGeom>
              <a:avLst/>
              <a:gdLst/>
              <a:ahLst/>
              <a:cxnLst/>
              <a:rect l="l" t="t" r="r" b="b"/>
              <a:pathLst>
                <a:path w="33231" h="70481" extrusionOk="0">
                  <a:moveTo>
                    <a:pt x="1455" y="18951"/>
                  </a:moveTo>
                  <a:cubicBezTo>
                    <a:pt x="1570" y="18760"/>
                    <a:pt x="1685" y="18607"/>
                    <a:pt x="1800" y="18492"/>
                  </a:cubicBezTo>
                  <a:cubicBezTo>
                    <a:pt x="2298" y="17803"/>
                    <a:pt x="2834" y="17190"/>
                    <a:pt x="3408" y="16577"/>
                  </a:cubicBezTo>
                  <a:cubicBezTo>
                    <a:pt x="4212" y="15659"/>
                    <a:pt x="4939" y="14663"/>
                    <a:pt x="5628" y="13630"/>
                  </a:cubicBezTo>
                  <a:cubicBezTo>
                    <a:pt x="5781" y="13247"/>
                    <a:pt x="6088" y="12749"/>
                    <a:pt x="6432" y="12251"/>
                  </a:cubicBezTo>
                  <a:cubicBezTo>
                    <a:pt x="6815" y="11562"/>
                    <a:pt x="7160" y="10873"/>
                    <a:pt x="7504" y="10184"/>
                  </a:cubicBezTo>
                  <a:cubicBezTo>
                    <a:pt x="7543" y="9686"/>
                    <a:pt x="7964" y="9304"/>
                    <a:pt x="8117" y="8844"/>
                  </a:cubicBezTo>
                  <a:cubicBezTo>
                    <a:pt x="8346" y="8538"/>
                    <a:pt x="8385" y="8040"/>
                    <a:pt x="8768" y="7925"/>
                  </a:cubicBezTo>
                  <a:lnTo>
                    <a:pt x="8806" y="7887"/>
                  </a:lnTo>
                  <a:cubicBezTo>
                    <a:pt x="9418" y="5935"/>
                    <a:pt x="9878" y="3944"/>
                    <a:pt x="10261" y="1991"/>
                  </a:cubicBezTo>
                  <a:cubicBezTo>
                    <a:pt x="10337" y="1877"/>
                    <a:pt x="10414" y="1800"/>
                    <a:pt x="10490" y="1723"/>
                  </a:cubicBezTo>
                  <a:cubicBezTo>
                    <a:pt x="10414" y="1341"/>
                    <a:pt x="10299" y="996"/>
                    <a:pt x="10146" y="651"/>
                  </a:cubicBezTo>
                  <a:cubicBezTo>
                    <a:pt x="10184" y="613"/>
                    <a:pt x="10184" y="613"/>
                    <a:pt x="10184" y="575"/>
                  </a:cubicBezTo>
                  <a:cubicBezTo>
                    <a:pt x="10069" y="383"/>
                    <a:pt x="10108" y="154"/>
                    <a:pt x="10414" y="39"/>
                  </a:cubicBezTo>
                  <a:cubicBezTo>
                    <a:pt x="10797" y="1"/>
                    <a:pt x="11065" y="460"/>
                    <a:pt x="11333" y="728"/>
                  </a:cubicBezTo>
                  <a:cubicBezTo>
                    <a:pt x="12022" y="1685"/>
                    <a:pt x="11601" y="3370"/>
                    <a:pt x="11179" y="4671"/>
                  </a:cubicBezTo>
                  <a:cubicBezTo>
                    <a:pt x="10261" y="9227"/>
                    <a:pt x="6777" y="13094"/>
                    <a:pt x="7007" y="17917"/>
                  </a:cubicBezTo>
                  <a:cubicBezTo>
                    <a:pt x="6930" y="20329"/>
                    <a:pt x="7657" y="22665"/>
                    <a:pt x="8461" y="24923"/>
                  </a:cubicBezTo>
                  <a:cubicBezTo>
                    <a:pt x="9189" y="26952"/>
                    <a:pt x="9725" y="29096"/>
                    <a:pt x="10567" y="31087"/>
                  </a:cubicBezTo>
                  <a:cubicBezTo>
                    <a:pt x="11524" y="34035"/>
                    <a:pt x="14319" y="34265"/>
                    <a:pt x="16156" y="36294"/>
                  </a:cubicBezTo>
                  <a:cubicBezTo>
                    <a:pt x="18147" y="38476"/>
                    <a:pt x="18339" y="41538"/>
                    <a:pt x="19525" y="44104"/>
                  </a:cubicBezTo>
                  <a:cubicBezTo>
                    <a:pt x="20750" y="46783"/>
                    <a:pt x="23583" y="48123"/>
                    <a:pt x="25421" y="50267"/>
                  </a:cubicBezTo>
                  <a:cubicBezTo>
                    <a:pt x="26531" y="51416"/>
                    <a:pt x="27259" y="52756"/>
                    <a:pt x="27909" y="54172"/>
                  </a:cubicBezTo>
                  <a:cubicBezTo>
                    <a:pt x="28599" y="55627"/>
                    <a:pt x="29249" y="57120"/>
                    <a:pt x="30168" y="58422"/>
                  </a:cubicBezTo>
                  <a:cubicBezTo>
                    <a:pt x="30896" y="59455"/>
                    <a:pt x="31738" y="60374"/>
                    <a:pt x="32618" y="61293"/>
                  </a:cubicBezTo>
                  <a:cubicBezTo>
                    <a:pt x="32733" y="61293"/>
                    <a:pt x="32848" y="61408"/>
                    <a:pt x="32848" y="61523"/>
                  </a:cubicBezTo>
                  <a:cubicBezTo>
                    <a:pt x="32925" y="61561"/>
                    <a:pt x="32925" y="61599"/>
                    <a:pt x="33001" y="61637"/>
                  </a:cubicBezTo>
                  <a:cubicBezTo>
                    <a:pt x="33231" y="61829"/>
                    <a:pt x="33040" y="62173"/>
                    <a:pt x="32810" y="62212"/>
                  </a:cubicBezTo>
                  <a:cubicBezTo>
                    <a:pt x="32312" y="64853"/>
                    <a:pt x="30283" y="66921"/>
                    <a:pt x="28101" y="68375"/>
                  </a:cubicBezTo>
                  <a:cubicBezTo>
                    <a:pt x="26761" y="69179"/>
                    <a:pt x="25421" y="70328"/>
                    <a:pt x="23775" y="70251"/>
                  </a:cubicBezTo>
                  <a:cubicBezTo>
                    <a:pt x="22435" y="70481"/>
                    <a:pt x="20904" y="68643"/>
                    <a:pt x="19449" y="66385"/>
                  </a:cubicBezTo>
                  <a:cubicBezTo>
                    <a:pt x="19296" y="66117"/>
                    <a:pt x="19104" y="65810"/>
                    <a:pt x="18913" y="65504"/>
                  </a:cubicBezTo>
                  <a:cubicBezTo>
                    <a:pt x="18836" y="65504"/>
                    <a:pt x="18760" y="65466"/>
                    <a:pt x="18683" y="65389"/>
                  </a:cubicBezTo>
                  <a:cubicBezTo>
                    <a:pt x="17381" y="63437"/>
                    <a:pt x="16080" y="61484"/>
                    <a:pt x="14931" y="59417"/>
                  </a:cubicBezTo>
                  <a:cubicBezTo>
                    <a:pt x="14089" y="57886"/>
                    <a:pt x="13094" y="56431"/>
                    <a:pt x="12405" y="54785"/>
                  </a:cubicBezTo>
                  <a:cubicBezTo>
                    <a:pt x="12366" y="54632"/>
                    <a:pt x="12405" y="54517"/>
                    <a:pt x="12481" y="54440"/>
                  </a:cubicBezTo>
                  <a:cubicBezTo>
                    <a:pt x="10069" y="49923"/>
                    <a:pt x="8117" y="45137"/>
                    <a:pt x="6662" y="40199"/>
                  </a:cubicBezTo>
                  <a:cubicBezTo>
                    <a:pt x="5590" y="36600"/>
                    <a:pt x="4174" y="33116"/>
                    <a:pt x="2910" y="29594"/>
                  </a:cubicBezTo>
                  <a:cubicBezTo>
                    <a:pt x="1455" y="26302"/>
                    <a:pt x="39" y="22894"/>
                    <a:pt x="39" y="19219"/>
                  </a:cubicBezTo>
                  <a:cubicBezTo>
                    <a:pt x="1" y="18798"/>
                    <a:pt x="1" y="17841"/>
                    <a:pt x="651" y="18147"/>
                  </a:cubicBezTo>
                  <a:cubicBezTo>
                    <a:pt x="881" y="18683"/>
                    <a:pt x="1149" y="18913"/>
                    <a:pt x="1455" y="18951"/>
                  </a:cubicBezTo>
                  <a:close/>
                </a:path>
              </a:pathLst>
            </a:custGeom>
            <a:solidFill>
              <a:srgbClr val="9091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8"/>
            <p:cNvSpPr/>
            <p:nvPr/>
          </p:nvSpPr>
          <p:spPr>
            <a:xfrm>
              <a:off x="6026625" y="3583900"/>
              <a:ext cx="947550" cy="1699825"/>
            </a:xfrm>
            <a:custGeom>
              <a:avLst/>
              <a:gdLst/>
              <a:ahLst/>
              <a:cxnLst/>
              <a:rect l="l" t="t" r="r" b="b"/>
              <a:pathLst>
                <a:path w="37902" h="67993" extrusionOk="0">
                  <a:moveTo>
                    <a:pt x="11983" y="25000"/>
                  </a:moveTo>
                  <a:cubicBezTo>
                    <a:pt x="13285" y="23699"/>
                    <a:pt x="14625" y="22435"/>
                    <a:pt x="16003" y="21172"/>
                  </a:cubicBezTo>
                  <a:cubicBezTo>
                    <a:pt x="14203" y="19372"/>
                    <a:pt x="12366" y="17573"/>
                    <a:pt x="10567" y="15735"/>
                  </a:cubicBezTo>
                  <a:cubicBezTo>
                    <a:pt x="8537" y="17726"/>
                    <a:pt x="6547" y="19755"/>
                    <a:pt x="4594" y="21784"/>
                  </a:cubicBezTo>
                  <a:cubicBezTo>
                    <a:pt x="6355" y="23584"/>
                    <a:pt x="8116" y="25383"/>
                    <a:pt x="9916" y="27144"/>
                  </a:cubicBezTo>
                  <a:cubicBezTo>
                    <a:pt x="10605" y="26417"/>
                    <a:pt x="11294" y="25728"/>
                    <a:pt x="11983" y="25000"/>
                  </a:cubicBezTo>
                  <a:lnTo>
                    <a:pt x="11983" y="25000"/>
                  </a:lnTo>
                  <a:close/>
                  <a:moveTo>
                    <a:pt x="21401" y="39050"/>
                  </a:moveTo>
                  <a:cubicBezTo>
                    <a:pt x="19525" y="37213"/>
                    <a:pt x="17649" y="35375"/>
                    <a:pt x="15773" y="33537"/>
                  </a:cubicBezTo>
                  <a:cubicBezTo>
                    <a:pt x="13782" y="35605"/>
                    <a:pt x="11792" y="37634"/>
                    <a:pt x="9839" y="39663"/>
                  </a:cubicBezTo>
                  <a:cubicBezTo>
                    <a:pt x="11370" y="41118"/>
                    <a:pt x="12902" y="42611"/>
                    <a:pt x="14433" y="44065"/>
                  </a:cubicBezTo>
                  <a:cubicBezTo>
                    <a:pt x="14816" y="44410"/>
                    <a:pt x="15161" y="44755"/>
                    <a:pt x="15543" y="45099"/>
                  </a:cubicBezTo>
                  <a:cubicBezTo>
                    <a:pt x="17458" y="43070"/>
                    <a:pt x="19372" y="41003"/>
                    <a:pt x="21401" y="39050"/>
                  </a:cubicBezTo>
                  <a:lnTo>
                    <a:pt x="21401" y="39050"/>
                  </a:lnTo>
                  <a:close/>
                  <a:moveTo>
                    <a:pt x="22702" y="15046"/>
                  </a:moveTo>
                  <a:cubicBezTo>
                    <a:pt x="20635" y="17037"/>
                    <a:pt x="18453" y="18951"/>
                    <a:pt x="16309" y="20866"/>
                  </a:cubicBezTo>
                  <a:cubicBezTo>
                    <a:pt x="14510" y="19066"/>
                    <a:pt x="12710" y="17267"/>
                    <a:pt x="10873" y="15429"/>
                  </a:cubicBezTo>
                  <a:cubicBezTo>
                    <a:pt x="12251" y="14089"/>
                    <a:pt x="13591" y="12749"/>
                    <a:pt x="14969" y="11448"/>
                  </a:cubicBezTo>
                  <a:lnTo>
                    <a:pt x="15007" y="11409"/>
                  </a:lnTo>
                  <a:cubicBezTo>
                    <a:pt x="15275" y="11141"/>
                    <a:pt x="15582" y="10873"/>
                    <a:pt x="15850" y="10605"/>
                  </a:cubicBezTo>
                  <a:cubicBezTo>
                    <a:pt x="16156" y="10299"/>
                    <a:pt x="16424" y="10069"/>
                    <a:pt x="16730" y="9763"/>
                  </a:cubicBezTo>
                  <a:lnTo>
                    <a:pt x="16730" y="9763"/>
                  </a:lnTo>
                  <a:lnTo>
                    <a:pt x="16768" y="9763"/>
                  </a:lnTo>
                  <a:lnTo>
                    <a:pt x="16768" y="9763"/>
                  </a:lnTo>
                  <a:cubicBezTo>
                    <a:pt x="16845" y="9687"/>
                    <a:pt x="16960" y="9572"/>
                    <a:pt x="17075" y="9457"/>
                  </a:cubicBezTo>
                  <a:cubicBezTo>
                    <a:pt x="17802" y="10184"/>
                    <a:pt x="18530" y="10912"/>
                    <a:pt x="19219" y="11639"/>
                  </a:cubicBezTo>
                  <a:cubicBezTo>
                    <a:pt x="20367" y="12788"/>
                    <a:pt x="21554" y="13898"/>
                    <a:pt x="22702" y="15046"/>
                  </a:cubicBezTo>
                  <a:lnTo>
                    <a:pt x="22702" y="15046"/>
                  </a:lnTo>
                  <a:close/>
                  <a:moveTo>
                    <a:pt x="19716" y="28905"/>
                  </a:moveTo>
                  <a:cubicBezTo>
                    <a:pt x="18376" y="30207"/>
                    <a:pt x="17036" y="31547"/>
                    <a:pt x="15735" y="32887"/>
                  </a:cubicBezTo>
                  <a:cubicBezTo>
                    <a:pt x="13897" y="31087"/>
                    <a:pt x="12060" y="29288"/>
                    <a:pt x="10222" y="27450"/>
                  </a:cubicBezTo>
                  <a:cubicBezTo>
                    <a:pt x="11524" y="26110"/>
                    <a:pt x="12825" y="24809"/>
                    <a:pt x="14165" y="23507"/>
                  </a:cubicBezTo>
                  <a:cubicBezTo>
                    <a:pt x="14893" y="22856"/>
                    <a:pt x="15582" y="22167"/>
                    <a:pt x="16309" y="21516"/>
                  </a:cubicBezTo>
                  <a:cubicBezTo>
                    <a:pt x="18147" y="23316"/>
                    <a:pt x="19908" y="25153"/>
                    <a:pt x="21669" y="26991"/>
                  </a:cubicBezTo>
                  <a:cubicBezTo>
                    <a:pt x="21018" y="27603"/>
                    <a:pt x="20367" y="28254"/>
                    <a:pt x="19716" y="28905"/>
                  </a:cubicBezTo>
                  <a:close/>
                  <a:moveTo>
                    <a:pt x="27794" y="57082"/>
                  </a:moveTo>
                  <a:cubicBezTo>
                    <a:pt x="25880" y="55321"/>
                    <a:pt x="23928" y="53560"/>
                    <a:pt x="22013" y="51799"/>
                  </a:cubicBezTo>
                  <a:cubicBezTo>
                    <a:pt x="21745" y="52028"/>
                    <a:pt x="21477" y="52296"/>
                    <a:pt x="21248" y="52526"/>
                  </a:cubicBezTo>
                  <a:cubicBezTo>
                    <a:pt x="19563" y="54134"/>
                    <a:pt x="17917" y="55742"/>
                    <a:pt x="16271" y="57350"/>
                  </a:cubicBezTo>
                  <a:cubicBezTo>
                    <a:pt x="16309" y="57388"/>
                    <a:pt x="16309" y="57426"/>
                    <a:pt x="16347" y="57426"/>
                  </a:cubicBezTo>
                  <a:cubicBezTo>
                    <a:pt x="18185" y="59111"/>
                    <a:pt x="19984" y="60795"/>
                    <a:pt x="21822" y="62442"/>
                  </a:cubicBezTo>
                  <a:cubicBezTo>
                    <a:pt x="21937" y="62327"/>
                    <a:pt x="22052" y="62212"/>
                    <a:pt x="22167" y="62135"/>
                  </a:cubicBezTo>
                  <a:cubicBezTo>
                    <a:pt x="24004" y="60374"/>
                    <a:pt x="25880" y="58728"/>
                    <a:pt x="27794" y="57082"/>
                  </a:cubicBezTo>
                  <a:lnTo>
                    <a:pt x="27794" y="57082"/>
                  </a:lnTo>
                  <a:close/>
                  <a:moveTo>
                    <a:pt x="27909" y="45367"/>
                  </a:moveTo>
                  <a:cubicBezTo>
                    <a:pt x="25995" y="47281"/>
                    <a:pt x="24042" y="49195"/>
                    <a:pt x="22090" y="51071"/>
                  </a:cubicBezTo>
                  <a:cubicBezTo>
                    <a:pt x="22052" y="51110"/>
                    <a:pt x="22013" y="51148"/>
                    <a:pt x="21975" y="51186"/>
                  </a:cubicBezTo>
                  <a:cubicBezTo>
                    <a:pt x="19908" y="49272"/>
                    <a:pt x="17879" y="47358"/>
                    <a:pt x="15850" y="45405"/>
                  </a:cubicBezTo>
                  <a:cubicBezTo>
                    <a:pt x="17764" y="43376"/>
                    <a:pt x="19716" y="41347"/>
                    <a:pt x="21707" y="39395"/>
                  </a:cubicBezTo>
                  <a:cubicBezTo>
                    <a:pt x="22817" y="40467"/>
                    <a:pt x="23889" y="41500"/>
                    <a:pt x="25000" y="42572"/>
                  </a:cubicBezTo>
                  <a:cubicBezTo>
                    <a:pt x="25957" y="43491"/>
                    <a:pt x="26952" y="44448"/>
                    <a:pt x="27909" y="45367"/>
                  </a:cubicBezTo>
                  <a:lnTo>
                    <a:pt x="27909" y="45367"/>
                  </a:lnTo>
                  <a:close/>
                  <a:moveTo>
                    <a:pt x="25459" y="35145"/>
                  </a:moveTo>
                  <a:lnTo>
                    <a:pt x="25459" y="35145"/>
                  </a:lnTo>
                  <a:cubicBezTo>
                    <a:pt x="25344" y="35260"/>
                    <a:pt x="25229" y="35375"/>
                    <a:pt x="25114" y="35528"/>
                  </a:cubicBezTo>
                  <a:cubicBezTo>
                    <a:pt x="24961" y="35643"/>
                    <a:pt x="24846" y="35758"/>
                    <a:pt x="24732" y="35873"/>
                  </a:cubicBezTo>
                  <a:cubicBezTo>
                    <a:pt x="24119" y="36447"/>
                    <a:pt x="23506" y="37021"/>
                    <a:pt x="22894" y="37634"/>
                  </a:cubicBezTo>
                  <a:lnTo>
                    <a:pt x="22894" y="37634"/>
                  </a:lnTo>
                  <a:lnTo>
                    <a:pt x="22894" y="37634"/>
                  </a:lnTo>
                  <a:lnTo>
                    <a:pt x="22894" y="37634"/>
                  </a:lnTo>
                  <a:cubicBezTo>
                    <a:pt x="22473" y="37978"/>
                    <a:pt x="22090" y="38361"/>
                    <a:pt x="21707" y="38744"/>
                  </a:cubicBezTo>
                  <a:cubicBezTo>
                    <a:pt x="19831" y="36906"/>
                    <a:pt x="17955" y="35069"/>
                    <a:pt x="16079" y="33231"/>
                  </a:cubicBezTo>
                  <a:cubicBezTo>
                    <a:pt x="16386" y="32887"/>
                    <a:pt x="16692" y="32580"/>
                    <a:pt x="16998" y="32274"/>
                  </a:cubicBezTo>
                  <a:cubicBezTo>
                    <a:pt x="18644" y="30590"/>
                    <a:pt x="20329" y="28943"/>
                    <a:pt x="21975" y="27297"/>
                  </a:cubicBezTo>
                  <a:cubicBezTo>
                    <a:pt x="22396" y="27757"/>
                    <a:pt x="22817" y="28178"/>
                    <a:pt x="23238" y="28599"/>
                  </a:cubicBezTo>
                  <a:cubicBezTo>
                    <a:pt x="24693" y="30130"/>
                    <a:pt x="26148" y="31623"/>
                    <a:pt x="27641" y="33116"/>
                  </a:cubicBezTo>
                  <a:lnTo>
                    <a:pt x="25497" y="35145"/>
                  </a:lnTo>
                  <a:lnTo>
                    <a:pt x="25497" y="35145"/>
                  </a:lnTo>
                  <a:close/>
                  <a:moveTo>
                    <a:pt x="28100" y="20559"/>
                  </a:moveTo>
                  <a:cubicBezTo>
                    <a:pt x="28177" y="20483"/>
                    <a:pt x="28215" y="20406"/>
                    <a:pt x="28292" y="20330"/>
                  </a:cubicBezTo>
                  <a:cubicBezTo>
                    <a:pt x="28254" y="20253"/>
                    <a:pt x="28177" y="20215"/>
                    <a:pt x="28100" y="20138"/>
                  </a:cubicBezTo>
                  <a:cubicBezTo>
                    <a:pt x="26416" y="18530"/>
                    <a:pt x="24693" y="16922"/>
                    <a:pt x="23009" y="15314"/>
                  </a:cubicBezTo>
                  <a:cubicBezTo>
                    <a:pt x="20941" y="17343"/>
                    <a:pt x="18798" y="19258"/>
                    <a:pt x="16654" y="21210"/>
                  </a:cubicBezTo>
                  <a:cubicBezTo>
                    <a:pt x="16845" y="21401"/>
                    <a:pt x="17036" y="21593"/>
                    <a:pt x="17228" y="21784"/>
                  </a:cubicBezTo>
                  <a:cubicBezTo>
                    <a:pt x="18836" y="23392"/>
                    <a:pt x="20444" y="25038"/>
                    <a:pt x="22013" y="26646"/>
                  </a:cubicBezTo>
                  <a:cubicBezTo>
                    <a:pt x="24081" y="24656"/>
                    <a:pt x="26110" y="22627"/>
                    <a:pt x="28100" y="20559"/>
                  </a:cubicBezTo>
                  <a:lnTo>
                    <a:pt x="28100" y="20559"/>
                  </a:lnTo>
                  <a:close/>
                  <a:moveTo>
                    <a:pt x="33728" y="39203"/>
                  </a:moveTo>
                  <a:cubicBezTo>
                    <a:pt x="31852" y="37328"/>
                    <a:pt x="29976" y="35452"/>
                    <a:pt x="28100" y="33576"/>
                  </a:cubicBezTo>
                  <a:lnTo>
                    <a:pt x="27947" y="33423"/>
                  </a:lnTo>
                  <a:cubicBezTo>
                    <a:pt x="27335" y="33997"/>
                    <a:pt x="26761" y="34571"/>
                    <a:pt x="26148" y="35145"/>
                  </a:cubicBezTo>
                  <a:lnTo>
                    <a:pt x="26148" y="35145"/>
                  </a:lnTo>
                  <a:lnTo>
                    <a:pt x="26148" y="35145"/>
                  </a:lnTo>
                  <a:cubicBezTo>
                    <a:pt x="25765" y="35490"/>
                    <a:pt x="25421" y="35834"/>
                    <a:pt x="25038" y="36217"/>
                  </a:cubicBezTo>
                  <a:cubicBezTo>
                    <a:pt x="24042" y="37136"/>
                    <a:pt x="23009" y="38093"/>
                    <a:pt x="22052" y="39050"/>
                  </a:cubicBezTo>
                  <a:cubicBezTo>
                    <a:pt x="23430" y="40390"/>
                    <a:pt x="24846" y="41768"/>
                    <a:pt x="26225" y="43108"/>
                  </a:cubicBezTo>
                  <a:cubicBezTo>
                    <a:pt x="26837" y="43721"/>
                    <a:pt x="27488" y="44295"/>
                    <a:pt x="28100" y="44869"/>
                  </a:cubicBezTo>
                  <a:cubicBezTo>
                    <a:pt x="28139" y="44946"/>
                    <a:pt x="28177" y="44984"/>
                    <a:pt x="28254" y="45023"/>
                  </a:cubicBezTo>
                  <a:cubicBezTo>
                    <a:pt x="30091" y="43108"/>
                    <a:pt x="31929" y="41194"/>
                    <a:pt x="33728" y="39203"/>
                  </a:cubicBezTo>
                  <a:lnTo>
                    <a:pt x="33728" y="39203"/>
                  </a:lnTo>
                  <a:close/>
                  <a:moveTo>
                    <a:pt x="28981" y="31815"/>
                  </a:moveTo>
                  <a:cubicBezTo>
                    <a:pt x="30857" y="30015"/>
                    <a:pt x="32733" y="28216"/>
                    <a:pt x="34532" y="26340"/>
                  </a:cubicBezTo>
                  <a:cubicBezTo>
                    <a:pt x="32580" y="24388"/>
                    <a:pt x="30627" y="22512"/>
                    <a:pt x="28636" y="20636"/>
                  </a:cubicBezTo>
                  <a:cubicBezTo>
                    <a:pt x="28445" y="20827"/>
                    <a:pt x="28292" y="21019"/>
                    <a:pt x="28100" y="21210"/>
                  </a:cubicBezTo>
                  <a:cubicBezTo>
                    <a:pt x="26225" y="23201"/>
                    <a:pt x="24272" y="25077"/>
                    <a:pt x="22320" y="26991"/>
                  </a:cubicBezTo>
                  <a:cubicBezTo>
                    <a:pt x="24196" y="28943"/>
                    <a:pt x="26071" y="30858"/>
                    <a:pt x="27947" y="32810"/>
                  </a:cubicBezTo>
                  <a:cubicBezTo>
                    <a:pt x="28024" y="32733"/>
                    <a:pt x="28062" y="32695"/>
                    <a:pt x="28100" y="32657"/>
                  </a:cubicBezTo>
                  <a:cubicBezTo>
                    <a:pt x="28407" y="32389"/>
                    <a:pt x="28675" y="32121"/>
                    <a:pt x="28943" y="31853"/>
                  </a:cubicBezTo>
                  <a:lnTo>
                    <a:pt x="28943" y="31853"/>
                  </a:lnTo>
                  <a:lnTo>
                    <a:pt x="28943" y="31853"/>
                  </a:lnTo>
                  <a:lnTo>
                    <a:pt x="28943" y="31853"/>
                  </a:lnTo>
                  <a:lnTo>
                    <a:pt x="28943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close/>
                  <a:moveTo>
                    <a:pt x="32388" y="53139"/>
                  </a:moveTo>
                  <a:cubicBezTo>
                    <a:pt x="30972" y="54364"/>
                    <a:pt x="29555" y="55551"/>
                    <a:pt x="28139" y="56776"/>
                  </a:cubicBezTo>
                  <a:cubicBezTo>
                    <a:pt x="28139" y="56776"/>
                    <a:pt x="28100" y="56737"/>
                    <a:pt x="28100" y="56737"/>
                  </a:cubicBezTo>
                  <a:cubicBezTo>
                    <a:pt x="26454" y="55206"/>
                    <a:pt x="24808" y="53713"/>
                    <a:pt x="23162" y="52220"/>
                  </a:cubicBezTo>
                  <a:cubicBezTo>
                    <a:pt x="22894" y="51990"/>
                    <a:pt x="22588" y="51722"/>
                    <a:pt x="22320" y="51493"/>
                  </a:cubicBezTo>
                  <a:cubicBezTo>
                    <a:pt x="24272" y="49617"/>
                    <a:pt x="26186" y="47741"/>
                    <a:pt x="28100" y="45827"/>
                  </a:cubicBezTo>
                  <a:lnTo>
                    <a:pt x="28254" y="45673"/>
                  </a:lnTo>
                  <a:cubicBezTo>
                    <a:pt x="30283" y="47588"/>
                    <a:pt x="32312" y="49463"/>
                    <a:pt x="34302" y="51416"/>
                  </a:cubicBezTo>
                  <a:cubicBezTo>
                    <a:pt x="33652" y="51990"/>
                    <a:pt x="33039" y="52564"/>
                    <a:pt x="32388" y="53139"/>
                  </a:cubicBezTo>
                  <a:close/>
                  <a:moveTo>
                    <a:pt x="35145" y="26340"/>
                  </a:moveTo>
                  <a:cubicBezTo>
                    <a:pt x="35336" y="26532"/>
                    <a:pt x="35528" y="26723"/>
                    <a:pt x="35757" y="26914"/>
                  </a:cubicBezTo>
                  <a:cubicBezTo>
                    <a:pt x="35834" y="26991"/>
                    <a:pt x="35834" y="27144"/>
                    <a:pt x="35757" y="27221"/>
                  </a:cubicBezTo>
                  <a:cubicBezTo>
                    <a:pt x="35719" y="27297"/>
                    <a:pt x="35642" y="27297"/>
                    <a:pt x="35566" y="27297"/>
                  </a:cubicBezTo>
                  <a:cubicBezTo>
                    <a:pt x="35528" y="27297"/>
                    <a:pt x="35451" y="27297"/>
                    <a:pt x="35413" y="27259"/>
                  </a:cubicBezTo>
                  <a:cubicBezTo>
                    <a:pt x="35221" y="27029"/>
                    <a:pt x="35030" y="26838"/>
                    <a:pt x="34838" y="26646"/>
                  </a:cubicBezTo>
                  <a:cubicBezTo>
                    <a:pt x="33039" y="28561"/>
                    <a:pt x="31163" y="30360"/>
                    <a:pt x="29287" y="32159"/>
                  </a:cubicBezTo>
                  <a:cubicBezTo>
                    <a:pt x="28943" y="32465"/>
                    <a:pt x="28598" y="32810"/>
                    <a:pt x="28292" y="33116"/>
                  </a:cubicBezTo>
                  <a:cubicBezTo>
                    <a:pt x="28713" y="33576"/>
                    <a:pt x="29172" y="33997"/>
                    <a:pt x="29594" y="34456"/>
                  </a:cubicBezTo>
                  <a:cubicBezTo>
                    <a:pt x="31087" y="35911"/>
                    <a:pt x="32541" y="37404"/>
                    <a:pt x="34034" y="38859"/>
                  </a:cubicBezTo>
                  <a:cubicBezTo>
                    <a:pt x="34609" y="38170"/>
                    <a:pt x="35183" y="37519"/>
                    <a:pt x="35757" y="36830"/>
                  </a:cubicBezTo>
                  <a:cubicBezTo>
                    <a:pt x="36025" y="36524"/>
                    <a:pt x="36255" y="36256"/>
                    <a:pt x="36523" y="35949"/>
                  </a:cubicBezTo>
                  <a:cubicBezTo>
                    <a:pt x="36599" y="35873"/>
                    <a:pt x="36753" y="35873"/>
                    <a:pt x="36829" y="35949"/>
                  </a:cubicBezTo>
                  <a:cubicBezTo>
                    <a:pt x="36944" y="36026"/>
                    <a:pt x="36944" y="36179"/>
                    <a:pt x="36867" y="36256"/>
                  </a:cubicBezTo>
                  <a:cubicBezTo>
                    <a:pt x="36523" y="36638"/>
                    <a:pt x="36217" y="36983"/>
                    <a:pt x="35910" y="37366"/>
                  </a:cubicBezTo>
                  <a:cubicBezTo>
                    <a:pt x="35413" y="37978"/>
                    <a:pt x="34877" y="38591"/>
                    <a:pt x="34341" y="39165"/>
                  </a:cubicBezTo>
                  <a:cubicBezTo>
                    <a:pt x="35489" y="40314"/>
                    <a:pt x="36638" y="41462"/>
                    <a:pt x="37786" y="42572"/>
                  </a:cubicBezTo>
                  <a:cubicBezTo>
                    <a:pt x="37901" y="42649"/>
                    <a:pt x="37901" y="42802"/>
                    <a:pt x="37825" y="42879"/>
                  </a:cubicBezTo>
                  <a:cubicBezTo>
                    <a:pt x="37786" y="42955"/>
                    <a:pt x="37710" y="42955"/>
                    <a:pt x="37633" y="42955"/>
                  </a:cubicBezTo>
                  <a:cubicBezTo>
                    <a:pt x="37595" y="42955"/>
                    <a:pt x="37518" y="42955"/>
                    <a:pt x="37480" y="42917"/>
                  </a:cubicBezTo>
                  <a:cubicBezTo>
                    <a:pt x="36331" y="41768"/>
                    <a:pt x="35183" y="40658"/>
                    <a:pt x="34034" y="39510"/>
                  </a:cubicBezTo>
                  <a:cubicBezTo>
                    <a:pt x="32273" y="41500"/>
                    <a:pt x="30436" y="43453"/>
                    <a:pt x="28560" y="45329"/>
                  </a:cubicBezTo>
                  <a:cubicBezTo>
                    <a:pt x="30589" y="47243"/>
                    <a:pt x="32618" y="49157"/>
                    <a:pt x="34647" y="51110"/>
                  </a:cubicBezTo>
                  <a:cubicBezTo>
                    <a:pt x="35106" y="50727"/>
                    <a:pt x="35566" y="50344"/>
                    <a:pt x="36064" y="49999"/>
                  </a:cubicBezTo>
                  <a:cubicBezTo>
                    <a:pt x="36140" y="49923"/>
                    <a:pt x="36293" y="49961"/>
                    <a:pt x="36370" y="50038"/>
                  </a:cubicBezTo>
                  <a:cubicBezTo>
                    <a:pt x="36446" y="50153"/>
                    <a:pt x="36408" y="50306"/>
                    <a:pt x="36293" y="50382"/>
                  </a:cubicBezTo>
                  <a:lnTo>
                    <a:pt x="36178" y="50459"/>
                  </a:lnTo>
                  <a:cubicBezTo>
                    <a:pt x="35757" y="50765"/>
                    <a:pt x="35374" y="51110"/>
                    <a:pt x="34992" y="51416"/>
                  </a:cubicBezTo>
                  <a:cubicBezTo>
                    <a:pt x="35566" y="51952"/>
                    <a:pt x="36140" y="52526"/>
                    <a:pt x="36714" y="53062"/>
                  </a:cubicBezTo>
                  <a:cubicBezTo>
                    <a:pt x="36791" y="53139"/>
                    <a:pt x="36791" y="53292"/>
                    <a:pt x="36714" y="53407"/>
                  </a:cubicBezTo>
                  <a:cubicBezTo>
                    <a:pt x="36676" y="53445"/>
                    <a:pt x="36599" y="53445"/>
                    <a:pt x="36561" y="53445"/>
                  </a:cubicBezTo>
                  <a:cubicBezTo>
                    <a:pt x="36485" y="53445"/>
                    <a:pt x="36446" y="53445"/>
                    <a:pt x="36408" y="53407"/>
                  </a:cubicBezTo>
                  <a:cubicBezTo>
                    <a:pt x="35796" y="52832"/>
                    <a:pt x="35221" y="52258"/>
                    <a:pt x="34647" y="51722"/>
                  </a:cubicBezTo>
                  <a:cubicBezTo>
                    <a:pt x="33231" y="52909"/>
                    <a:pt x="31891" y="54211"/>
                    <a:pt x="30436" y="55397"/>
                  </a:cubicBezTo>
                  <a:cubicBezTo>
                    <a:pt x="29785" y="55972"/>
                    <a:pt x="29134" y="56508"/>
                    <a:pt x="28483" y="57082"/>
                  </a:cubicBezTo>
                  <a:cubicBezTo>
                    <a:pt x="29632" y="58116"/>
                    <a:pt x="30780" y="59188"/>
                    <a:pt x="31891" y="60259"/>
                  </a:cubicBezTo>
                  <a:cubicBezTo>
                    <a:pt x="32350" y="60681"/>
                    <a:pt x="32809" y="61102"/>
                    <a:pt x="33269" y="61523"/>
                  </a:cubicBezTo>
                  <a:cubicBezTo>
                    <a:pt x="33345" y="61599"/>
                    <a:pt x="33345" y="61753"/>
                    <a:pt x="33269" y="61829"/>
                  </a:cubicBezTo>
                  <a:cubicBezTo>
                    <a:pt x="33231" y="61867"/>
                    <a:pt x="33154" y="61906"/>
                    <a:pt x="33077" y="61906"/>
                  </a:cubicBezTo>
                  <a:cubicBezTo>
                    <a:pt x="33039" y="61906"/>
                    <a:pt x="32963" y="61867"/>
                    <a:pt x="32924" y="61829"/>
                  </a:cubicBezTo>
                  <a:cubicBezTo>
                    <a:pt x="31355" y="60336"/>
                    <a:pt x="29747" y="58843"/>
                    <a:pt x="28139" y="57388"/>
                  </a:cubicBezTo>
                  <a:cubicBezTo>
                    <a:pt x="28100" y="57388"/>
                    <a:pt x="28100" y="57388"/>
                    <a:pt x="28100" y="57426"/>
                  </a:cubicBezTo>
                  <a:cubicBezTo>
                    <a:pt x="26071" y="59149"/>
                    <a:pt x="24081" y="60910"/>
                    <a:pt x="22167" y="62710"/>
                  </a:cubicBezTo>
                  <a:cubicBezTo>
                    <a:pt x="22167" y="62710"/>
                    <a:pt x="22167" y="62748"/>
                    <a:pt x="22167" y="62748"/>
                  </a:cubicBezTo>
                  <a:cubicBezTo>
                    <a:pt x="22434" y="62978"/>
                    <a:pt x="22702" y="63207"/>
                    <a:pt x="22970" y="63475"/>
                  </a:cubicBezTo>
                  <a:cubicBezTo>
                    <a:pt x="24464" y="64739"/>
                    <a:pt x="25957" y="66040"/>
                    <a:pt x="27411" y="67342"/>
                  </a:cubicBezTo>
                  <a:cubicBezTo>
                    <a:pt x="27488" y="67419"/>
                    <a:pt x="27603" y="67495"/>
                    <a:pt x="27679" y="67610"/>
                  </a:cubicBezTo>
                  <a:cubicBezTo>
                    <a:pt x="27871" y="67763"/>
                    <a:pt x="27718" y="67993"/>
                    <a:pt x="27526" y="67993"/>
                  </a:cubicBezTo>
                  <a:cubicBezTo>
                    <a:pt x="27488" y="67993"/>
                    <a:pt x="27411" y="67955"/>
                    <a:pt x="27373" y="67916"/>
                  </a:cubicBezTo>
                  <a:cubicBezTo>
                    <a:pt x="25574" y="66270"/>
                    <a:pt x="23660" y="64700"/>
                    <a:pt x="21822" y="63054"/>
                  </a:cubicBezTo>
                  <a:lnTo>
                    <a:pt x="21439" y="63437"/>
                  </a:lnTo>
                  <a:lnTo>
                    <a:pt x="21439" y="63437"/>
                  </a:lnTo>
                  <a:cubicBezTo>
                    <a:pt x="21324" y="63552"/>
                    <a:pt x="21171" y="63705"/>
                    <a:pt x="21056" y="63820"/>
                  </a:cubicBezTo>
                  <a:cubicBezTo>
                    <a:pt x="20980" y="63896"/>
                    <a:pt x="20903" y="63935"/>
                    <a:pt x="20865" y="64011"/>
                  </a:cubicBezTo>
                  <a:cubicBezTo>
                    <a:pt x="20865" y="64011"/>
                    <a:pt x="20827" y="64011"/>
                    <a:pt x="20827" y="64011"/>
                  </a:cubicBezTo>
                  <a:cubicBezTo>
                    <a:pt x="20712" y="64164"/>
                    <a:pt x="20559" y="64279"/>
                    <a:pt x="20405" y="64394"/>
                  </a:cubicBezTo>
                  <a:cubicBezTo>
                    <a:pt x="20329" y="64279"/>
                    <a:pt x="20214" y="64164"/>
                    <a:pt x="20137" y="64050"/>
                  </a:cubicBezTo>
                  <a:cubicBezTo>
                    <a:pt x="20329" y="63858"/>
                    <a:pt x="20520" y="63667"/>
                    <a:pt x="20712" y="63514"/>
                  </a:cubicBezTo>
                  <a:lnTo>
                    <a:pt x="20712" y="63475"/>
                  </a:lnTo>
                  <a:lnTo>
                    <a:pt x="20712" y="63475"/>
                  </a:lnTo>
                  <a:lnTo>
                    <a:pt x="20712" y="63475"/>
                  </a:lnTo>
                  <a:cubicBezTo>
                    <a:pt x="20827" y="63399"/>
                    <a:pt x="20865" y="63322"/>
                    <a:pt x="20941" y="63284"/>
                  </a:cubicBezTo>
                  <a:cubicBezTo>
                    <a:pt x="21133" y="63092"/>
                    <a:pt x="21324" y="62939"/>
                    <a:pt x="21477" y="62748"/>
                  </a:cubicBezTo>
                  <a:cubicBezTo>
                    <a:pt x="21477" y="62748"/>
                    <a:pt x="21477" y="62748"/>
                    <a:pt x="21439" y="62710"/>
                  </a:cubicBezTo>
                  <a:cubicBezTo>
                    <a:pt x="21171" y="62480"/>
                    <a:pt x="20903" y="62250"/>
                    <a:pt x="20635" y="61982"/>
                  </a:cubicBezTo>
                  <a:cubicBezTo>
                    <a:pt x="19066" y="60566"/>
                    <a:pt x="17496" y="59111"/>
                    <a:pt x="15926" y="57694"/>
                  </a:cubicBezTo>
                  <a:lnTo>
                    <a:pt x="15926" y="57694"/>
                  </a:lnTo>
                  <a:cubicBezTo>
                    <a:pt x="15926" y="57694"/>
                    <a:pt x="15926" y="57694"/>
                    <a:pt x="15926" y="57656"/>
                  </a:cubicBezTo>
                  <a:cubicBezTo>
                    <a:pt x="15850" y="57541"/>
                    <a:pt x="15773" y="57426"/>
                    <a:pt x="15735" y="57312"/>
                  </a:cubicBezTo>
                  <a:cubicBezTo>
                    <a:pt x="15735" y="57312"/>
                    <a:pt x="15697" y="57273"/>
                    <a:pt x="15697" y="57273"/>
                  </a:cubicBezTo>
                  <a:lnTo>
                    <a:pt x="15199" y="56393"/>
                  </a:lnTo>
                  <a:lnTo>
                    <a:pt x="15926" y="57044"/>
                  </a:lnTo>
                  <a:cubicBezTo>
                    <a:pt x="17802" y="55168"/>
                    <a:pt x="19755" y="53330"/>
                    <a:pt x="21631" y="51493"/>
                  </a:cubicBezTo>
                  <a:cubicBezTo>
                    <a:pt x="21056" y="50918"/>
                    <a:pt x="20444" y="50382"/>
                    <a:pt x="19831" y="49846"/>
                  </a:cubicBezTo>
                  <a:cubicBezTo>
                    <a:pt x="18415" y="48468"/>
                    <a:pt x="16960" y="47090"/>
                    <a:pt x="15505" y="45712"/>
                  </a:cubicBezTo>
                  <a:cubicBezTo>
                    <a:pt x="14701" y="46592"/>
                    <a:pt x="13859" y="47473"/>
                    <a:pt x="13055" y="48353"/>
                  </a:cubicBezTo>
                  <a:cubicBezTo>
                    <a:pt x="12557" y="48889"/>
                    <a:pt x="12060" y="49425"/>
                    <a:pt x="11562" y="49961"/>
                  </a:cubicBezTo>
                  <a:cubicBezTo>
                    <a:pt x="11562" y="49961"/>
                    <a:pt x="11562" y="49961"/>
                    <a:pt x="11562" y="49961"/>
                  </a:cubicBezTo>
                  <a:cubicBezTo>
                    <a:pt x="11485" y="49808"/>
                    <a:pt x="11409" y="49655"/>
                    <a:pt x="11332" y="49502"/>
                  </a:cubicBezTo>
                  <a:cubicBezTo>
                    <a:pt x="12213" y="48545"/>
                    <a:pt x="13132" y="47588"/>
                    <a:pt x="14012" y="46669"/>
                  </a:cubicBezTo>
                  <a:cubicBezTo>
                    <a:pt x="14395" y="46248"/>
                    <a:pt x="14816" y="45827"/>
                    <a:pt x="15199" y="45405"/>
                  </a:cubicBezTo>
                  <a:cubicBezTo>
                    <a:pt x="13285" y="43606"/>
                    <a:pt x="11409" y="41807"/>
                    <a:pt x="9495" y="40007"/>
                  </a:cubicBezTo>
                  <a:cubicBezTo>
                    <a:pt x="9112" y="40429"/>
                    <a:pt x="8729" y="40850"/>
                    <a:pt x="8308" y="41271"/>
                  </a:cubicBezTo>
                  <a:cubicBezTo>
                    <a:pt x="8269" y="41118"/>
                    <a:pt x="8193" y="40964"/>
                    <a:pt x="8116" y="40811"/>
                  </a:cubicBezTo>
                  <a:cubicBezTo>
                    <a:pt x="8231" y="40696"/>
                    <a:pt x="8308" y="40620"/>
                    <a:pt x="8384" y="40505"/>
                  </a:cubicBezTo>
                  <a:cubicBezTo>
                    <a:pt x="8652" y="40237"/>
                    <a:pt x="8920" y="39969"/>
                    <a:pt x="9188" y="39701"/>
                  </a:cubicBezTo>
                  <a:cubicBezTo>
                    <a:pt x="8346" y="38897"/>
                    <a:pt x="7504" y="38055"/>
                    <a:pt x="6623" y="37251"/>
                  </a:cubicBezTo>
                  <a:cubicBezTo>
                    <a:pt x="6508" y="36945"/>
                    <a:pt x="6394" y="36600"/>
                    <a:pt x="6279" y="36294"/>
                  </a:cubicBezTo>
                  <a:cubicBezTo>
                    <a:pt x="7351" y="37328"/>
                    <a:pt x="8423" y="38323"/>
                    <a:pt x="9495" y="39357"/>
                  </a:cubicBezTo>
                  <a:cubicBezTo>
                    <a:pt x="10643" y="38170"/>
                    <a:pt x="11753" y="37021"/>
                    <a:pt x="12902" y="35834"/>
                  </a:cubicBezTo>
                  <a:cubicBezTo>
                    <a:pt x="13744" y="34954"/>
                    <a:pt x="14586" y="34073"/>
                    <a:pt x="15429" y="33231"/>
                  </a:cubicBezTo>
                  <a:cubicBezTo>
                    <a:pt x="13591" y="31394"/>
                    <a:pt x="11753" y="29594"/>
                    <a:pt x="9916" y="27757"/>
                  </a:cubicBezTo>
                  <a:cubicBezTo>
                    <a:pt x="8308" y="29403"/>
                    <a:pt x="6776" y="31011"/>
                    <a:pt x="5169" y="32619"/>
                  </a:cubicBezTo>
                  <a:cubicBezTo>
                    <a:pt x="5092" y="32465"/>
                    <a:pt x="5054" y="32312"/>
                    <a:pt x="5015" y="32121"/>
                  </a:cubicBezTo>
                  <a:cubicBezTo>
                    <a:pt x="6547" y="30590"/>
                    <a:pt x="8078" y="29020"/>
                    <a:pt x="9571" y="27450"/>
                  </a:cubicBezTo>
                  <a:cubicBezTo>
                    <a:pt x="9073" y="26953"/>
                    <a:pt x="8537" y="26455"/>
                    <a:pt x="8040" y="25957"/>
                  </a:cubicBezTo>
                  <a:cubicBezTo>
                    <a:pt x="6738" y="24694"/>
                    <a:pt x="5513" y="23431"/>
                    <a:pt x="4250" y="22129"/>
                  </a:cubicBezTo>
                  <a:cubicBezTo>
                    <a:pt x="3905" y="22512"/>
                    <a:pt x="3561" y="22856"/>
                    <a:pt x="3216" y="23239"/>
                  </a:cubicBezTo>
                  <a:lnTo>
                    <a:pt x="2144" y="24388"/>
                  </a:lnTo>
                  <a:cubicBezTo>
                    <a:pt x="2068" y="24234"/>
                    <a:pt x="1991" y="24081"/>
                    <a:pt x="1914" y="23928"/>
                  </a:cubicBezTo>
                  <a:lnTo>
                    <a:pt x="2565" y="23239"/>
                  </a:lnTo>
                  <a:cubicBezTo>
                    <a:pt x="3025" y="22780"/>
                    <a:pt x="3484" y="22282"/>
                    <a:pt x="3943" y="21784"/>
                  </a:cubicBezTo>
                  <a:cubicBezTo>
                    <a:pt x="2642" y="20483"/>
                    <a:pt x="1378" y="19143"/>
                    <a:pt x="77" y="17803"/>
                  </a:cubicBezTo>
                  <a:cubicBezTo>
                    <a:pt x="38" y="17573"/>
                    <a:pt x="38" y="17343"/>
                    <a:pt x="0" y="17075"/>
                  </a:cubicBezTo>
                  <a:cubicBezTo>
                    <a:pt x="1225" y="18300"/>
                    <a:pt x="2412" y="19564"/>
                    <a:pt x="3599" y="20827"/>
                  </a:cubicBezTo>
                  <a:cubicBezTo>
                    <a:pt x="3829" y="21019"/>
                    <a:pt x="4020" y="21248"/>
                    <a:pt x="4250" y="21478"/>
                  </a:cubicBezTo>
                  <a:cubicBezTo>
                    <a:pt x="6202" y="19411"/>
                    <a:pt x="8193" y="17420"/>
                    <a:pt x="10222" y="15429"/>
                  </a:cubicBezTo>
                  <a:cubicBezTo>
                    <a:pt x="8537" y="13783"/>
                    <a:pt x="6891" y="12099"/>
                    <a:pt x="5245" y="10452"/>
                  </a:cubicBezTo>
                  <a:cubicBezTo>
                    <a:pt x="5322" y="10299"/>
                    <a:pt x="5398" y="10184"/>
                    <a:pt x="5475" y="10031"/>
                  </a:cubicBezTo>
                  <a:cubicBezTo>
                    <a:pt x="7159" y="11716"/>
                    <a:pt x="8844" y="13400"/>
                    <a:pt x="10528" y="15085"/>
                  </a:cubicBezTo>
                  <a:cubicBezTo>
                    <a:pt x="12060" y="13592"/>
                    <a:pt x="13553" y="12137"/>
                    <a:pt x="15084" y="10644"/>
                  </a:cubicBezTo>
                  <a:lnTo>
                    <a:pt x="15084" y="10644"/>
                  </a:lnTo>
                  <a:cubicBezTo>
                    <a:pt x="15237" y="10529"/>
                    <a:pt x="15390" y="10376"/>
                    <a:pt x="15505" y="10261"/>
                  </a:cubicBezTo>
                  <a:cubicBezTo>
                    <a:pt x="15658" y="10108"/>
                    <a:pt x="15811" y="9955"/>
                    <a:pt x="15965" y="9840"/>
                  </a:cubicBezTo>
                  <a:lnTo>
                    <a:pt x="15965" y="9840"/>
                  </a:lnTo>
                  <a:lnTo>
                    <a:pt x="15965" y="9840"/>
                  </a:lnTo>
                  <a:cubicBezTo>
                    <a:pt x="16233" y="9610"/>
                    <a:pt x="16462" y="9380"/>
                    <a:pt x="16692" y="9151"/>
                  </a:cubicBezTo>
                  <a:cubicBezTo>
                    <a:pt x="15314" y="7772"/>
                    <a:pt x="13974" y="6394"/>
                    <a:pt x="12596" y="5016"/>
                  </a:cubicBezTo>
                  <a:cubicBezTo>
                    <a:pt x="12213" y="4595"/>
                    <a:pt x="11830" y="4174"/>
                    <a:pt x="11409" y="3753"/>
                  </a:cubicBezTo>
                  <a:cubicBezTo>
                    <a:pt x="9648" y="5552"/>
                    <a:pt x="7848" y="7313"/>
                    <a:pt x="6049" y="9074"/>
                  </a:cubicBezTo>
                  <a:cubicBezTo>
                    <a:pt x="6202" y="8806"/>
                    <a:pt x="6355" y="8538"/>
                    <a:pt x="6470" y="8232"/>
                  </a:cubicBezTo>
                  <a:lnTo>
                    <a:pt x="6547" y="8117"/>
                  </a:lnTo>
                  <a:cubicBezTo>
                    <a:pt x="6623" y="8040"/>
                    <a:pt x="6662" y="7926"/>
                    <a:pt x="6700" y="7811"/>
                  </a:cubicBezTo>
                  <a:cubicBezTo>
                    <a:pt x="7044" y="7466"/>
                    <a:pt x="7389" y="7122"/>
                    <a:pt x="7772" y="6777"/>
                  </a:cubicBezTo>
                  <a:cubicBezTo>
                    <a:pt x="8882" y="5705"/>
                    <a:pt x="9992" y="4557"/>
                    <a:pt x="11102" y="3446"/>
                  </a:cubicBezTo>
                  <a:cubicBezTo>
                    <a:pt x="10643" y="2949"/>
                    <a:pt x="10145" y="2451"/>
                    <a:pt x="9686" y="1953"/>
                  </a:cubicBezTo>
                  <a:cubicBezTo>
                    <a:pt x="9724" y="1800"/>
                    <a:pt x="9801" y="1685"/>
                    <a:pt x="9877" y="1532"/>
                  </a:cubicBezTo>
                  <a:cubicBezTo>
                    <a:pt x="10413" y="2030"/>
                    <a:pt x="10911" y="2566"/>
                    <a:pt x="11447" y="3102"/>
                  </a:cubicBezTo>
                  <a:cubicBezTo>
                    <a:pt x="12442" y="2106"/>
                    <a:pt x="13400" y="1073"/>
                    <a:pt x="14395" y="1"/>
                  </a:cubicBezTo>
                  <a:cubicBezTo>
                    <a:pt x="14471" y="154"/>
                    <a:pt x="14548" y="269"/>
                    <a:pt x="14625" y="384"/>
                  </a:cubicBezTo>
                  <a:cubicBezTo>
                    <a:pt x="14625" y="384"/>
                    <a:pt x="14663" y="422"/>
                    <a:pt x="14663" y="422"/>
                  </a:cubicBezTo>
                  <a:cubicBezTo>
                    <a:pt x="13706" y="1456"/>
                    <a:pt x="12710" y="2451"/>
                    <a:pt x="11753" y="3446"/>
                  </a:cubicBezTo>
                  <a:cubicBezTo>
                    <a:pt x="11868" y="3600"/>
                    <a:pt x="12021" y="3714"/>
                    <a:pt x="12136" y="3868"/>
                  </a:cubicBezTo>
                  <a:cubicBezTo>
                    <a:pt x="13744" y="5552"/>
                    <a:pt x="15390" y="7198"/>
                    <a:pt x="17036" y="8844"/>
                  </a:cubicBezTo>
                  <a:cubicBezTo>
                    <a:pt x="17381" y="8500"/>
                    <a:pt x="17687" y="8194"/>
                    <a:pt x="18032" y="7887"/>
                  </a:cubicBezTo>
                  <a:cubicBezTo>
                    <a:pt x="18415" y="7504"/>
                    <a:pt x="18836" y="7083"/>
                    <a:pt x="19219" y="6701"/>
                  </a:cubicBezTo>
                  <a:cubicBezTo>
                    <a:pt x="19334" y="6815"/>
                    <a:pt x="19448" y="6930"/>
                    <a:pt x="19525" y="7083"/>
                  </a:cubicBezTo>
                  <a:cubicBezTo>
                    <a:pt x="18798" y="7772"/>
                    <a:pt x="18070" y="8462"/>
                    <a:pt x="17343" y="9151"/>
                  </a:cubicBezTo>
                  <a:cubicBezTo>
                    <a:pt x="19219" y="11027"/>
                    <a:pt x="21133" y="12864"/>
                    <a:pt x="23009" y="14702"/>
                  </a:cubicBezTo>
                  <a:cubicBezTo>
                    <a:pt x="23506" y="14204"/>
                    <a:pt x="24004" y="13745"/>
                    <a:pt x="24502" y="13247"/>
                  </a:cubicBezTo>
                  <a:cubicBezTo>
                    <a:pt x="24540" y="13324"/>
                    <a:pt x="24617" y="13438"/>
                    <a:pt x="24693" y="13515"/>
                  </a:cubicBezTo>
                  <a:cubicBezTo>
                    <a:pt x="24732" y="13553"/>
                    <a:pt x="24732" y="13592"/>
                    <a:pt x="24770" y="13630"/>
                  </a:cubicBezTo>
                  <a:cubicBezTo>
                    <a:pt x="24310" y="14089"/>
                    <a:pt x="23813" y="14549"/>
                    <a:pt x="23353" y="15008"/>
                  </a:cubicBezTo>
                  <a:cubicBezTo>
                    <a:pt x="24081" y="15697"/>
                    <a:pt x="24808" y="16425"/>
                    <a:pt x="25535" y="17114"/>
                  </a:cubicBezTo>
                  <a:cubicBezTo>
                    <a:pt x="26378" y="17918"/>
                    <a:pt x="27220" y="18722"/>
                    <a:pt x="28062" y="19526"/>
                  </a:cubicBezTo>
                  <a:cubicBezTo>
                    <a:pt x="28254" y="19679"/>
                    <a:pt x="28445" y="19832"/>
                    <a:pt x="28598" y="20023"/>
                  </a:cubicBezTo>
                  <a:cubicBezTo>
                    <a:pt x="28675" y="19908"/>
                    <a:pt x="28790" y="19832"/>
                    <a:pt x="28866" y="19717"/>
                  </a:cubicBezTo>
                  <a:lnTo>
                    <a:pt x="29326" y="19219"/>
                  </a:lnTo>
                  <a:cubicBezTo>
                    <a:pt x="29440" y="19334"/>
                    <a:pt x="29517" y="19449"/>
                    <a:pt x="29632" y="19564"/>
                  </a:cubicBezTo>
                  <a:cubicBezTo>
                    <a:pt x="29402" y="19794"/>
                    <a:pt x="29172" y="20062"/>
                    <a:pt x="28943" y="20330"/>
                  </a:cubicBezTo>
                  <a:cubicBezTo>
                    <a:pt x="30512" y="21823"/>
                    <a:pt x="32082" y="23316"/>
                    <a:pt x="33652" y="24847"/>
                  </a:cubicBezTo>
                  <a:cubicBezTo>
                    <a:pt x="34034" y="25230"/>
                    <a:pt x="34417" y="25613"/>
                    <a:pt x="34800" y="25996"/>
                  </a:cubicBezTo>
                </a:path>
              </a:pathLst>
            </a:custGeom>
            <a:solidFill>
              <a:srgbClr val="6566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8"/>
            <p:cNvSpPr/>
            <p:nvPr/>
          </p:nvSpPr>
          <p:spPr>
            <a:xfrm>
              <a:off x="1704375" y="95300"/>
              <a:ext cx="3898275" cy="2524850"/>
            </a:xfrm>
            <a:custGeom>
              <a:avLst/>
              <a:gdLst/>
              <a:ahLst/>
              <a:cxnLst/>
              <a:rect l="l" t="t" r="r" b="b"/>
              <a:pathLst>
                <a:path w="155931" h="100994" extrusionOk="0">
                  <a:moveTo>
                    <a:pt x="7887" y="100763"/>
                  </a:moveTo>
                  <a:cubicBezTo>
                    <a:pt x="1" y="65160"/>
                    <a:pt x="19411" y="28637"/>
                    <a:pt x="53292" y="15238"/>
                  </a:cubicBezTo>
                  <a:cubicBezTo>
                    <a:pt x="79057" y="4824"/>
                    <a:pt x="109645" y="10069"/>
                    <a:pt x="130357" y="28599"/>
                  </a:cubicBezTo>
                  <a:cubicBezTo>
                    <a:pt x="146398" y="42572"/>
                    <a:pt x="155930" y="63590"/>
                    <a:pt x="155739" y="84876"/>
                  </a:cubicBezTo>
                  <a:cubicBezTo>
                    <a:pt x="155739" y="85871"/>
                    <a:pt x="155701" y="86905"/>
                    <a:pt x="155663" y="87900"/>
                  </a:cubicBezTo>
                  <a:lnTo>
                    <a:pt x="155663" y="87938"/>
                  </a:lnTo>
                  <a:cubicBezTo>
                    <a:pt x="155586" y="87785"/>
                    <a:pt x="155471" y="87632"/>
                    <a:pt x="155395" y="87517"/>
                  </a:cubicBezTo>
                  <a:cubicBezTo>
                    <a:pt x="155318" y="87402"/>
                    <a:pt x="155241" y="87249"/>
                    <a:pt x="155127" y="87134"/>
                  </a:cubicBezTo>
                  <a:cubicBezTo>
                    <a:pt x="155165" y="85603"/>
                    <a:pt x="155165" y="84110"/>
                    <a:pt x="155127" y="82579"/>
                  </a:cubicBezTo>
                  <a:cubicBezTo>
                    <a:pt x="154859" y="71859"/>
                    <a:pt x="152179" y="61178"/>
                    <a:pt x="147393" y="51569"/>
                  </a:cubicBezTo>
                  <a:cubicBezTo>
                    <a:pt x="129017" y="14893"/>
                    <a:pt x="84416" y="1"/>
                    <a:pt x="47741" y="18339"/>
                  </a:cubicBezTo>
                  <a:cubicBezTo>
                    <a:pt x="25957" y="29173"/>
                    <a:pt x="10376" y="50918"/>
                    <a:pt x="7389" y="75037"/>
                  </a:cubicBezTo>
                  <a:cubicBezTo>
                    <a:pt x="6318" y="83229"/>
                    <a:pt x="6586" y="91614"/>
                    <a:pt x="8270" y="99691"/>
                  </a:cubicBezTo>
                  <a:cubicBezTo>
                    <a:pt x="8308" y="99998"/>
                    <a:pt x="8385" y="100304"/>
                    <a:pt x="8461" y="100610"/>
                  </a:cubicBezTo>
                  <a:cubicBezTo>
                    <a:pt x="8500" y="100763"/>
                    <a:pt x="8423" y="100917"/>
                    <a:pt x="8270" y="100955"/>
                  </a:cubicBezTo>
                  <a:cubicBezTo>
                    <a:pt x="8232" y="100955"/>
                    <a:pt x="8193" y="100993"/>
                    <a:pt x="8193" y="100993"/>
                  </a:cubicBezTo>
                  <a:cubicBezTo>
                    <a:pt x="8040" y="100993"/>
                    <a:pt x="7925" y="100878"/>
                    <a:pt x="7887" y="1007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8"/>
            <p:cNvSpPr/>
            <p:nvPr/>
          </p:nvSpPr>
          <p:spPr>
            <a:xfrm>
              <a:off x="4939350" y="3064200"/>
              <a:ext cx="449875" cy="572375"/>
            </a:xfrm>
            <a:custGeom>
              <a:avLst/>
              <a:gdLst/>
              <a:ahLst/>
              <a:cxnLst/>
              <a:rect l="l" t="t" r="r" b="b"/>
              <a:pathLst>
                <a:path w="17995" h="22895" extrusionOk="0">
                  <a:moveTo>
                    <a:pt x="39" y="22588"/>
                  </a:moveTo>
                  <a:cubicBezTo>
                    <a:pt x="39" y="22473"/>
                    <a:pt x="1" y="22320"/>
                    <a:pt x="1" y="22205"/>
                  </a:cubicBezTo>
                  <a:cubicBezTo>
                    <a:pt x="192" y="22014"/>
                    <a:pt x="384" y="21861"/>
                    <a:pt x="537" y="21708"/>
                  </a:cubicBezTo>
                  <a:cubicBezTo>
                    <a:pt x="2298" y="20176"/>
                    <a:pt x="3944" y="18568"/>
                    <a:pt x="5552" y="16884"/>
                  </a:cubicBezTo>
                  <a:cubicBezTo>
                    <a:pt x="9993" y="12175"/>
                    <a:pt x="13783" y="6968"/>
                    <a:pt x="16846" y="1302"/>
                  </a:cubicBezTo>
                  <a:cubicBezTo>
                    <a:pt x="17037" y="920"/>
                    <a:pt x="17229" y="575"/>
                    <a:pt x="17420" y="192"/>
                  </a:cubicBezTo>
                  <a:cubicBezTo>
                    <a:pt x="17497" y="39"/>
                    <a:pt x="17688" y="1"/>
                    <a:pt x="17841" y="77"/>
                  </a:cubicBezTo>
                  <a:cubicBezTo>
                    <a:pt x="17956" y="154"/>
                    <a:pt x="17994" y="345"/>
                    <a:pt x="17918" y="460"/>
                  </a:cubicBezTo>
                  <a:cubicBezTo>
                    <a:pt x="14625" y="6815"/>
                    <a:pt x="10414" y="12673"/>
                    <a:pt x="5437" y="17841"/>
                  </a:cubicBezTo>
                  <a:cubicBezTo>
                    <a:pt x="4021" y="19296"/>
                    <a:pt x="2489" y="20789"/>
                    <a:pt x="958" y="22129"/>
                  </a:cubicBezTo>
                  <a:cubicBezTo>
                    <a:pt x="652" y="22397"/>
                    <a:pt x="384" y="22626"/>
                    <a:pt x="77" y="22894"/>
                  </a:cubicBezTo>
                  <a:lnTo>
                    <a:pt x="39" y="226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8"/>
            <p:cNvSpPr/>
            <p:nvPr/>
          </p:nvSpPr>
          <p:spPr>
            <a:xfrm>
              <a:off x="4065525" y="4033750"/>
              <a:ext cx="33525" cy="17250"/>
            </a:xfrm>
            <a:custGeom>
              <a:avLst/>
              <a:gdLst/>
              <a:ahLst/>
              <a:cxnLst/>
              <a:rect l="l" t="t" r="r" b="b"/>
              <a:pathLst>
                <a:path w="1341" h="690" extrusionOk="0">
                  <a:moveTo>
                    <a:pt x="39" y="460"/>
                  </a:moveTo>
                  <a:cubicBezTo>
                    <a:pt x="1" y="306"/>
                    <a:pt x="116" y="153"/>
                    <a:pt x="269" y="115"/>
                  </a:cubicBezTo>
                  <a:cubicBezTo>
                    <a:pt x="498" y="77"/>
                    <a:pt x="690" y="39"/>
                    <a:pt x="881" y="0"/>
                  </a:cubicBezTo>
                  <a:lnTo>
                    <a:pt x="958" y="0"/>
                  </a:lnTo>
                  <a:cubicBezTo>
                    <a:pt x="1034" y="0"/>
                    <a:pt x="1111" y="0"/>
                    <a:pt x="1188" y="0"/>
                  </a:cubicBezTo>
                  <a:lnTo>
                    <a:pt x="1264" y="306"/>
                  </a:lnTo>
                  <a:cubicBezTo>
                    <a:pt x="1302" y="345"/>
                    <a:pt x="1302" y="421"/>
                    <a:pt x="1341" y="498"/>
                  </a:cubicBezTo>
                  <a:lnTo>
                    <a:pt x="1302" y="498"/>
                  </a:lnTo>
                  <a:lnTo>
                    <a:pt x="345" y="689"/>
                  </a:lnTo>
                  <a:lnTo>
                    <a:pt x="307" y="689"/>
                  </a:lnTo>
                  <a:cubicBezTo>
                    <a:pt x="192" y="689"/>
                    <a:pt x="39" y="574"/>
                    <a:pt x="39" y="460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8"/>
            <p:cNvSpPr/>
            <p:nvPr/>
          </p:nvSpPr>
          <p:spPr>
            <a:xfrm>
              <a:off x="2449950" y="3565725"/>
              <a:ext cx="248875" cy="201025"/>
            </a:xfrm>
            <a:custGeom>
              <a:avLst/>
              <a:gdLst/>
              <a:ahLst/>
              <a:cxnLst/>
              <a:rect l="l" t="t" r="r" b="b"/>
              <a:pathLst>
                <a:path w="9955" h="8041" extrusionOk="0">
                  <a:moveTo>
                    <a:pt x="9457" y="8002"/>
                  </a:moveTo>
                  <a:cubicBezTo>
                    <a:pt x="6126" y="5781"/>
                    <a:pt x="2949" y="3255"/>
                    <a:pt x="1" y="498"/>
                  </a:cubicBezTo>
                  <a:cubicBezTo>
                    <a:pt x="116" y="345"/>
                    <a:pt x="192" y="230"/>
                    <a:pt x="230" y="77"/>
                  </a:cubicBezTo>
                  <a:cubicBezTo>
                    <a:pt x="269" y="39"/>
                    <a:pt x="269" y="0"/>
                    <a:pt x="307" y="0"/>
                  </a:cubicBezTo>
                  <a:cubicBezTo>
                    <a:pt x="3178" y="2680"/>
                    <a:pt x="6241" y="5130"/>
                    <a:pt x="9495" y="7351"/>
                  </a:cubicBezTo>
                  <a:cubicBezTo>
                    <a:pt x="9648" y="7466"/>
                    <a:pt x="9840" y="7504"/>
                    <a:pt x="9878" y="7696"/>
                  </a:cubicBezTo>
                  <a:cubicBezTo>
                    <a:pt x="9955" y="7887"/>
                    <a:pt x="9763" y="8040"/>
                    <a:pt x="9610" y="8040"/>
                  </a:cubicBezTo>
                  <a:cubicBezTo>
                    <a:pt x="9533" y="8040"/>
                    <a:pt x="9495" y="8040"/>
                    <a:pt x="9457" y="80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8"/>
            <p:cNvSpPr/>
            <p:nvPr/>
          </p:nvSpPr>
          <p:spPr>
            <a:xfrm>
              <a:off x="3643450" y="4036625"/>
              <a:ext cx="445075" cy="48825"/>
            </a:xfrm>
            <a:custGeom>
              <a:avLst/>
              <a:gdLst/>
              <a:ahLst/>
              <a:cxnLst/>
              <a:rect l="l" t="t" r="r" b="b"/>
              <a:pathLst>
                <a:path w="17803" h="1953" extrusionOk="0">
                  <a:moveTo>
                    <a:pt x="1609" y="1838"/>
                  </a:moveTo>
                  <a:cubicBezTo>
                    <a:pt x="1226" y="1799"/>
                    <a:pt x="805" y="1799"/>
                    <a:pt x="383" y="1799"/>
                  </a:cubicBezTo>
                  <a:lnTo>
                    <a:pt x="383" y="1799"/>
                  </a:lnTo>
                  <a:cubicBezTo>
                    <a:pt x="39" y="1761"/>
                    <a:pt x="1" y="1225"/>
                    <a:pt x="383" y="1225"/>
                  </a:cubicBezTo>
                  <a:cubicBezTo>
                    <a:pt x="1570" y="1263"/>
                    <a:pt x="2719" y="1302"/>
                    <a:pt x="3867" y="1302"/>
                  </a:cubicBezTo>
                  <a:cubicBezTo>
                    <a:pt x="8385" y="1263"/>
                    <a:pt x="12902" y="881"/>
                    <a:pt x="17343" y="38"/>
                  </a:cubicBezTo>
                  <a:cubicBezTo>
                    <a:pt x="17726" y="0"/>
                    <a:pt x="17803" y="536"/>
                    <a:pt x="17420" y="613"/>
                  </a:cubicBezTo>
                  <a:cubicBezTo>
                    <a:pt x="12213" y="1570"/>
                    <a:pt x="6930" y="1953"/>
                    <a:pt x="1609" y="18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8"/>
            <p:cNvSpPr/>
            <p:nvPr/>
          </p:nvSpPr>
          <p:spPr>
            <a:xfrm>
              <a:off x="5369100" y="3045075"/>
              <a:ext cx="33525" cy="33525"/>
            </a:xfrm>
            <a:custGeom>
              <a:avLst/>
              <a:gdLst/>
              <a:ahLst/>
              <a:cxnLst/>
              <a:rect l="l" t="t" r="r" b="b"/>
              <a:pathLst>
                <a:path w="1341" h="1341" extrusionOk="0">
                  <a:moveTo>
                    <a:pt x="460" y="1340"/>
                  </a:moveTo>
                  <a:cubicBezTo>
                    <a:pt x="0" y="1149"/>
                    <a:pt x="383" y="651"/>
                    <a:pt x="498" y="383"/>
                  </a:cubicBezTo>
                  <a:cubicBezTo>
                    <a:pt x="575" y="192"/>
                    <a:pt x="728" y="0"/>
                    <a:pt x="957" y="77"/>
                  </a:cubicBezTo>
                  <a:cubicBezTo>
                    <a:pt x="1340" y="268"/>
                    <a:pt x="996" y="651"/>
                    <a:pt x="881" y="919"/>
                  </a:cubicBezTo>
                  <a:cubicBezTo>
                    <a:pt x="842" y="957"/>
                    <a:pt x="804" y="1034"/>
                    <a:pt x="804" y="1110"/>
                  </a:cubicBezTo>
                  <a:cubicBezTo>
                    <a:pt x="766" y="1263"/>
                    <a:pt x="575" y="1340"/>
                    <a:pt x="460" y="1340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8"/>
            <p:cNvSpPr/>
            <p:nvPr/>
          </p:nvSpPr>
          <p:spPr>
            <a:xfrm>
              <a:off x="1904425" y="2613425"/>
              <a:ext cx="18200" cy="20125"/>
            </a:xfrm>
            <a:custGeom>
              <a:avLst/>
              <a:gdLst/>
              <a:ahLst/>
              <a:cxnLst/>
              <a:rect l="l" t="t" r="r" b="b"/>
              <a:pathLst>
                <a:path w="728" h="805" extrusionOk="0">
                  <a:moveTo>
                    <a:pt x="191" y="613"/>
                  </a:moveTo>
                  <a:cubicBezTo>
                    <a:pt x="0" y="460"/>
                    <a:pt x="38" y="115"/>
                    <a:pt x="268" y="38"/>
                  </a:cubicBezTo>
                  <a:cubicBezTo>
                    <a:pt x="421" y="0"/>
                    <a:pt x="574" y="115"/>
                    <a:pt x="613" y="268"/>
                  </a:cubicBezTo>
                  <a:cubicBezTo>
                    <a:pt x="727" y="536"/>
                    <a:pt x="421" y="804"/>
                    <a:pt x="191" y="613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8"/>
            <p:cNvSpPr/>
            <p:nvPr/>
          </p:nvSpPr>
          <p:spPr>
            <a:xfrm>
              <a:off x="1636425" y="2187500"/>
              <a:ext cx="530250" cy="1544775"/>
            </a:xfrm>
            <a:custGeom>
              <a:avLst/>
              <a:gdLst/>
              <a:ahLst/>
              <a:cxnLst/>
              <a:rect l="l" t="t" r="r" b="b"/>
              <a:pathLst>
                <a:path w="21210" h="61791" extrusionOk="0">
                  <a:moveTo>
                    <a:pt x="1" y="61485"/>
                  </a:moveTo>
                  <a:cubicBezTo>
                    <a:pt x="1" y="61370"/>
                    <a:pt x="115" y="61255"/>
                    <a:pt x="230" y="61217"/>
                  </a:cubicBezTo>
                  <a:cubicBezTo>
                    <a:pt x="422" y="61063"/>
                    <a:pt x="575" y="60910"/>
                    <a:pt x="728" y="60757"/>
                  </a:cubicBezTo>
                  <a:cubicBezTo>
                    <a:pt x="1532" y="59762"/>
                    <a:pt x="2336" y="58766"/>
                    <a:pt x="3216" y="57848"/>
                  </a:cubicBezTo>
                  <a:cubicBezTo>
                    <a:pt x="4020" y="56929"/>
                    <a:pt x="4824" y="55972"/>
                    <a:pt x="5667" y="55053"/>
                  </a:cubicBezTo>
                  <a:cubicBezTo>
                    <a:pt x="6432" y="54172"/>
                    <a:pt x="7160" y="53254"/>
                    <a:pt x="7887" y="52335"/>
                  </a:cubicBezTo>
                  <a:cubicBezTo>
                    <a:pt x="9227" y="50727"/>
                    <a:pt x="10605" y="49119"/>
                    <a:pt x="11754" y="47396"/>
                  </a:cubicBezTo>
                  <a:cubicBezTo>
                    <a:pt x="13783" y="44257"/>
                    <a:pt x="16233" y="41194"/>
                    <a:pt x="16999" y="37442"/>
                  </a:cubicBezTo>
                  <a:cubicBezTo>
                    <a:pt x="17343" y="35605"/>
                    <a:pt x="17305" y="33691"/>
                    <a:pt x="16960" y="31891"/>
                  </a:cubicBezTo>
                  <a:cubicBezTo>
                    <a:pt x="16539" y="30130"/>
                    <a:pt x="16003" y="28446"/>
                    <a:pt x="15506" y="26685"/>
                  </a:cubicBezTo>
                  <a:cubicBezTo>
                    <a:pt x="15199" y="25574"/>
                    <a:pt x="14855" y="24426"/>
                    <a:pt x="14625" y="23277"/>
                  </a:cubicBezTo>
                  <a:cubicBezTo>
                    <a:pt x="14357" y="21555"/>
                    <a:pt x="14357" y="19832"/>
                    <a:pt x="14357" y="18071"/>
                  </a:cubicBezTo>
                  <a:cubicBezTo>
                    <a:pt x="14357" y="17190"/>
                    <a:pt x="14395" y="16233"/>
                    <a:pt x="14357" y="15353"/>
                  </a:cubicBezTo>
                  <a:cubicBezTo>
                    <a:pt x="14204" y="13668"/>
                    <a:pt x="13744" y="11907"/>
                    <a:pt x="14166" y="10223"/>
                  </a:cubicBezTo>
                  <a:cubicBezTo>
                    <a:pt x="14778" y="7849"/>
                    <a:pt x="15812" y="5552"/>
                    <a:pt x="16041" y="3102"/>
                  </a:cubicBezTo>
                  <a:cubicBezTo>
                    <a:pt x="16424" y="1"/>
                    <a:pt x="18760" y="805"/>
                    <a:pt x="19870" y="2987"/>
                  </a:cubicBezTo>
                  <a:cubicBezTo>
                    <a:pt x="20559" y="4327"/>
                    <a:pt x="20865" y="5858"/>
                    <a:pt x="21018" y="7351"/>
                  </a:cubicBezTo>
                  <a:cubicBezTo>
                    <a:pt x="21133" y="8538"/>
                    <a:pt x="21210" y="9763"/>
                    <a:pt x="20942" y="10950"/>
                  </a:cubicBezTo>
                  <a:cubicBezTo>
                    <a:pt x="20827" y="11371"/>
                    <a:pt x="20712" y="11831"/>
                    <a:pt x="20559" y="12252"/>
                  </a:cubicBezTo>
                  <a:cubicBezTo>
                    <a:pt x="20482" y="12405"/>
                    <a:pt x="20329" y="12443"/>
                    <a:pt x="20176" y="12405"/>
                  </a:cubicBezTo>
                  <a:cubicBezTo>
                    <a:pt x="19908" y="12290"/>
                    <a:pt x="20023" y="12022"/>
                    <a:pt x="20100" y="11831"/>
                  </a:cubicBezTo>
                  <a:cubicBezTo>
                    <a:pt x="20176" y="11639"/>
                    <a:pt x="20214" y="11486"/>
                    <a:pt x="20253" y="11295"/>
                  </a:cubicBezTo>
                  <a:cubicBezTo>
                    <a:pt x="20406" y="10797"/>
                    <a:pt x="20521" y="10261"/>
                    <a:pt x="20521" y="9763"/>
                  </a:cubicBezTo>
                  <a:cubicBezTo>
                    <a:pt x="20597" y="7543"/>
                    <a:pt x="20368" y="5207"/>
                    <a:pt x="19334" y="3217"/>
                  </a:cubicBezTo>
                  <a:cubicBezTo>
                    <a:pt x="18951" y="2528"/>
                    <a:pt x="18185" y="1417"/>
                    <a:pt x="17267" y="1685"/>
                  </a:cubicBezTo>
                  <a:cubicBezTo>
                    <a:pt x="16577" y="2106"/>
                    <a:pt x="16616" y="3714"/>
                    <a:pt x="16424" y="4480"/>
                  </a:cubicBezTo>
                  <a:cubicBezTo>
                    <a:pt x="16348" y="4939"/>
                    <a:pt x="16233" y="5437"/>
                    <a:pt x="16080" y="5897"/>
                  </a:cubicBezTo>
                  <a:cubicBezTo>
                    <a:pt x="15582" y="7849"/>
                    <a:pt x="14587" y="9763"/>
                    <a:pt x="14548" y="11831"/>
                  </a:cubicBezTo>
                  <a:cubicBezTo>
                    <a:pt x="14587" y="13170"/>
                    <a:pt x="14893" y="14472"/>
                    <a:pt x="14931" y="15774"/>
                  </a:cubicBezTo>
                  <a:cubicBezTo>
                    <a:pt x="14931" y="18990"/>
                    <a:pt x="14740" y="22282"/>
                    <a:pt x="15735" y="25383"/>
                  </a:cubicBezTo>
                  <a:cubicBezTo>
                    <a:pt x="16348" y="27680"/>
                    <a:pt x="17152" y="29939"/>
                    <a:pt x="17611" y="32274"/>
                  </a:cubicBezTo>
                  <a:cubicBezTo>
                    <a:pt x="17956" y="34609"/>
                    <a:pt x="17917" y="37060"/>
                    <a:pt x="17075" y="39280"/>
                  </a:cubicBezTo>
                  <a:cubicBezTo>
                    <a:pt x="16539" y="40964"/>
                    <a:pt x="15620" y="42534"/>
                    <a:pt x="14663" y="44027"/>
                  </a:cubicBezTo>
                  <a:cubicBezTo>
                    <a:pt x="13668" y="45520"/>
                    <a:pt x="12711" y="47052"/>
                    <a:pt x="11639" y="48545"/>
                  </a:cubicBezTo>
                  <a:cubicBezTo>
                    <a:pt x="10605" y="50038"/>
                    <a:pt x="9380" y="51416"/>
                    <a:pt x="8193" y="52871"/>
                  </a:cubicBezTo>
                  <a:cubicBezTo>
                    <a:pt x="6585" y="54900"/>
                    <a:pt x="4863" y="56814"/>
                    <a:pt x="3140" y="58766"/>
                  </a:cubicBezTo>
                  <a:cubicBezTo>
                    <a:pt x="2489" y="59456"/>
                    <a:pt x="1915" y="60183"/>
                    <a:pt x="1341" y="60910"/>
                  </a:cubicBezTo>
                  <a:cubicBezTo>
                    <a:pt x="1111" y="61140"/>
                    <a:pt x="919" y="61370"/>
                    <a:pt x="690" y="61599"/>
                  </a:cubicBezTo>
                  <a:cubicBezTo>
                    <a:pt x="575" y="61676"/>
                    <a:pt x="460" y="61791"/>
                    <a:pt x="307" y="61791"/>
                  </a:cubicBezTo>
                  <a:cubicBezTo>
                    <a:pt x="115" y="61791"/>
                    <a:pt x="1" y="61676"/>
                    <a:pt x="1" y="615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8"/>
            <p:cNvSpPr/>
            <p:nvPr/>
          </p:nvSpPr>
          <p:spPr>
            <a:xfrm>
              <a:off x="2144650" y="2465075"/>
              <a:ext cx="106250" cy="232600"/>
            </a:xfrm>
            <a:custGeom>
              <a:avLst/>
              <a:gdLst/>
              <a:ahLst/>
              <a:cxnLst/>
              <a:rect l="l" t="t" r="r" b="b"/>
              <a:pathLst>
                <a:path w="4250" h="9304" extrusionOk="0">
                  <a:moveTo>
                    <a:pt x="3599" y="9073"/>
                  </a:moveTo>
                  <a:cubicBezTo>
                    <a:pt x="2642" y="8423"/>
                    <a:pt x="1914" y="7465"/>
                    <a:pt x="1608" y="6317"/>
                  </a:cubicBezTo>
                  <a:cubicBezTo>
                    <a:pt x="1264" y="5168"/>
                    <a:pt x="1034" y="3982"/>
                    <a:pt x="843" y="2833"/>
                  </a:cubicBezTo>
                  <a:cubicBezTo>
                    <a:pt x="689" y="2106"/>
                    <a:pt x="575" y="1340"/>
                    <a:pt x="307" y="651"/>
                  </a:cubicBezTo>
                  <a:cubicBezTo>
                    <a:pt x="0" y="460"/>
                    <a:pt x="268" y="0"/>
                    <a:pt x="575" y="153"/>
                  </a:cubicBezTo>
                  <a:cubicBezTo>
                    <a:pt x="919" y="345"/>
                    <a:pt x="1034" y="1110"/>
                    <a:pt x="1149" y="1493"/>
                  </a:cubicBezTo>
                  <a:cubicBezTo>
                    <a:pt x="1493" y="3139"/>
                    <a:pt x="1723" y="4862"/>
                    <a:pt x="2259" y="6508"/>
                  </a:cubicBezTo>
                  <a:cubicBezTo>
                    <a:pt x="2489" y="7159"/>
                    <a:pt x="2872" y="7733"/>
                    <a:pt x="3369" y="8193"/>
                  </a:cubicBezTo>
                  <a:cubicBezTo>
                    <a:pt x="3561" y="8346"/>
                    <a:pt x="3752" y="8499"/>
                    <a:pt x="3943" y="8614"/>
                  </a:cubicBezTo>
                  <a:cubicBezTo>
                    <a:pt x="4250" y="8844"/>
                    <a:pt x="3905" y="9303"/>
                    <a:pt x="3599" y="90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8"/>
            <p:cNvSpPr/>
            <p:nvPr/>
          </p:nvSpPr>
          <p:spPr>
            <a:xfrm>
              <a:off x="2226000" y="1864975"/>
              <a:ext cx="568525" cy="837475"/>
            </a:xfrm>
            <a:custGeom>
              <a:avLst/>
              <a:gdLst/>
              <a:ahLst/>
              <a:cxnLst/>
              <a:rect l="l" t="t" r="r" b="b"/>
              <a:pathLst>
                <a:path w="22741" h="33499" extrusionOk="0">
                  <a:moveTo>
                    <a:pt x="77" y="32695"/>
                  </a:moveTo>
                  <a:cubicBezTo>
                    <a:pt x="0" y="32580"/>
                    <a:pt x="77" y="32388"/>
                    <a:pt x="230" y="32312"/>
                  </a:cubicBezTo>
                  <a:cubicBezTo>
                    <a:pt x="421" y="32159"/>
                    <a:pt x="613" y="31967"/>
                    <a:pt x="766" y="31776"/>
                  </a:cubicBezTo>
                  <a:cubicBezTo>
                    <a:pt x="2029" y="30321"/>
                    <a:pt x="2833" y="28560"/>
                    <a:pt x="3599" y="26837"/>
                  </a:cubicBezTo>
                  <a:cubicBezTo>
                    <a:pt x="5666" y="22511"/>
                    <a:pt x="6547" y="17687"/>
                    <a:pt x="9074" y="13553"/>
                  </a:cubicBezTo>
                  <a:cubicBezTo>
                    <a:pt x="10069" y="11907"/>
                    <a:pt x="11103" y="10260"/>
                    <a:pt x="12366" y="8806"/>
                  </a:cubicBezTo>
                  <a:cubicBezTo>
                    <a:pt x="14012" y="6815"/>
                    <a:pt x="15773" y="4939"/>
                    <a:pt x="17687" y="3254"/>
                  </a:cubicBezTo>
                  <a:cubicBezTo>
                    <a:pt x="18798" y="2297"/>
                    <a:pt x="21095" y="498"/>
                    <a:pt x="22205" y="2374"/>
                  </a:cubicBezTo>
                  <a:cubicBezTo>
                    <a:pt x="22741" y="3561"/>
                    <a:pt x="22320" y="4901"/>
                    <a:pt x="21937" y="6049"/>
                  </a:cubicBezTo>
                  <a:cubicBezTo>
                    <a:pt x="20788" y="8997"/>
                    <a:pt x="18759" y="11485"/>
                    <a:pt x="17266" y="14242"/>
                  </a:cubicBezTo>
                  <a:cubicBezTo>
                    <a:pt x="16462" y="15658"/>
                    <a:pt x="15658" y="17075"/>
                    <a:pt x="15008" y="18530"/>
                  </a:cubicBezTo>
                  <a:cubicBezTo>
                    <a:pt x="14165" y="20673"/>
                    <a:pt x="13553" y="22856"/>
                    <a:pt x="13017" y="25076"/>
                  </a:cubicBezTo>
                  <a:cubicBezTo>
                    <a:pt x="12940" y="25536"/>
                    <a:pt x="12864" y="26033"/>
                    <a:pt x="12749" y="26493"/>
                  </a:cubicBezTo>
                  <a:cubicBezTo>
                    <a:pt x="12672" y="27029"/>
                    <a:pt x="12519" y="27603"/>
                    <a:pt x="12596" y="28177"/>
                  </a:cubicBezTo>
                  <a:cubicBezTo>
                    <a:pt x="12596" y="28330"/>
                    <a:pt x="12519" y="28445"/>
                    <a:pt x="12366" y="28483"/>
                  </a:cubicBezTo>
                  <a:cubicBezTo>
                    <a:pt x="11830" y="28522"/>
                    <a:pt x="12060" y="27641"/>
                    <a:pt x="12060" y="27297"/>
                  </a:cubicBezTo>
                  <a:cubicBezTo>
                    <a:pt x="12175" y="26569"/>
                    <a:pt x="12289" y="25804"/>
                    <a:pt x="12443" y="25076"/>
                  </a:cubicBezTo>
                  <a:cubicBezTo>
                    <a:pt x="13017" y="22588"/>
                    <a:pt x="13744" y="20099"/>
                    <a:pt x="14740" y="17726"/>
                  </a:cubicBezTo>
                  <a:cubicBezTo>
                    <a:pt x="15850" y="15467"/>
                    <a:pt x="17113" y="13285"/>
                    <a:pt x="18453" y="11141"/>
                  </a:cubicBezTo>
                  <a:cubicBezTo>
                    <a:pt x="19717" y="9112"/>
                    <a:pt x="22435" y="5245"/>
                    <a:pt x="21784" y="2833"/>
                  </a:cubicBezTo>
                  <a:cubicBezTo>
                    <a:pt x="20712" y="0"/>
                    <a:pt x="14931" y="6776"/>
                    <a:pt x="13936" y="7848"/>
                  </a:cubicBezTo>
                  <a:cubicBezTo>
                    <a:pt x="12060" y="9916"/>
                    <a:pt x="10414" y="12213"/>
                    <a:pt x="9074" y="14701"/>
                  </a:cubicBezTo>
                  <a:cubicBezTo>
                    <a:pt x="8270" y="16079"/>
                    <a:pt x="7695" y="17573"/>
                    <a:pt x="7121" y="19104"/>
                  </a:cubicBezTo>
                  <a:cubicBezTo>
                    <a:pt x="5705" y="23124"/>
                    <a:pt x="4441" y="27182"/>
                    <a:pt x="2183" y="30857"/>
                  </a:cubicBezTo>
                  <a:cubicBezTo>
                    <a:pt x="1876" y="31278"/>
                    <a:pt x="421" y="33499"/>
                    <a:pt x="77" y="326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8"/>
            <p:cNvSpPr/>
            <p:nvPr/>
          </p:nvSpPr>
          <p:spPr>
            <a:xfrm>
              <a:off x="2502600" y="2088925"/>
              <a:ext cx="613525" cy="693925"/>
            </a:xfrm>
            <a:custGeom>
              <a:avLst/>
              <a:gdLst/>
              <a:ahLst/>
              <a:cxnLst/>
              <a:rect l="l" t="t" r="r" b="b"/>
              <a:pathLst>
                <a:path w="24541" h="27757" extrusionOk="0">
                  <a:moveTo>
                    <a:pt x="4594" y="27680"/>
                  </a:moveTo>
                  <a:cubicBezTo>
                    <a:pt x="4441" y="27603"/>
                    <a:pt x="4403" y="27450"/>
                    <a:pt x="4480" y="27297"/>
                  </a:cubicBezTo>
                  <a:cubicBezTo>
                    <a:pt x="4977" y="26455"/>
                    <a:pt x="5552" y="25689"/>
                    <a:pt x="6088" y="24923"/>
                  </a:cubicBezTo>
                  <a:cubicBezTo>
                    <a:pt x="7159" y="23469"/>
                    <a:pt x="8155" y="21976"/>
                    <a:pt x="9342" y="20597"/>
                  </a:cubicBezTo>
                  <a:cubicBezTo>
                    <a:pt x="11218" y="18492"/>
                    <a:pt x="12940" y="16195"/>
                    <a:pt x="14854" y="14051"/>
                  </a:cubicBezTo>
                  <a:cubicBezTo>
                    <a:pt x="16424" y="12175"/>
                    <a:pt x="18223" y="10490"/>
                    <a:pt x="19831" y="8653"/>
                  </a:cubicBezTo>
                  <a:cubicBezTo>
                    <a:pt x="20980" y="7351"/>
                    <a:pt x="22128" y="5973"/>
                    <a:pt x="22894" y="4403"/>
                  </a:cubicBezTo>
                  <a:cubicBezTo>
                    <a:pt x="23315" y="3523"/>
                    <a:pt x="23660" y="2566"/>
                    <a:pt x="23583" y="1570"/>
                  </a:cubicBezTo>
                  <a:cubicBezTo>
                    <a:pt x="23583" y="1226"/>
                    <a:pt x="23468" y="766"/>
                    <a:pt x="23124" y="575"/>
                  </a:cubicBezTo>
                  <a:cubicBezTo>
                    <a:pt x="22550" y="575"/>
                    <a:pt x="22014" y="919"/>
                    <a:pt x="21478" y="1149"/>
                  </a:cubicBezTo>
                  <a:cubicBezTo>
                    <a:pt x="18836" y="2298"/>
                    <a:pt x="16577" y="4174"/>
                    <a:pt x="14319" y="5935"/>
                  </a:cubicBezTo>
                  <a:cubicBezTo>
                    <a:pt x="12711" y="7198"/>
                    <a:pt x="11218" y="8615"/>
                    <a:pt x="9724" y="10069"/>
                  </a:cubicBezTo>
                  <a:cubicBezTo>
                    <a:pt x="8078" y="11601"/>
                    <a:pt x="6509" y="13247"/>
                    <a:pt x="4977" y="14931"/>
                  </a:cubicBezTo>
                  <a:cubicBezTo>
                    <a:pt x="4020" y="16042"/>
                    <a:pt x="3101" y="17228"/>
                    <a:pt x="2144" y="18377"/>
                  </a:cubicBezTo>
                  <a:cubicBezTo>
                    <a:pt x="1608" y="19104"/>
                    <a:pt x="1072" y="19870"/>
                    <a:pt x="689" y="20712"/>
                  </a:cubicBezTo>
                  <a:cubicBezTo>
                    <a:pt x="536" y="21018"/>
                    <a:pt x="0" y="20827"/>
                    <a:pt x="154" y="20482"/>
                  </a:cubicBezTo>
                  <a:cubicBezTo>
                    <a:pt x="881" y="18875"/>
                    <a:pt x="2068" y="17535"/>
                    <a:pt x="3178" y="16195"/>
                  </a:cubicBezTo>
                  <a:cubicBezTo>
                    <a:pt x="5054" y="13821"/>
                    <a:pt x="7198" y="11677"/>
                    <a:pt x="9380" y="9610"/>
                  </a:cubicBezTo>
                  <a:cubicBezTo>
                    <a:pt x="11103" y="7887"/>
                    <a:pt x="12902" y="6279"/>
                    <a:pt x="14854" y="4786"/>
                  </a:cubicBezTo>
                  <a:cubicBezTo>
                    <a:pt x="16769" y="3293"/>
                    <a:pt x="18721" y="1762"/>
                    <a:pt x="20980" y="766"/>
                  </a:cubicBezTo>
                  <a:cubicBezTo>
                    <a:pt x="21669" y="460"/>
                    <a:pt x="22358" y="1"/>
                    <a:pt x="23162" y="1"/>
                  </a:cubicBezTo>
                  <a:cubicBezTo>
                    <a:pt x="24540" y="307"/>
                    <a:pt x="24234" y="2489"/>
                    <a:pt x="23889" y="3484"/>
                  </a:cubicBezTo>
                  <a:cubicBezTo>
                    <a:pt x="23353" y="5054"/>
                    <a:pt x="22435" y="6471"/>
                    <a:pt x="21363" y="7734"/>
                  </a:cubicBezTo>
                  <a:cubicBezTo>
                    <a:pt x="20252" y="9112"/>
                    <a:pt x="19027" y="10414"/>
                    <a:pt x="17802" y="11677"/>
                  </a:cubicBezTo>
                  <a:cubicBezTo>
                    <a:pt x="15505" y="14051"/>
                    <a:pt x="13476" y="16539"/>
                    <a:pt x="11409" y="19104"/>
                  </a:cubicBezTo>
                  <a:cubicBezTo>
                    <a:pt x="10567" y="20100"/>
                    <a:pt x="9724" y="20980"/>
                    <a:pt x="8959" y="21976"/>
                  </a:cubicBezTo>
                  <a:cubicBezTo>
                    <a:pt x="8231" y="22933"/>
                    <a:pt x="7542" y="23928"/>
                    <a:pt x="6853" y="24885"/>
                  </a:cubicBezTo>
                  <a:cubicBezTo>
                    <a:pt x="6432" y="25498"/>
                    <a:pt x="5973" y="26072"/>
                    <a:pt x="5552" y="26684"/>
                  </a:cubicBezTo>
                  <a:cubicBezTo>
                    <a:pt x="5360" y="26991"/>
                    <a:pt x="5169" y="27297"/>
                    <a:pt x="4977" y="27603"/>
                  </a:cubicBezTo>
                  <a:cubicBezTo>
                    <a:pt x="4901" y="27718"/>
                    <a:pt x="4748" y="27756"/>
                    <a:pt x="4594" y="276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8"/>
            <p:cNvSpPr/>
            <p:nvPr/>
          </p:nvSpPr>
          <p:spPr>
            <a:xfrm>
              <a:off x="2755275" y="2254500"/>
              <a:ext cx="378075" cy="638400"/>
            </a:xfrm>
            <a:custGeom>
              <a:avLst/>
              <a:gdLst/>
              <a:ahLst/>
              <a:cxnLst/>
              <a:rect l="l" t="t" r="r" b="b"/>
              <a:pathLst>
                <a:path w="15123" h="25536" extrusionOk="0">
                  <a:moveTo>
                    <a:pt x="192" y="25459"/>
                  </a:moveTo>
                  <a:cubicBezTo>
                    <a:pt x="77" y="25383"/>
                    <a:pt x="0" y="25191"/>
                    <a:pt x="77" y="25077"/>
                  </a:cubicBezTo>
                  <a:cubicBezTo>
                    <a:pt x="728" y="24081"/>
                    <a:pt x="1340" y="23124"/>
                    <a:pt x="1914" y="22129"/>
                  </a:cubicBezTo>
                  <a:cubicBezTo>
                    <a:pt x="3254" y="19832"/>
                    <a:pt x="4365" y="17382"/>
                    <a:pt x="5705" y="15085"/>
                  </a:cubicBezTo>
                  <a:cubicBezTo>
                    <a:pt x="6394" y="13898"/>
                    <a:pt x="7466" y="12902"/>
                    <a:pt x="8346" y="11869"/>
                  </a:cubicBezTo>
                  <a:cubicBezTo>
                    <a:pt x="9533" y="10490"/>
                    <a:pt x="10758" y="9151"/>
                    <a:pt x="11868" y="7734"/>
                  </a:cubicBezTo>
                  <a:cubicBezTo>
                    <a:pt x="12711" y="6586"/>
                    <a:pt x="13629" y="5399"/>
                    <a:pt x="14089" y="4021"/>
                  </a:cubicBezTo>
                  <a:cubicBezTo>
                    <a:pt x="14357" y="3178"/>
                    <a:pt x="14548" y="2259"/>
                    <a:pt x="14280" y="1417"/>
                  </a:cubicBezTo>
                  <a:cubicBezTo>
                    <a:pt x="13936" y="192"/>
                    <a:pt x="12060" y="1379"/>
                    <a:pt x="11447" y="1762"/>
                  </a:cubicBezTo>
                  <a:cubicBezTo>
                    <a:pt x="10643" y="2298"/>
                    <a:pt x="9992" y="2910"/>
                    <a:pt x="9303" y="3561"/>
                  </a:cubicBezTo>
                  <a:cubicBezTo>
                    <a:pt x="8997" y="3753"/>
                    <a:pt x="8652" y="3331"/>
                    <a:pt x="8959" y="3102"/>
                  </a:cubicBezTo>
                  <a:cubicBezTo>
                    <a:pt x="10184" y="1953"/>
                    <a:pt x="11562" y="728"/>
                    <a:pt x="13246" y="345"/>
                  </a:cubicBezTo>
                  <a:cubicBezTo>
                    <a:pt x="14854" y="1"/>
                    <a:pt x="15122" y="1800"/>
                    <a:pt x="14931" y="2987"/>
                  </a:cubicBezTo>
                  <a:cubicBezTo>
                    <a:pt x="14816" y="3561"/>
                    <a:pt x="14663" y="4135"/>
                    <a:pt x="14433" y="4710"/>
                  </a:cubicBezTo>
                  <a:cubicBezTo>
                    <a:pt x="14089" y="5552"/>
                    <a:pt x="13591" y="6318"/>
                    <a:pt x="13055" y="7083"/>
                  </a:cubicBezTo>
                  <a:cubicBezTo>
                    <a:pt x="12021" y="8538"/>
                    <a:pt x="10835" y="9916"/>
                    <a:pt x="9648" y="11256"/>
                  </a:cubicBezTo>
                  <a:cubicBezTo>
                    <a:pt x="8576" y="12520"/>
                    <a:pt x="7427" y="13630"/>
                    <a:pt x="6470" y="14931"/>
                  </a:cubicBezTo>
                  <a:cubicBezTo>
                    <a:pt x="5819" y="15927"/>
                    <a:pt x="5322" y="16960"/>
                    <a:pt x="4747" y="17994"/>
                  </a:cubicBezTo>
                  <a:cubicBezTo>
                    <a:pt x="3676" y="20061"/>
                    <a:pt x="2604" y="22129"/>
                    <a:pt x="1379" y="24120"/>
                  </a:cubicBezTo>
                  <a:cubicBezTo>
                    <a:pt x="1111" y="24541"/>
                    <a:pt x="843" y="24923"/>
                    <a:pt x="575" y="25345"/>
                  </a:cubicBezTo>
                  <a:cubicBezTo>
                    <a:pt x="498" y="25498"/>
                    <a:pt x="307" y="25536"/>
                    <a:pt x="192" y="254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8"/>
            <p:cNvSpPr/>
            <p:nvPr/>
          </p:nvSpPr>
          <p:spPr>
            <a:xfrm>
              <a:off x="2025975" y="2631600"/>
              <a:ext cx="1076750" cy="1447150"/>
            </a:xfrm>
            <a:custGeom>
              <a:avLst/>
              <a:gdLst/>
              <a:ahLst/>
              <a:cxnLst/>
              <a:rect l="l" t="t" r="r" b="b"/>
              <a:pathLst>
                <a:path w="43070" h="57886" extrusionOk="0">
                  <a:moveTo>
                    <a:pt x="153" y="57809"/>
                  </a:moveTo>
                  <a:cubicBezTo>
                    <a:pt x="38" y="57694"/>
                    <a:pt x="0" y="57503"/>
                    <a:pt x="115" y="57388"/>
                  </a:cubicBezTo>
                  <a:cubicBezTo>
                    <a:pt x="459" y="56928"/>
                    <a:pt x="842" y="56507"/>
                    <a:pt x="1263" y="56086"/>
                  </a:cubicBezTo>
                  <a:cubicBezTo>
                    <a:pt x="2642" y="54631"/>
                    <a:pt x="3905" y="52985"/>
                    <a:pt x="5283" y="51492"/>
                  </a:cubicBezTo>
                  <a:cubicBezTo>
                    <a:pt x="6776" y="49731"/>
                    <a:pt x="8155" y="47894"/>
                    <a:pt x="9686" y="46132"/>
                  </a:cubicBezTo>
                  <a:cubicBezTo>
                    <a:pt x="10452" y="45214"/>
                    <a:pt x="11102" y="44257"/>
                    <a:pt x="11868" y="43338"/>
                  </a:cubicBezTo>
                  <a:cubicBezTo>
                    <a:pt x="13438" y="41538"/>
                    <a:pt x="15007" y="39777"/>
                    <a:pt x="16500" y="37901"/>
                  </a:cubicBezTo>
                  <a:cubicBezTo>
                    <a:pt x="18338" y="35719"/>
                    <a:pt x="20214" y="33537"/>
                    <a:pt x="22052" y="31355"/>
                  </a:cubicBezTo>
                  <a:cubicBezTo>
                    <a:pt x="24693" y="28063"/>
                    <a:pt x="27182" y="24655"/>
                    <a:pt x="29555" y="21171"/>
                  </a:cubicBezTo>
                  <a:cubicBezTo>
                    <a:pt x="30780" y="19334"/>
                    <a:pt x="31967" y="17420"/>
                    <a:pt x="33230" y="15544"/>
                  </a:cubicBezTo>
                  <a:cubicBezTo>
                    <a:pt x="34455" y="13668"/>
                    <a:pt x="35566" y="11677"/>
                    <a:pt x="36982" y="9916"/>
                  </a:cubicBezTo>
                  <a:cubicBezTo>
                    <a:pt x="38207" y="8423"/>
                    <a:pt x="39547" y="6968"/>
                    <a:pt x="40657" y="5360"/>
                  </a:cubicBezTo>
                  <a:cubicBezTo>
                    <a:pt x="41270" y="4327"/>
                    <a:pt x="42533" y="2527"/>
                    <a:pt x="42189" y="1340"/>
                  </a:cubicBezTo>
                  <a:cubicBezTo>
                    <a:pt x="42112" y="1111"/>
                    <a:pt x="41997" y="919"/>
                    <a:pt x="41768" y="919"/>
                  </a:cubicBezTo>
                  <a:cubicBezTo>
                    <a:pt x="40811" y="881"/>
                    <a:pt x="39394" y="2298"/>
                    <a:pt x="38628" y="2910"/>
                  </a:cubicBezTo>
                  <a:cubicBezTo>
                    <a:pt x="36906" y="4518"/>
                    <a:pt x="35068" y="6049"/>
                    <a:pt x="33307" y="7619"/>
                  </a:cubicBezTo>
                  <a:cubicBezTo>
                    <a:pt x="32082" y="8576"/>
                    <a:pt x="30895" y="9571"/>
                    <a:pt x="29823" y="10720"/>
                  </a:cubicBezTo>
                  <a:cubicBezTo>
                    <a:pt x="29364" y="11179"/>
                    <a:pt x="28866" y="11639"/>
                    <a:pt x="28407" y="12060"/>
                  </a:cubicBezTo>
                  <a:cubicBezTo>
                    <a:pt x="28100" y="12290"/>
                    <a:pt x="27756" y="11869"/>
                    <a:pt x="28062" y="11639"/>
                  </a:cubicBezTo>
                  <a:cubicBezTo>
                    <a:pt x="28866" y="10873"/>
                    <a:pt x="29632" y="10107"/>
                    <a:pt x="30397" y="9342"/>
                  </a:cubicBezTo>
                  <a:cubicBezTo>
                    <a:pt x="31240" y="8538"/>
                    <a:pt x="32158" y="7810"/>
                    <a:pt x="33039" y="7083"/>
                  </a:cubicBezTo>
                  <a:cubicBezTo>
                    <a:pt x="34226" y="6049"/>
                    <a:pt x="35413" y="4977"/>
                    <a:pt x="36638" y="3982"/>
                  </a:cubicBezTo>
                  <a:cubicBezTo>
                    <a:pt x="37824" y="2872"/>
                    <a:pt x="39011" y="1723"/>
                    <a:pt x="40351" y="804"/>
                  </a:cubicBezTo>
                  <a:cubicBezTo>
                    <a:pt x="41232" y="230"/>
                    <a:pt x="42495" y="1"/>
                    <a:pt x="42801" y="1340"/>
                  </a:cubicBezTo>
                  <a:cubicBezTo>
                    <a:pt x="43069" y="2795"/>
                    <a:pt x="41729" y="4748"/>
                    <a:pt x="40964" y="5935"/>
                  </a:cubicBezTo>
                  <a:cubicBezTo>
                    <a:pt x="39471" y="8040"/>
                    <a:pt x="37556" y="9878"/>
                    <a:pt x="36140" y="12060"/>
                  </a:cubicBezTo>
                  <a:cubicBezTo>
                    <a:pt x="34915" y="13898"/>
                    <a:pt x="33766" y="15773"/>
                    <a:pt x="32541" y="17611"/>
                  </a:cubicBezTo>
                  <a:cubicBezTo>
                    <a:pt x="29785" y="22052"/>
                    <a:pt x="26760" y="26301"/>
                    <a:pt x="23506" y="30398"/>
                  </a:cubicBezTo>
                  <a:cubicBezTo>
                    <a:pt x="21745" y="32657"/>
                    <a:pt x="19869" y="34839"/>
                    <a:pt x="17993" y="37021"/>
                  </a:cubicBezTo>
                  <a:cubicBezTo>
                    <a:pt x="16462" y="38820"/>
                    <a:pt x="15007" y="40696"/>
                    <a:pt x="13399" y="42457"/>
                  </a:cubicBezTo>
                  <a:cubicBezTo>
                    <a:pt x="12213" y="43759"/>
                    <a:pt x="11179" y="45175"/>
                    <a:pt x="10069" y="46515"/>
                  </a:cubicBezTo>
                  <a:cubicBezTo>
                    <a:pt x="8308" y="48621"/>
                    <a:pt x="6661" y="50841"/>
                    <a:pt x="4824" y="52832"/>
                  </a:cubicBezTo>
                  <a:cubicBezTo>
                    <a:pt x="3675" y="54210"/>
                    <a:pt x="2450" y="55627"/>
                    <a:pt x="1263" y="56928"/>
                  </a:cubicBezTo>
                  <a:cubicBezTo>
                    <a:pt x="1034" y="57196"/>
                    <a:pt x="766" y="57464"/>
                    <a:pt x="574" y="57732"/>
                  </a:cubicBezTo>
                  <a:cubicBezTo>
                    <a:pt x="459" y="57847"/>
                    <a:pt x="268" y="57886"/>
                    <a:pt x="153" y="577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8"/>
            <p:cNvSpPr/>
            <p:nvPr/>
          </p:nvSpPr>
          <p:spPr>
            <a:xfrm>
              <a:off x="2737075" y="2862250"/>
              <a:ext cx="45025" cy="54600"/>
            </a:xfrm>
            <a:custGeom>
              <a:avLst/>
              <a:gdLst/>
              <a:ahLst/>
              <a:cxnLst/>
              <a:rect l="l" t="t" r="r" b="b"/>
              <a:pathLst>
                <a:path w="1801" h="2184" extrusionOk="0">
                  <a:moveTo>
                    <a:pt x="345" y="2107"/>
                  </a:moveTo>
                  <a:cubicBezTo>
                    <a:pt x="1" y="1953"/>
                    <a:pt x="192" y="1647"/>
                    <a:pt x="384" y="1456"/>
                  </a:cubicBezTo>
                  <a:cubicBezTo>
                    <a:pt x="575" y="1226"/>
                    <a:pt x="767" y="996"/>
                    <a:pt x="920" y="767"/>
                  </a:cubicBezTo>
                  <a:cubicBezTo>
                    <a:pt x="1111" y="575"/>
                    <a:pt x="1226" y="1"/>
                    <a:pt x="1609" y="192"/>
                  </a:cubicBezTo>
                  <a:cubicBezTo>
                    <a:pt x="1724" y="269"/>
                    <a:pt x="1800" y="460"/>
                    <a:pt x="1724" y="575"/>
                  </a:cubicBezTo>
                  <a:cubicBezTo>
                    <a:pt x="1417" y="1073"/>
                    <a:pt x="1111" y="1532"/>
                    <a:pt x="728" y="1953"/>
                  </a:cubicBezTo>
                  <a:cubicBezTo>
                    <a:pt x="652" y="2068"/>
                    <a:pt x="499" y="2183"/>
                    <a:pt x="345" y="21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8"/>
            <p:cNvSpPr/>
            <p:nvPr/>
          </p:nvSpPr>
          <p:spPr>
            <a:xfrm>
              <a:off x="2025975" y="2221000"/>
              <a:ext cx="58400" cy="128275"/>
            </a:xfrm>
            <a:custGeom>
              <a:avLst/>
              <a:gdLst/>
              <a:ahLst/>
              <a:cxnLst/>
              <a:rect l="l" t="t" r="r" b="b"/>
              <a:pathLst>
                <a:path w="2336" h="5131" extrusionOk="0">
                  <a:moveTo>
                    <a:pt x="0" y="4633"/>
                  </a:moveTo>
                  <a:cubicBezTo>
                    <a:pt x="0" y="4480"/>
                    <a:pt x="115" y="4327"/>
                    <a:pt x="268" y="4327"/>
                  </a:cubicBezTo>
                  <a:cubicBezTo>
                    <a:pt x="1608" y="3944"/>
                    <a:pt x="1570" y="2260"/>
                    <a:pt x="1608" y="1111"/>
                  </a:cubicBezTo>
                  <a:cubicBezTo>
                    <a:pt x="1608" y="881"/>
                    <a:pt x="1608" y="613"/>
                    <a:pt x="1608" y="384"/>
                  </a:cubicBezTo>
                  <a:cubicBezTo>
                    <a:pt x="1608" y="307"/>
                    <a:pt x="1646" y="231"/>
                    <a:pt x="1685" y="192"/>
                  </a:cubicBezTo>
                  <a:cubicBezTo>
                    <a:pt x="1876" y="1"/>
                    <a:pt x="2221" y="116"/>
                    <a:pt x="2182" y="384"/>
                  </a:cubicBezTo>
                  <a:cubicBezTo>
                    <a:pt x="2106" y="1838"/>
                    <a:pt x="2335" y="3714"/>
                    <a:pt x="957" y="4671"/>
                  </a:cubicBezTo>
                  <a:cubicBezTo>
                    <a:pt x="689" y="4825"/>
                    <a:pt x="77" y="5131"/>
                    <a:pt x="0" y="46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8"/>
            <p:cNvSpPr/>
            <p:nvPr/>
          </p:nvSpPr>
          <p:spPr>
            <a:xfrm>
              <a:off x="2642325" y="1953025"/>
              <a:ext cx="140725" cy="69900"/>
            </a:xfrm>
            <a:custGeom>
              <a:avLst/>
              <a:gdLst/>
              <a:ahLst/>
              <a:cxnLst/>
              <a:rect l="l" t="t" r="r" b="b"/>
              <a:pathLst>
                <a:path w="5629" h="2796" extrusionOk="0">
                  <a:moveTo>
                    <a:pt x="1494" y="2719"/>
                  </a:moveTo>
                  <a:cubicBezTo>
                    <a:pt x="881" y="2680"/>
                    <a:pt x="269" y="2297"/>
                    <a:pt x="77" y="1685"/>
                  </a:cubicBezTo>
                  <a:cubicBezTo>
                    <a:pt x="1" y="1340"/>
                    <a:pt x="192" y="996"/>
                    <a:pt x="384" y="689"/>
                  </a:cubicBezTo>
                  <a:cubicBezTo>
                    <a:pt x="460" y="536"/>
                    <a:pt x="575" y="421"/>
                    <a:pt x="690" y="268"/>
                  </a:cubicBezTo>
                  <a:cubicBezTo>
                    <a:pt x="728" y="115"/>
                    <a:pt x="881" y="39"/>
                    <a:pt x="1034" y="77"/>
                  </a:cubicBezTo>
                  <a:cubicBezTo>
                    <a:pt x="1494" y="268"/>
                    <a:pt x="1073" y="689"/>
                    <a:pt x="920" y="919"/>
                  </a:cubicBezTo>
                  <a:cubicBezTo>
                    <a:pt x="805" y="1111"/>
                    <a:pt x="537" y="1379"/>
                    <a:pt x="652" y="1608"/>
                  </a:cubicBezTo>
                  <a:cubicBezTo>
                    <a:pt x="881" y="2029"/>
                    <a:pt x="1379" y="2183"/>
                    <a:pt x="1800" y="2144"/>
                  </a:cubicBezTo>
                  <a:cubicBezTo>
                    <a:pt x="2834" y="2029"/>
                    <a:pt x="3753" y="1417"/>
                    <a:pt x="4518" y="766"/>
                  </a:cubicBezTo>
                  <a:cubicBezTo>
                    <a:pt x="4710" y="575"/>
                    <a:pt x="4901" y="383"/>
                    <a:pt x="5093" y="154"/>
                  </a:cubicBezTo>
                  <a:cubicBezTo>
                    <a:pt x="5169" y="39"/>
                    <a:pt x="5361" y="0"/>
                    <a:pt x="5475" y="115"/>
                  </a:cubicBezTo>
                  <a:cubicBezTo>
                    <a:pt x="5590" y="192"/>
                    <a:pt x="5629" y="383"/>
                    <a:pt x="5552" y="498"/>
                  </a:cubicBezTo>
                  <a:cubicBezTo>
                    <a:pt x="5207" y="957"/>
                    <a:pt x="4786" y="1340"/>
                    <a:pt x="4327" y="1647"/>
                  </a:cubicBezTo>
                  <a:cubicBezTo>
                    <a:pt x="3485" y="2183"/>
                    <a:pt x="2528" y="2795"/>
                    <a:pt x="1494" y="27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8"/>
            <p:cNvSpPr/>
            <p:nvPr/>
          </p:nvSpPr>
          <p:spPr>
            <a:xfrm>
              <a:off x="2949550" y="2103275"/>
              <a:ext cx="144550" cy="131150"/>
            </a:xfrm>
            <a:custGeom>
              <a:avLst/>
              <a:gdLst/>
              <a:ahLst/>
              <a:cxnLst/>
              <a:rect l="l" t="t" r="r" b="b"/>
              <a:pathLst>
                <a:path w="5782" h="5246" extrusionOk="0">
                  <a:moveTo>
                    <a:pt x="2336" y="5246"/>
                  </a:moveTo>
                  <a:cubicBezTo>
                    <a:pt x="1226" y="5208"/>
                    <a:pt x="1" y="4174"/>
                    <a:pt x="269" y="2987"/>
                  </a:cubicBezTo>
                  <a:cubicBezTo>
                    <a:pt x="652" y="1839"/>
                    <a:pt x="2068" y="1188"/>
                    <a:pt x="2872" y="307"/>
                  </a:cubicBezTo>
                  <a:cubicBezTo>
                    <a:pt x="3102" y="1"/>
                    <a:pt x="3561" y="307"/>
                    <a:pt x="3370" y="613"/>
                  </a:cubicBezTo>
                  <a:cubicBezTo>
                    <a:pt x="3140" y="920"/>
                    <a:pt x="2796" y="1149"/>
                    <a:pt x="2528" y="1379"/>
                  </a:cubicBezTo>
                  <a:cubicBezTo>
                    <a:pt x="1992" y="1839"/>
                    <a:pt x="767" y="2642"/>
                    <a:pt x="767" y="3370"/>
                  </a:cubicBezTo>
                  <a:cubicBezTo>
                    <a:pt x="843" y="4021"/>
                    <a:pt x="1494" y="4480"/>
                    <a:pt x="2107" y="4633"/>
                  </a:cubicBezTo>
                  <a:cubicBezTo>
                    <a:pt x="2604" y="4748"/>
                    <a:pt x="3102" y="4518"/>
                    <a:pt x="3561" y="4327"/>
                  </a:cubicBezTo>
                  <a:cubicBezTo>
                    <a:pt x="4212" y="4021"/>
                    <a:pt x="4786" y="3561"/>
                    <a:pt x="5284" y="3064"/>
                  </a:cubicBezTo>
                  <a:cubicBezTo>
                    <a:pt x="5361" y="2949"/>
                    <a:pt x="5552" y="2949"/>
                    <a:pt x="5667" y="3064"/>
                  </a:cubicBezTo>
                  <a:cubicBezTo>
                    <a:pt x="5782" y="3178"/>
                    <a:pt x="5782" y="3370"/>
                    <a:pt x="5667" y="3485"/>
                  </a:cubicBezTo>
                  <a:cubicBezTo>
                    <a:pt x="5284" y="3868"/>
                    <a:pt x="4863" y="4212"/>
                    <a:pt x="4404" y="4480"/>
                  </a:cubicBezTo>
                  <a:cubicBezTo>
                    <a:pt x="3791" y="4901"/>
                    <a:pt x="3064" y="5246"/>
                    <a:pt x="2336" y="52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8"/>
            <p:cNvSpPr/>
            <p:nvPr/>
          </p:nvSpPr>
          <p:spPr>
            <a:xfrm>
              <a:off x="2970625" y="2280350"/>
              <a:ext cx="155075" cy="137850"/>
            </a:xfrm>
            <a:custGeom>
              <a:avLst/>
              <a:gdLst/>
              <a:ahLst/>
              <a:cxnLst/>
              <a:rect l="l" t="t" r="r" b="b"/>
              <a:pathLst>
                <a:path w="6203" h="5514" extrusionOk="0">
                  <a:moveTo>
                    <a:pt x="1455" y="5207"/>
                  </a:moveTo>
                  <a:cubicBezTo>
                    <a:pt x="957" y="5092"/>
                    <a:pt x="574" y="4748"/>
                    <a:pt x="345" y="4326"/>
                  </a:cubicBezTo>
                  <a:cubicBezTo>
                    <a:pt x="0" y="3752"/>
                    <a:pt x="192" y="3063"/>
                    <a:pt x="536" y="2565"/>
                  </a:cubicBezTo>
                  <a:cubicBezTo>
                    <a:pt x="1072" y="1685"/>
                    <a:pt x="1838" y="996"/>
                    <a:pt x="2450" y="230"/>
                  </a:cubicBezTo>
                  <a:cubicBezTo>
                    <a:pt x="2718" y="0"/>
                    <a:pt x="3063" y="307"/>
                    <a:pt x="2910" y="613"/>
                  </a:cubicBezTo>
                  <a:cubicBezTo>
                    <a:pt x="2297" y="1302"/>
                    <a:pt x="1646" y="1953"/>
                    <a:pt x="1110" y="2719"/>
                  </a:cubicBezTo>
                  <a:cubicBezTo>
                    <a:pt x="919" y="3025"/>
                    <a:pt x="651" y="3369"/>
                    <a:pt x="728" y="3790"/>
                  </a:cubicBezTo>
                  <a:cubicBezTo>
                    <a:pt x="957" y="4556"/>
                    <a:pt x="1761" y="4862"/>
                    <a:pt x="2527" y="4633"/>
                  </a:cubicBezTo>
                  <a:cubicBezTo>
                    <a:pt x="3599" y="4250"/>
                    <a:pt x="4900" y="2948"/>
                    <a:pt x="5513" y="1991"/>
                  </a:cubicBezTo>
                  <a:cubicBezTo>
                    <a:pt x="5704" y="1685"/>
                    <a:pt x="6202" y="1953"/>
                    <a:pt x="6011" y="2297"/>
                  </a:cubicBezTo>
                  <a:cubicBezTo>
                    <a:pt x="5896" y="2451"/>
                    <a:pt x="5781" y="2642"/>
                    <a:pt x="5628" y="2795"/>
                  </a:cubicBezTo>
                  <a:cubicBezTo>
                    <a:pt x="5245" y="3293"/>
                    <a:pt x="4786" y="3752"/>
                    <a:pt x="4326" y="4135"/>
                  </a:cubicBezTo>
                  <a:cubicBezTo>
                    <a:pt x="3522" y="4824"/>
                    <a:pt x="2527" y="5513"/>
                    <a:pt x="1455" y="5207"/>
                  </a:cubicBezTo>
                  <a:lnTo>
                    <a:pt x="1455" y="5207"/>
                  </a:lnTo>
                  <a:close/>
                  <a:moveTo>
                    <a:pt x="2450" y="613"/>
                  </a:moveTo>
                  <a:cubicBezTo>
                    <a:pt x="2412" y="575"/>
                    <a:pt x="2412" y="536"/>
                    <a:pt x="2374" y="498"/>
                  </a:cubicBezTo>
                  <a:cubicBezTo>
                    <a:pt x="2412" y="536"/>
                    <a:pt x="2412" y="575"/>
                    <a:pt x="2450" y="613"/>
                  </a:cubicBezTo>
                  <a:lnTo>
                    <a:pt x="2450" y="613"/>
                  </a:lnTo>
                  <a:cubicBezTo>
                    <a:pt x="2450" y="613"/>
                    <a:pt x="2450" y="613"/>
                    <a:pt x="2450" y="6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8"/>
            <p:cNvSpPr/>
            <p:nvPr/>
          </p:nvSpPr>
          <p:spPr>
            <a:xfrm>
              <a:off x="2969650" y="2675625"/>
              <a:ext cx="123500" cy="77550"/>
            </a:xfrm>
            <a:custGeom>
              <a:avLst/>
              <a:gdLst/>
              <a:ahLst/>
              <a:cxnLst/>
              <a:rect l="l" t="t" r="r" b="b"/>
              <a:pathLst>
                <a:path w="4940" h="3102" extrusionOk="0">
                  <a:moveTo>
                    <a:pt x="1035" y="2987"/>
                  </a:moveTo>
                  <a:cubicBezTo>
                    <a:pt x="1" y="2834"/>
                    <a:pt x="77" y="1915"/>
                    <a:pt x="537" y="1226"/>
                  </a:cubicBezTo>
                  <a:cubicBezTo>
                    <a:pt x="690" y="996"/>
                    <a:pt x="805" y="766"/>
                    <a:pt x="958" y="537"/>
                  </a:cubicBezTo>
                  <a:cubicBezTo>
                    <a:pt x="1035" y="345"/>
                    <a:pt x="1149" y="77"/>
                    <a:pt x="1456" y="192"/>
                  </a:cubicBezTo>
                  <a:cubicBezTo>
                    <a:pt x="1800" y="383"/>
                    <a:pt x="1456" y="766"/>
                    <a:pt x="1341" y="996"/>
                  </a:cubicBezTo>
                  <a:cubicBezTo>
                    <a:pt x="1149" y="1302"/>
                    <a:pt x="958" y="1609"/>
                    <a:pt x="805" y="1953"/>
                  </a:cubicBezTo>
                  <a:cubicBezTo>
                    <a:pt x="652" y="2336"/>
                    <a:pt x="920" y="2451"/>
                    <a:pt x="1264" y="2451"/>
                  </a:cubicBezTo>
                  <a:cubicBezTo>
                    <a:pt x="1685" y="2412"/>
                    <a:pt x="2068" y="2221"/>
                    <a:pt x="2413" y="2030"/>
                  </a:cubicBezTo>
                  <a:cubicBezTo>
                    <a:pt x="3102" y="1609"/>
                    <a:pt x="3753" y="996"/>
                    <a:pt x="4212" y="345"/>
                  </a:cubicBezTo>
                  <a:cubicBezTo>
                    <a:pt x="4403" y="1"/>
                    <a:pt x="4939" y="269"/>
                    <a:pt x="4710" y="613"/>
                  </a:cubicBezTo>
                  <a:cubicBezTo>
                    <a:pt x="4212" y="1341"/>
                    <a:pt x="3600" y="1991"/>
                    <a:pt x="2834" y="2451"/>
                  </a:cubicBezTo>
                  <a:cubicBezTo>
                    <a:pt x="2298" y="2757"/>
                    <a:pt x="1685" y="3102"/>
                    <a:pt x="1035" y="29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8"/>
            <p:cNvSpPr/>
            <p:nvPr/>
          </p:nvSpPr>
          <p:spPr>
            <a:xfrm>
              <a:off x="1634525" y="3709300"/>
              <a:ext cx="402000" cy="362750"/>
            </a:xfrm>
            <a:custGeom>
              <a:avLst/>
              <a:gdLst/>
              <a:ahLst/>
              <a:cxnLst/>
              <a:rect l="l" t="t" r="r" b="b"/>
              <a:pathLst>
                <a:path w="16080" h="14510" extrusionOk="0">
                  <a:moveTo>
                    <a:pt x="15582" y="14433"/>
                  </a:moveTo>
                  <a:cubicBezTo>
                    <a:pt x="13131" y="13706"/>
                    <a:pt x="11064" y="12213"/>
                    <a:pt x="9035" y="10719"/>
                  </a:cubicBezTo>
                  <a:cubicBezTo>
                    <a:pt x="7044" y="9265"/>
                    <a:pt x="5207" y="7657"/>
                    <a:pt x="3637" y="5743"/>
                  </a:cubicBezTo>
                  <a:cubicBezTo>
                    <a:pt x="2527" y="4479"/>
                    <a:pt x="1455" y="3139"/>
                    <a:pt x="689" y="1646"/>
                  </a:cubicBezTo>
                  <a:cubicBezTo>
                    <a:pt x="536" y="1340"/>
                    <a:pt x="383" y="1072"/>
                    <a:pt x="230" y="766"/>
                  </a:cubicBezTo>
                  <a:cubicBezTo>
                    <a:pt x="153" y="574"/>
                    <a:pt x="0" y="383"/>
                    <a:pt x="191" y="191"/>
                  </a:cubicBezTo>
                  <a:cubicBezTo>
                    <a:pt x="459" y="0"/>
                    <a:pt x="651" y="268"/>
                    <a:pt x="766" y="536"/>
                  </a:cubicBezTo>
                  <a:cubicBezTo>
                    <a:pt x="957" y="995"/>
                    <a:pt x="1225" y="1455"/>
                    <a:pt x="1493" y="1914"/>
                  </a:cubicBezTo>
                  <a:cubicBezTo>
                    <a:pt x="2259" y="3178"/>
                    <a:pt x="3178" y="4364"/>
                    <a:pt x="4135" y="5475"/>
                  </a:cubicBezTo>
                  <a:cubicBezTo>
                    <a:pt x="5513" y="7121"/>
                    <a:pt x="7121" y="8576"/>
                    <a:pt x="8844" y="9839"/>
                  </a:cubicBezTo>
                  <a:cubicBezTo>
                    <a:pt x="10566" y="11102"/>
                    <a:pt x="12289" y="12442"/>
                    <a:pt x="14242" y="13323"/>
                  </a:cubicBezTo>
                  <a:cubicBezTo>
                    <a:pt x="14739" y="13514"/>
                    <a:pt x="15237" y="13706"/>
                    <a:pt x="15735" y="13859"/>
                  </a:cubicBezTo>
                  <a:cubicBezTo>
                    <a:pt x="16079" y="13974"/>
                    <a:pt x="15926" y="14510"/>
                    <a:pt x="15582" y="144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8"/>
            <p:cNvSpPr/>
            <p:nvPr/>
          </p:nvSpPr>
          <p:spPr>
            <a:xfrm>
              <a:off x="1333975" y="4046175"/>
              <a:ext cx="725500" cy="1162900"/>
            </a:xfrm>
            <a:custGeom>
              <a:avLst/>
              <a:gdLst/>
              <a:ahLst/>
              <a:cxnLst/>
              <a:rect l="l" t="t" r="r" b="b"/>
              <a:pathLst>
                <a:path w="29020" h="46516" extrusionOk="0">
                  <a:moveTo>
                    <a:pt x="192" y="46439"/>
                  </a:moveTo>
                  <a:cubicBezTo>
                    <a:pt x="77" y="46363"/>
                    <a:pt x="1" y="46171"/>
                    <a:pt x="116" y="46056"/>
                  </a:cubicBezTo>
                  <a:cubicBezTo>
                    <a:pt x="1417" y="44104"/>
                    <a:pt x="2757" y="42228"/>
                    <a:pt x="4174" y="40352"/>
                  </a:cubicBezTo>
                  <a:cubicBezTo>
                    <a:pt x="8615" y="33882"/>
                    <a:pt x="13094" y="27450"/>
                    <a:pt x="17535" y="20942"/>
                  </a:cubicBezTo>
                  <a:cubicBezTo>
                    <a:pt x="19717" y="17688"/>
                    <a:pt x="21746" y="14357"/>
                    <a:pt x="23813" y="10988"/>
                  </a:cubicBezTo>
                  <a:cubicBezTo>
                    <a:pt x="25613" y="7887"/>
                    <a:pt x="27374" y="4786"/>
                    <a:pt x="28216" y="1303"/>
                  </a:cubicBezTo>
                  <a:cubicBezTo>
                    <a:pt x="28331" y="958"/>
                    <a:pt x="28369" y="575"/>
                    <a:pt x="28446" y="231"/>
                  </a:cubicBezTo>
                  <a:cubicBezTo>
                    <a:pt x="28484" y="77"/>
                    <a:pt x="28637" y="1"/>
                    <a:pt x="28790" y="39"/>
                  </a:cubicBezTo>
                  <a:cubicBezTo>
                    <a:pt x="28943" y="77"/>
                    <a:pt x="29020" y="269"/>
                    <a:pt x="28982" y="422"/>
                  </a:cubicBezTo>
                  <a:cubicBezTo>
                    <a:pt x="28829" y="1303"/>
                    <a:pt x="28599" y="2221"/>
                    <a:pt x="28293" y="3064"/>
                  </a:cubicBezTo>
                  <a:cubicBezTo>
                    <a:pt x="27068" y="6777"/>
                    <a:pt x="25000" y="10108"/>
                    <a:pt x="22971" y="13439"/>
                  </a:cubicBezTo>
                  <a:cubicBezTo>
                    <a:pt x="20444" y="17611"/>
                    <a:pt x="17726" y="21746"/>
                    <a:pt x="14932" y="25766"/>
                  </a:cubicBezTo>
                  <a:cubicBezTo>
                    <a:pt x="13247" y="28216"/>
                    <a:pt x="11601" y="30628"/>
                    <a:pt x="9878" y="33040"/>
                  </a:cubicBezTo>
                  <a:cubicBezTo>
                    <a:pt x="8040" y="35605"/>
                    <a:pt x="6394" y="38285"/>
                    <a:pt x="4557" y="40811"/>
                  </a:cubicBezTo>
                  <a:cubicBezTo>
                    <a:pt x="3178" y="42649"/>
                    <a:pt x="1877" y="44487"/>
                    <a:pt x="575" y="46363"/>
                  </a:cubicBezTo>
                  <a:cubicBezTo>
                    <a:pt x="499" y="46477"/>
                    <a:pt x="345" y="46516"/>
                    <a:pt x="192" y="464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8"/>
            <p:cNvSpPr/>
            <p:nvPr/>
          </p:nvSpPr>
          <p:spPr>
            <a:xfrm>
              <a:off x="294575" y="3681525"/>
              <a:ext cx="1367725" cy="1368675"/>
            </a:xfrm>
            <a:custGeom>
              <a:avLst/>
              <a:gdLst/>
              <a:ahLst/>
              <a:cxnLst/>
              <a:rect l="l" t="t" r="r" b="b"/>
              <a:pathLst>
                <a:path w="54709" h="54747" extrusionOk="0">
                  <a:moveTo>
                    <a:pt x="51378" y="1762"/>
                  </a:moveTo>
                  <a:cubicBezTo>
                    <a:pt x="49234" y="2872"/>
                    <a:pt x="47205" y="4097"/>
                    <a:pt x="45137" y="5284"/>
                  </a:cubicBezTo>
                  <a:cubicBezTo>
                    <a:pt x="43951" y="6011"/>
                    <a:pt x="42764" y="6777"/>
                    <a:pt x="41577" y="7504"/>
                  </a:cubicBezTo>
                  <a:cubicBezTo>
                    <a:pt x="40007" y="8500"/>
                    <a:pt x="38399" y="9533"/>
                    <a:pt x="36945" y="10682"/>
                  </a:cubicBezTo>
                  <a:cubicBezTo>
                    <a:pt x="35719" y="11677"/>
                    <a:pt x="34839" y="12979"/>
                    <a:pt x="33805" y="14166"/>
                  </a:cubicBezTo>
                  <a:cubicBezTo>
                    <a:pt x="32197" y="15621"/>
                    <a:pt x="30168" y="16578"/>
                    <a:pt x="28522" y="17956"/>
                  </a:cubicBezTo>
                  <a:cubicBezTo>
                    <a:pt x="27297" y="18913"/>
                    <a:pt x="26455" y="20215"/>
                    <a:pt x="25268" y="21210"/>
                  </a:cubicBezTo>
                  <a:cubicBezTo>
                    <a:pt x="24196" y="22014"/>
                    <a:pt x="23009" y="22627"/>
                    <a:pt x="21899" y="23354"/>
                  </a:cubicBezTo>
                  <a:cubicBezTo>
                    <a:pt x="20636" y="24234"/>
                    <a:pt x="19372" y="25153"/>
                    <a:pt x="18300" y="26225"/>
                  </a:cubicBezTo>
                  <a:cubicBezTo>
                    <a:pt x="17726" y="26799"/>
                    <a:pt x="17228" y="27374"/>
                    <a:pt x="16692" y="27986"/>
                  </a:cubicBezTo>
                  <a:cubicBezTo>
                    <a:pt x="16692" y="27986"/>
                    <a:pt x="16692" y="28025"/>
                    <a:pt x="16692" y="28025"/>
                  </a:cubicBezTo>
                  <a:cubicBezTo>
                    <a:pt x="15965" y="28446"/>
                    <a:pt x="15391" y="29058"/>
                    <a:pt x="14817" y="29671"/>
                  </a:cubicBezTo>
                  <a:cubicBezTo>
                    <a:pt x="14166" y="30436"/>
                    <a:pt x="13515" y="31202"/>
                    <a:pt x="12826" y="32006"/>
                  </a:cubicBezTo>
                  <a:cubicBezTo>
                    <a:pt x="11486" y="33614"/>
                    <a:pt x="10184" y="35222"/>
                    <a:pt x="8921" y="36906"/>
                  </a:cubicBezTo>
                  <a:cubicBezTo>
                    <a:pt x="7696" y="38629"/>
                    <a:pt x="6547" y="40390"/>
                    <a:pt x="5514" y="42228"/>
                  </a:cubicBezTo>
                  <a:cubicBezTo>
                    <a:pt x="4442" y="44104"/>
                    <a:pt x="3523" y="46056"/>
                    <a:pt x="2566" y="47970"/>
                  </a:cubicBezTo>
                  <a:cubicBezTo>
                    <a:pt x="2030" y="49042"/>
                    <a:pt x="1532" y="50114"/>
                    <a:pt x="1188" y="51224"/>
                  </a:cubicBezTo>
                  <a:cubicBezTo>
                    <a:pt x="881" y="52296"/>
                    <a:pt x="766" y="53368"/>
                    <a:pt x="154" y="54325"/>
                  </a:cubicBezTo>
                  <a:cubicBezTo>
                    <a:pt x="1" y="54555"/>
                    <a:pt x="422" y="54747"/>
                    <a:pt x="575" y="54517"/>
                  </a:cubicBezTo>
                  <a:cubicBezTo>
                    <a:pt x="1073" y="53751"/>
                    <a:pt x="1264" y="52832"/>
                    <a:pt x="1494" y="51952"/>
                  </a:cubicBezTo>
                  <a:cubicBezTo>
                    <a:pt x="1762" y="50956"/>
                    <a:pt x="2106" y="49999"/>
                    <a:pt x="2566" y="49042"/>
                  </a:cubicBezTo>
                  <a:cubicBezTo>
                    <a:pt x="3446" y="47128"/>
                    <a:pt x="4403" y="45214"/>
                    <a:pt x="5437" y="43338"/>
                  </a:cubicBezTo>
                  <a:cubicBezTo>
                    <a:pt x="6432" y="41500"/>
                    <a:pt x="7504" y="39701"/>
                    <a:pt x="8729" y="37978"/>
                  </a:cubicBezTo>
                  <a:cubicBezTo>
                    <a:pt x="9916" y="36294"/>
                    <a:pt x="11180" y="34686"/>
                    <a:pt x="12520" y="33116"/>
                  </a:cubicBezTo>
                  <a:cubicBezTo>
                    <a:pt x="13247" y="32197"/>
                    <a:pt x="14013" y="31317"/>
                    <a:pt x="14778" y="30436"/>
                  </a:cubicBezTo>
                  <a:cubicBezTo>
                    <a:pt x="15391" y="29709"/>
                    <a:pt x="16003" y="28943"/>
                    <a:pt x="16807" y="28446"/>
                  </a:cubicBezTo>
                  <a:cubicBezTo>
                    <a:pt x="16922" y="28484"/>
                    <a:pt x="17075" y="28446"/>
                    <a:pt x="17152" y="28369"/>
                  </a:cubicBezTo>
                  <a:cubicBezTo>
                    <a:pt x="17535" y="27910"/>
                    <a:pt x="17918" y="27450"/>
                    <a:pt x="18339" y="27029"/>
                  </a:cubicBezTo>
                  <a:cubicBezTo>
                    <a:pt x="19334" y="25919"/>
                    <a:pt x="20559" y="25000"/>
                    <a:pt x="21784" y="24120"/>
                  </a:cubicBezTo>
                  <a:cubicBezTo>
                    <a:pt x="22512" y="23622"/>
                    <a:pt x="23277" y="23162"/>
                    <a:pt x="24043" y="22665"/>
                  </a:cubicBezTo>
                  <a:cubicBezTo>
                    <a:pt x="24694" y="22282"/>
                    <a:pt x="25383" y="21861"/>
                    <a:pt x="25957" y="21325"/>
                  </a:cubicBezTo>
                  <a:cubicBezTo>
                    <a:pt x="27029" y="20368"/>
                    <a:pt x="27871" y="19181"/>
                    <a:pt x="28982" y="18300"/>
                  </a:cubicBezTo>
                  <a:cubicBezTo>
                    <a:pt x="30053" y="17458"/>
                    <a:pt x="31202" y="16769"/>
                    <a:pt x="32274" y="16003"/>
                  </a:cubicBezTo>
                  <a:cubicBezTo>
                    <a:pt x="32963" y="15544"/>
                    <a:pt x="33652" y="15085"/>
                    <a:pt x="34265" y="14510"/>
                  </a:cubicBezTo>
                  <a:cubicBezTo>
                    <a:pt x="35184" y="13515"/>
                    <a:pt x="35911" y="12328"/>
                    <a:pt x="36983" y="11409"/>
                  </a:cubicBezTo>
                  <a:cubicBezTo>
                    <a:pt x="38859" y="9801"/>
                    <a:pt x="41003" y="8538"/>
                    <a:pt x="43070" y="7236"/>
                  </a:cubicBezTo>
                  <a:cubicBezTo>
                    <a:pt x="44793" y="6126"/>
                    <a:pt x="46477" y="5093"/>
                    <a:pt x="48238" y="4135"/>
                  </a:cubicBezTo>
                  <a:cubicBezTo>
                    <a:pt x="49616" y="3331"/>
                    <a:pt x="51033" y="2528"/>
                    <a:pt x="52488" y="1877"/>
                  </a:cubicBezTo>
                  <a:cubicBezTo>
                    <a:pt x="53024" y="1647"/>
                    <a:pt x="53598" y="1341"/>
                    <a:pt x="54172" y="1264"/>
                  </a:cubicBezTo>
                  <a:cubicBezTo>
                    <a:pt x="54364" y="1302"/>
                    <a:pt x="54555" y="1264"/>
                    <a:pt x="54593" y="1073"/>
                  </a:cubicBezTo>
                  <a:cubicBezTo>
                    <a:pt x="54708" y="1"/>
                    <a:pt x="51952" y="1532"/>
                    <a:pt x="51378" y="17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8"/>
            <p:cNvSpPr/>
            <p:nvPr/>
          </p:nvSpPr>
          <p:spPr>
            <a:xfrm>
              <a:off x="2684450" y="3278600"/>
              <a:ext cx="229725" cy="1914200"/>
            </a:xfrm>
            <a:custGeom>
              <a:avLst/>
              <a:gdLst/>
              <a:ahLst/>
              <a:cxnLst/>
              <a:rect l="l" t="t" r="r" b="b"/>
              <a:pathLst>
                <a:path w="9189" h="76568" extrusionOk="0">
                  <a:moveTo>
                    <a:pt x="8576" y="76338"/>
                  </a:moveTo>
                  <a:cubicBezTo>
                    <a:pt x="6011" y="66805"/>
                    <a:pt x="5054" y="56967"/>
                    <a:pt x="3446" y="47281"/>
                  </a:cubicBezTo>
                  <a:cubicBezTo>
                    <a:pt x="2833" y="43644"/>
                    <a:pt x="1800" y="40122"/>
                    <a:pt x="1225" y="36446"/>
                  </a:cubicBezTo>
                  <a:cubicBezTo>
                    <a:pt x="498" y="31814"/>
                    <a:pt x="153" y="27105"/>
                    <a:pt x="39" y="22435"/>
                  </a:cubicBezTo>
                  <a:cubicBezTo>
                    <a:pt x="0" y="19334"/>
                    <a:pt x="115" y="16194"/>
                    <a:pt x="230" y="13093"/>
                  </a:cubicBezTo>
                  <a:cubicBezTo>
                    <a:pt x="345" y="10184"/>
                    <a:pt x="307" y="7236"/>
                    <a:pt x="307" y="4288"/>
                  </a:cubicBezTo>
                  <a:cubicBezTo>
                    <a:pt x="307" y="3025"/>
                    <a:pt x="345" y="1761"/>
                    <a:pt x="307" y="536"/>
                  </a:cubicBezTo>
                  <a:cubicBezTo>
                    <a:pt x="307" y="460"/>
                    <a:pt x="307" y="383"/>
                    <a:pt x="307" y="307"/>
                  </a:cubicBezTo>
                  <a:cubicBezTo>
                    <a:pt x="268" y="153"/>
                    <a:pt x="383" y="39"/>
                    <a:pt x="536" y="0"/>
                  </a:cubicBezTo>
                  <a:cubicBezTo>
                    <a:pt x="957" y="0"/>
                    <a:pt x="881" y="498"/>
                    <a:pt x="881" y="766"/>
                  </a:cubicBezTo>
                  <a:cubicBezTo>
                    <a:pt x="919" y="1915"/>
                    <a:pt x="881" y="3101"/>
                    <a:pt x="881" y="4250"/>
                  </a:cubicBezTo>
                  <a:cubicBezTo>
                    <a:pt x="881" y="6585"/>
                    <a:pt x="881" y="8959"/>
                    <a:pt x="843" y="11332"/>
                  </a:cubicBezTo>
                  <a:cubicBezTo>
                    <a:pt x="689" y="16807"/>
                    <a:pt x="383" y="22281"/>
                    <a:pt x="843" y="27718"/>
                  </a:cubicBezTo>
                  <a:cubicBezTo>
                    <a:pt x="1034" y="30895"/>
                    <a:pt x="1379" y="34035"/>
                    <a:pt x="1914" y="37136"/>
                  </a:cubicBezTo>
                  <a:cubicBezTo>
                    <a:pt x="2297" y="39394"/>
                    <a:pt x="2833" y="41615"/>
                    <a:pt x="3331" y="43835"/>
                  </a:cubicBezTo>
                  <a:cubicBezTo>
                    <a:pt x="5169" y="52449"/>
                    <a:pt x="5819" y="61293"/>
                    <a:pt x="7657" y="69906"/>
                  </a:cubicBezTo>
                  <a:cubicBezTo>
                    <a:pt x="8002" y="71514"/>
                    <a:pt x="8346" y="73084"/>
                    <a:pt x="8729" y="74654"/>
                  </a:cubicBezTo>
                  <a:cubicBezTo>
                    <a:pt x="8844" y="75151"/>
                    <a:pt x="8997" y="75687"/>
                    <a:pt x="9112" y="76185"/>
                  </a:cubicBezTo>
                  <a:cubicBezTo>
                    <a:pt x="9188" y="76338"/>
                    <a:pt x="9074" y="76491"/>
                    <a:pt x="8920" y="76530"/>
                  </a:cubicBezTo>
                  <a:cubicBezTo>
                    <a:pt x="8767" y="76568"/>
                    <a:pt x="8614" y="76491"/>
                    <a:pt x="8576" y="763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8"/>
            <p:cNvSpPr/>
            <p:nvPr/>
          </p:nvSpPr>
          <p:spPr>
            <a:xfrm>
              <a:off x="3444375" y="3703550"/>
              <a:ext cx="887250" cy="1483525"/>
            </a:xfrm>
            <a:custGeom>
              <a:avLst/>
              <a:gdLst/>
              <a:ahLst/>
              <a:cxnLst/>
              <a:rect l="l" t="t" r="r" b="b"/>
              <a:pathLst>
                <a:path w="35490" h="59341" extrusionOk="0">
                  <a:moveTo>
                    <a:pt x="6624" y="59110"/>
                  </a:moveTo>
                  <a:cubicBezTo>
                    <a:pt x="4786" y="53942"/>
                    <a:pt x="3561" y="48582"/>
                    <a:pt x="2259" y="43261"/>
                  </a:cubicBezTo>
                  <a:cubicBezTo>
                    <a:pt x="1609" y="40658"/>
                    <a:pt x="1111" y="38054"/>
                    <a:pt x="728" y="35413"/>
                  </a:cubicBezTo>
                  <a:cubicBezTo>
                    <a:pt x="345" y="32848"/>
                    <a:pt x="1" y="30283"/>
                    <a:pt x="230" y="27679"/>
                  </a:cubicBezTo>
                  <a:cubicBezTo>
                    <a:pt x="422" y="25191"/>
                    <a:pt x="1341" y="22894"/>
                    <a:pt x="2719" y="20827"/>
                  </a:cubicBezTo>
                  <a:cubicBezTo>
                    <a:pt x="4403" y="18109"/>
                    <a:pt x="6624" y="15812"/>
                    <a:pt x="9036" y="13782"/>
                  </a:cubicBezTo>
                  <a:cubicBezTo>
                    <a:pt x="10490" y="12596"/>
                    <a:pt x="11945" y="11409"/>
                    <a:pt x="13553" y="10414"/>
                  </a:cubicBezTo>
                  <a:cubicBezTo>
                    <a:pt x="15199" y="9418"/>
                    <a:pt x="16845" y="8461"/>
                    <a:pt x="18492" y="7542"/>
                  </a:cubicBezTo>
                  <a:cubicBezTo>
                    <a:pt x="20100" y="6662"/>
                    <a:pt x="21554" y="5551"/>
                    <a:pt x="23162" y="4748"/>
                  </a:cubicBezTo>
                  <a:cubicBezTo>
                    <a:pt x="24885" y="3905"/>
                    <a:pt x="26723" y="3369"/>
                    <a:pt x="28522" y="2680"/>
                  </a:cubicBezTo>
                  <a:cubicBezTo>
                    <a:pt x="30513" y="1876"/>
                    <a:pt x="32465" y="919"/>
                    <a:pt x="34533" y="268"/>
                  </a:cubicBezTo>
                  <a:cubicBezTo>
                    <a:pt x="34686" y="192"/>
                    <a:pt x="34954" y="115"/>
                    <a:pt x="35222" y="0"/>
                  </a:cubicBezTo>
                  <a:cubicBezTo>
                    <a:pt x="35260" y="153"/>
                    <a:pt x="35337" y="268"/>
                    <a:pt x="35413" y="383"/>
                  </a:cubicBezTo>
                  <a:lnTo>
                    <a:pt x="35451" y="460"/>
                  </a:lnTo>
                  <a:cubicBezTo>
                    <a:pt x="35451" y="460"/>
                    <a:pt x="35451" y="498"/>
                    <a:pt x="35490" y="536"/>
                  </a:cubicBezTo>
                  <a:cubicBezTo>
                    <a:pt x="34877" y="804"/>
                    <a:pt x="34226" y="957"/>
                    <a:pt x="33614" y="1187"/>
                  </a:cubicBezTo>
                  <a:cubicBezTo>
                    <a:pt x="32542" y="1570"/>
                    <a:pt x="31470" y="2068"/>
                    <a:pt x="30398" y="2527"/>
                  </a:cubicBezTo>
                  <a:cubicBezTo>
                    <a:pt x="28905" y="3216"/>
                    <a:pt x="27374" y="3714"/>
                    <a:pt x="25880" y="4250"/>
                  </a:cubicBezTo>
                  <a:cubicBezTo>
                    <a:pt x="25766" y="4250"/>
                    <a:pt x="25612" y="4288"/>
                    <a:pt x="25498" y="4326"/>
                  </a:cubicBezTo>
                  <a:cubicBezTo>
                    <a:pt x="25000" y="4518"/>
                    <a:pt x="24464" y="4709"/>
                    <a:pt x="23966" y="4977"/>
                  </a:cubicBezTo>
                  <a:cubicBezTo>
                    <a:pt x="23890" y="5016"/>
                    <a:pt x="23813" y="5054"/>
                    <a:pt x="23737" y="5130"/>
                  </a:cubicBezTo>
                  <a:cubicBezTo>
                    <a:pt x="23086" y="5437"/>
                    <a:pt x="22397" y="5781"/>
                    <a:pt x="21784" y="6202"/>
                  </a:cubicBezTo>
                  <a:cubicBezTo>
                    <a:pt x="20750" y="6853"/>
                    <a:pt x="19755" y="7542"/>
                    <a:pt x="18683" y="8116"/>
                  </a:cubicBezTo>
                  <a:cubicBezTo>
                    <a:pt x="17458" y="8767"/>
                    <a:pt x="16233" y="9456"/>
                    <a:pt x="15008" y="10184"/>
                  </a:cubicBezTo>
                  <a:cubicBezTo>
                    <a:pt x="12481" y="11639"/>
                    <a:pt x="10184" y="13514"/>
                    <a:pt x="8002" y="15467"/>
                  </a:cubicBezTo>
                  <a:cubicBezTo>
                    <a:pt x="6279" y="16998"/>
                    <a:pt x="4748" y="18721"/>
                    <a:pt x="3484" y="20674"/>
                  </a:cubicBezTo>
                  <a:cubicBezTo>
                    <a:pt x="2719" y="21860"/>
                    <a:pt x="1953" y="23124"/>
                    <a:pt x="1494" y="24502"/>
                  </a:cubicBezTo>
                  <a:cubicBezTo>
                    <a:pt x="498" y="27297"/>
                    <a:pt x="613" y="30321"/>
                    <a:pt x="996" y="33231"/>
                  </a:cubicBezTo>
                  <a:cubicBezTo>
                    <a:pt x="1455" y="36944"/>
                    <a:pt x="2145" y="40619"/>
                    <a:pt x="3063" y="44256"/>
                  </a:cubicBezTo>
                  <a:cubicBezTo>
                    <a:pt x="4059" y="48085"/>
                    <a:pt x="4901" y="51951"/>
                    <a:pt x="6088" y="55741"/>
                  </a:cubicBezTo>
                  <a:cubicBezTo>
                    <a:pt x="6432" y="56852"/>
                    <a:pt x="6853" y="57885"/>
                    <a:pt x="7160" y="58957"/>
                  </a:cubicBezTo>
                  <a:cubicBezTo>
                    <a:pt x="7198" y="59110"/>
                    <a:pt x="7121" y="59302"/>
                    <a:pt x="6968" y="59340"/>
                  </a:cubicBezTo>
                  <a:cubicBezTo>
                    <a:pt x="6968" y="59340"/>
                    <a:pt x="6930" y="59340"/>
                    <a:pt x="6892" y="59340"/>
                  </a:cubicBezTo>
                  <a:cubicBezTo>
                    <a:pt x="6777" y="59340"/>
                    <a:pt x="6662" y="59264"/>
                    <a:pt x="6624" y="59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8"/>
            <p:cNvSpPr/>
            <p:nvPr/>
          </p:nvSpPr>
          <p:spPr>
            <a:xfrm>
              <a:off x="3708525" y="3589650"/>
              <a:ext cx="602050" cy="82325"/>
            </a:xfrm>
            <a:custGeom>
              <a:avLst/>
              <a:gdLst/>
              <a:ahLst/>
              <a:cxnLst/>
              <a:rect l="l" t="t" r="r" b="b"/>
              <a:pathLst>
                <a:path w="24082" h="3293" extrusionOk="0">
                  <a:moveTo>
                    <a:pt x="920" y="2106"/>
                  </a:moveTo>
                  <a:cubicBezTo>
                    <a:pt x="690" y="1991"/>
                    <a:pt x="422" y="1876"/>
                    <a:pt x="192" y="1723"/>
                  </a:cubicBezTo>
                  <a:cubicBezTo>
                    <a:pt x="77" y="1647"/>
                    <a:pt x="1" y="1455"/>
                    <a:pt x="77" y="1341"/>
                  </a:cubicBezTo>
                  <a:cubicBezTo>
                    <a:pt x="154" y="1187"/>
                    <a:pt x="345" y="1149"/>
                    <a:pt x="499" y="1226"/>
                  </a:cubicBezTo>
                  <a:cubicBezTo>
                    <a:pt x="1073" y="1608"/>
                    <a:pt x="1839" y="1838"/>
                    <a:pt x="2489" y="2106"/>
                  </a:cubicBezTo>
                  <a:cubicBezTo>
                    <a:pt x="3714" y="2489"/>
                    <a:pt x="5016" y="2757"/>
                    <a:pt x="6318" y="2719"/>
                  </a:cubicBezTo>
                  <a:cubicBezTo>
                    <a:pt x="7428" y="2604"/>
                    <a:pt x="8538" y="2183"/>
                    <a:pt x="9572" y="1838"/>
                  </a:cubicBezTo>
                  <a:cubicBezTo>
                    <a:pt x="10759" y="1417"/>
                    <a:pt x="11945" y="1034"/>
                    <a:pt x="13132" y="690"/>
                  </a:cubicBezTo>
                  <a:cubicBezTo>
                    <a:pt x="13324" y="651"/>
                    <a:pt x="13515" y="613"/>
                    <a:pt x="13668" y="575"/>
                  </a:cubicBezTo>
                  <a:cubicBezTo>
                    <a:pt x="13707" y="575"/>
                    <a:pt x="13707" y="575"/>
                    <a:pt x="13745" y="537"/>
                  </a:cubicBezTo>
                  <a:cubicBezTo>
                    <a:pt x="13821" y="537"/>
                    <a:pt x="13898" y="537"/>
                    <a:pt x="14013" y="498"/>
                  </a:cubicBezTo>
                  <a:cubicBezTo>
                    <a:pt x="14932" y="307"/>
                    <a:pt x="15927" y="192"/>
                    <a:pt x="16884" y="154"/>
                  </a:cubicBezTo>
                  <a:cubicBezTo>
                    <a:pt x="18683" y="39"/>
                    <a:pt x="20559" y="1"/>
                    <a:pt x="22282" y="537"/>
                  </a:cubicBezTo>
                  <a:cubicBezTo>
                    <a:pt x="22856" y="728"/>
                    <a:pt x="23392" y="996"/>
                    <a:pt x="23928" y="1264"/>
                  </a:cubicBezTo>
                  <a:lnTo>
                    <a:pt x="23928" y="1341"/>
                  </a:lnTo>
                  <a:cubicBezTo>
                    <a:pt x="23928" y="1570"/>
                    <a:pt x="23967" y="1800"/>
                    <a:pt x="24081" y="2030"/>
                  </a:cubicBezTo>
                  <a:cubicBezTo>
                    <a:pt x="23201" y="1532"/>
                    <a:pt x="22320" y="1073"/>
                    <a:pt x="21363" y="881"/>
                  </a:cubicBezTo>
                  <a:cubicBezTo>
                    <a:pt x="19373" y="498"/>
                    <a:pt x="17343" y="613"/>
                    <a:pt x="15353" y="843"/>
                  </a:cubicBezTo>
                  <a:cubicBezTo>
                    <a:pt x="13745" y="1034"/>
                    <a:pt x="12175" y="1532"/>
                    <a:pt x="10644" y="2068"/>
                  </a:cubicBezTo>
                  <a:cubicBezTo>
                    <a:pt x="9457" y="2489"/>
                    <a:pt x="8309" y="2910"/>
                    <a:pt x="7122" y="3178"/>
                  </a:cubicBezTo>
                  <a:cubicBezTo>
                    <a:pt x="6701" y="3255"/>
                    <a:pt x="6241" y="3293"/>
                    <a:pt x="5820" y="3293"/>
                  </a:cubicBezTo>
                  <a:cubicBezTo>
                    <a:pt x="4136" y="3293"/>
                    <a:pt x="2451" y="2757"/>
                    <a:pt x="920" y="21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8"/>
            <p:cNvSpPr/>
            <p:nvPr/>
          </p:nvSpPr>
          <p:spPr>
            <a:xfrm>
              <a:off x="4318200" y="3641325"/>
              <a:ext cx="25" cy="2900"/>
            </a:xfrm>
            <a:custGeom>
              <a:avLst/>
              <a:gdLst/>
              <a:ahLst/>
              <a:cxnLst/>
              <a:rect l="l" t="t" r="r" b="b"/>
              <a:pathLst>
                <a:path w="1" h="116" extrusionOk="0">
                  <a:moveTo>
                    <a:pt x="1" y="1"/>
                  </a:moveTo>
                  <a:lnTo>
                    <a:pt x="1" y="39"/>
                  </a:lnTo>
                  <a:lnTo>
                    <a:pt x="1" y="116"/>
                  </a:ln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8"/>
            <p:cNvSpPr/>
            <p:nvPr/>
          </p:nvSpPr>
          <p:spPr>
            <a:xfrm>
              <a:off x="3678875" y="3061325"/>
              <a:ext cx="89025" cy="592475"/>
            </a:xfrm>
            <a:custGeom>
              <a:avLst/>
              <a:gdLst/>
              <a:ahLst/>
              <a:cxnLst/>
              <a:rect l="l" t="t" r="r" b="b"/>
              <a:pathLst>
                <a:path w="3561" h="23699" extrusionOk="0">
                  <a:moveTo>
                    <a:pt x="2833" y="23431"/>
                  </a:moveTo>
                  <a:cubicBezTo>
                    <a:pt x="689" y="21516"/>
                    <a:pt x="0" y="18147"/>
                    <a:pt x="77" y="15353"/>
                  </a:cubicBezTo>
                  <a:cubicBezTo>
                    <a:pt x="192" y="12673"/>
                    <a:pt x="498" y="9916"/>
                    <a:pt x="1072" y="7275"/>
                  </a:cubicBezTo>
                  <a:cubicBezTo>
                    <a:pt x="1455" y="5246"/>
                    <a:pt x="1914" y="3217"/>
                    <a:pt x="2374" y="1188"/>
                  </a:cubicBezTo>
                  <a:cubicBezTo>
                    <a:pt x="2450" y="920"/>
                    <a:pt x="2489" y="652"/>
                    <a:pt x="2565" y="345"/>
                  </a:cubicBezTo>
                  <a:cubicBezTo>
                    <a:pt x="2642" y="1"/>
                    <a:pt x="3178" y="116"/>
                    <a:pt x="3101" y="499"/>
                  </a:cubicBezTo>
                  <a:cubicBezTo>
                    <a:pt x="2603" y="2757"/>
                    <a:pt x="2067" y="5054"/>
                    <a:pt x="1608" y="7313"/>
                  </a:cubicBezTo>
                  <a:lnTo>
                    <a:pt x="1608" y="7313"/>
                  </a:lnTo>
                  <a:lnTo>
                    <a:pt x="1608" y="7275"/>
                  </a:lnTo>
                  <a:cubicBezTo>
                    <a:pt x="1187" y="9419"/>
                    <a:pt x="881" y="11601"/>
                    <a:pt x="728" y="13745"/>
                  </a:cubicBezTo>
                  <a:cubicBezTo>
                    <a:pt x="613" y="15353"/>
                    <a:pt x="536" y="16961"/>
                    <a:pt x="881" y="18530"/>
                  </a:cubicBezTo>
                  <a:cubicBezTo>
                    <a:pt x="1225" y="20138"/>
                    <a:pt x="1876" y="21746"/>
                    <a:pt x="3063" y="22895"/>
                  </a:cubicBezTo>
                  <a:cubicBezTo>
                    <a:pt x="3561" y="23048"/>
                    <a:pt x="3254" y="23699"/>
                    <a:pt x="2795" y="234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8"/>
            <p:cNvSpPr/>
            <p:nvPr/>
          </p:nvSpPr>
          <p:spPr>
            <a:xfrm>
              <a:off x="3567850" y="2706250"/>
              <a:ext cx="587675" cy="893950"/>
            </a:xfrm>
            <a:custGeom>
              <a:avLst/>
              <a:gdLst/>
              <a:ahLst/>
              <a:cxnLst/>
              <a:rect l="l" t="t" r="r" b="b"/>
              <a:pathLst>
                <a:path w="23507" h="35758" extrusionOk="0">
                  <a:moveTo>
                    <a:pt x="22932" y="35566"/>
                  </a:moveTo>
                  <a:cubicBezTo>
                    <a:pt x="22894" y="35528"/>
                    <a:pt x="22894" y="35528"/>
                    <a:pt x="22894" y="35490"/>
                  </a:cubicBezTo>
                  <a:cubicBezTo>
                    <a:pt x="22128" y="34418"/>
                    <a:pt x="21516" y="33231"/>
                    <a:pt x="20788" y="32121"/>
                  </a:cubicBezTo>
                  <a:cubicBezTo>
                    <a:pt x="20023" y="30857"/>
                    <a:pt x="19295" y="29632"/>
                    <a:pt x="18530" y="28407"/>
                  </a:cubicBezTo>
                  <a:cubicBezTo>
                    <a:pt x="17036" y="25957"/>
                    <a:pt x="15275" y="23660"/>
                    <a:pt x="13514" y="21363"/>
                  </a:cubicBezTo>
                  <a:cubicBezTo>
                    <a:pt x="12289" y="19870"/>
                    <a:pt x="11141" y="18300"/>
                    <a:pt x="9801" y="16922"/>
                  </a:cubicBezTo>
                  <a:cubicBezTo>
                    <a:pt x="8767" y="15927"/>
                    <a:pt x="7619" y="15084"/>
                    <a:pt x="6662" y="14089"/>
                  </a:cubicBezTo>
                  <a:cubicBezTo>
                    <a:pt x="5666" y="13055"/>
                    <a:pt x="4824" y="11907"/>
                    <a:pt x="3982" y="10758"/>
                  </a:cubicBezTo>
                  <a:cubicBezTo>
                    <a:pt x="2757" y="8997"/>
                    <a:pt x="1723" y="7121"/>
                    <a:pt x="804" y="5169"/>
                  </a:cubicBezTo>
                  <a:cubicBezTo>
                    <a:pt x="421" y="4288"/>
                    <a:pt x="0" y="3331"/>
                    <a:pt x="115" y="2336"/>
                  </a:cubicBezTo>
                  <a:cubicBezTo>
                    <a:pt x="153" y="1609"/>
                    <a:pt x="498" y="805"/>
                    <a:pt x="1187" y="460"/>
                  </a:cubicBezTo>
                  <a:cubicBezTo>
                    <a:pt x="2259" y="1"/>
                    <a:pt x="3407" y="728"/>
                    <a:pt x="4250" y="1341"/>
                  </a:cubicBezTo>
                  <a:cubicBezTo>
                    <a:pt x="5972" y="2527"/>
                    <a:pt x="7389" y="4097"/>
                    <a:pt x="8844" y="5552"/>
                  </a:cubicBezTo>
                  <a:cubicBezTo>
                    <a:pt x="9916" y="6585"/>
                    <a:pt x="10988" y="7657"/>
                    <a:pt x="12098" y="8653"/>
                  </a:cubicBezTo>
                  <a:cubicBezTo>
                    <a:pt x="13438" y="9916"/>
                    <a:pt x="14816" y="11141"/>
                    <a:pt x="16424" y="12060"/>
                  </a:cubicBezTo>
                  <a:cubicBezTo>
                    <a:pt x="17458" y="12596"/>
                    <a:pt x="18453" y="13247"/>
                    <a:pt x="19640" y="13400"/>
                  </a:cubicBezTo>
                  <a:cubicBezTo>
                    <a:pt x="19984" y="13438"/>
                    <a:pt x="19984" y="13974"/>
                    <a:pt x="19602" y="13974"/>
                  </a:cubicBezTo>
                  <a:cubicBezTo>
                    <a:pt x="18530" y="13859"/>
                    <a:pt x="17611" y="13323"/>
                    <a:pt x="16654" y="12826"/>
                  </a:cubicBezTo>
                  <a:cubicBezTo>
                    <a:pt x="13706" y="11294"/>
                    <a:pt x="11447" y="8806"/>
                    <a:pt x="9035" y="6547"/>
                  </a:cubicBezTo>
                  <a:cubicBezTo>
                    <a:pt x="7734" y="5322"/>
                    <a:pt x="6547" y="3944"/>
                    <a:pt x="5169" y="2795"/>
                  </a:cubicBezTo>
                  <a:cubicBezTo>
                    <a:pt x="4250" y="2106"/>
                    <a:pt x="2412" y="307"/>
                    <a:pt x="1264" y="1111"/>
                  </a:cubicBezTo>
                  <a:cubicBezTo>
                    <a:pt x="345" y="1953"/>
                    <a:pt x="651" y="3370"/>
                    <a:pt x="1110" y="4365"/>
                  </a:cubicBezTo>
                  <a:cubicBezTo>
                    <a:pt x="1761" y="5858"/>
                    <a:pt x="2489" y="7275"/>
                    <a:pt x="3331" y="8653"/>
                  </a:cubicBezTo>
                  <a:cubicBezTo>
                    <a:pt x="4556" y="10682"/>
                    <a:pt x="5934" y="12558"/>
                    <a:pt x="7619" y="14204"/>
                  </a:cubicBezTo>
                  <a:cubicBezTo>
                    <a:pt x="8384" y="14931"/>
                    <a:pt x="9188" y="15582"/>
                    <a:pt x="9954" y="16310"/>
                  </a:cubicBezTo>
                  <a:cubicBezTo>
                    <a:pt x="11792" y="18109"/>
                    <a:pt x="13285" y="20214"/>
                    <a:pt x="14854" y="22205"/>
                  </a:cubicBezTo>
                  <a:cubicBezTo>
                    <a:pt x="16194" y="23966"/>
                    <a:pt x="17496" y="25689"/>
                    <a:pt x="18644" y="27527"/>
                  </a:cubicBezTo>
                  <a:cubicBezTo>
                    <a:pt x="19984" y="29632"/>
                    <a:pt x="21248" y="31776"/>
                    <a:pt x="22549" y="33920"/>
                  </a:cubicBezTo>
                  <a:cubicBezTo>
                    <a:pt x="22817" y="34341"/>
                    <a:pt x="23047" y="34724"/>
                    <a:pt x="23315" y="35107"/>
                  </a:cubicBezTo>
                  <a:cubicBezTo>
                    <a:pt x="23392" y="35183"/>
                    <a:pt x="23506" y="35298"/>
                    <a:pt x="23506" y="35413"/>
                  </a:cubicBezTo>
                  <a:cubicBezTo>
                    <a:pt x="23506" y="35605"/>
                    <a:pt x="23353" y="35758"/>
                    <a:pt x="23200" y="35758"/>
                  </a:cubicBezTo>
                  <a:cubicBezTo>
                    <a:pt x="23085" y="35758"/>
                    <a:pt x="22970" y="35681"/>
                    <a:pt x="22932" y="355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8"/>
            <p:cNvSpPr/>
            <p:nvPr/>
          </p:nvSpPr>
          <p:spPr>
            <a:xfrm>
              <a:off x="3614750" y="2247800"/>
              <a:ext cx="579050" cy="811650"/>
            </a:xfrm>
            <a:custGeom>
              <a:avLst/>
              <a:gdLst/>
              <a:ahLst/>
              <a:cxnLst/>
              <a:rect l="l" t="t" r="r" b="b"/>
              <a:pathLst>
                <a:path w="23162" h="32466" extrusionOk="0">
                  <a:moveTo>
                    <a:pt x="17726" y="32351"/>
                  </a:moveTo>
                  <a:cubicBezTo>
                    <a:pt x="17687" y="32312"/>
                    <a:pt x="17611" y="32274"/>
                    <a:pt x="17572" y="32197"/>
                  </a:cubicBezTo>
                  <a:cubicBezTo>
                    <a:pt x="17534" y="32121"/>
                    <a:pt x="17534" y="32006"/>
                    <a:pt x="17572" y="31929"/>
                  </a:cubicBezTo>
                  <a:cubicBezTo>
                    <a:pt x="17572" y="31738"/>
                    <a:pt x="17496" y="31547"/>
                    <a:pt x="17419" y="31393"/>
                  </a:cubicBezTo>
                  <a:cubicBezTo>
                    <a:pt x="17113" y="30666"/>
                    <a:pt x="16692" y="29939"/>
                    <a:pt x="16309" y="29288"/>
                  </a:cubicBezTo>
                  <a:cubicBezTo>
                    <a:pt x="14931" y="27067"/>
                    <a:pt x="13361" y="24962"/>
                    <a:pt x="11830" y="22856"/>
                  </a:cubicBezTo>
                  <a:cubicBezTo>
                    <a:pt x="9494" y="19793"/>
                    <a:pt x="7312" y="16578"/>
                    <a:pt x="5130" y="13362"/>
                  </a:cubicBezTo>
                  <a:cubicBezTo>
                    <a:pt x="3714" y="11256"/>
                    <a:pt x="2259" y="9189"/>
                    <a:pt x="1263" y="6815"/>
                  </a:cubicBezTo>
                  <a:cubicBezTo>
                    <a:pt x="421" y="4978"/>
                    <a:pt x="0" y="2872"/>
                    <a:pt x="1685" y="1379"/>
                  </a:cubicBezTo>
                  <a:cubicBezTo>
                    <a:pt x="3139" y="1"/>
                    <a:pt x="4786" y="958"/>
                    <a:pt x="6049" y="2068"/>
                  </a:cubicBezTo>
                  <a:cubicBezTo>
                    <a:pt x="7312" y="3102"/>
                    <a:pt x="8384" y="4365"/>
                    <a:pt x="9418" y="5628"/>
                  </a:cubicBezTo>
                  <a:cubicBezTo>
                    <a:pt x="11064" y="7696"/>
                    <a:pt x="12749" y="9725"/>
                    <a:pt x="14280" y="11869"/>
                  </a:cubicBezTo>
                  <a:cubicBezTo>
                    <a:pt x="15926" y="14127"/>
                    <a:pt x="17534" y="16386"/>
                    <a:pt x="19448" y="18377"/>
                  </a:cubicBezTo>
                  <a:cubicBezTo>
                    <a:pt x="20099" y="19066"/>
                    <a:pt x="20750" y="19755"/>
                    <a:pt x="21362" y="20444"/>
                  </a:cubicBezTo>
                  <a:cubicBezTo>
                    <a:pt x="21898" y="21019"/>
                    <a:pt x="22358" y="21631"/>
                    <a:pt x="23009" y="22052"/>
                  </a:cubicBezTo>
                  <a:cubicBezTo>
                    <a:pt x="23124" y="22167"/>
                    <a:pt x="23162" y="22320"/>
                    <a:pt x="23085" y="22473"/>
                  </a:cubicBezTo>
                  <a:cubicBezTo>
                    <a:pt x="22702" y="23124"/>
                    <a:pt x="21018" y="20865"/>
                    <a:pt x="20673" y="20559"/>
                  </a:cubicBezTo>
                  <a:cubicBezTo>
                    <a:pt x="19142" y="18913"/>
                    <a:pt x="17572" y="17267"/>
                    <a:pt x="16194" y="15467"/>
                  </a:cubicBezTo>
                  <a:cubicBezTo>
                    <a:pt x="15007" y="13898"/>
                    <a:pt x="13897" y="12290"/>
                    <a:pt x="12710" y="10720"/>
                  </a:cubicBezTo>
                  <a:cubicBezTo>
                    <a:pt x="11600" y="9227"/>
                    <a:pt x="10452" y="7849"/>
                    <a:pt x="9303" y="6394"/>
                  </a:cubicBezTo>
                  <a:cubicBezTo>
                    <a:pt x="7887" y="4671"/>
                    <a:pt x="6470" y="2872"/>
                    <a:pt x="4594" y="1685"/>
                  </a:cubicBezTo>
                  <a:cubicBezTo>
                    <a:pt x="4135" y="1456"/>
                    <a:pt x="3637" y="1226"/>
                    <a:pt x="3139" y="1264"/>
                  </a:cubicBezTo>
                  <a:cubicBezTo>
                    <a:pt x="2182" y="1417"/>
                    <a:pt x="1455" y="2298"/>
                    <a:pt x="1187" y="3178"/>
                  </a:cubicBezTo>
                  <a:cubicBezTo>
                    <a:pt x="383" y="6011"/>
                    <a:pt x="4824" y="11754"/>
                    <a:pt x="6355" y="14204"/>
                  </a:cubicBezTo>
                  <a:cubicBezTo>
                    <a:pt x="7465" y="15774"/>
                    <a:pt x="8537" y="17382"/>
                    <a:pt x="9648" y="18951"/>
                  </a:cubicBezTo>
                  <a:cubicBezTo>
                    <a:pt x="10337" y="20100"/>
                    <a:pt x="20214" y="32465"/>
                    <a:pt x="17726" y="323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8"/>
            <p:cNvSpPr/>
            <p:nvPr/>
          </p:nvSpPr>
          <p:spPr>
            <a:xfrm>
              <a:off x="3866450" y="1961625"/>
              <a:ext cx="566625" cy="845150"/>
            </a:xfrm>
            <a:custGeom>
              <a:avLst/>
              <a:gdLst/>
              <a:ahLst/>
              <a:cxnLst/>
              <a:rect l="l" t="t" r="r" b="b"/>
              <a:pathLst>
                <a:path w="22665" h="33806" extrusionOk="0">
                  <a:moveTo>
                    <a:pt x="12826" y="33767"/>
                  </a:moveTo>
                  <a:cubicBezTo>
                    <a:pt x="12634" y="33729"/>
                    <a:pt x="12558" y="33576"/>
                    <a:pt x="12558" y="33384"/>
                  </a:cubicBezTo>
                  <a:cubicBezTo>
                    <a:pt x="12558" y="33231"/>
                    <a:pt x="12520" y="33040"/>
                    <a:pt x="12520" y="32887"/>
                  </a:cubicBezTo>
                  <a:cubicBezTo>
                    <a:pt x="12366" y="31891"/>
                    <a:pt x="12137" y="30896"/>
                    <a:pt x="11869" y="29939"/>
                  </a:cubicBezTo>
                  <a:cubicBezTo>
                    <a:pt x="11524" y="28599"/>
                    <a:pt x="10988" y="27336"/>
                    <a:pt x="10491" y="26034"/>
                  </a:cubicBezTo>
                  <a:cubicBezTo>
                    <a:pt x="9993" y="24809"/>
                    <a:pt x="9495" y="23584"/>
                    <a:pt x="8883" y="22397"/>
                  </a:cubicBezTo>
                  <a:cubicBezTo>
                    <a:pt x="7390" y="19296"/>
                    <a:pt x="5705" y="16233"/>
                    <a:pt x="4021" y="13209"/>
                  </a:cubicBezTo>
                  <a:cubicBezTo>
                    <a:pt x="3063" y="11409"/>
                    <a:pt x="2183" y="9534"/>
                    <a:pt x="1302" y="7696"/>
                  </a:cubicBezTo>
                  <a:cubicBezTo>
                    <a:pt x="843" y="6777"/>
                    <a:pt x="460" y="5858"/>
                    <a:pt x="230" y="4863"/>
                  </a:cubicBezTo>
                  <a:cubicBezTo>
                    <a:pt x="1" y="4059"/>
                    <a:pt x="77" y="3217"/>
                    <a:pt x="460" y="2489"/>
                  </a:cubicBezTo>
                  <a:cubicBezTo>
                    <a:pt x="881" y="1762"/>
                    <a:pt x="1532" y="1111"/>
                    <a:pt x="2298" y="767"/>
                  </a:cubicBezTo>
                  <a:cubicBezTo>
                    <a:pt x="3791" y="1"/>
                    <a:pt x="4939" y="767"/>
                    <a:pt x="5973" y="1839"/>
                  </a:cubicBezTo>
                  <a:cubicBezTo>
                    <a:pt x="6968" y="2834"/>
                    <a:pt x="7772" y="4021"/>
                    <a:pt x="8576" y="5131"/>
                  </a:cubicBezTo>
                  <a:cubicBezTo>
                    <a:pt x="10758" y="8232"/>
                    <a:pt x="12558" y="11601"/>
                    <a:pt x="14357" y="14893"/>
                  </a:cubicBezTo>
                  <a:cubicBezTo>
                    <a:pt x="14970" y="16004"/>
                    <a:pt x="15506" y="17114"/>
                    <a:pt x="16080" y="18186"/>
                  </a:cubicBezTo>
                  <a:cubicBezTo>
                    <a:pt x="16692" y="19334"/>
                    <a:pt x="17382" y="20444"/>
                    <a:pt x="18032" y="21555"/>
                  </a:cubicBezTo>
                  <a:cubicBezTo>
                    <a:pt x="18989" y="23086"/>
                    <a:pt x="19908" y="24656"/>
                    <a:pt x="20865" y="26187"/>
                  </a:cubicBezTo>
                  <a:cubicBezTo>
                    <a:pt x="21287" y="26838"/>
                    <a:pt x="21708" y="27527"/>
                    <a:pt x="22397" y="27948"/>
                  </a:cubicBezTo>
                  <a:cubicBezTo>
                    <a:pt x="22665" y="28139"/>
                    <a:pt x="22435" y="28637"/>
                    <a:pt x="22090" y="28446"/>
                  </a:cubicBezTo>
                  <a:cubicBezTo>
                    <a:pt x="20904" y="27642"/>
                    <a:pt x="20291" y="26264"/>
                    <a:pt x="19525" y="25115"/>
                  </a:cubicBezTo>
                  <a:cubicBezTo>
                    <a:pt x="18147" y="22780"/>
                    <a:pt x="16654" y="20444"/>
                    <a:pt x="15353" y="18033"/>
                  </a:cubicBezTo>
                  <a:cubicBezTo>
                    <a:pt x="13017" y="13592"/>
                    <a:pt x="10720" y="9151"/>
                    <a:pt x="7811" y="5054"/>
                  </a:cubicBezTo>
                  <a:cubicBezTo>
                    <a:pt x="6854" y="3791"/>
                    <a:pt x="4825" y="537"/>
                    <a:pt x="3063" y="1073"/>
                  </a:cubicBezTo>
                  <a:cubicBezTo>
                    <a:pt x="1953" y="1379"/>
                    <a:pt x="996" y="2298"/>
                    <a:pt x="728" y="3408"/>
                  </a:cubicBezTo>
                  <a:cubicBezTo>
                    <a:pt x="537" y="4442"/>
                    <a:pt x="958" y="5475"/>
                    <a:pt x="1341" y="6433"/>
                  </a:cubicBezTo>
                  <a:cubicBezTo>
                    <a:pt x="2183" y="8270"/>
                    <a:pt x="3063" y="10070"/>
                    <a:pt x="3982" y="11869"/>
                  </a:cubicBezTo>
                  <a:cubicBezTo>
                    <a:pt x="4633" y="13132"/>
                    <a:pt x="5284" y="14357"/>
                    <a:pt x="6011" y="15582"/>
                  </a:cubicBezTo>
                  <a:cubicBezTo>
                    <a:pt x="6662" y="16807"/>
                    <a:pt x="7313" y="18033"/>
                    <a:pt x="7964" y="19258"/>
                  </a:cubicBezTo>
                  <a:cubicBezTo>
                    <a:pt x="8883" y="21095"/>
                    <a:pt x="9840" y="22933"/>
                    <a:pt x="10605" y="24885"/>
                  </a:cubicBezTo>
                  <a:cubicBezTo>
                    <a:pt x="11754" y="27565"/>
                    <a:pt x="12826" y="30398"/>
                    <a:pt x="13132" y="33308"/>
                  </a:cubicBezTo>
                  <a:cubicBezTo>
                    <a:pt x="13247" y="33537"/>
                    <a:pt x="13056" y="33805"/>
                    <a:pt x="12788" y="337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>
              <a:off x="4214850" y="1873575"/>
              <a:ext cx="689125" cy="1134200"/>
            </a:xfrm>
            <a:custGeom>
              <a:avLst/>
              <a:gdLst/>
              <a:ahLst/>
              <a:cxnLst/>
              <a:rect l="l" t="t" r="r" b="b"/>
              <a:pathLst>
                <a:path w="27565" h="45368" extrusionOk="0">
                  <a:moveTo>
                    <a:pt x="26990" y="45176"/>
                  </a:moveTo>
                  <a:cubicBezTo>
                    <a:pt x="25114" y="41807"/>
                    <a:pt x="22473" y="38935"/>
                    <a:pt x="20788" y="35490"/>
                  </a:cubicBezTo>
                  <a:cubicBezTo>
                    <a:pt x="19908" y="33767"/>
                    <a:pt x="19295" y="32006"/>
                    <a:pt x="18644" y="30207"/>
                  </a:cubicBezTo>
                  <a:cubicBezTo>
                    <a:pt x="17611" y="27642"/>
                    <a:pt x="16730" y="25000"/>
                    <a:pt x="15735" y="22397"/>
                  </a:cubicBezTo>
                  <a:cubicBezTo>
                    <a:pt x="13782" y="17190"/>
                    <a:pt x="11638" y="12060"/>
                    <a:pt x="9035" y="7122"/>
                  </a:cubicBezTo>
                  <a:cubicBezTo>
                    <a:pt x="7963" y="5016"/>
                    <a:pt x="5704" y="1"/>
                    <a:pt x="2718" y="1111"/>
                  </a:cubicBezTo>
                  <a:cubicBezTo>
                    <a:pt x="1991" y="1456"/>
                    <a:pt x="1340" y="2068"/>
                    <a:pt x="1149" y="2872"/>
                  </a:cubicBezTo>
                  <a:cubicBezTo>
                    <a:pt x="842" y="3944"/>
                    <a:pt x="957" y="5054"/>
                    <a:pt x="1263" y="6088"/>
                  </a:cubicBezTo>
                  <a:cubicBezTo>
                    <a:pt x="1570" y="7351"/>
                    <a:pt x="1914" y="8576"/>
                    <a:pt x="2297" y="9801"/>
                  </a:cubicBezTo>
                  <a:cubicBezTo>
                    <a:pt x="3446" y="13324"/>
                    <a:pt x="4709" y="16807"/>
                    <a:pt x="5819" y="20329"/>
                  </a:cubicBezTo>
                  <a:cubicBezTo>
                    <a:pt x="6661" y="22971"/>
                    <a:pt x="7619" y="25574"/>
                    <a:pt x="8384" y="28216"/>
                  </a:cubicBezTo>
                  <a:cubicBezTo>
                    <a:pt x="8690" y="29441"/>
                    <a:pt x="9035" y="30743"/>
                    <a:pt x="8652" y="32006"/>
                  </a:cubicBezTo>
                  <a:cubicBezTo>
                    <a:pt x="8576" y="32274"/>
                    <a:pt x="8154" y="32351"/>
                    <a:pt x="8040" y="32044"/>
                  </a:cubicBezTo>
                  <a:cubicBezTo>
                    <a:pt x="8001" y="31929"/>
                    <a:pt x="8040" y="31815"/>
                    <a:pt x="8116" y="31738"/>
                  </a:cubicBezTo>
                  <a:cubicBezTo>
                    <a:pt x="8690" y="29518"/>
                    <a:pt x="6776" y="25306"/>
                    <a:pt x="6125" y="23048"/>
                  </a:cubicBezTo>
                  <a:cubicBezTo>
                    <a:pt x="5207" y="20368"/>
                    <a:pt x="4364" y="17726"/>
                    <a:pt x="3484" y="15046"/>
                  </a:cubicBezTo>
                  <a:cubicBezTo>
                    <a:pt x="2603" y="12443"/>
                    <a:pt x="1646" y="9878"/>
                    <a:pt x="957" y="7236"/>
                  </a:cubicBezTo>
                  <a:cubicBezTo>
                    <a:pt x="459" y="5552"/>
                    <a:pt x="0" y="3676"/>
                    <a:pt x="842" y="2030"/>
                  </a:cubicBezTo>
                  <a:cubicBezTo>
                    <a:pt x="1378" y="1111"/>
                    <a:pt x="2412" y="384"/>
                    <a:pt x="3522" y="384"/>
                  </a:cubicBezTo>
                  <a:cubicBezTo>
                    <a:pt x="6700" y="345"/>
                    <a:pt x="8729" y="5437"/>
                    <a:pt x="10069" y="7849"/>
                  </a:cubicBezTo>
                  <a:cubicBezTo>
                    <a:pt x="12213" y="12060"/>
                    <a:pt x="14050" y="16386"/>
                    <a:pt x="15735" y="20789"/>
                  </a:cubicBezTo>
                  <a:cubicBezTo>
                    <a:pt x="17075" y="24311"/>
                    <a:pt x="18300" y="27833"/>
                    <a:pt x="19640" y="31355"/>
                  </a:cubicBezTo>
                  <a:cubicBezTo>
                    <a:pt x="20329" y="33269"/>
                    <a:pt x="21171" y="35145"/>
                    <a:pt x="22205" y="36906"/>
                  </a:cubicBezTo>
                  <a:cubicBezTo>
                    <a:pt x="23162" y="38476"/>
                    <a:pt x="24195" y="39969"/>
                    <a:pt x="25267" y="41424"/>
                  </a:cubicBezTo>
                  <a:cubicBezTo>
                    <a:pt x="26071" y="42534"/>
                    <a:pt x="26837" y="43683"/>
                    <a:pt x="27488" y="44908"/>
                  </a:cubicBezTo>
                  <a:cubicBezTo>
                    <a:pt x="27564" y="45022"/>
                    <a:pt x="27526" y="45214"/>
                    <a:pt x="27373" y="45290"/>
                  </a:cubicBezTo>
                  <a:cubicBezTo>
                    <a:pt x="27258" y="45367"/>
                    <a:pt x="27067" y="45290"/>
                    <a:pt x="26990" y="451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>
              <a:off x="4787175" y="2262175"/>
              <a:ext cx="357975" cy="1877825"/>
            </a:xfrm>
            <a:custGeom>
              <a:avLst/>
              <a:gdLst/>
              <a:ahLst/>
              <a:cxnLst/>
              <a:rect l="l" t="t" r="r" b="b"/>
              <a:pathLst>
                <a:path w="14319" h="75113" extrusionOk="0">
                  <a:moveTo>
                    <a:pt x="11103" y="74845"/>
                  </a:moveTo>
                  <a:cubicBezTo>
                    <a:pt x="10031" y="71744"/>
                    <a:pt x="8883" y="68681"/>
                    <a:pt x="8002" y="65504"/>
                  </a:cubicBezTo>
                  <a:cubicBezTo>
                    <a:pt x="7619" y="64087"/>
                    <a:pt x="7389" y="62632"/>
                    <a:pt x="7045" y="61216"/>
                  </a:cubicBezTo>
                  <a:cubicBezTo>
                    <a:pt x="6241" y="57579"/>
                    <a:pt x="5743" y="53865"/>
                    <a:pt x="5935" y="50113"/>
                  </a:cubicBezTo>
                  <a:cubicBezTo>
                    <a:pt x="5973" y="48697"/>
                    <a:pt x="6126" y="47280"/>
                    <a:pt x="6432" y="45902"/>
                  </a:cubicBezTo>
                  <a:cubicBezTo>
                    <a:pt x="6930" y="43758"/>
                    <a:pt x="7811" y="41691"/>
                    <a:pt x="8500" y="39585"/>
                  </a:cubicBezTo>
                  <a:cubicBezTo>
                    <a:pt x="8921" y="38207"/>
                    <a:pt x="9380" y="36829"/>
                    <a:pt x="9878" y="35451"/>
                  </a:cubicBezTo>
                  <a:cubicBezTo>
                    <a:pt x="10299" y="34302"/>
                    <a:pt x="10720" y="33154"/>
                    <a:pt x="10988" y="31929"/>
                  </a:cubicBezTo>
                  <a:cubicBezTo>
                    <a:pt x="11371" y="30321"/>
                    <a:pt x="11371" y="28713"/>
                    <a:pt x="11256" y="27067"/>
                  </a:cubicBezTo>
                  <a:cubicBezTo>
                    <a:pt x="11180" y="25650"/>
                    <a:pt x="11180" y="24234"/>
                    <a:pt x="11294" y="22817"/>
                  </a:cubicBezTo>
                  <a:cubicBezTo>
                    <a:pt x="11409" y="21362"/>
                    <a:pt x="11754" y="19908"/>
                    <a:pt x="11754" y="18453"/>
                  </a:cubicBezTo>
                  <a:cubicBezTo>
                    <a:pt x="11792" y="16462"/>
                    <a:pt x="11371" y="14471"/>
                    <a:pt x="11562" y="12442"/>
                  </a:cubicBezTo>
                  <a:cubicBezTo>
                    <a:pt x="11639" y="11715"/>
                    <a:pt x="11830" y="10987"/>
                    <a:pt x="11984" y="10298"/>
                  </a:cubicBezTo>
                  <a:cubicBezTo>
                    <a:pt x="12520" y="8154"/>
                    <a:pt x="13094" y="6049"/>
                    <a:pt x="13132" y="3828"/>
                  </a:cubicBezTo>
                  <a:cubicBezTo>
                    <a:pt x="13170" y="2833"/>
                    <a:pt x="13055" y="1570"/>
                    <a:pt x="11677" y="1799"/>
                  </a:cubicBezTo>
                  <a:cubicBezTo>
                    <a:pt x="10031" y="2029"/>
                    <a:pt x="8691" y="3139"/>
                    <a:pt x="7581" y="4364"/>
                  </a:cubicBezTo>
                  <a:cubicBezTo>
                    <a:pt x="6356" y="5819"/>
                    <a:pt x="5284" y="7465"/>
                    <a:pt x="4786" y="9303"/>
                  </a:cubicBezTo>
                  <a:cubicBezTo>
                    <a:pt x="3906" y="12481"/>
                    <a:pt x="3867" y="15773"/>
                    <a:pt x="3293" y="18950"/>
                  </a:cubicBezTo>
                  <a:cubicBezTo>
                    <a:pt x="2987" y="20558"/>
                    <a:pt x="2566" y="22319"/>
                    <a:pt x="1149" y="23315"/>
                  </a:cubicBezTo>
                  <a:cubicBezTo>
                    <a:pt x="958" y="23430"/>
                    <a:pt x="766" y="23506"/>
                    <a:pt x="575" y="23621"/>
                  </a:cubicBezTo>
                  <a:cubicBezTo>
                    <a:pt x="460" y="23698"/>
                    <a:pt x="269" y="23659"/>
                    <a:pt x="192" y="23545"/>
                  </a:cubicBezTo>
                  <a:cubicBezTo>
                    <a:pt x="1" y="23200"/>
                    <a:pt x="345" y="23085"/>
                    <a:pt x="575" y="22970"/>
                  </a:cubicBezTo>
                  <a:cubicBezTo>
                    <a:pt x="2298" y="22013"/>
                    <a:pt x="2566" y="19793"/>
                    <a:pt x="2872" y="18032"/>
                  </a:cubicBezTo>
                  <a:cubicBezTo>
                    <a:pt x="3178" y="15964"/>
                    <a:pt x="3331" y="13820"/>
                    <a:pt x="3676" y="11753"/>
                  </a:cubicBezTo>
                  <a:cubicBezTo>
                    <a:pt x="4021" y="9265"/>
                    <a:pt x="4824" y="7006"/>
                    <a:pt x="6356" y="4977"/>
                  </a:cubicBezTo>
                  <a:cubicBezTo>
                    <a:pt x="7389" y="3599"/>
                    <a:pt x="8653" y="2335"/>
                    <a:pt x="10261" y="1646"/>
                  </a:cubicBezTo>
                  <a:cubicBezTo>
                    <a:pt x="14319" y="0"/>
                    <a:pt x="13898" y="3637"/>
                    <a:pt x="13477" y="6393"/>
                  </a:cubicBezTo>
                  <a:cubicBezTo>
                    <a:pt x="13247" y="7695"/>
                    <a:pt x="12941" y="8958"/>
                    <a:pt x="12634" y="10222"/>
                  </a:cubicBezTo>
                  <a:cubicBezTo>
                    <a:pt x="12405" y="11102"/>
                    <a:pt x="12175" y="11983"/>
                    <a:pt x="12098" y="12863"/>
                  </a:cubicBezTo>
                  <a:cubicBezTo>
                    <a:pt x="11984" y="15122"/>
                    <a:pt x="12520" y="17381"/>
                    <a:pt x="12290" y="19601"/>
                  </a:cubicBezTo>
                  <a:cubicBezTo>
                    <a:pt x="12060" y="21362"/>
                    <a:pt x="11792" y="23123"/>
                    <a:pt x="11792" y="24884"/>
                  </a:cubicBezTo>
                  <a:cubicBezTo>
                    <a:pt x="11754" y="26646"/>
                    <a:pt x="11984" y="28368"/>
                    <a:pt x="11869" y="30129"/>
                  </a:cubicBezTo>
                  <a:cubicBezTo>
                    <a:pt x="11716" y="31890"/>
                    <a:pt x="11180" y="33613"/>
                    <a:pt x="10567" y="35259"/>
                  </a:cubicBezTo>
                  <a:cubicBezTo>
                    <a:pt x="9840" y="37288"/>
                    <a:pt x="9189" y="39356"/>
                    <a:pt x="8461" y="41423"/>
                  </a:cubicBezTo>
                  <a:cubicBezTo>
                    <a:pt x="7772" y="43414"/>
                    <a:pt x="7007" y="45405"/>
                    <a:pt x="6739" y="47548"/>
                  </a:cubicBezTo>
                  <a:cubicBezTo>
                    <a:pt x="6547" y="48812"/>
                    <a:pt x="6509" y="50152"/>
                    <a:pt x="6509" y="51453"/>
                  </a:cubicBezTo>
                  <a:cubicBezTo>
                    <a:pt x="6471" y="52602"/>
                    <a:pt x="6509" y="53750"/>
                    <a:pt x="6624" y="54899"/>
                  </a:cubicBezTo>
                  <a:cubicBezTo>
                    <a:pt x="6854" y="57540"/>
                    <a:pt x="7389" y="60105"/>
                    <a:pt x="7964" y="62671"/>
                  </a:cubicBezTo>
                  <a:cubicBezTo>
                    <a:pt x="8155" y="63551"/>
                    <a:pt x="8347" y="64470"/>
                    <a:pt x="8576" y="65350"/>
                  </a:cubicBezTo>
                  <a:cubicBezTo>
                    <a:pt x="8959" y="66729"/>
                    <a:pt x="9419" y="68107"/>
                    <a:pt x="9878" y="69485"/>
                  </a:cubicBezTo>
                  <a:cubicBezTo>
                    <a:pt x="10452" y="71246"/>
                    <a:pt x="11065" y="72969"/>
                    <a:pt x="11639" y="74692"/>
                  </a:cubicBezTo>
                  <a:cubicBezTo>
                    <a:pt x="11716" y="74845"/>
                    <a:pt x="11601" y="74998"/>
                    <a:pt x="11486" y="75036"/>
                  </a:cubicBezTo>
                  <a:cubicBezTo>
                    <a:pt x="11333" y="75113"/>
                    <a:pt x="11141" y="74998"/>
                    <a:pt x="11103" y="748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8"/>
            <p:cNvSpPr/>
            <p:nvPr/>
          </p:nvSpPr>
          <p:spPr>
            <a:xfrm>
              <a:off x="4236850" y="3738000"/>
              <a:ext cx="233550" cy="659475"/>
            </a:xfrm>
            <a:custGeom>
              <a:avLst/>
              <a:gdLst/>
              <a:ahLst/>
              <a:cxnLst/>
              <a:rect l="l" t="t" r="r" b="b"/>
              <a:pathLst>
                <a:path w="9342" h="26379" extrusionOk="0">
                  <a:moveTo>
                    <a:pt x="8844" y="26225"/>
                  </a:moveTo>
                  <a:cubicBezTo>
                    <a:pt x="8768" y="26187"/>
                    <a:pt x="8729" y="26110"/>
                    <a:pt x="8729" y="26033"/>
                  </a:cubicBezTo>
                  <a:cubicBezTo>
                    <a:pt x="8500" y="25153"/>
                    <a:pt x="8346" y="24234"/>
                    <a:pt x="8117" y="23354"/>
                  </a:cubicBezTo>
                  <a:cubicBezTo>
                    <a:pt x="7696" y="21631"/>
                    <a:pt x="7160" y="19908"/>
                    <a:pt x="6700" y="18185"/>
                  </a:cubicBezTo>
                  <a:cubicBezTo>
                    <a:pt x="6241" y="16424"/>
                    <a:pt x="5781" y="14663"/>
                    <a:pt x="5245" y="12902"/>
                  </a:cubicBezTo>
                  <a:cubicBezTo>
                    <a:pt x="4020" y="8959"/>
                    <a:pt x="2795" y="4939"/>
                    <a:pt x="613" y="1379"/>
                  </a:cubicBezTo>
                  <a:cubicBezTo>
                    <a:pt x="460" y="1111"/>
                    <a:pt x="307" y="881"/>
                    <a:pt x="154" y="613"/>
                  </a:cubicBezTo>
                  <a:cubicBezTo>
                    <a:pt x="77" y="498"/>
                    <a:pt x="1" y="383"/>
                    <a:pt x="39" y="269"/>
                  </a:cubicBezTo>
                  <a:cubicBezTo>
                    <a:pt x="39" y="115"/>
                    <a:pt x="192" y="1"/>
                    <a:pt x="345" y="1"/>
                  </a:cubicBezTo>
                  <a:cubicBezTo>
                    <a:pt x="498" y="39"/>
                    <a:pt x="575" y="154"/>
                    <a:pt x="613" y="269"/>
                  </a:cubicBezTo>
                  <a:cubicBezTo>
                    <a:pt x="766" y="537"/>
                    <a:pt x="919" y="766"/>
                    <a:pt x="1034" y="996"/>
                  </a:cubicBezTo>
                  <a:cubicBezTo>
                    <a:pt x="2834" y="3867"/>
                    <a:pt x="4020" y="7045"/>
                    <a:pt x="5016" y="10222"/>
                  </a:cubicBezTo>
                  <a:cubicBezTo>
                    <a:pt x="5705" y="12558"/>
                    <a:pt x="6471" y="14893"/>
                    <a:pt x="7045" y="17267"/>
                  </a:cubicBezTo>
                  <a:cubicBezTo>
                    <a:pt x="7657" y="19564"/>
                    <a:pt x="8385" y="21822"/>
                    <a:pt x="8882" y="24158"/>
                  </a:cubicBezTo>
                  <a:cubicBezTo>
                    <a:pt x="8997" y="24770"/>
                    <a:pt x="9150" y="25344"/>
                    <a:pt x="9265" y="25919"/>
                  </a:cubicBezTo>
                  <a:cubicBezTo>
                    <a:pt x="9342" y="26187"/>
                    <a:pt x="9036" y="26378"/>
                    <a:pt x="8844" y="262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8"/>
            <p:cNvSpPr/>
            <p:nvPr/>
          </p:nvSpPr>
          <p:spPr>
            <a:xfrm>
              <a:off x="3791800" y="2691900"/>
              <a:ext cx="39275" cy="174225"/>
            </a:xfrm>
            <a:custGeom>
              <a:avLst/>
              <a:gdLst/>
              <a:ahLst/>
              <a:cxnLst/>
              <a:rect l="l" t="t" r="r" b="b"/>
              <a:pathLst>
                <a:path w="1571" h="6969" extrusionOk="0">
                  <a:moveTo>
                    <a:pt x="39" y="6700"/>
                  </a:moveTo>
                  <a:cubicBezTo>
                    <a:pt x="1" y="6547"/>
                    <a:pt x="39" y="6394"/>
                    <a:pt x="77" y="6241"/>
                  </a:cubicBezTo>
                  <a:cubicBezTo>
                    <a:pt x="115" y="5934"/>
                    <a:pt x="154" y="5628"/>
                    <a:pt x="192" y="5360"/>
                  </a:cubicBezTo>
                  <a:cubicBezTo>
                    <a:pt x="422" y="3676"/>
                    <a:pt x="728" y="2029"/>
                    <a:pt x="919" y="345"/>
                  </a:cubicBezTo>
                  <a:cubicBezTo>
                    <a:pt x="996" y="0"/>
                    <a:pt x="1570" y="77"/>
                    <a:pt x="1494" y="460"/>
                  </a:cubicBezTo>
                  <a:cubicBezTo>
                    <a:pt x="1302" y="1991"/>
                    <a:pt x="1034" y="3561"/>
                    <a:pt x="805" y="5092"/>
                  </a:cubicBezTo>
                  <a:cubicBezTo>
                    <a:pt x="728" y="5628"/>
                    <a:pt x="651" y="6202"/>
                    <a:pt x="575" y="6738"/>
                  </a:cubicBezTo>
                  <a:cubicBezTo>
                    <a:pt x="498" y="6968"/>
                    <a:pt x="115" y="6930"/>
                    <a:pt x="39" y="6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8"/>
            <p:cNvSpPr/>
            <p:nvPr/>
          </p:nvSpPr>
          <p:spPr>
            <a:xfrm>
              <a:off x="3751600" y="2290875"/>
              <a:ext cx="117750" cy="128275"/>
            </a:xfrm>
            <a:custGeom>
              <a:avLst/>
              <a:gdLst/>
              <a:ahLst/>
              <a:cxnLst/>
              <a:rect l="l" t="t" r="r" b="b"/>
              <a:pathLst>
                <a:path w="4710" h="5131" extrusionOk="0">
                  <a:moveTo>
                    <a:pt x="4174" y="5016"/>
                  </a:moveTo>
                  <a:cubicBezTo>
                    <a:pt x="4020" y="4977"/>
                    <a:pt x="3906" y="4786"/>
                    <a:pt x="3982" y="4633"/>
                  </a:cubicBezTo>
                  <a:cubicBezTo>
                    <a:pt x="4020" y="4595"/>
                    <a:pt x="4020" y="4518"/>
                    <a:pt x="4020" y="4441"/>
                  </a:cubicBezTo>
                  <a:cubicBezTo>
                    <a:pt x="4059" y="3752"/>
                    <a:pt x="3867" y="3063"/>
                    <a:pt x="3561" y="2451"/>
                  </a:cubicBezTo>
                  <a:cubicBezTo>
                    <a:pt x="2987" y="1647"/>
                    <a:pt x="2068" y="1072"/>
                    <a:pt x="1111" y="804"/>
                  </a:cubicBezTo>
                  <a:cubicBezTo>
                    <a:pt x="920" y="728"/>
                    <a:pt x="690" y="728"/>
                    <a:pt x="498" y="766"/>
                  </a:cubicBezTo>
                  <a:cubicBezTo>
                    <a:pt x="154" y="843"/>
                    <a:pt x="1" y="307"/>
                    <a:pt x="384" y="192"/>
                  </a:cubicBezTo>
                  <a:cubicBezTo>
                    <a:pt x="1417" y="1"/>
                    <a:pt x="2719" y="804"/>
                    <a:pt x="3446" y="1455"/>
                  </a:cubicBezTo>
                  <a:cubicBezTo>
                    <a:pt x="4135" y="2068"/>
                    <a:pt x="4442" y="2948"/>
                    <a:pt x="4556" y="3829"/>
                  </a:cubicBezTo>
                  <a:cubicBezTo>
                    <a:pt x="4595" y="4173"/>
                    <a:pt x="4710" y="5131"/>
                    <a:pt x="4174" y="50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8"/>
            <p:cNvSpPr/>
            <p:nvPr/>
          </p:nvSpPr>
          <p:spPr>
            <a:xfrm>
              <a:off x="3617600" y="2465075"/>
              <a:ext cx="70850" cy="263225"/>
            </a:xfrm>
            <a:custGeom>
              <a:avLst/>
              <a:gdLst/>
              <a:ahLst/>
              <a:cxnLst/>
              <a:rect l="l" t="t" r="r" b="b"/>
              <a:pathLst>
                <a:path w="2834" h="10529" extrusionOk="0">
                  <a:moveTo>
                    <a:pt x="231" y="10490"/>
                  </a:moveTo>
                  <a:cubicBezTo>
                    <a:pt x="78" y="10452"/>
                    <a:pt x="1" y="10337"/>
                    <a:pt x="1" y="10184"/>
                  </a:cubicBezTo>
                  <a:cubicBezTo>
                    <a:pt x="499" y="7848"/>
                    <a:pt x="843" y="5513"/>
                    <a:pt x="1379" y="3216"/>
                  </a:cubicBezTo>
                  <a:cubicBezTo>
                    <a:pt x="1647" y="2259"/>
                    <a:pt x="1877" y="1378"/>
                    <a:pt x="2107" y="460"/>
                  </a:cubicBezTo>
                  <a:cubicBezTo>
                    <a:pt x="2183" y="0"/>
                    <a:pt x="2834" y="192"/>
                    <a:pt x="2643" y="651"/>
                  </a:cubicBezTo>
                  <a:cubicBezTo>
                    <a:pt x="2413" y="1608"/>
                    <a:pt x="2145" y="2565"/>
                    <a:pt x="1915" y="3522"/>
                  </a:cubicBezTo>
                  <a:cubicBezTo>
                    <a:pt x="1609" y="4709"/>
                    <a:pt x="1379" y="5896"/>
                    <a:pt x="1188" y="7083"/>
                  </a:cubicBezTo>
                  <a:cubicBezTo>
                    <a:pt x="996" y="8155"/>
                    <a:pt x="767" y="9227"/>
                    <a:pt x="575" y="10260"/>
                  </a:cubicBezTo>
                  <a:cubicBezTo>
                    <a:pt x="537" y="10413"/>
                    <a:pt x="384" y="10528"/>
                    <a:pt x="231" y="104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8"/>
            <p:cNvSpPr/>
            <p:nvPr/>
          </p:nvSpPr>
          <p:spPr>
            <a:xfrm>
              <a:off x="3425225" y="2818225"/>
              <a:ext cx="175175" cy="412550"/>
            </a:xfrm>
            <a:custGeom>
              <a:avLst/>
              <a:gdLst/>
              <a:ahLst/>
              <a:cxnLst/>
              <a:rect l="l" t="t" r="r" b="b"/>
              <a:pathLst>
                <a:path w="7007" h="16502" extrusionOk="0">
                  <a:moveTo>
                    <a:pt x="78" y="16080"/>
                  </a:moveTo>
                  <a:cubicBezTo>
                    <a:pt x="1" y="15927"/>
                    <a:pt x="78" y="15735"/>
                    <a:pt x="192" y="15697"/>
                  </a:cubicBezTo>
                  <a:cubicBezTo>
                    <a:pt x="384" y="15582"/>
                    <a:pt x="537" y="15468"/>
                    <a:pt x="690" y="15353"/>
                  </a:cubicBezTo>
                  <a:cubicBezTo>
                    <a:pt x="1264" y="14893"/>
                    <a:pt x="1724" y="14319"/>
                    <a:pt x="2107" y="13706"/>
                  </a:cubicBezTo>
                  <a:cubicBezTo>
                    <a:pt x="2949" y="12137"/>
                    <a:pt x="3408" y="10414"/>
                    <a:pt x="3906" y="8691"/>
                  </a:cubicBezTo>
                  <a:cubicBezTo>
                    <a:pt x="4480" y="6356"/>
                    <a:pt x="5284" y="4059"/>
                    <a:pt x="5973" y="1762"/>
                  </a:cubicBezTo>
                  <a:cubicBezTo>
                    <a:pt x="6088" y="1341"/>
                    <a:pt x="6165" y="996"/>
                    <a:pt x="6279" y="613"/>
                  </a:cubicBezTo>
                  <a:cubicBezTo>
                    <a:pt x="6318" y="384"/>
                    <a:pt x="6394" y="1"/>
                    <a:pt x="6701" y="39"/>
                  </a:cubicBezTo>
                  <a:cubicBezTo>
                    <a:pt x="6892" y="77"/>
                    <a:pt x="7007" y="345"/>
                    <a:pt x="6892" y="499"/>
                  </a:cubicBezTo>
                  <a:cubicBezTo>
                    <a:pt x="6815" y="767"/>
                    <a:pt x="6739" y="1035"/>
                    <a:pt x="6701" y="1264"/>
                  </a:cubicBezTo>
                  <a:cubicBezTo>
                    <a:pt x="6088" y="3600"/>
                    <a:pt x="5208" y="5858"/>
                    <a:pt x="4633" y="8194"/>
                  </a:cubicBezTo>
                  <a:cubicBezTo>
                    <a:pt x="3906" y="10644"/>
                    <a:pt x="3255" y="13821"/>
                    <a:pt x="1341" y="15582"/>
                  </a:cubicBezTo>
                  <a:cubicBezTo>
                    <a:pt x="1073" y="15774"/>
                    <a:pt x="345" y="16501"/>
                    <a:pt x="78" y="160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8"/>
            <p:cNvSpPr/>
            <p:nvPr/>
          </p:nvSpPr>
          <p:spPr>
            <a:xfrm>
              <a:off x="3150550" y="2193250"/>
              <a:ext cx="425925" cy="1070050"/>
            </a:xfrm>
            <a:custGeom>
              <a:avLst/>
              <a:gdLst/>
              <a:ahLst/>
              <a:cxnLst/>
              <a:rect l="l" t="t" r="r" b="b"/>
              <a:pathLst>
                <a:path w="17037" h="42802" extrusionOk="0">
                  <a:moveTo>
                    <a:pt x="268" y="42802"/>
                  </a:moveTo>
                  <a:cubicBezTo>
                    <a:pt x="115" y="42764"/>
                    <a:pt x="0" y="42610"/>
                    <a:pt x="39" y="42457"/>
                  </a:cubicBezTo>
                  <a:cubicBezTo>
                    <a:pt x="115" y="42036"/>
                    <a:pt x="192" y="41577"/>
                    <a:pt x="230" y="41156"/>
                  </a:cubicBezTo>
                  <a:cubicBezTo>
                    <a:pt x="460" y="39892"/>
                    <a:pt x="575" y="38629"/>
                    <a:pt x="728" y="37327"/>
                  </a:cubicBezTo>
                  <a:cubicBezTo>
                    <a:pt x="1149" y="34724"/>
                    <a:pt x="1417" y="32121"/>
                    <a:pt x="1953" y="29517"/>
                  </a:cubicBezTo>
                  <a:cubicBezTo>
                    <a:pt x="2183" y="28331"/>
                    <a:pt x="2489" y="27182"/>
                    <a:pt x="2757" y="26034"/>
                  </a:cubicBezTo>
                  <a:cubicBezTo>
                    <a:pt x="3408" y="23392"/>
                    <a:pt x="3867" y="20750"/>
                    <a:pt x="4441" y="18147"/>
                  </a:cubicBezTo>
                  <a:cubicBezTo>
                    <a:pt x="5245" y="14242"/>
                    <a:pt x="5973" y="10299"/>
                    <a:pt x="7274" y="6509"/>
                  </a:cubicBezTo>
                  <a:cubicBezTo>
                    <a:pt x="7964" y="4595"/>
                    <a:pt x="8844" y="2106"/>
                    <a:pt x="10567" y="881"/>
                  </a:cubicBezTo>
                  <a:cubicBezTo>
                    <a:pt x="11677" y="192"/>
                    <a:pt x="13055" y="1"/>
                    <a:pt x="14319" y="422"/>
                  </a:cubicBezTo>
                  <a:cubicBezTo>
                    <a:pt x="16960" y="1226"/>
                    <a:pt x="17037" y="4595"/>
                    <a:pt x="16769" y="6892"/>
                  </a:cubicBezTo>
                  <a:cubicBezTo>
                    <a:pt x="16539" y="9074"/>
                    <a:pt x="16041" y="11218"/>
                    <a:pt x="15659" y="13400"/>
                  </a:cubicBezTo>
                  <a:cubicBezTo>
                    <a:pt x="15237" y="15965"/>
                    <a:pt x="14701" y="18568"/>
                    <a:pt x="14242" y="21133"/>
                  </a:cubicBezTo>
                  <a:cubicBezTo>
                    <a:pt x="13936" y="22894"/>
                    <a:pt x="13668" y="24617"/>
                    <a:pt x="13476" y="26378"/>
                  </a:cubicBezTo>
                  <a:cubicBezTo>
                    <a:pt x="13208" y="29020"/>
                    <a:pt x="13017" y="31661"/>
                    <a:pt x="12596" y="34265"/>
                  </a:cubicBezTo>
                  <a:cubicBezTo>
                    <a:pt x="12366" y="35872"/>
                    <a:pt x="12136" y="37480"/>
                    <a:pt x="11830" y="39088"/>
                  </a:cubicBezTo>
                  <a:cubicBezTo>
                    <a:pt x="11715" y="39816"/>
                    <a:pt x="11524" y="40505"/>
                    <a:pt x="11447" y="41232"/>
                  </a:cubicBezTo>
                  <a:cubicBezTo>
                    <a:pt x="11447" y="41385"/>
                    <a:pt x="11294" y="41500"/>
                    <a:pt x="11141" y="41500"/>
                  </a:cubicBezTo>
                  <a:cubicBezTo>
                    <a:pt x="10988" y="41500"/>
                    <a:pt x="10873" y="41385"/>
                    <a:pt x="10873" y="41232"/>
                  </a:cubicBezTo>
                  <a:cubicBezTo>
                    <a:pt x="10950" y="40467"/>
                    <a:pt x="11141" y="39739"/>
                    <a:pt x="11256" y="39012"/>
                  </a:cubicBezTo>
                  <a:cubicBezTo>
                    <a:pt x="11754" y="36408"/>
                    <a:pt x="12098" y="33729"/>
                    <a:pt x="12443" y="31087"/>
                  </a:cubicBezTo>
                  <a:cubicBezTo>
                    <a:pt x="12787" y="27603"/>
                    <a:pt x="13094" y="24119"/>
                    <a:pt x="13744" y="20712"/>
                  </a:cubicBezTo>
                  <a:cubicBezTo>
                    <a:pt x="14204" y="18071"/>
                    <a:pt x="14740" y="15467"/>
                    <a:pt x="15199" y="12864"/>
                  </a:cubicBezTo>
                  <a:cubicBezTo>
                    <a:pt x="15544" y="10988"/>
                    <a:pt x="15927" y="9150"/>
                    <a:pt x="16156" y="7274"/>
                  </a:cubicBezTo>
                  <a:cubicBezTo>
                    <a:pt x="16386" y="5245"/>
                    <a:pt x="16616" y="1953"/>
                    <a:pt x="14357" y="1034"/>
                  </a:cubicBezTo>
                  <a:cubicBezTo>
                    <a:pt x="13132" y="537"/>
                    <a:pt x="11677" y="728"/>
                    <a:pt x="10605" y="1570"/>
                  </a:cubicBezTo>
                  <a:cubicBezTo>
                    <a:pt x="9495" y="2566"/>
                    <a:pt x="8882" y="3944"/>
                    <a:pt x="8346" y="5322"/>
                  </a:cubicBezTo>
                  <a:cubicBezTo>
                    <a:pt x="7619" y="7198"/>
                    <a:pt x="7045" y="9150"/>
                    <a:pt x="6509" y="11141"/>
                  </a:cubicBezTo>
                  <a:cubicBezTo>
                    <a:pt x="5896" y="13706"/>
                    <a:pt x="5399" y="16309"/>
                    <a:pt x="4863" y="18913"/>
                  </a:cubicBezTo>
                  <a:cubicBezTo>
                    <a:pt x="4327" y="21363"/>
                    <a:pt x="3905" y="23851"/>
                    <a:pt x="3293" y="26302"/>
                  </a:cubicBezTo>
                  <a:cubicBezTo>
                    <a:pt x="2566" y="29058"/>
                    <a:pt x="2068" y="31891"/>
                    <a:pt x="1723" y="34724"/>
                  </a:cubicBezTo>
                  <a:cubicBezTo>
                    <a:pt x="1379" y="36868"/>
                    <a:pt x="1111" y="39012"/>
                    <a:pt x="843" y="41156"/>
                  </a:cubicBezTo>
                  <a:cubicBezTo>
                    <a:pt x="766" y="41577"/>
                    <a:pt x="690" y="41998"/>
                    <a:pt x="613" y="42419"/>
                  </a:cubicBezTo>
                  <a:cubicBezTo>
                    <a:pt x="613" y="42457"/>
                    <a:pt x="613" y="42496"/>
                    <a:pt x="613" y="42572"/>
                  </a:cubicBezTo>
                  <a:cubicBezTo>
                    <a:pt x="575" y="42725"/>
                    <a:pt x="422" y="42802"/>
                    <a:pt x="268" y="428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8"/>
            <p:cNvSpPr/>
            <p:nvPr/>
          </p:nvSpPr>
          <p:spPr>
            <a:xfrm>
              <a:off x="3122800" y="2262175"/>
              <a:ext cx="164650" cy="565650"/>
            </a:xfrm>
            <a:custGeom>
              <a:avLst/>
              <a:gdLst/>
              <a:ahLst/>
              <a:cxnLst/>
              <a:rect l="l" t="t" r="r" b="b"/>
              <a:pathLst>
                <a:path w="6586" h="22626" extrusionOk="0">
                  <a:moveTo>
                    <a:pt x="4365" y="22587"/>
                  </a:moveTo>
                  <a:cubicBezTo>
                    <a:pt x="3867" y="22549"/>
                    <a:pt x="4173" y="21898"/>
                    <a:pt x="4173" y="21592"/>
                  </a:cubicBezTo>
                  <a:cubicBezTo>
                    <a:pt x="4365" y="20712"/>
                    <a:pt x="4518" y="19831"/>
                    <a:pt x="4671" y="18950"/>
                  </a:cubicBezTo>
                  <a:cubicBezTo>
                    <a:pt x="4862" y="17802"/>
                    <a:pt x="4939" y="16730"/>
                    <a:pt x="5092" y="15620"/>
                  </a:cubicBezTo>
                  <a:cubicBezTo>
                    <a:pt x="5245" y="14242"/>
                    <a:pt x="5475" y="12863"/>
                    <a:pt x="5628" y="11485"/>
                  </a:cubicBezTo>
                  <a:cubicBezTo>
                    <a:pt x="5858" y="8767"/>
                    <a:pt x="6585" y="3599"/>
                    <a:pt x="4633" y="1493"/>
                  </a:cubicBezTo>
                  <a:cubicBezTo>
                    <a:pt x="3943" y="804"/>
                    <a:pt x="2948" y="536"/>
                    <a:pt x="1991" y="881"/>
                  </a:cubicBezTo>
                  <a:cubicBezTo>
                    <a:pt x="1608" y="995"/>
                    <a:pt x="1264" y="1149"/>
                    <a:pt x="919" y="1378"/>
                  </a:cubicBezTo>
                  <a:cubicBezTo>
                    <a:pt x="689" y="1570"/>
                    <a:pt x="421" y="2067"/>
                    <a:pt x="115" y="1761"/>
                  </a:cubicBezTo>
                  <a:cubicBezTo>
                    <a:pt x="0" y="1646"/>
                    <a:pt x="0" y="1455"/>
                    <a:pt x="115" y="1340"/>
                  </a:cubicBezTo>
                  <a:cubicBezTo>
                    <a:pt x="345" y="1149"/>
                    <a:pt x="575" y="919"/>
                    <a:pt x="843" y="766"/>
                  </a:cubicBezTo>
                  <a:cubicBezTo>
                    <a:pt x="1340" y="459"/>
                    <a:pt x="1914" y="268"/>
                    <a:pt x="2489" y="191"/>
                  </a:cubicBezTo>
                  <a:cubicBezTo>
                    <a:pt x="3637" y="0"/>
                    <a:pt x="4824" y="651"/>
                    <a:pt x="5475" y="1608"/>
                  </a:cubicBezTo>
                  <a:cubicBezTo>
                    <a:pt x="6011" y="2412"/>
                    <a:pt x="6202" y="3407"/>
                    <a:pt x="6355" y="4326"/>
                  </a:cubicBezTo>
                  <a:cubicBezTo>
                    <a:pt x="6547" y="5475"/>
                    <a:pt x="6547" y="6700"/>
                    <a:pt x="6470" y="7886"/>
                  </a:cubicBezTo>
                  <a:cubicBezTo>
                    <a:pt x="6394" y="9724"/>
                    <a:pt x="6202" y="11523"/>
                    <a:pt x="5973" y="13323"/>
                  </a:cubicBezTo>
                  <a:cubicBezTo>
                    <a:pt x="5743" y="14816"/>
                    <a:pt x="5590" y="16271"/>
                    <a:pt x="5437" y="17764"/>
                  </a:cubicBezTo>
                  <a:cubicBezTo>
                    <a:pt x="5283" y="18836"/>
                    <a:pt x="5092" y="19869"/>
                    <a:pt x="4901" y="20941"/>
                  </a:cubicBezTo>
                  <a:cubicBezTo>
                    <a:pt x="4786" y="21362"/>
                    <a:pt x="4709" y="21822"/>
                    <a:pt x="4671" y="22243"/>
                  </a:cubicBezTo>
                  <a:cubicBezTo>
                    <a:pt x="4671" y="22434"/>
                    <a:pt x="4556" y="22626"/>
                    <a:pt x="4365" y="225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8"/>
            <p:cNvSpPr/>
            <p:nvPr/>
          </p:nvSpPr>
          <p:spPr>
            <a:xfrm>
              <a:off x="3028050" y="2424875"/>
              <a:ext cx="57450" cy="226850"/>
            </a:xfrm>
            <a:custGeom>
              <a:avLst/>
              <a:gdLst/>
              <a:ahLst/>
              <a:cxnLst/>
              <a:rect l="l" t="t" r="r" b="b"/>
              <a:pathLst>
                <a:path w="2298" h="9074" extrusionOk="0">
                  <a:moveTo>
                    <a:pt x="230" y="9035"/>
                  </a:moveTo>
                  <a:cubicBezTo>
                    <a:pt x="77" y="9035"/>
                    <a:pt x="0" y="8882"/>
                    <a:pt x="0" y="8729"/>
                  </a:cubicBezTo>
                  <a:cubicBezTo>
                    <a:pt x="115" y="8155"/>
                    <a:pt x="192" y="7580"/>
                    <a:pt x="306" y="7044"/>
                  </a:cubicBezTo>
                  <a:cubicBezTo>
                    <a:pt x="498" y="5858"/>
                    <a:pt x="689" y="4671"/>
                    <a:pt x="919" y="3522"/>
                  </a:cubicBezTo>
                  <a:cubicBezTo>
                    <a:pt x="1187" y="2450"/>
                    <a:pt x="1417" y="1378"/>
                    <a:pt x="1646" y="345"/>
                  </a:cubicBezTo>
                  <a:cubicBezTo>
                    <a:pt x="1761" y="0"/>
                    <a:pt x="2297" y="77"/>
                    <a:pt x="2221" y="460"/>
                  </a:cubicBezTo>
                  <a:cubicBezTo>
                    <a:pt x="1685" y="2757"/>
                    <a:pt x="1149" y="5054"/>
                    <a:pt x="804" y="7389"/>
                  </a:cubicBezTo>
                  <a:cubicBezTo>
                    <a:pt x="728" y="7887"/>
                    <a:pt x="651" y="8346"/>
                    <a:pt x="574" y="8844"/>
                  </a:cubicBezTo>
                  <a:cubicBezTo>
                    <a:pt x="536" y="8997"/>
                    <a:pt x="383" y="9073"/>
                    <a:pt x="230" y="90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8"/>
            <p:cNvSpPr/>
            <p:nvPr/>
          </p:nvSpPr>
          <p:spPr>
            <a:xfrm>
              <a:off x="3022300" y="2641175"/>
              <a:ext cx="19175" cy="16300"/>
            </a:xfrm>
            <a:custGeom>
              <a:avLst/>
              <a:gdLst/>
              <a:ahLst/>
              <a:cxnLst/>
              <a:rect l="l" t="t" r="r" b="b"/>
              <a:pathLst>
                <a:path w="767" h="652" extrusionOk="0">
                  <a:moveTo>
                    <a:pt x="192" y="575"/>
                  </a:moveTo>
                  <a:cubicBezTo>
                    <a:pt x="0" y="421"/>
                    <a:pt x="77" y="0"/>
                    <a:pt x="383" y="0"/>
                  </a:cubicBezTo>
                  <a:cubicBezTo>
                    <a:pt x="766" y="39"/>
                    <a:pt x="766" y="575"/>
                    <a:pt x="460" y="651"/>
                  </a:cubicBezTo>
                  <a:lnTo>
                    <a:pt x="460" y="651"/>
                  </a:lnTo>
                  <a:cubicBezTo>
                    <a:pt x="383" y="651"/>
                    <a:pt x="268" y="651"/>
                    <a:pt x="192" y="575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8"/>
            <p:cNvSpPr/>
            <p:nvPr/>
          </p:nvSpPr>
          <p:spPr>
            <a:xfrm>
              <a:off x="2930425" y="2817275"/>
              <a:ext cx="85200" cy="419225"/>
            </a:xfrm>
            <a:custGeom>
              <a:avLst/>
              <a:gdLst/>
              <a:ahLst/>
              <a:cxnLst/>
              <a:rect l="l" t="t" r="r" b="b"/>
              <a:pathLst>
                <a:path w="3408" h="16769" extrusionOk="0">
                  <a:moveTo>
                    <a:pt x="192" y="16692"/>
                  </a:moveTo>
                  <a:cubicBezTo>
                    <a:pt x="77" y="16654"/>
                    <a:pt x="0" y="16463"/>
                    <a:pt x="77" y="16309"/>
                  </a:cubicBezTo>
                  <a:cubicBezTo>
                    <a:pt x="230" y="16003"/>
                    <a:pt x="383" y="15697"/>
                    <a:pt x="498" y="15391"/>
                  </a:cubicBezTo>
                  <a:cubicBezTo>
                    <a:pt x="689" y="14931"/>
                    <a:pt x="804" y="14510"/>
                    <a:pt x="919" y="14051"/>
                  </a:cubicBezTo>
                  <a:lnTo>
                    <a:pt x="919" y="14051"/>
                  </a:lnTo>
                  <a:lnTo>
                    <a:pt x="919" y="14051"/>
                  </a:lnTo>
                  <a:cubicBezTo>
                    <a:pt x="919" y="14012"/>
                    <a:pt x="957" y="13974"/>
                    <a:pt x="957" y="13936"/>
                  </a:cubicBezTo>
                  <a:lnTo>
                    <a:pt x="957" y="13936"/>
                  </a:lnTo>
                  <a:cubicBezTo>
                    <a:pt x="1608" y="11447"/>
                    <a:pt x="1723" y="8882"/>
                    <a:pt x="2029" y="6317"/>
                  </a:cubicBezTo>
                  <a:cubicBezTo>
                    <a:pt x="2259" y="4327"/>
                    <a:pt x="2604" y="2374"/>
                    <a:pt x="2833" y="383"/>
                  </a:cubicBezTo>
                  <a:cubicBezTo>
                    <a:pt x="2833" y="1"/>
                    <a:pt x="3407" y="1"/>
                    <a:pt x="3407" y="383"/>
                  </a:cubicBezTo>
                  <a:cubicBezTo>
                    <a:pt x="3139" y="2604"/>
                    <a:pt x="2757" y="4786"/>
                    <a:pt x="2527" y="6968"/>
                  </a:cubicBezTo>
                  <a:cubicBezTo>
                    <a:pt x="2259" y="9801"/>
                    <a:pt x="2029" y="12673"/>
                    <a:pt x="1110" y="15391"/>
                  </a:cubicBezTo>
                  <a:cubicBezTo>
                    <a:pt x="957" y="15773"/>
                    <a:pt x="766" y="16156"/>
                    <a:pt x="574" y="16577"/>
                  </a:cubicBezTo>
                  <a:cubicBezTo>
                    <a:pt x="498" y="16692"/>
                    <a:pt x="345" y="16769"/>
                    <a:pt x="192" y="166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8"/>
            <p:cNvSpPr/>
            <p:nvPr/>
          </p:nvSpPr>
          <p:spPr>
            <a:xfrm>
              <a:off x="2875875" y="2982850"/>
              <a:ext cx="71800" cy="250800"/>
            </a:xfrm>
            <a:custGeom>
              <a:avLst/>
              <a:gdLst/>
              <a:ahLst/>
              <a:cxnLst/>
              <a:rect l="l" t="t" r="r" b="b"/>
              <a:pathLst>
                <a:path w="2872" h="10032" extrusionOk="0">
                  <a:moveTo>
                    <a:pt x="2029" y="9954"/>
                  </a:moveTo>
                  <a:cubicBezTo>
                    <a:pt x="1187" y="9763"/>
                    <a:pt x="881" y="8691"/>
                    <a:pt x="727" y="7925"/>
                  </a:cubicBezTo>
                  <a:cubicBezTo>
                    <a:pt x="230" y="5475"/>
                    <a:pt x="115" y="2949"/>
                    <a:pt x="38" y="460"/>
                  </a:cubicBezTo>
                  <a:cubicBezTo>
                    <a:pt x="0" y="77"/>
                    <a:pt x="574" y="1"/>
                    <a:pt x="613" y="384"/>
                  </a:cubicBezTo>
                  <a:cubicBezTo>
                    <a:pt x="689" y="2527"/>
                    <a:pt x="766" y="4710"/>
                    <a:pt x="1110" y="6815"/>
                  </a:cubicBezTo>
                  <a:cubicBezTo>
                    <a:pt x="1263" y="7619"/>
                    <a:pt x="1302" y="8500"/>
                    <a:pt x="1799" y="9150"/>
                  </a:cubicBezTo>
                  <a:cubicBezTo>
                    <a:pt x="1914" y="9304"/>
                    <a:pt x="2067" y="9457"/>
                    <a:pt x="2297" y="9380"/>
                  </a:cubicBezTo>
                  <a:cubicBezTo>
                    <a:pt x="2412" y="9112"/>
                    <a:pt x="2871" y="9227"/>
                    <a:pt x="2833" y="9533"/>
                  </a:cubicBezTo>
                  <a:cubicBezTo>
                    <a:pt x="2795" y="9916"/>
                    <a:pt x="2374" y="10031"/>
                    <a:pt x="2029" y="99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8"/>
            <p:cNvSpPr/>
            <p:nvPr/>
          </p:nvSpPr>
          <p:spPr>
            <a:xfrm>
              <a:off x="2836625" y="2749325"/>
              <a:ext cx="24900" cy="80425"/>
            </a:xfrm>
            <a:custGeom>
              <a:avLst/>
              <a:gdLst/>
              <a:ahLst/>
              <a:cxnLst/>
              <a:rect l="l" t="t" r="r" b="b"/>
              <a:pathLst>
                <a:path w="996" h="3217" extrusionOk="0">
                  <a:moveTo>
                    <a:pt x="230" y="3063"/>
                  </a:moveTo>
                  <a:cubicBezTo>
                    <a:pt x="0" y="2872"/>
                    <a:pt x="77" y="2489"/>
                    <a:pt x="77" y="2183"/>
                  </a:cubicBezTo>
                  <a:cubicBezTo>
                    <a:pt x="115" y="1608"/>
                    <a:pt x="192" y="996"/>
                    <a:pt x="77" y="383"/>
                  </a:cubicBezTo>
                  <a:cubicBezTo>
                    <a:pt x="77" y="230"/>
                    <a:pt x="192" y="77"/>
                    <a:pt x="345" y="77"/>
                  </a:cubicBezTo>
                  <a:cubicBezTo>
                    <a:pt x="996" y="0"/>
                    <a:pt x="575" y="2221"/>
                    <a:pt x="651" y="2642"/>
                  </a:cubicBezTo>
                  <a:cubicBezTo>
                    <a:pt x="843" y="2910"/>
                    <a:pt x="498" y="3216"/>
                    <a:pt x="230" y="30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8"/>
            <p:cNvSpPr/>
            <p:nvPr/>
          </p:nvSpPr>
          <p:spPr>
            <a:xfrm>
              <a:off x="3108450" y="2299500"/>
              <a:ext cx="147400" cy="151225"/>
            </a:xfrm>
            <a:custGeom>
              <a:avLst/>
              <a:gdLst/>
              <a:ahLst/>
              <a:cxnLst/>
              <a:rect l="l" t="t" r="r" b="b"/>
              <a:pathLst>
                <a:path w="5896" h="6049" extrusionOk="0">
                  <a:moveTo>
                    <a:pt x="2527" y="6049"/>
                  </a:moveTo>
                  <a:cubicBezTo>
                    <a:pt x="1761" y="6011"/>
                    <a:pt x="919" y="5781"/>
                    <a:pt x="498" y="5092"/>
                  </a:cubicBezTo>
                  <a:cubicBezTo>
                    <a:pt x="153" y="4441"/>
                    <a:pt x="0" y="3675"/>
                    <a:pt x="77" y="2948"/>
                  </a:cubicBezTo>
                  <a:cubicBezTo>
                    <a:pt x="153" y="2603"/>
                    <a:pt x="727" y="2680"/>
                    <a:pt x="651" y="3063"/>
                  </a:cubicBezTo>
                  <a:cubicBezTo>
                    <a:pt x="613" y="3867"/>
                    <a:pt x="766" y="4977"/>
                    <a:pt x="1608" y="5322"/>
                  </a:cubicBezTo>
                  <a:cubicBezTo>
                    <a:pt x="2527" y="5628"/>
                    <a:pt x="3599" y="5475"/>
                    <a:pt x="4364" y="4939"/>
                  </a:cubicBezTo>
                  <a:cubicBezTo>
                    <a:pt x="5015" y="4250"/>
                    <a:pt x="5092" y="3101"/>
                    <a:pt x="5245" y="2221"/>
                  </a:cubicBezTo>
                  <a:cubicBezTo>
                    <a:pt x="5283" y="1838"/>
                    <a:pt x="5321" y="1455"/>
                    <a:pt x="5321" y="1072"/>
                  </a:cubicBezTo>
                  <a:cubicBezTo>
                    <a:pt x="5283" y="804"/>
                    <a:pt x="5283" y="574"/>
                    <a:pt x="5283" y="345"/>
                  </a:cubicBezTo>
                  <a:cubicBezTo>
                    <a:pt x="5245" y="192"/>
                    <a:pt x="5360" y="38"/>
                    <a:pt x="5513" y="0"/>
                  </a:cubicBezTo>
                  <a:cubicBezTo>
                    <a:pt x="5666" y="0"/>
                    <a:pt x="5819" y="115"/>
                    <a:pt x="5819" y="268"/>
                  </a:cubicBezTo>
                  <a:cubicBezTo>
                    <a:pt x="5896" y="842"/>
                    <a:pt x="5896" y="1417"/>
                    <a:pt x="5819" y="1991"/>
                  </a:cubicBezTo>
                  <a:cubicBezTo>
                    <a:pt x="5704" y="3101"/>
                    <a:pt x="5589" y="4326"/>
                    <a:pt x="4862" y="5245"/>
                  </a:cubicBezTo>
                  <a:cubicBezTo>
                    <a:pt x="4250" y="5857"/>
                    <a:pt x="3331" y="6049"/>
                    <a:pt x="2488" y="60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8"/>
            <p:cNvSpPr/>
            <p:nvPr/>
          </p:nvSpPr>
          <p:spPr>
            <a:xfrm>
              <a:off x="3392700" y="2224825"/>
              <a:ext cx="159850" cy="150300"/>
            </a:xfrm>
            <a:custGeom>
              <a:avLst/>
              <a:gdLst/>
              <a:ahLst/>
              <a:cxnLst/>
              <a:rect l="l" t="t" r="r" b="b"/>
              <a:pathLst>
                <a:path w="6394" h="6012" extrusionOk="0">
                  <a:moveTo>
                    <a:pt x="2221" y="5820"/>
                  </a:moveTo>
                  <a:cubicBezTo>
                    <a:pt x="1608" y="5705"/>
                    <a:pt x="1034" y="5361"/>
                    <a:pt x="651" y="4901"/>
                  </a:cubicBezTo>
                  <a:cubicBezTo>
                    <a:pt x="0" y="4059"/>
                    <a:pt x="383" y="2757"/>
                    <a:pt x="421" y="1800"/>
                  </a:cubicBezTo>
                  <a:cubicBezTo>
                    <a:pt x="460" y="1379"/>
                    <a:pt x="536" y="920"/>
                    <a:pt x="536" y="499"/>
                  </a:cubicBezTo>
                  <a:cubicBezTo>
                    <a:pt x="536" y="422"/>
                    <a:pt x="498" y="346"/>
                    <a:pt x="536" y="231"/>
                  </a:cubicBezTo>
                  <a:cubicBezTo>
                    <a:pt x="575" y="116"/>
                    <a:pt x="728" y="1"/>
                    <a:pt x="881" y="78"/>
                  </a:cubicBezTo>
                  <a:cubicBezTo>
                    <a:pt x="1034" y="116"/>
                    <a:pt x="1072" y="269"/>
                    <a:pt x="1072" y="422"/>
                  </a:cubicBezTo>
                  <a:cubicBezTo>
                    <a:pt x="1111" y="843"/>
                    <a:pt x="1034" y="1264"/>
                    <a:pt x="996" y="1685"/>
                  </a:cubicBezTo>
                  <a:cubicBezTo>
                    <a:pt x="957" y="2566"/>
                    <a:pt x="689" y="3485"/>
                    <a:pt x="957" y="4327"/>
                  </a:cubicBezTo>
                  <a:cubicBezTo>
                    <a:pt x="1264" y="4901"/>
                    <a:pt x="1876" y="5208"/>
                    <a:pt x="2489" y="5284"/>
                  </a:cubicBezTo>
                  <a:cubicBezTo>
                    <a:pt x="4479" y="5437"/>
                    <a:pt x="5245" y="3638"/>
                    <a:pt x="5628" y="1992"/>
                  </a:cubicBezTo>
                  <a:cubicBezTo>
                    <a:pt x="5705" y="1685"/>
                    <a:pt x="5781" y="1379"/>
                    <a:pt x="5819" y="1073"/>
                  </a:cubicBezTo>
                  <a:cubicBezTo>
                    <a:pt x="5858" y="920"/>
                    <a:pt x="6011" y="843"/>
                    <a:pt x="6164" y="843"/>
                  </a:cubicBezTo>
                  <a:cubicBezTo>
                    <a:pt x="6317" y="881"/>
                    <a:pt x="6394" y="1035"/>
                    <a:pt x="6394" y="1188"/>
                  </a:cubicBezTo>
                  <a:cubicBezTo>
                    <a:pt x="6317" y="1762"/>
                    <a:pt x="6164" y="2298"/>
                    <a:pt x="6011" y="2834"/>
                  </a:cubicBezTo>
                  <a:cubicBezTo>
                    <a:pt x="5743" y="3676"/>
                    <a:pt x="5360" y="4480"/>
                    <a:pt x="4747" y="5093"/>
                  </a:cubicBezTo>
                  <a:cubicBezTo>
                    <a:pt x="4058" y="5705"/>
                    <a:pt x="3101" y="6011"/>
                    <a:pt x="2221" y="58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8"/>
            <p:cNvSpPr/>
            <p:nvPr/>
          </p:nvSpPr>
          <p:spPr>
            <a:xfrm>
              <a:off x="4286625" y="3611675"/>
              <a:ext cx="67975" cy="114875"/>
            </a:xfrm>
            <a:custGeom>
              <a:avLst/>
              <a:gdLst/>
              <a:ahLst/>
              <a:cxnLst/>
              <a:rect l="l" t="t" r="r" b="b"/>
              <a:pathLst>
                <a:path w="2719" h="4595" extrusionOk="0">
                  <a:moveTo>
                    <a:pt x="1072" y="4250"/>
                  </a:moveTo>
                  <a:cubicBezTo>
                    <a:pt x="881" y="3790"/>
                    <a:pt x="1570" y="3714"/>
                    <a:pt x="1800" y="3522"/>
                  </a:cubicBezTo>
                  <a:cubicBezTo>
                    <a:pt x="2221" y="3292"/>
                    <a:pt x="1647" y="2221"/>
                    <a:pt x="1455" y="1914"/>
                  </a:cubicBezTo>
                  <a:cubicBezTo>
                    <a:pt x="1187" y="1417"/>
                    <a:pt x="804" y="995"/>
                    <a:pt x="307" y="727"/>
                  </a:cubicBezTo>
                  <a:cubicBezTo>
                    <a:pt x="153" y="727"/>
                    <a:pt x="0" y="613"/>
                    <a:pt x="0" y="421"/>
                  </a:cubicBezTo>
                  <a:cubicBezTo>
                    <a:pt x="39" y="0"/>
                    <a:pt x="575" y="192"/>
                    <a:pt x="804" y="345"/>
                  </a:cubicBezTo>
                  <a:cubicBezTo>
                    <a:pt x="1493" y="804"/>
                    <a:pt x="1991" y="1531"/>
                    <a:pt x="2297" y="2259"/>
                  </a:cubicBezTo>
                  <a:cubicBezTo>
                    <a:pt x="2565" y="2910"/>
                    <a:pt x="2718" y="3790"/>
                    <a:pt x="1953" y="4096"/>
                  </a:cubicBezTo>
                  <a:cubicBezTo>
                    <a:pt x="1685" y="4173"/>
                    <a:pt x="1302" y="4594"/>
                    <a:pt x="1072" y="42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8"/>
            <p:cNvSpPr/>
            <p:nvPr/>
          </p:nvSpPr>
          <p:spPr>
            <a:xfrm>
              <a:off x="4146875" y="3649000"/>
              <a:ext cx="181875" cy="127300"/>
            </a:xfrm>
            <a:custGeom>
              <a:avLst/>
              <a:gdLst/>
              <a:ahLst/>
              <a:cxnLst/>
              <a:rect l="l" t="t" r="r" b="b"/>
              <a:pathLst>
                <a:path w="7275" h="5092" extrusionOk="0">
                  <a:moveTo>
                    <a:pt x="690" y="4747"/>
                  </a:moveTo>
                  <a:cubicBezTo>
                    <a:pt x="1" y="2029"/>
                    <a:pt x="3293" y="996"/>
                    <a:pt x="5284" y="421"/>
                  </a:cubicBezTo>
                  <a:cubicBezTo>
                    <a:pt x="5629" y="306"/>
                    <a:pt x="5973" y="230"/>
                    <a:pt x="6318" y="115"/>
                  </a:cubicBezTo>
                  <a:cubicBezTo>
                    <a:pt x="6509" y="77"/>
                    <a:pt x="6701" y="0"/>
                    <a:pt x="6892" y="38"/>
                  </a:cubicBezTo>
                  <a:cubicBezTo>
                    <a:pt x="7275" y="192"/>
                    <a:pt x="7083" y="766"/>
                    <a:pt x="6701" y="613"/>
                  </a:cubicBezTo>
                  <a:cubicBezTo>
                    <a:pt x="4939" y="1149"/>
                    <a:pt x="537" y="2029"/>
                    <a:pt x="1226" y="4556"/>
                  </a:cubicBezTo>
                  <a:cubicBezTo>
                    <a:pt x="1341" y="4900"/>
                    <a:pt x="805" y="5092"/>
                    <a:pt x="690" y="47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8"/>
            <p:cNvSpPr/>
            <p:nvPr/>
          </p:nvSpPr>
          <p:spPr>
            <a:xfrm>
              <a:off x="3572625" y="2762725"/>
              <a:ext cx="132100" cy="82325"/>
            </a:xfrm>
            <a:custGeom>
              <a:avLst/>
              <a:gdLst/>
              <a:ahLst/>
              <a:cxnLst/>
              <a:rect l="l" t="t" r="r" b="b"/>
              <a:pathLst>
                <a:path w="5284" h="3293" extrusionOk="0">
                  <a:moveTo>
                    <a:pt x="2642" y="3025"/>
                  </a:moveTo>
                  <a:cubicBezTo>
                    <a:pt x="1953" y="2795"/>
                    <a:pt x="1494" y="2106"/>
                    <a:pt x="996" y="1608"/>
                  </a:cubicBezTo>
                  <a:cubicBezTo>
                    <a:pt x="805" y="1379"/>
                    <a:pt x="613" y="1149"/>
                    <a:pt x="383" y="958"/>
                  </a:cubicBezTo>
                  <a:cubicBezTo>
                    <a:pt x="269" y="766"/>
                    <a:pt x="1" y="613"/>
                    <a:pt x="39" y="345"/>
                  </a:cubicBezTo>
                  <a:cubicBezTo>
                    <a:pt x="77" y="77"/>
                    <a:pt x="498" y="0"/>
                    <a:pt x="575" y="268"/>
                  </a:cubicBezTo>
                  <a:cubicBezTo>
                    <a:pt x="843" y="651"/>
                    <a:pt x="1226" y="958"/>
                    <a:pt x="1494" y="1302"/>
                  </a:cubicBezTo>
                  <a:cubicBezTo>
                    <a:pt x="1915" y="1723"/>
                    <a:pt x="2259" y="2221"/>
                    <a:pt x="2757" y="2489"/>
                  </a:cubicBezTo>
                  <a:cubicBezTo>
                    <a:pt x="3025" y="2565"/>
                    <a:pt x="3255" y="2489"/>
                    <a:pt x="3523" y="2412"/>
                  </a:cubicBezTo>
                  <a:cubicBezTo>
                    <a:pt x="4135" y="2221"/>
                    <a:pt x="4556" y="1647"/>
                    <a:pt x="4633" y="996"/>
                  </a:cubicBezTo>
                  <a:cubicBezTo>
                    <a:pt x="4671" y="728"/>
                    <a:pt x="4442" y="345"/>
                    <a:pt x="4824" y="230"/>
                  </a:cubicBezTo>
                  <a:cubicBezTo>
                    <a:pt x="5284" y="154"/>
                    <a:pt x="5246" y="996"/>
                    <a:pt x="5169" y="1302"/>
                  </a:cubicBezTo>
                  <a:cubicBezTo>
                    <a:pt x="4978" y="2412"/>
                    <a:pt x="3791" y="3293"/>
                    <a:pt x="2642" y="30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8"/>
            <p:cNvSpPr/>
            <p:nvPr/>
          </p:nvSpPr>
          <p:spPr>
            <a:xfrm>
              <a:off x="3629100" y="2305225"/>
              <a:ext cx="171350" cy="155075"/>
            </a:xfrm>
            <a:custGeom>
              <a:avLst/>
              <a:gdLst/>
              <a:ahLst/>
              <a:cxnLst/>
              <a:rect l="l" t="t" r="r" b="b"/>
              <a:pathLst>
                <a:path w="6854" h="6203" extrusionOk="0">
                  <a:moveTo>
                    <a:pt x="4058" y="6126"/>
                  </a:moveTo>
                  <a:cubicBezTo>
                    <a:pt x="2987" y="5973"/>
                    <a:pt x="2183" y="5131"/>
                    <a:pt x="1685" y="4212"/>
                  </a:cubicBezTo>
                  <a:cubicBezTo>
                    <a:pt x="1149" y="3293"/>
                    <a:pt x="613" y="2413"/>
                    <a:pt x="115" y="1456"/>
                  </a:cubicBezTo>
                  <a:cubicBezTo>
                    <a:pt x="0" y="1073"/>
                    <a:pt x="575" y="920"/>
                    <a:pt x="689" y="1341"/>
                  </a:cubicBezTo>
                  <a:cubicBezTo>
                    <a:pt x="1225" y="2298"/>
                    <a:pt x="1761" y="3293"/>
                    <a:pt x="2374" y="4212"/>
                  </a:cubicBezTo>
                  <a:cubicBezTo>
                    <a:pt x="2987" y="5246"/>
                    <a:pt x="3982" y="5973"/>
                    <a:pt x="5169" y="5322"/>
                  </a:cubicBezTo>
                  <a:cubicBezTo>
                    <a:pt x="6011" y="4978"/>
                    <a:pt x="6279" y="4135"/>
                    <a:pt x="6241" y="3293"/>
                  </a:cubicBezTo>
                  <a:cubicBezTo>
                    <a:pt x="6202" y="2795"/>
                    <a:pt x="6011" y="2374"/>
                    <a:pt x="5820" y="1915"/>
                  </a:cubicBezTo>
                  <a:cubicBezTo>
                    <a:pt x="5590" y="1417"/>
                    <a:pt x="5245" y="958"/>
                    <a:pt x="4939" y="498"/>
                  </a:cubicBezTo>
                  <a:cubicBezTo>
                    <a:pt x="4824" y="384"/>
                    <a:pt x="4862" y="192"/>
                    <a:pt x="4977" y="77"/>
                  </a:cubicBezTo>
                  <a:cubicBezTo>
                    <a:pt x="5092" y="1"/>
                    <a:pt x="5284" y="39"/>
                    <a:pt x="5398" y="154"/>
                  </a:cubicBezTo>
                  <a:cubicBezTo>
                    <a:pt x="5705" y="613"/>
                    <a:pt x="6049" y="1073"/>
                    <a:pt x="6317" y="1570"/>
                  </a:cubicBezTo>
                  <a:cubicBezTo>
                    <a:pt x="6547" y="2106"/>
                    <a:pt x="6777" y="2681"/>
                    <a:pt x="6815" y="3255"/>
                  </a:cubicBezTo>
                  <a:cubicBezTo>
                    <a:pt x="6853" y="3944"/>
                    <a:pt x="6700" y="4671"/>
                    <a:pt x="6279" y="5207"/>
                  </a:cubicBezTo>
                  <a:cubicBezTo>
                    <a:pt x="5705" y="5820"/>
                    <a:pt x="4901" y="6203"/>
                    <a:pt x="4097" y="61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8"/>
            <p:cNvSpPr/>
            <p:nvPr/>
          </p:nvSpPr>
          <p:spPr>
            <a:xfrm>
              <a:off x="3866450" y="1972175"/>
              <a:ext cx="152200" cy="196225"/>
            </a:xfrm>
            <a:custGeom>
              <a:avLst/>
              <a:gdLst/>
              <a:ahLst/>
              <a:cxnLst/>
              <a:rect l="l" t="t" r="r" b="b"/>
              <a:pathLst>
                <a:path w="6088" h="7849" extrusionOk="0">
                  <a:moveTo>
                    <a:pt x="3599" y="7542"/>
                  </a:moveTo>
                  <a:cubicBezTo>
                    <a:pt x="2489" y="7351"/>
                    <a:pt x="1915" y="6164"/>
                    <a:pt x="1379" y="5283"/>
                  </a:cubicBezTo>
                  <a:cubicBezTo>
                    <a:pt x="1073" y="4747"/>
                    <a:pt x="805" y="4211"/>
                    <a:pt x="537" y="3714"/>
                  </a:cubicBezTo>
                  <a:cubicBezTo>
                    <a:pt x="422" y="3407"/>
                    <a:pt x="1" y="2871"/>
                    <a:pt x="460" y="2718"/>
                  </a:cubicBezTo>
                  <a:cubicBezTo>
                    <a:pt x="613" y="2680"/>
                    <a:pt x="766" y="2795"/>
                    <a:pt x="805" y="2948"/>
                  </a:cubicBezTo>
                  <a:cubicBezTo>
                    <a:pt x="1034" y="3484"/>
                    <a:pt x="1341" y="4020"/>
                    <a:pt x="1609" y="4518"/>
                  </a:cubicBezTo>
                  <a:cubicBezTo>
                    <a:pt x="2068" y="5321"/>
                    <a:pt x="2489" y="6164"/>
                    <a:pt x="3178" y="6776"/>
                  </a:cubicBezTo>
                  <a:cubicBezTo>
                    <a:pt x="4059" y="7312"/>
                    <a:pt x="5131" y="6929"/>
                    <a:pt x="5322" y="5896"/>
                  </a:cubicBezTo>
                  <a:cubicBezTo>
                    <a:pt x="5628" y="4403"/>
                    <a:pt x="4748" y="2948"/>
                    <a:pt x="4174" y="1608"/>
                  </a:cubicBezTo>
                  <a:cubicBezTo>
                    <a:pt x="4021" y="1225"/>
                    <a:pt x="3791" y="842"/>
                    <a:pt x="3599" y="459"/>
                  </a:cubicBezTo>
                  <a:cubicBezTo>
                    <a:pt x="3485" y="345"/>
                    <a:pt x="3561" y="153"/>
                    <a:pt x="3676" y="77"/>
                  </a:cubicBezTo>
                  <a:cubicBezTo>
                    <a:pt x="3829" y="0"/>
                    <a:pt x="4021" y="77"/>
                    <a:pt x="4097" y="191"/>
                  </a:cubicBezTo>
                  <a:cubicBezTo>
                    <a:pt x="4365" y="689"/>
                    <a:pt x="4595" y="1187"/>
                    <a:pt x="4863" y="1685"/>
                  </a:cubicBezTo>
                  <a:cubicBezTo>
                    <a:pt x="5322" y="2756"/>
                    <a:pt x="5858" y="3790"/>
                    <a:pt x="5935" y="4977"/>
                  </a:cubicBezTo>
                  <a:cubicBezTo>
                    <a:pt x="6088" y="6393"/>
                    <a:pt x="5207" y="7848"/>
                    <a:pt x="3599" y="75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8"/>
            <p:cNvSpPr/>
            <p:nvPr/>
          </p:nvSpPr>
          <p:spPr>
            <a:xfrm>
              <a:off x="4232075" y="1903250"/>
              <a:ext cx="149325" cy="149325"/>
            </a:xfrm>
            <a:custGeom>
              <a:avLst/>
              <a:gdLst/>
              <a:ahLst/>
              <a:cxnLst/>
              <a:rect l="l" t="t" r="r" b="b"/>
              <a:pathLst>
                <a:path w="5973" h="5973" extrusionOk="0">
                  <a:moveTo>
                    <a:pt x="3905" y="5896"/>
                  </a:moveTo>
                  <a:cubicBezTo>
                    <a:pt x="2489" y="5820"/>
                    <a:pt x="1991" y="4824"/>
                    <a:pt x="1340" y="3714"/>
                  </a:cubicBezTo>
                  <a:cubicBezTo>
                    <a:pt x="996" y="3140"/>
                    <a:pt x="651" y="2566"/>
                    <a:pt x="306" y="2030"/>
                  </a:cubicBezTo>
                  <a:cubicBezTo>
                    <a:pt x="153" y="1800"/>
                    <a:pt x="0" y="1455"/>
                    <a:pt x="306" y="1341"/>
                  </a:cubicBezTo>
                  <a:cubicBezTo>
                    <a:pt x="460" y="1264"/>
                    <a:pt x="613" y="1341"/>
                    <a:pt x="689" y="1494"/>
                  </a:cubicBezTo>
                  <a:cubicBezTo>
                    <a:pt x="1034" y="2259"/>
                    <a:pt x="1608" y="2948"/>
                    <a:pt x="1991" y="3714"/>
                  </a:cubicBezTo>
                  <a:cubicBezTo>
                    <a:pt x="2259" y="4097"/>
                    <a:pt x="2450" y="4556"/>
                    <a:pt x="2833" y="4901"/>
                  </a:cubicBezTo>
                  <a:cubicBezTo>
                    <a:pt x="3293" y="5284"/>
                    <a:pt x="3943" y="5475"/>
                    <a:pt x="4479" y="5207"/>
                  </a:cubicBezTo>
                  <a:cubicBezTo>
                    <a:pt x="5704" y="4403"/>
                    <a:pt x="5322" y="2566"/>
                    <a:pt x="4939" y="1379"/>
                  </a:cubicBezTo>
                  <a:cubicBezTo>
                    <a:pt x="4862" y="1073"/>
                    <a:pt x="4747" y="728"/>
                    <a:pt x="4594" y="422"/>
                  </a:cubicBezTo>
                  <a:cubicBezTo>
                    <a:pt x="4518" y="269"/>
                    <a:pt x="4632" y="115"/>
                    <a:pt x="4747" y="77"/>
                  </a:cubicBezTo>
                  <a:cubicBezTo>
                    <a:pt x="4900" y="1"/>
                    <a:pt x="5054" y="77"/>
                    <a:pt x="5130" y="230"/>
                  </a:cubicBezTo>
                  <a:cubicBezTo>
                    <a:pt x="5322" y="728"/>
                    <a:pt x="5513" y="1226"/>
                    <a:pt x="5666" y="1762"/>
                  </a:cubicBezTo>
                  <a:cubicBezTo>
                    <a:pt x="5858" y="2604"/>
                    <a:pt x="5972" y="3484"/>
                    <a:pt x="5743" y="4327"/>
                  </a:cubicBezTo>
                  <a:cubicBezTo>
                    <a:pt x="5551" y="5169"/>
                    <a:pt x="4824" y="5973"/>
                    <a:pt x="3905" y="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8"/>
            <p:cNvSpPr/>
            <p:nvPr/>
          </p:nvSpPr>
          <p:spPr>
            <a:xfrm>
              <a:off x="5052300" y="2300450"/>
              <a:ext cx="59350" cy="169425"/>
            </a:xfrm>
            <a:custGeom>
              <a:avLst/>
              <a:gdLst/>
              <a:ahLst/>
              <a:cxnLst/>
              <a:rect l="l" t="t" r="r" b="b"/>
              <a:pathLst>
                <a:path w="2374" h="6777" extrusionOk="0">
                  <a:moveTo>
                    <a:pt x="2068" y="6777"/>
                  </a:moveTo>
                  <a:cubicBezTo>
                    <a:pt x="1302" y="6777"/>
                    <a:pt x="498" y="6279"/>
                    <a:pt x="230" y="5513"/>
                  </a:cubicBezTo>
                  <a:cubicBezTo>
                    <a:pt x="0" y="4671"/>
                    <a:pt x="307" y="3752"/>
                    <a:pt x="460" y="2910"/>
                  </a:cubicBezTo>
                  <a:cubicBezTo>
                    <a:pt x="651" y="2144"/>
                    <a:pt x="881" y="1417"/>
                    <a:pt x="1072" y="651"/>
                  </a:cubicBezTo>
                  <a:cubicBezTo>
                    <a:pt x="1149" y="421"/>
                    <a:pt x="1149" y="0"/>
                    <a:pt x="1532" y="39"/>
                  </a:cubicBezTo>
                  <a:cubicBezTo>
                    <a:pt x="1685" y="39"/>
                    <a:pt x="1800" y="230"/>
                    <a:pt x="1761" y="421"/>
                  </a:cubicBezTo>
                  <a:cubicBezTo>
                    <a:pt x="1685" y="613"/>
                    <a:pt x="1647" y="804"/>
                    <a:pt x="1570" y="996"/>
                  </a:cubicBezTo>
                  <a:cubicBezTo>
                    <a:pt x="1302" y="1953"/>
                    <a:pt x="1034" y="2948"/>
                    <a:pt x="843" y="3905"/>
                  </a:cubicBezTo>
                  <a:cubicBezTo>
                    <a:pt x="651" y="4824"/>
                    <a:pt x="575" y="5743"/>
                    <a:pt x="1608" y="6087"/>
                  </a:cubicBezTo>
                  <a:cubicBezTo>
                    <a:pt x="1876" y="6241"/>
                    <a:pt x="2374" y="6049"/>
                    <a:pt x="2374" y="6470"/>
                  </a:cubicBezTo>
                  <a:cubicBezTo>
                    <a:pt x="2374" y="6623"/>
                    <a:pt x="2221" y="6777"/>
                    <a:pt x="2068" y="67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8"/>
            <p:cNvSpPr/>
            <p:nvPr/>
          </p:nvSpPr>
          <p:spPr>
            <a:xfrm>
              <a:off x="4456975" y="4123700"/>
              <a:ext cx="617350" cy="278550"/>
            </a:xfrm>
            <a:custGeom>
              <a:avLst/>
              <a:gdLst/>
              <a:ahLst/>
              <a:cxnLst/>
              <a:rect l="l" t="t" r="r" b="b"/>
              <a:pathLst>
                <a:path w="24694" h="11142" extrusionOk="0">
                  <a:moveTo>
                    <a:pt x="39" y="10873"/>
                  </a:moveTo>
                  <a:cubicBezTo>
                    <a:pt x="1" y="10720"/>
                    <a:pt x="116" y="10567"/>
                    <a:pt x="269" y="10567"/>
                  </a:cubicBezTo>
                  <a:cubicBezTo>
                    <a:pt x="575" y="10491"/>
                    <a:pt x="920" y="10452"/>
                    <a:pt x="1226" y="10414"/>
                  </a:cubicBezTo>
                  <a:cubicBezTo>
                    <a:pt x="1609" y="10376"/>
                    <a:pt x="1992" y="10261"/>
                    <a:pt x="2374" y="10184"/>
                  </a:cubicBezTo>
                  <a:cubicBezTo>
                    <a:pt x="3638" y="9916"/>
                    <a:pt x="4901" y="9572"/>
                    <a:pt x="6126" y="9227"/>
                  </a:cubicBezTo>
                  <a:cubicBezTo>
                    <a:pt x="8730" y="8576"/>
                    <a:pt x="11256" y="7581"/>
                    <a:pt x="13783" y="6586"/>
                  </a:cubicBezTo>
                  <a:cubicBezTo>
                    <a:pt x="17152" y="5207"/>
                    <a:pt x="20444" y="3485"/>
                    <a:pt x="23239" y="1111"/>
                  </a:cubicBezTo>
                  <a:cubicBezTo>
                    <a:pt x="23584" y="805"/>
                    <a:pt x="23852" y="460"/>
                    <a:pt x="24158" y="116"/>
                  </a:cubicBezTo>
                  <a:cubicBezTo>
                    <a:pt x="24273" y="1"/>
                    <a:pt x="24464" y="1"/>
                    <a:pt x="24579" y="116"/>
                  </a:cubicBezTo>
                  <a:cubicBezTo>
                    <a:pt x="24694" y="231"/>
                    <a:pt x="24694" y="384"/>
                    <a:pt x="24579" y="499"/>
                  </a:cubicBezTo>
                  <a:cubicBezTo>
                    <a:pt x="24234" y="920"/>
                    <a:pt x="23890" y="1341"/>
                    <a:pt x="23469" y="1685"/>
                  </a:cubicBezTo>
                  <a:cubicBezTo>
                    <a:pt x="22091" y="2796"/>
                    <a:pt x="20597" y="3791"/>
                    <a:pt x="19066" y="4672"/>
                  </a:cubicBezTo>
                  <a:cubicBezTo>
                    <a:pt x="17650" y="5514"/>
                    <a:pt x="16157" y="6165"/>
                    <a:pt x="14664" y="6815"/>
                  </a:cubicBezTo>
                  <a:cubicBezTo>
                    <a:pt x="12137" y="7849"/>
                    <a:pt x="9610" y="8844"/>
                    <a:pt x="7007" y="9572"/>
                  </a:cubicBezTo>
                  <a:cubicBezTo>
                    <a:pt x="5131" y="10070"/>
                    <a:pt x="3293" y="10644"/>
                    <a:pt x="1417" y="10950"/>
                  </a:cubicBezTo>
                  <a:cubicBezTo>
                    <a:pt x="1034" y="11027"/>
                    <a:pt x="690" y="11065"/>
                    <a:pt x="345" y="11103"/>
                  </a:cubicBezTo>
                  <a:cubicBezTo>
                    <a:pt x="192" y="11141"/>
                    <a:pt x="39" y="11027"/>
                    <a:pt x="39" y="108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8"/>
            <p:cNvSpPr/>
            <p:nvPr/>
          </p:nvSpPr>
          <p:spPr>
            <a:xfrm>
              <a:off x="4422525" y="4082550"/>
              <a:ext cx="717850" cy="487200"/>
            </a:xfrm>
            <a:custGeom>
              <a:avLst/>
              <a:gdLst/>
              <a:ahLst/>
              <a:cxnLst/>
              <a:rect l="l" t="t" r="r" b="b"/>
              <a:pathLst>
                <a:path w="28714" h="19488" extrusionOk="0">
                  <a:moveTo>
                    <a:pt x="3063" y="19181"/>
                  </a:moveTo>
                  <a:cubicBezTo>
                    <a:pt x="2336" y="19028"/>
                    <a:pt x="1532" y="18798"/>
                    <a:pt x="996" y="18185"/>
                  </a:cubicBezTo>
                  <a:cubicBezTo>
                    <a:pt x="690" y="17841"/>
                    <a:pt x="651" y="17343"/>
                    <a:pt x="537" y="16884"/>
                  </a:cubicBezTo>
                  <a:cubicBezTo>
                    <a:pt x="307" y="15276"/>
                    <a:pt x="1" y="13668"/>
                    <a:pt x="77" y="12060"/>
                  </a:cubicBezTo>
                  <a:cubicBezTo>
                    <a:pt x="154" y="11294"/>
                    <a:pt x="307" y="10720"/>
                    <a:pt x="1149" y="10567"/>
                  </a:cubicBezTo>
                  <a:cubicBezTo>
                    <a:pt x="1302" y="10490"/>
                    <a:pt x="1494" y="10529"/>
                    <a:pt x="1570" y="10682"/>
                  </a:cubicBezTo>
                  <a:cubicBezTo>
                    <a:pt x="1685" y="10950"/>
                    <a:pt x="1417" y="11103"/>
                    <a:pt x="1187" y="11141"/>
                  </a:cubicBezTo>
                  <a:cubicBezTo>
                    <a:pt x="1073" y="11180"/>
                    <a:pt x="958" y="11180"/>
                    <a:pt x="881" y="11294"/>
                  </a:cubicBezTo>
                  <a:cubicBezTo>
                    <a:pt x="269" y="12290"/>
                    <a:pt x="958" y="15620"/>
                    <a:pt x="1149" y="16884"/>
                  </a:cubicBezTo>
                  <a:cubicBezTo>
                    <a:pt x="1226" y="17420"/>
                    <a:pt x="1302" y="17879"/>
                    <a:pt x="1838" y="18147"/>
                  </a:cubicBezTo>
                  <a:cubicBezTo>
                    <a:pt x="3293" y="18913"/>
                    <a:pt x="5054" y="18760"/>
                    <a:pt x="6662" y="18683"/>
                  </a:cubicBezTo>
                  <a:cubicBezTo>
                    <a:pt x="12596" y="18185"/>
                    <a:pt x="18224" y="15927"/>
                    <a:pt x="23201" y="12826"/>
                  </a:cubicBezTo>
                  <a:cubicBezTo>
                    <a:pt x="24694" y="11869"/>
                    <a:pt x="26187" y="10835"/>
                    <a:pt x="27412" y="9572"/>
                  </a:cubicBezTo>
                  <a:cubicBezTo>
                    <a:pt x="28139" y="8729"/>
                    <a:pt x="28139" y="7543"/>
                    <a:pt x="28063" y="6509"/>
                  </a:cubicBezTo>
                  <a:cubicBezTo>
                    <a:pt x="27986" y="5475"/>
                    <a:pt x="27756" y="4480"/>
                    <a:pt x="27488" y="3485"/>
                  </a:cubicBezTo>
                  <a:cubicBezTo>
                    <a:pt x="27220" y="2642"/>
                    <a:pt x="27029" y="1723"/>
                    <a:pt x="26455" y="1034"/>
                  </a:cubicBezTo>
                  <a:cubicBezTo>
                    <a:pt x="26263" y="805"/>
                    <a:pt x="25957" y="690"/>
                    <a:pt x="25651" y="690"/>
                  </a:cubicBezTo>
                  <a:cubicBezTo>
                    <a:pt x="25459" y="690"/>
                    <a:pt x="25230" y="690"/>
                    <a:pt x="25191" y="422"/>
                  </a:cubicBezTo>
                  <a:cubicBezTo>
                    <a:pt x="25191" y="269"/>
                    <a:pt x="25306" y="116"/>
                    <a:pt x="25459" y="116"/>
                  </a:cubicBezTo>
                  <a:cubicBezTo>
                    <a:pt x="26761" y="1"/>
                    <a:pt x="27374" y="1226"/>
                    <a:pt x="27718" y="2259"/>
                  </a:cubicBezTo>
                  <a:cubicBezTo>
                    <a:pt x="28216" y="3906"/>
                    <a:pt x="28637" y="5628"/>
                    <a:pt x="28675" y="7351"/>
                  </a:cubicBezTo>
                  <a:cubicBezTo>
                    <a:pt x="28713" y="8997"/>
                    <a:pt x="28024" y="9954"/>
                    <a:pt x="26761" y="10950"/>
                  </a:cubicBezTo>
                  <a:cubicBezTo>
                    <a:pt x="24923" y="12558"/>
                    <a:pt x="22818" y="13821"/>
                    <a:pt x="20674" y="14970"/>
                  </a:cubicBezTo>
                  <a:cubicBezTo>
                    <a:pt x="16884" y="16960"/>
                    <a:pt x="12749" y="18453"/>
                    <a:pt x="8500" y="19066"/>
                  </a:cubicBezTo>
                  <a:cubicBezTo>
                    <a:pt x="6700" y="19257"/>
                    <a:pt x="4863" y="19487"/>
                    <a:pt x="3063" y="191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8"/>
            <p:cNvSpPr/>
            <p:nvPr/>
          </p:nvSpPr>
          <p:spPr>
            <a:xfrm>
              <a:off x="4500050" y="4555350"/>
              <a:ext cx="40225" cy="134975"/>
            </a:xfrm>
            <a:custGeom>
              <a:avLst/>
              <a:gdLst/>
              <a:ahLst/>
              <a:cxnLst/>
              <a:rect l="l" t="t" r="r" b="b"/>
              <a:pathLst>
                <a:path w="1609" h="5399" extrusionOk="0">
                  <a:moveTo>
                    <a:pt x="996" y="5016"/>
                  </a:moveTo>
                  <a:cubicBezTo>
                    <a:pt x="766" y="4059"/>
                    <a:pt x="575" y="3102"/>
                    <a:pt x="345" y="2145"/>
                  </a:cubicBezTo>
                  <a:cubicBezTo>
                    <a:pt x="192" y="1571"/>
                    <a:pt x="1" y="958"/>
                    <a:pt x="1" y="384"/>
                  </a:cubicBezTo>
                  <a:cubicBezTo>
                    <a:pt x="39" y="1"/>
                    <a:pt x="613" y="77"/>
                    <a:pt x="537" y="460"/>
                  </a:cubicBezTo>
                  <a:cubicBezTo>
                    <a:pt x="537" y="460"/>
                    <a:pt x="537" y="422"/>
                    <a:pt x="537" y="422"/>
                  </a:cubicBezTo>
                  <a:cubicBezTo>
                    <a:pt x="728" y="1532"/>
                    <a:pt x="1073" y="2604"/>
                    <a:pt x="1264" y="3714"/>
                  </a:cubicBezTo>
                  <a:cubicBezTo>
                    <a:pt x="1379" y="4136"/>
                    <a:pt x="1455" y="4480"/>
                    <a:pt x="1532" y="4863"/>
                  </a:cubicBezTo>
                  <a:cubicBezTo>
                    <a:pt x="1609" y="5246"/>
                    <a:pt x="1073" y="5399"/>
                    <a:pt x="996" y="50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8"/>
            <p:cNvSpPr/>
            <p:nvPr/>
          </p:nvSpPr>
          <p:spPr>
            <a:xfrm>
              <a:off x="5114500" y="4312250"/>
              <a:ext cx="63200" cy="152200"/>
            </a:xfrm>
            <a:custGeom>
              <a:avLst/>
              <a:gdLst/>
              <a:ahLst/>
              <a:cxnLst/>
              <a:rect l="l" t="t" r="r" b="b"/>
              <a:pathLst>
                <a:path w="2528" h="6088" extrusionOk="0">
                  <a:moveTo>
                    <a:pt x="1953" y="5896"/>
                  </a:moveTo>
                  <a:cubicBezTo>
                    <a:pt x="1226" y="4135"/>
                    <a:pt x="728" y="2298"/>
                    <a:pt x="77" y="498"/>
                  </a:cubicBezTo>
                  <a:cubicBezTo>
                    <a:pt x="1" y="77"/>
                    <a:pt x="575" y="1"/>
                    <a:pt x="652" y="384"/>
                  </a:cubicBezTo>
                  <a:cubicBezTo>
                    <a:pt x="1149" y="1762"/>
                    <a:pt x="1570" y="3217"/>
                    <a:pt x="2068" y="4595"/>
                  </a:cubicBezTo>
                  <a:cubicBezTo>
                    <a:pt x="2183" y="4978"/>
                    <a:pt x="2336" y="5322"/>
                    <a:pt x="2489" y="5667"/>
                  </a:cubicBezTo>
                  <a:cubicBezTo>
                    <a:pt x="2528" y="5820"/>
                    <a:pt x="2489" y="5973"/>
                    <a:pt x="2336" y="6050"/>
                  </a:cubicBezTo>
                  <a:cubicBezTo>
                    <a:pt x="2183" y="6088"/>
                    <a:pt x="2030" y="6050"/>
                    <a:pt x="1953" y="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8"/>
            <p:cNvSpPr/>
            <p:nvPr/>
          </p:nvSpPr>
          <p:spPr>
            <a:xfrm>
              <a:off x="4520150" y="4456775"/>
              <a:ext cx="664250" cy="243125"/>
            </a:xfrm>
            <a:custGeom>
              <a:avLst/>
              <a:gdLst/>
              <a:ahLst/>
              <a:cxnLst/>
              <a:rect l="l" t="t" r="r" b="b"/>
              <a:pathLst>
                <a:path w="26570" h="9725" extrusionOk="0">
                  <a:moveTo>
                    <a:pt x="1" y="9304"/>
                  </a:moveTo>
                  <a:cubicBezTo>
                    <a:pt x="1" y="9150"/>
                    <a:pt x="77" y="9036"/>
                    <a:pt x="230" y="8997"/>
                  </a:cubicBezTo>
                  <a:cubicBezTo>
                    <a:pt x="537" y="8959"/>
                    <a:pt x="843" y="8921"/>
                    <a:pt x="1149" y="8882"/>
                  </a:cubicBezTo>
                  <a:cubicBezTo>
                    <a:pt x="2834" y="8653"/>
                    <a:pt x="4556" y="8385"/>
                    <a:pt x="6241" y="8040"/>
                  </a:cubicBezTo>
                  <a:lnTo>
                    <a:pt x="6241" y="8040"/>
                  </a:lnTo>
                  <a:cubicBezTo>
                    <a:pt x="7504" y="7734"/>
                    <a:pt x="8806" y="7504"/>
                    <a:pt x="10069" y="7121"/>
                  </a:cubicBezTo>
                  <a:cubicBezTo>
                    <a:pt x="11524" y="6739"/>
                    <a:pt x="12940" y="6203"/>
                    <a:pt x="14357" y="5705"/>
                  </a:cubicBezTo>
                  <a:cubicBezTo>
                    <a:pt x="16080" y="5054"/>
                    <a:pt x="17803" y="4442"/>
                    <a:pt x="19449" y="3676"/>
                  </a:cubicBezTo>
                  <a:cubicBezTo>
                    <a:pt x="20674" y="3140"/>
                    <a:pt x="21899" y="2642"/>
                    <a:pt x="23086" y="2030"/>
                  </a:cubicBezTo>
                  <a:cubicBezTo>
                    <a:pt x="23890" y="1609"/>
                    <a:pt x="24655" y="1149"/>
                    <a:pt x="25383" y="651"/>
                  </a:cubicBezTo>
                  <a:cubicBezTo>
                    <a:pt x="25574" y="537"/>
                    <a:pt x="25727" y="422"/>
                    <a:pt x="25880" y="269"/>
                  </a:cubicBezTo>
                  <a:cubicBezTo>
                    <a:pt x="25995" y="115"/>
                    <a:pt x="26225" y="1"/>
                    <a:pt x="26378" y="154"/>
                  </a:cubicBezTo>
                  <a:cubicBezTo>
                    <a:pt x="26569" y="345"/>
                    <a:pt x="26416" y="575"/>
                    <a:pt x="26225" y="728"/>
                  </a:cubicBezTo>
                  <a:cubicBezTo>
                    <a:pt x="25842" y="1073"/>
                    <a:pt x="25383" y="1341"/>
                    <a:pt x="24962" y="1609"/>
                  </a:cubicBezTo>
                  <a:cubicBezTo>
                    <a:pt x="23660" y="2413"/>
                    <a:pt x="22282" y="3063"/>
                    <a:pt x="20903" y="3676"/>
                  </a:cubicBezTo>
                  <a:cubicBezTo>
                    <a:pt x="19219" y="4442"/>
                    <a:pt x="17535" y="5131"/>
                    <a:pt x="15812" y="5743"/>
                  </a:cubicBezTo>
                  <a:cubicBezTo>
                    <a:pt x="14127" y="6394"/>
                    <a:pt x="12481" y="7007"/>
                    <a:pt x="10758" y="7504"/>
                  </a:cubicBezTo>
                  <a:cubicBezTo>
                    <a:pt x="9304" y="7964"/>
                    <a:pt x="7810" y="8270"/>
                    <a:pt x="6317" y="8614"/>
                  </a:cubicBezTo>
                  <a:cubicBezTo>
                    <a:pt x="4518" y="8997"/>
                    <a:pt x="2719" y="9227"/>
                    <a:pt x="881" y="9495"/>
                  </a:cubicBezTo>
                  <a:cubicBezTo>
                    <a:pt x="575" y="9495"/>
                    <a:pt x="115" y="9725"/>
                    <a:pt x="1" y="93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8"/>
            <p:cNvSpPr/>
            <p:nvPr/>
          </p:nvSpPr>
          <p:spPr>
            <a:xfrm>
              <a:off x="4488575" y="4427100"/>
              <a:ext cx="772400" cy="434550"/>
            </a:xfrm>
            <a:custGeom>
              <a:avLst/>
              <a:gdLst/>
              <a:ahLst/>
              <a:cxnLst/>
              <a:rect l="l" t="t" r="r" b="b"/>
              <a:pathLst>
                <a:path w="30896" h="17382" extrusionOk="0">
                  <a:moveTo>
                    <a:pt x="4441" y="17229"/>
                  </a:moveTo>
                  <a:cubicBezTo>
                    <a:pt x="3522" y="17114"/>
                    <a:pt x="1110" y="16922"/>
                    <a:pt x="842" y="15927"/>
                  </a:cubicBezTo>
                  <a:cubicBezTo>
                    <a:pt x="689" y="15391"/>
                    <a:pt x="613" y="14817"/>
                    <a:pt x="498" y="14242"/>
                  </a:cubicBezTo>
                  <a:cubicBezTo>
                    <a:pt x="306" y="13017"/>
                    <a:pt x="77" y="11792"/>
                    <a:pt x="38" y="10529"/>
                  </a:cubicBezTo>
                  <a:cubicBezTo>
                    <a:pt x="0" y="9687"/>
                    <a:pt x="383" y="8538"/>
                    <a:pt x="1417" y="8538"/>
                  </a:cubicBezTo>
                  <a:cubicBezTo>
                    <a:pt x="1800" y="8500"/>
                    <a:pt x="1838" y="9036"/>
                    <a:pt x="1493" y="9112"/>
                  </a:cubicBezTo>
                  <a:cubicBezTo>
                    <a:pt x="1110" y="9074"/>
                    <a:pt x="842" y="9342"/>
                    <a:pt x="728" y="9687"/>
                  </a:cubicBezTo>
                  <a:cubicBezTo>
                    <a:pt x="574" y="10108"/>
                    <a:pt x="613" y="10605"/>
                    <a:pt x="651" y="11027"/>
                  </a:cubicBezTo>
                  <a:cubicBezTo>
                    <a:pt x="766" y="12213"/>
                    <a:pt x="957" y="13438"/>
                    <a:pt x="1149" y="14625"/>
                  </a:cubicBezTo>
                  <a:cubicBezTo>
                    <a:pt x="1187" y="14855"/>
                    <a:pt x="1225" y="15123"/>
                    <a:pt x="1302" y="15353"/>
                  </a:cubicBezTo>
                  <a:cubicBezTo>
                    <a:pt x="1340" y="15621"/>
                    <a:pt x="1417" y="15965"/>
                    <a:pt x="1723" y="16080"/>
                  </a:cubicBezTo>
                  <a:cubicBezTo>
                    <a:pt x="2757" y="16501"/>
                    <a:pt x="3905" y="16616"/>
                    <a:pt x="5015" y="16693"/>
                  </a:cubicBezTo>
                  <a:cubicBezTo>
                    <a:pt x="7734" y="16769"/>
                    <a:pt x="10490" y="16578"/>
                    <a:pt x="13170" y="16118"/>
                  </a:cubicBezTo>
                  <a:cubicBezTo>
                    <a:pt x="15275" y="15697"/>
                    <a:pt x="17304" y="15046"/>
                    <a:pt x="19333" y="14319"/>
                  </a:cubicBezTo>
                  <a:cubicBezTo>
                    <a:pt x="21439" y="13592"/>
                    <a:pt x="23353" y="12405"/>
                    <a:pt x="25306" y="11333"/>
                  </a:cubicBezTo>
                  <a:cubicBezTo>
                    <a:pt x="26722" y="10529"/>
                    <a:pt x="28024" y="9687"/>
                    <a:pt x="29249" y="8615"/>
                  </a:cubicBezTo>
                  <a:cubicBezTo>
                    <a:pt x="29670" y="8232"/>
                    <a:pt x="30130" y="7734"/>
                    <a:pt x="30130" y="7122"/>
                  </a:cubicBezTo>
                  <a:cubicBezTo>
                    <a:pt x="30168" y="6203"/>
                    <a:pt x="29938" y="5322"/>
                    <a:pt x="29708" y="4480"/>
                  </a:cubicBezTo>
                  <a:cubicBezTo>
                    <a:pt x="29517" y="3676"/>
                    <a:pt x="29172" y="2834"/>
                    <a:pt x="28790" y="2106"/>
                  </a:cubicBezTo>
                  <a:cubicBezTo>
                    <a:pt x="28483" y="1494"/>
                    <a:pt x="28100" y="767"/>
                    <a:pt x="27373" y="652"/>
                  </a:cubicBezTo>
                  <a:cubicBezTo>
                    <a:pt x="27143" y="613"/>
                    <a:pt x="26837" y="728"/>
                    <a:pt x="26761" y="422"/>
                  </a:cubicBezTo>
                  <a:cubicBezTo>
                    <a:pt x="26761" y="269"/>
                    <a:pt x="26837" y="116"/>
                    <a:pt x="26990" y="77"/>
                  </a:cubicBezTo>
                  <a:cubicBezTo>
                    <a:pt x="27986" y="1"/>
                    <a:pt x="28713" y="690"/>
                    <a:pt x="29096" y="1494"/>
                  </a:cubicBezTo>
                  <a:cubicBezTo>
                    <a:pt x="29555" y="2260"/>
                    <a:pt x="29900" y="3102"/>
                    <a:pt x="30168" y="3944"/>
                  </a:cubicBezTo>
                  <a:cubicBezTo>
                    <a:pt x="30474" y="5169"/>
                    <a:pt x="30895" y="6433"/>
                    <a:pt x="30627" y="7696"/>
                  </a:cubicBezTo>
                  <a:cubicBezTo>
                    <a:pt x="30206" y="9036"/>
                    <a:pt x="27679" y="10529"/>
                    <a:pt x="26493" y="11333"/>
                  </a:cubicBezTo>
                  <a:cubicBezTo>
                    <a:pt x="25421" y="11984"/>
                    <a:pt x="24272" y="12558"/>
                    <a:pt x="23162" y="13170"/>
                  </a:cubicBezTo>
                  <a:cubicBezTo>
                    <a:pt x="22013" y="13821"/>
                    <a:pt x="20827" y="14396"/>
                    <a:pt x="19601" y="14817"/>
                  </a:cubicBezTo>
                  <a:cubicBezTo>
                    <a:pt x="17151" y="15697"/>
                    <a:pt x="14663" y="16463"/>
                    <a:pt x="12098" y="16846"/>
                  </a:cubicBezTo>
                  <a:cubicBezTo>
                    <a:pt x="9571" y="17190"/>
                    <a:pt x="7006" y="17382"/>
                    <a:pt x="4441" y="172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8"/>
            <p:cNvSpPr/>
            <p:nvPr/>
          </p:nvSpPr>
          <p:spPr>
            <a:xfrm>
              <a:off x="5220750" y="4631925"/>
              <a:ext cx="295750" cy="620225"/>
            </a:xfrm>
            <a:custGeom>
              <a:avLst/>
              <a:gdLst/>
              <a:ahLst/>
              <a:cxnLst/>
              <a:rect l="l" t="t" r="r" b="b"/>
              <a:pathLst>
                <a:path w="11830" h="24809" extrusionOk="0">
                  <a:moveTo>
                    <a:pt x="11179" y="24464"/>
                  </a:moveTo>
                  <a:cubicBezTo>
                    <a:pt x="7236" y="16769"/>
                    <a:pt x="3714" y="8882"/>
                    <a:pt x="421" y="919"/>
                  </a:cubicBezTo>
                  <a:cubicBezTo>
                    <a:pt x="307" y="651"/>
                    <a:pt x="0" y="345"/>
                    <a:pt x="345" y="154"/>
                  </a:cubicBezTo>
                  <a:cubicBezTo>
                    <a:pt x="766" y="1"/>
                    <a:pt x="881" y="690"/>
                    <a:pt x="1034" y="958"/>
                  </a:cubicBezTo>
                  <a:cubicBezTo>
                    <a:pt x="3293" y="6356"/>
                    <a:pt x="5628" y="11715"/>
                    <a:pt x="8155" y="17037"/>
                  </a:cubicBezTo>
                  <a:cubicBezTo>
                    <a:pt x="9188" y="19219"/>
                    <a:pt x="10299" y="21401"/>
                    <a:pt x="11371" y="23622"/>
                  </a:cubicBezTo>
                  <a:cubicBezTo>
                    <a:pt x="11485" y="23813"/>
                    <a:pt x="11600" y="24004"/>
                    <a:pt x="11677" y="24234"/>
                  </a:cubicBezTo>
                  <a:cubicBezTo>
                    <a:pt x="11830" y="24540"/>
                    <a:pt x="11332" y="24808"/>
                    <a:pt x="11179" y="24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8"/>
            <p:cNvSpPr/>
            <p:nvPr/>
          </p:nvSpPr>
          <p:spPr>
            <a:xfrm>
              <a:off x="4552700" y="4840575"/>
              <a:ext cx="104350" cy="428800"/>
            </a:xfrm>
            <a:custGeom>
              <a:avLst/>
              <a:gdLst/>
              <a:ahLst/>
              <a:cxnLst/>
              <a:rect l="l" t="t" r="r" b="b"/>
              <a:pathLst>
                <a:path w="4174" h="17152" extrusionOk="0">
                  <a:moveTo>
                    <a:pt x="3522" y="16807"/>
                  </a:moveTo>
                  <a:cubicBezTo>
                    <a:pt x="2642" y="13706"/>
                    <a:pt x="1914" y="10567"/>
                    <a:pt x="1340" y="7427"/>
                  </a:cubicBezTo>
                  <a:cubicBezTo>
                    <a:pt x="957" y="5666"/>
                    <a:pt x="613" y="3905"/>
                    <a:pt x="268" y="2106"/>
                  </a:cubicBezTo>
                  <a:cubicBezTo>
                    <a:pt x="192" y="1532"/>
                    <a:pt x="38" y="958"/>
                    <a:pt x="0" y="383"/>
                  </a:cubicBezTo>
                  <a:cubicBezTo>
                    <a:pt x="77" y="0"/>
                    <a:pt x="613" y="77"/>
                    <a:pt x="574" y="460"/>
                  </a:cubicBezTo>
                  <a:cubicBezTo>
                    <a:pt x="957" y="2872"/>
                    <a:pt x="1455" y="5245"/>
                    <a:pt x="1953" y="7619"/>
                  </a:cubicBezTo>
                  <a:cubicBezTo>
                    <a:pt x="2412" y="10031"/>
                    <a:pt x="2910" y="12443"/>
                    <a:pt x="3561" y="14816"/>
                  </a:cubicBezTo>
                  <a:cubicBezTo>
                    <a:pt x="3752" y="15429"/>
                    <a:pt x="3905" y="16041"/>
                    <a:pt x="4058" y="16654"/>
                  </a:cubicBezTo>
                  <a:cubicBezTo>
                    <a:pt x="4173" y="16998"/>
                    <a:pt x="3637" y="17152"/>
                    <a:pt x="3522" y="168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8"/>
            <p:cNvSpPr/>
            <p:nvPr/>
          </p:nvSpPr>
          <p:spPr>
            <a:xfrm>
              <a:off x="4083725" y="4033750"/>
              <a:ext cx="353175" cy="1188725"/>
            </a:xfrm>
            <a:custGeom>
              <a:avLst/>
              <a:gdLst/>
              <a:ahLst/>
              <a:cxnLst/>
              <a:rect l="l" t="t" r="r" b="b"/>
              <a:pathLst>
                <a:path w="14127" h="47549" extrusionOk="0">
                  <a:moveTo>
                    <a:pt x="13591" y="47434"/>
                  </a:moveTo>
                  <a:cubicBezTo>
                    <a:pt x="13323" y="46936"/>
                    <a:pt x="13246" y="46400"/>
                    <a:pt x="13131" y="45902"/>
                  </a:cubicBezTo>
                  <a:cubicBezTo>
                    <a:pt x="12710" y="44180"/>
                    <a:pt x="12213" y="42457"/>
                    <a:pt x="11715" y="40772"/>
                  </a:cubicBezTo>
                  <a:cubicBezTo>
                    <a:pt x="10643" y="37365"/>
                    <a:pt x="9456" y="33996"/>
                    <a:pt x="8346" y="30589"/>
                  </a:cubicBezTo>
                  <a:cubicBezTo>
                    <a:pt x="6202" y="23813"/>
                    <a:pt x="4288" y="16922"/>
                    <a:pt x="2565" y="10031"/>
                  </a:cubicBezTo>
                  <a:cubicBezTo>
                    <a:pt x="1876" y="7198"/>
                    <a:pt x="1072" y="4441"/>
                    <a:pt x="383" y="1608"/>
                  </a:cubicBezTo>
                  <a:cubicBezTo>
                    <a:pt x="268" y="1072"/>
                    <a:pt x="153" y="536"/>
                    <a:pt x="0" y="0"/>
                  </a:cubicBezTo>
                  <a:cubicBezTo>
                    <a:pt x="77" y="0"/>
                    <a:pt x="153" y="0"/>
                    <a:pt x="230" y="0"/>
                  </a:cubicBezTo>
                  <a:cubicBezTo>
                    <a:pt x="345" y="0"/>
                    <a:pt x="460" y="0"/>
                    <a:pt x="574" y="0"/>
                  </a:cubicBezTo>
                  <a:cubicBezTo>
                    <a:pt x="1110" y="2182"/>
                    <a:pt x="1685" y="4403"/>
                    <a:pt x="2259" y="6585"/>
                  </a:cubicBezTo>
                  <a:cubicBezTo>
                    <a:pt x="3025" y="9418"/>
                    <a:pt x="3714" y="12251"/>
                    <a:pt x="4441" y="15084"/>
                  </a:cubicBezTo>
                  <a:cubicBezTo>
                    <a:pt x="5666" y="19678"/>
                    <a:pt x="7006" y="24272"/>
                    <a:pt x="8384" y="28866"/>
                  </a:cubicBezTo>
                  <a:cubicBezTo>
                    <a:pt x="10184" y="34532"/>
                    <a:pt x="12328" y="40045"/>
                    <a:pt x="13706" y="45826"/>
                  </a:cubicBezTo>
                  <a:cubicBezTo>
                    <a:pt x="13782" y="46285"/>
                    <a:pt x="13859" y="46745"/>
                    <a:pt x="14089" y="47166"/>
                  </a:cubicBezTo>
                  <a:cubicBezTo>
                    <a:pt x="14127" y="47281"/>
                    <a:pt x="14089" y="47434"/>
                    <a:pt x="13974" y="47510"/>
                  </a:cubicBezTo>
                  <a:cubicBezTo>
                    <a:pt x="13935" y="47549"/>
                    <a:pt x="13859" y="47549"/>
                    <a:pt x="13821" y="47549"/>
                  </a:cubicBezTo>
                  <a:cubicBezTo>
                    <a:pt x="13706" y="47549"/>
                    <a:pt x="13629" y="47510"/>
                    <a:pt x="13591" y="47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8"/>
            <p:cNvSpPr/>
            <p:nvPr/>
          </p:nvSpPr>
          <p:spPr>
            <a:xfrm>
              <a:off x="4059800" y="3808825"/>
              <a:ext cx="14375" cy="11500"/>
            </a:xfrm>
            <a:custGeom>
              <a:avLst/>
              <a:gdLst/>
              <a:ahLst/>
              <a:cxnLst/>
              <a:rect l="l" t="t" r="r" b="b"/>
              <a:pathLst>
                <a:path w="575" h="460" extrusionOk="0">
                  <a:moveTo>
                    <a:pt x="0" y="269"/>
                  </a:moveTo>
                  <a:cubicBezTo>
                    <a:pt x="0" y="115"/>
                    <a:pt x="115" y="1"/>
                    <a:pt x="268" y="1"/>
                  </a:cubicBezTo>
                  <a:cubicBezTo>
                    <a:pt x="421" y="1"/>
                    <a:pt x="574" y="115"/>
                    <a:pt x="574" y="230"/>
                  </a:cubicBezTo>
                  <a:cubicBezTo>
                    <a:pt x="383" y="307"/>
                    <a:pt x="191" y="383"/>
                    <a:pt x="0" y="460"/>
                  </a:cubicBezTo>
                  <a:cubicBezTo>
                    <a:pt x="0" y="422"/>
                    <a:pt x="0" y="345"/>
                    <a:pt x="0" y="269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8"/>
            <p:cNvSpPr/>
            <p:nvPr/>
          </p:nvSpPr>
          <p:spPr>
            <a:xfrm>
              <a:off x="4034900" y="3604000"/>
              <a:ext cx="12475" cy="4825"/>
            </a:xfrm>
            <a:custGeom>
              <a:avLst/>
              <a:gdLst/>
              <a:ahLst/>
              <a:cxnLst/>
              <a:rect l="l" t="t" r="r" b="b"/>
              <a:pathLst>
                <a:path w="499" h="193" extrusionOk="0">
                  <a:moveTo>
                    <a:pt x="39" y="77"/>
                  </a:moveTo>
                  <a:cubicBezTo>
                    <a:pt x="39" y="77"/>
                    <a:pt x="1" y="77"/>
                    <a:pt x="1" y="39"/>
                  </a:cubicBezTo>
                  <a:cubicBezTo>
                    <a:pt x="192" y="39"/>
                    <a:pt x="345" y="1"/>
                    <a:pt x="498" y="1"/>
                  </a:cubicBezTo>
                  <a:cubicBezTo>
                    <a:pt x="460" y="77"/>
                    <a:pt x="345" y="192"/>
                    <a:pt x="230" y="192"/>
                  </a:cubicBezTo>
                  <a:cubicBezTo>
                    <a:pt x="154" y="192"/>
                    <a:pt x="77" y="154"/>
                    <a:pt x="39" y="77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8"/>
            <p:cNvSpPr/>
            <p:nvPr/>
          </p:nvSpPr>
          <p:spPr>
            <a:xfrm>
              <a:off x="3888475" y="3217350"/>
              <a:ext cx="14375" cy="21075"/>
            </a:xfrm>
            <a:custGeom>
              <a:avLst/>
              <a:gdLst/>
              <a:ahLst/>
              <a:cxnLst/>
              <a:rect l="l" t="t" r="r" b="b"/>
              <a:pathLst>
                <a:path w="575" h="843" extrusionOk="0">
                  <a:moveTo>
                    <a:pt x="345" y="574"/>
                  </a:moveTo>
                  <a:cubicBezTo>
                    <a:pt x="345" y="574"/>
                    <a:pt x="345" y="574"/>
                    <a:pt x="345" y="574"/>
                  </a:cubicBezTo>
                  <a:lnTo>
                    <a:pt x="345" y="574"/>
                  </a:lnTo>
                  <a:cubicBezTo>
                    <a:pt x="345" y="574"/>
                    <a:pt x="307" y="536"/>
                    <a:pt x="307" y="536"/>
                  </a:cubicBezTo>
                  <a:cubicBezTo>
                    <a:pt x="307" y="536"/>
                    <a:pt x="307" y="536"/>
                    <a:pt x="345" y="574"/>
                  </a:cubicBezTo>
                  <a:cubicBezTo>
                    <a:pt x="307" y="536"/>
                    <a:pt x="307" y="536"/>
                    <a:pt x="307" y="536"/>
                  </a:cubicBezTo>
                  <a:cubicBezTo>
                    <a:pt x="268" y="498"/>
                    <a:pt x="268" y="460"/>
                    <a:pt x="268" y="460"/>
                  </a:cubicBezTo>
                  <a:cubicBezTo>
                    <a:pt x="268" y="460"/>
                    <a:pt x="268" y="498"/>
                    <a:pt x="307" y="498"/>
                  </a:cubicBezTo>
                  <a:cubicBezTo>
                    <a:pt x="192" y="383"/>
                    <a:pt x="77" y="268"/>
                    <a:pt x="0" y="153"/>
                  </a:cubicBezTo>
                  <a:cubicBezTo>
                    <a:pt x="39" y="77"/>
                    <a:pt x="115" y="0"/>
                    <a:pt x="230" y="0"/>
                  </a:cubicBezTo>
                  <a:cubicBezTo>
                    <a:pt x="536" y="38"/>
                    <a:pt x="498" y="345"/>
                    <a:pt x="536" y="574"/>
                  </a:cubicBezTo>
                  <a:cubicBezTo>
                    <a:pt x="536" y="651"/>
                    <a:pt x="536" y="766"/>
                    <a:pt x="575" y="842"/>
                  </a:cubicBezTo>
                  <a:cubicBezTo>
                    <a:pt x="498" y="766"/>
                    <a:pt x="421" y="651"/>
                    <a:pt x="345" y="574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8"/>
            <p:cNvSpPr/>
            <p:nvPr/>
          </p:nvSpPr>
          <p:spPr>
            <a:xfrm>
              <a:off x="5155650" y="2087975"/>
              <a:ext cx="910225" cy="1883575"/>
            </a:xfrm>
            <a:custGeom>
              <a:avLst/>
              <a:gdLst/>
              <a:ahLst/>
              <a:cxnLst/>
              <a:rect l="l" t="t" r="r" b="b"/>
              <a:pathLst>
                <a:path w="36409" h="75343" extrusionOk="0">
                  <a:moveTo>
                    <a:pt x="35835" y="75151"/>
                  </a:moveTo>
                  <a:cubicBezTo>
                    <a:pt x="34418" y="72165"/>
                    <a:pt x="32734" y="69256"/>
                    <a:pt x="31087" y="66346"/>
                  </a:cubicBezTo>
                  <a:cubicBezTo>
                    <a:pt x="30054" y="64470"/>
                    <a:pt x="29020" y="62594"/>
                    <a:pt x="27872" y="60757"/>
                  </a:cubicBezTo>
                  <a:cubicBezTo>
                    <a:pt x="26761" y="58919"/>
                    <a:pt x="25575" y="57043"/>
                    <a:pt x="24158" y="55397"/>
                  </a:cubicBezTo>
                  <a:cubicBezTo>
                    <a:pt x="22129" y="53062"/>
                    <a:pt x="19832" y="51033"/>
                    <a:pt x="17535" y="48965"/>
                  </a:cubicBezTo>
                  <a:cubicBezTo>
                    <a:pt x="14702" y="46515"/>
                    <a:pt x="11869" y="43912"/>
                    <a:pt x="10108" y="40543"/>
                  </a:cubicBezTo>
                  <a:cubicBezTo>
                    <a:pt x="9419" y="39203"/>
                    <a:pt x="8883" y="37825"/>
                    <a:pt x="8385" y="36408"/>
                  </a:cubicBezTo>
                  <a:cubicBezTo>
                    <a:pt x="7160" y="32810"/>
                    <a:pt x="6126" y="29134"/>
                    <a:pt x="5399" y="25382"/>
                  </a:cubicBezTo>
                  <a:cubicBezTo>
                    <a:pt x="4518" y="20291"/>
                    <a:pt x="4021" y="15046"/>
                    <a:pt x="2451" y="10107"/>
                  </a:cubicBezTo>
                  <a:cubicBezTo>
                    <a:pt x="1685" y="7734"/>
                    <a:pt x="1" y="4020"/>
                    <a:pt x="614" y="1608"/>
                  </a:cubicBezTo>
                  <a:cubicBezTo>
                    <a:pt x="996" y="307"/>
                    <a:pt x="2030" y="0"/>
                    <a:pt x="3140" y="766"/>
                  </a:cubicBezTo>
                  <a:cubicBezTo>
                    <a:pt x="3982" y="1379"/>
                    <a:pt x="4480" y="2374"/>
                    <a:pt x="5016" y="3216"/>
                  </a:cubicBezTo>
                  <a:cubicBezTo>
                    <a:pt x="5552" y="4058"/>
                    <a:pt x="6126" y="4862"/>
                    <a:pt x="6662" y="5666"/>
                  </a:cubicBezTo>
                  <a:cubicBezTo>
                    <a:pt x="7466" y="6853"/>
                    <a:pt x="8232" y="8078"/>
                    <a:pt x="8998" y="9265"/>
                  </a:cubicBezTo>
                  <a:cubicBezTo>
                    <a:pt x="9572" y="10184"/>
                    <a:pt x="9993" y="11179"/>
                    <a:pt x="10376" y="12213"/>
                  </a:cubicBezTo>
                  <a:cubicBezTo>
                    <a:pt x="11639" y="15314"/>
                    <a:pt x="12749" y="18530"/>
                    <a:pt x="14434" y="21478"/>
                  </a:cubicBezTo>
                  <a:cubicBezTo>
                    <a:pt x="14855" y="21592"/>
                    <a:pt x="14587" y="22205"/>
                    <a:pt x="14204" y="22052"/>
                  </a:cubicBezTo>
                  <a:cubicBezTo>
                    <a:pt x="13898" y="21860"/>
                    <a:pt x="13821" y="21516"/>
                    <a:pt x="13630" y="21210"/>
                  </a:cubicBezTo>
                  <a:cubicBezTo>
                    <a:pt x="13285" y="20559"/>
                    <a:pt x="12979" y="19908"/>
                    <a:pt x="12635" y="19257"/>
                  </a:cubicBezTo>
                  <a:cubicBezTo>
                    <a:pt x="11716" y="17228"/>
                    <a:pt x="10950" y="15161"/>
                    <a:pt x="10108" y="13093"/>
                  </a:cubicBezTo>
                  <a:cubicBezTo>
                    <a:pt x="9610" y="11792"/>
                    <a:pt x="9113" y="10452"/>
                    <a:pt x="8309" y="9265"/>
                  </a:cubicBezTo>
                  <a:cubicBezTo>
                    <a:pt x="7160" y="7389"/>
                    <a:pt x="5935" y="5590"/>
                    <a:pt x="4710" y="3752"/>
                  </a:cubicBezTo>
                  <a:cubicBezTo>
                    <a:pt x="4097" y="2910"/>
                    <a:pt x="3676" y="1915"/>
                    <a:pt x="2834" y="1264"/>
                  </a:cubicBezTo>
                  <a:cubicBezTo>
                    <a:pt x="1762" y="498"/>
                    <a:pt x="1188" y="1149"/>
                    <a:pt x="1073" y="2297"/>
                  </a:cubicBezTo>
                  <a:cubicBezTo>
                    <a:pt x="996" y="3637"/>
                    <a:pt x="1379" y="4939"/>
                    <a:pt x="1724" y="6241"/>
                  </a:cubicBezTo>
                  <a:cubicBezTo>
                    <a:pt x="2413" y="8346"/>
                    <a:pt x="3217" y="10414"/>
                    <a:pt x="3715" y="12596"/>
                  </a:cubicBezTo>
                  <a:cubicBezTo>
                    <a:pt x="4595" y="16156"/>
                    <a:pt x="5093" y="19831"/>
                    <a:pt x="5667" y="23468"/>
                  </a:cubicBezTo>
                  <a:cubicBezTo>
                    <a:pt x="6165" y="26914"/>
                    <a:pt x="7045" y="30283"/>
                    <a:pt x="8079" y="33575"/>
                  </a:cubicBezTo>
                  <a:cubicBezTo>
                    <a:pt x="8691" y="35528"/>
                    <a:pt x="9304" y="37442"/>
                    <a:pt x="10146" y="39279"/>
                  </a:cubicBezTo>
                  <a:cubicBezTo>
                    <a:pt x="12137" y="43759"/>
                    <a:pt x="16004" y="46783"/>
                    <a:pt x="19564" y="49961"/>
                  </a:cubicBezTo>
                  <a:cubicBezTo>
                    <a:pt x="22014" y="52258"/>
                    <a:pt x="24464" y="54516"/>
                    <a:pt x="26340" y="57273"/>
                  </a:cubicBezTo>
                  <a:cubicBezTo>
                    <a:pt x="28561" y="60565"/>
                    <a:pt x="30475" y="64049"/>
                    <a:pt x="32427" y="67495"/>
                  </a:cubicBezTo>
                  <a:cubicBezTo>
                    <a:pt x="33461" y="69332"/>
                    <a:pt x="34495" y="71208"/>
                    <a:pt x="35452" y="73084"/>
                  </a:cubicBezTo>
                  <a:cubicBezTo>
                    <a:pt x="35758" y="73697"/>
                    <a:pt x="36064" y="74271"/>
                    <a:pt x="36332" y="74883"/>
                  </a:cubicBezTo>
                  <a:cubicBezTo>
                    <a:pt x="36409" y="74998"/>
                    <a:pt x="36371" y="75190"/>
                    <a:pt x="36217" y="75266"/>
                  </a:cubicBezTo>
                  <a:cubicBezTo>
                    <a:pt x="36103" y="75343"/>
                    <a:pt x="35911" y="75305"/>
                    <a:pt x="35835" y="751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8"/>
            <p:cNvSpPr/>
            <p:nvPr/>
          </p:nvSpPr>
          <p:spPr>
            <a:xfrm>
              <a:off x="5183425" y="1755850"/>
              <a:ext cx="433575" cy="788675"/>
            </a:xfrm>
            <a:custGeom>
              <a:avLst/>
              <a:gdLst/>
              <a:ahLst/>
              <a:cxnLst/>
              <a:rect l="l" t="t" r="r" b="b"/>
              <a:pathLst>
                <a:path w="17343" h="31547" extrusionOk="0">
                  <a:moveTo>
                    <a:pt x="16768" y="31317"/>
                  </a:moveTo>
                  <a:cubicBezTo>
                    <a:pt x="15543" y="27910"/>
                    <a:pt x="14242" y="24464"/>
                    <a:pt x="12749" y="21172"/>
                  </a:cubicBezTo>
                  <a:cubicBezTo>
                    <a:pt x="11600" y="18798"/>
                    <a:pt x="10299" y="16501"/>
                    <a:pt x="9035" y="14166"/>
                  </a:cubicBezTo>
                  <a:cubicBezTo>
                    <a:pt x="8423" y="13056"/>
                    <a:pt x="7848" y="11869"/>
                    <a:pt x="7312" y="10682"/>
                  </a:cubicBezTo>
                  <a:cubicBezTo>
                    <a:pt x="5934" y="7734"/>
                    <a:pt x="4786" y="4710"/>
                    <a:pt x="3139" y="1953"/>
                  </a:cubicBezTo>
                  <a:cubicBezTo>
                    <a:pt x="2718" y="1417"/>
                    <a:pt x="2221" y="499"/>
                    <a:pt x="1417" y="767"/>
                  </a:cubicBezTo>
                  <a:cubicBezTo>
                    <a:pt x="728" y="1226"/>
                    <a:pt x="613" y="2145"/>
                    <a:pt x="613" y="2910"/>
                  </a:cubicBezTo>
                  <a:cubicBezTo>
                    <a:pt x="613" y="4786"/>
                    <a:pt x="1149" y="6586"/>
                    <a:pt x="1761" y="8347"/>
                  </a:cubicBezTo>
                  <a:cubicBezTo>
                    <a:pt x="2489" y="10606"/>
                    <a:pt x="3063" y="12941"/>
                    <a:pt x="3714" y="15238"/>
                  </a:cubicBezTo>
                  <a:cubicBezTo>
                    <a:pt x="3829" y="15659"/>
                    <a:pt x="3943" y="16118"/>
                    <a:pt x="4058" y="16539"/>
                  </a:cubicBezTo>
                  <a:cubicBezTo>
                    <a:pt x="4097" y="16769"/>
                    <a:pt x="4288" y="16961"/>
                    <a:pt x="4250" y="17190"/>
                  </a:cubicBezTo>
                  <a:cubicBezTo>
                    <a:pt x="4173" y="17420"/>
                    <a:pt x="3829" y="17458"/>
                    <a:pt x="3714" y="17229"/>
                  </a:cubicBezTo>
                  <a:cubicBezTo>
                    <a:pt x="3484" y="16693"/>
                    <a:pt x="3369" y="16118"/>
                    <a:pt x="3178" y="15544"/>
                  </a:cubicBezTo>
                  <a:cubicBezTo>
                    <a:pt x="2604" y="13362"/>
                    <a:pt x="2029" y="11180"/>
                    <a:pt x="1417" y="9036"/>
                  </a:cubicBezTo>
                  <a:cubicBezTo>
                    <a:pt x="804" y="7237"/>
                    <a:pt x="153" y="5475"/>
                    <a:pt x="77" y="3561"/>
                  </a:cubicBezTo>
                  <a:cubicBezTo>
                    <a:pt x="0" y="2604"/>
                    <a:pt x="0" y="1571"/>
                    <a:pt x="613" y="767"/>
                  </a:cubicBezTo>
                  <a:cubicBezTo>
                    <a:pt x="957" y="269"/>
                    <a:pt x="1608" y="1"/>
                    <a:pt x="2182" y="269"/>
                  </a:cubicBezTo>
                  <a:cubicBezTo>
                    <a:pt x="3254" y="728"/>
                    <a:pt x="3905" y="2145"/>
                    <a:pt x="4441" y="3140"/>
                  </a:cubicBezTo>
                  <a:cubicBezTo>
                    <a:pt x="5513" y="5208"/>
                    <a:pt x="6432" y="7313"/>
                    <a:pt x="7389" y="9457"/>
                  </a:cubicBezTo>
                  <a:cubicBezTo>
                    <a:pt x="8193" y="11295"/>
                    <a:pt x="9073" y="13132"/>
                    <a:pt x="10107" y="14893"/>
                  </a:cubicBezTo>
                  <a:cubicBezTo>
                    <a:pt x="11026" y="16654"/>
                    <a:pt x="11983" y="18377"/>
                    <a:pt x="12864" y="20138"/>
                  </a:cubicBezTo>
                  <a:cubicBezTo>
                    <a:pt x="14012" y="22473"/>
                    <a:pt x="14969" y="24885"/>
                    <a:pt x="15888" y="27297"/>
                  </a:cubicBezTo>
                  <a:cubicBezTo>
                    <a:pt x="16386" y="28561"/>
                    <a:pt x="16845" y="29824"/>
                    <a:pt x="17304" y="31126"/>
                  </a:cubicBezTo>
                  <a:cubicBezTo>
                    <a:pt x="17343" y="31240"/>
                    <a:pt x="17266" y="31432"/>
                    <a:pt x="17151" y="31470"/>
                  </a:cubicBezTo>
                  <a:cubicBezTo>
                    <a:pt x="16998" y="31547"/>
                    <a:pt x="16807" y="31470"/>
                    <a:pt x="16768" y="313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8"/>
            <p:cNvSpPr/>
            <p:nvPr/>
          </p:nvSpPr>
          <p:spPr>
            <a:xfrm>
              <a:off x="5162350" y="1566350"/>
              <a:ext cx="1143775" cy="1971650"/>
            </a:xfrm>
            <a:custGeom>
              <a:avLst/>
              <a:gdLst/>
              <a:ahLst/>
              <a:cxnLst/>
              <a:rect l="l" t="t" r="r" b="b"/>
              <a:pathLst>
                <a:path w="45751" h="78866" extrusionOk="0">
                  <a:moveTo>
                    <a:pt x="45176" y="78712"/>
                  </a:moveTo>
                  <a:cubicBezTo>
                    <a:pt x="40390" y="72510"/>
                    <a:pt x="36294" y="65849"/>
                    <a:pt x="32351" y="59111"/>
                  </a:cubicBezTo>
                  <a:cubicBezTo>
                    <a:pt x="29556" y="54249"/>
                    <a:pt x="26646" y="49463"/>
                    <a:pt x="24005" y="44486"/>
                  </a:cubicBezTo>
                  <a:cubicBezTo>
                    <a:pt x="22091" y="41079"/>
                    <a:pt x="20598" y="37481"/>
                    <a:pt x="19066" y="33882"/>
                  </a:cubicBezTo>
                  <a:cubicBezTo>
                    <a:pt x="17611" y="30321"/>
                    <a:pt x="15850" y="26876"/>
                    <a:pt x="14357" y="23316"/>
                  </a:cubicBezTo>
                  <a:cubicBezTo>
                    <a:pt x="12903" y="19717"/>
                    <a:pt x="11180" y="16233"/>
                    <a:pt x="9648" y="12673"/>
                  </a:cubicBezTo>
                  <a:cubicBezTo>
                    <a:pt x="8500" y="10069"/>
                    <a:pt x="7237" y="7543"/>
                    <a:pt x="5820" y="5054"/>
                  </a:cubicBezTo>
                  <a:cubicBezTo>
                    <a:pt x="5169" y="3867"/>
                    <a:pt x="4480" y="2681"/>
                    <a:pt x="3638" y="1647"/>
                  </a:cubicBezTo>
                  <a:cubicBezTo>
                    <a:pt x="3293" y="1264"/>
                    <a:pt x="2987" y="843"/>
                    <a:pt x="2528" y="690"/>
                  </a:cubicBezTo>
                  <a:cubicBezTo>
                    <a:pt x="2413" y="652"/>
                    <a:pt x="2298" y="613"/>
                    <a:pt x="2183" y="652"/>
                  </a:cubicBezTo>
                  <a:cubicBezTo>
                    <a:pt x="1532" y="1073"/>
                    <a:pt x="1111" y="1800"/>
                    <a:pt x="958" y="2527"/>
                  </a:cubicBezTo>
                  <a:cubicBezTo>
                    <a:pt x="652" y="3906"/>
                    <a:pt x="1877" y="6356"/>
                    <a:pt x="2451" y="7696"/>
                  </a:cubicBezTo>
                  <a:cubicBezTo>
                    <a:pt x="2834" y="8002"/>
                    <a:pt x="2298" y="8461"/>
                    <a:pt x="1992" y="8079"/>
                  </a:cubicBezTo>
                  <a:cubicBezTo>
                    <a:pt x="1647" y="7389"/>
                    <a:pt x="1379" y="6700"/>
                    <a:pt x="1111" y="6011"/>
                  </a:cubicBezTo>
                  <a:cubicBezTo>
                    <a:pt x="614" y="4710"/>
                    <a:pt x="1" y="3255"/>
                    <a:pt x="575" y="1877"/>
                  </a:cubicBezTo>
                  <a:cubicBezTo>
                    <a:pt x="843" y="1188"/>
                    <a:pt x="1417" y="269"/>
                    <a:pt x="2183" y="77"/>
                  </a:cubicBezTo>
                  <a:cubicBezTo>
                    <a:pt x="2911" y="1"/>
                    <a:pt x="3485" y="613"/>
                    <a:pt x="3944" y="1111"/>
                  </a:cubicBezTo>
                  <a:cubicBezTo>
                    <a:pt x="4940" y="2298"/>
                    <a:pt x="5705" y="3638"/>
                    <a:pt x="6433" y="4978"/>
                  </a:cubicBezTo>
                  <a:cubicBezTo>
                    <a:pt x="7926" y="7619"/>
                    <a:pt x="9266" y="10337"/>
                    <a:pt x="10491" y="13132"/>
                  </a:cubicBezTo>
                  <a:cubicBezTo>
                    <a:pt x="11410" y="15276"/>
                    <a:pt x="12405" y="17420"/>
                    <a:pt x="13400" y="19564"/>
                  </a:cubicBezTo>
                  <a:cubicBezTo>
                    <a:pt x="14625" y="22397"/>
                    <a:pt x="15812" y="25306"/>
                    <a:pt x="17114" y="28101"/>
                  </a:cubicBezTo>
                  <a:cubicBezTo>
                    <a:pt x="18530" y="31049"/>
                    <a:pt x="19794" y="34112"/>
                    <a:pt x="21057" y="37136"/>
                  </a:cubicBezTo>
                  <a:cubicBezTo>
                    <a:pt x="23392" y="42534"/>
                    <a:pt x="26340" y="47664"/>
                    <a:pt x="29288" y="52717"/>
                  </a:cubicBezTo>
                  <a:cubicBezTo>
                    <a:pt x="32734" y="58651"/>
                    <a:pt x="36141" y="64585"/>
                    <a:pt x="39931" y="70290"/>
                  </a:cubicBezTo>
                  <a:cubicBezTo>
                    <a:pt x="41233" y="72242"/>
                    <a:pt x="42534" y="74195"/>
                    <a:pt x="43951" y="76071"/>
                  </a:cubicBezTo>
                  <a:cubicBezTo>
                    <a:pt x="44525" y="76836"/>
                    <a:pt x="45099" y="77602"/>
                    <a:pt x="45673" y="78368"/>
                  </a:cubicBezTo>
                  <a:cubicBezTo>
                    <a:pt x="45750" y="78482"/>
                    <a:pt x="45712" y="78674"/>
                    <a:pt x="45597" y="78750"/>
                  </a:cubicBezTo>
                  <a:cubicBezTo>
                    <a:pt x="45482" y="78865"/>
                    <a:pt x="45291" y="78827"/>
                    <a:pt x="45214" y="787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8"/>
            <p:cNvSpPr/>
            <p:nvPr/>
          </p:nvSpPr>
          <p:spPr>
            <a:xfrm>
              <a:off x="6050550" y="3521700"/>
              <a:ext cx="255575" cy="451775"/>
            </a:xfrm>
            <a:custGeom>
              <a:avLst/>
              <a:gdLst/>
              <a:ahLst/>
              <a:cxnLst/>
              <a:rect l="l" t="t" r="r" b="b"/>
              <a:pathLst>
                <a:path w="10223" h="18071" extrusionOk="0">
                  <a:moveTo>
                    <a:pt x="77" y="17879"/>
                  </a:moveTo>
                  <a:cubicBezTo>
                    <a:pt x="0" y="17764"/>
                    <a:pt x="39" y="17573"/>
                    <a:pt x="192" y="17496"/>
                  </a:cubicBezTo>
                  <a:cubicBezTo>
                    <a:pt x="575" y="17228"/>
                    <a:pt x="919" y="16922"/>
                    <a:pt x="1264" y="16577"/>
                  </a:cubicBezTo>
                  <a:cubicBezTo>
                    <a:pt x="2259" y="15620"/>
                    <a:pt x="3101" y="14510"/>
                    <a:pt x="3829" y="13323"/>
                  </a:cubicBezTo>
                  <a:cubicBezTo>
                    <a:pt x="4901" y="11562"/>
                    <a:pt x="5896" y="9724"/>
                    <a:pt x="6853" y="7925"/>
                  </a:cubicBezTo>
                  <a:cubicBezTo>
                    <a:pt x="7887" y="5896"/>
                    <a:pt x="8844" y="3752"/>
                    <a:pt x="9227" y="1493"/>
                  </a:cubicBezTo>
                  <a:cubicBezTo>
                    <a:pt x="9303" y="1149"/>
                    <a:pt x="9380" y="804"/>
                    <a:pt x="9456" y="498"/>
                  </a:cubicBezTo>
                  <a:cubicBezTo>
                    <a:pt x="9456" y="268"/>
                    <a:pt x="9533" y="0"/>
                    <a:pt x="9801" y="39"/>
                  </a:cubicBezTo>
                  <a:cubicBezTo>
                    <a:pt x="10222" y="154"/>
                    <a:pt x="9954" y="651"/>
                    <a:pt x="9916" y="919"/>
                  </a:cubicBezTo>
                  <a:cubicBezTo>
                    <a:pt x="9801" y="1417"/>
                    <a:pt x="9724" y="1953"/>
                    <a:pt x="9610" y="2451"/>
                  </a:cubicBezTo>
                  <a:cubicBezTo>
                    <a:pt x="9074" y="4824"/>
                    <a:pt x="8002" y="7045"/>
                    <a:pt x="6815" y="9189"/>
                  </a:cubicBezTo>
                  <a:cubicBezTo>
                    <a:pt x="5934" y="10796"/>
                    <a:pt x="5092" y="12443"/>
                    <a:pt x="4097" y="13974"/>
                  </a:cubicBezTo>
                  <a:cubicBezTo>
                    <a:pt x="3216" y="15237"/>
                    <a:pt x="2297" y="16501"/>
                    <a:pt x="1111" y="17496"/>
                  </a:cubicBezTo>
                  <a:cubicBezTo>
                    <a:pt x="919" y="17688"/>
                    <a:pt x="728" y="17841"/>
                    <a:pt x="498" y="17956"/>
                  </a:cubicBezTo>
                  <a:cubicBezTo>
                    <a:pt x="383" y="18070"/>
                    <a:pt x="153" y="18070"/>
                    <a:pt x="77" y="178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8"/>
            <p:cNvSpPr/>
            <p:nvPr/>
          </p:nvSpPr>
          <p:spPr>
            <a:xfrm>
              <a:off x="6016100" y="3912200"/>
              <a:ext cx="559925" cy="1325600"/>
            </a:xfrm>
            <a:custGeom>
              <a:avLst/>
              <a:gdLst/>
              <a:ahLst/>
              <a:cxnLst/>
              <a:rect l="l" t="t" r="r" b="b"/>
              <a:pathLst>
                <a:path w="22397" h="53024" extrusionOk="0">
                  <a:moveTo>
                    <a:pt x="21822" y="52870"/>
                  </a:moveTo>
                  <a:cubicBezTo>
                    <a:pt x="19142" y="49692"/>
                    <a:pt x="17113" y="46094"/>
                    <a:pt x="15046" y="42533"/>
                  </a:cubicBezTo>
                  <a:cubicBezTo>
                    <a:pt x="11638" y="36829"/>
                    <a:pt x="9226" y="30551"/>
                    <a:pt x="7159" y="24272"/>
                  </a:cubicBezTo>
                  <a:cubicBezTo>
                    <a:pt x="6087" y="21056"/>
                    <a:pt x="5054" y="17840"/>
                    <a:pt x="3828" y="14663"/>
                  </a:cubicBezTo>
                  <a:cubicBezTo>
                    <a:pt x="2757" y="11524"/>
                    <a:pt x="1455" y="8461"/>
                    <a:pt x="613" y="5207"/>
                  </a:cubicBezTo>
                  <a:cubicBezTo>
                    <a:pt x="230" y="3752"/>
                    <a:pt x="38" y="2221"/>
                    <a:pt x="421" y="766"/>
                  </a:cubicBezTo>
                  <a:cubicBezTo>
                    <a:pt x="0" y="192"/>
                    <a:pt x="1225" y="0"/>
                    <a:pt x="995" y="804"/>
                  </a:cubicBezTo>
                  <a:cubicBezTo>
                    <a:pt x="459" y="2795"/>
                    <a:pt x="1072" y="4862"/>
                    <a:pt x="1608" y="6738"/>
                  </a:cubicBezTo>
                  <a:cubicBezTo>
                    <a:pt x="2871" y="10452"/>
                    <a:pt x="4288" y="14127"/>
                    <a:pt x="5590" y="17840"/>
                  </a:cubicBezTo>
                  <a:cubicBezTo>
                    <a:pt x="8040" y="24961"/>
                    <a:pt x="10184" y="32235"/>
                    <a:pt x="13706" y="38935"/>
                  </a:cubicBezTo>
                  <a:cubicBezTo>
                    <a:pt x="14701" y="40849"/>
                    <a:pt x="15811" y="42763"/>
                    <a:pt x="16922" y="44639"/>
                  </a:cubicBezTo>
                  <a:cubicBezTo>
                    <a:pt x="18070" y="46553"/>
                    <a:pt x="19219" y="48467"/>
                    <a:pt x="20558" y="50267"/>
                  </a:cubicBezTo>
                  <a:cubicBezTo>
                    <a:pt x="21094" y="51032"/>
                    <a:pt x="21669" y="51798"/>
                    <a:pt x="22281" y="52525"/>
                  </a:cubicBezTo>
                  <a:cubicBezTo>
                    <a:pt x="22396" y="52640"/>
                    <a:pt x="22358" y="52832"/>
                    <a:pt x="22205" y="52908"/>
                  </a:cubicBezTo>
                  <a:cubicBezTo>
                    <a:pt x="22090" y="53023"/>
                    <a:pt x="21937" y="52985"/>
                    <a:pt x="21822" y="528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8"/>
            <p:cNvSpPr/>
            <p:nvPr/>
          </p:nvSpPr>
          <p:spPr>
            <a:xfrm>
              <a:off x="6270675" y="3483425"/>
              <a:ext cx="1084425" cy="1652925"/>
            </a:xfrm>
            <a:custGeom>
              <a:avLst/>
              <a:gdLst/>
              <a:ahLst/>
              <a:cxnLst/>
              <a:rect l="l" t="t" r="r" b="b"/>
              <a:pathLst>
                <a:path w="43377" h="66117" extrusionOk="0">
                  <a:moveTo>
                    <a:pt x="43223" y="65695"/>
                  </a:moveTo>
                  <a:cubicBezTo>
                    <a:pt x="41806" y="63130"/>
                    <a:pt x="40849" y="60374"/>
                    <a:pt x="39816" y="57617"/>
                  </a:cubicBezTo>
                  <a:cubicBezTo>
                    <a:pt x="38820" y="54937"/>
                    <a:pt x="37710" y="52296"/>
                    <a:pt x="36485" y="49692"/>
                  </a:cubicBezTo>
                  <a:cubicBezTo>
                    <a:pt x="33997" y="44486"/>
                    <a:pt x="31087" y="39509"/>
                    <a:pt x="28024" y="34647"/>
                  </a:cubicBezTo>
                  <a:cubicBezTo>
                    <a:pt x="26340" y="31890"/>
                    <a:pt x="24579" y="29172"/>
                    <a:pt x="22818" y="26454"/>
                  </a:cubicBezTo>
                  <a:cubicBezTo>
                    <a:pt x="22741" y="26378"/>
                    <a:pt x="22665" y="26339"/>
                    <a:pt x="22588" y="26339"/>
                  </a:cubicBezTo>
                  <a:cubicBezTo>
                    <a:pt x="22052" y="25727"/>
                    <a:pt x="21516" y="25114"/>
                    <a:pt x="20980" y="24540"/>
                  </a:cubicBezTo>
                  <a:cubicBezTo>
                    <a:pt x="19487" y="22894"/>
                    <a:pt x="18032" y="21209"/>
                    <a:pt x="16616" y="19525"/>
                  </a:cubicBezTo>
                  <a:cubicBezTo>
                    <a:pt x="13515" y="15696"/>
                    <a:pt x="10337" y="11868"/>
                    <a:pt x="7466" y="7848"/>
                  </a:cubicBezTo>
                  <a:cubicBezTo>
                    <a:pt x="6356" y="6317"/>
                    <a:pt x="5284" y="4786"/>
                    <a:pt x="4288" y="3178"/>
                  </a:cubicBezTo>
                  <a:cubicBezTo>
                    <a:pt x="3752" y="2450"/>
                    <a:pt x="3216" y="1685"/>
                    <a:pt x="2604" y="1034"/>
                  </a:cubicBezTo>
                  <a:cubicBezTo>
                    <a:pt x="2068" y="498"/>
                    <a:pt x="1417" y="0"/>
                    <a:pt x="613" y="115"/>
                  </a:cubicBezTo>
                  <a:cubicBezTo>
                    <a:pt x="460" y="153"/>
                    <a:pt x="230" y="153"/>
                    <a:pt x="115" y="306"/>
                  </a:cubicBezTo>
                  <a:cubicBezTo>
                    <a:pt x="1" y="459"/>
                    <a:pt x="77" y="689"/>
                    <a:pt x="230" y="766"/>
                  </a:cubicBezTo>
                  <a:cubicBezTo>
                    <a:pt x="460" y="842"/>
                    <a:pt x="575" y="651"/>
                    <a:pt x="805" y="651"/>
                  </a:cubicBezTo>
                  <a:cubicBezTo>
                    <a:pt x="1570" y="651"/>
                    <a:pt x="2106" y="1340"/>
                    <a:pt x="2604" y="1876"/>
                  </a:cubicBezTo>
                  <a:cubicBezTo>
                    <a:pt x="3561" y="3063"/>
                    <a:pt x="4365" y="4403"/>
                    <a:pt x="5245" y="5666"/>
                  </a:cubicBezTo>
                  <a:cubicBezTo>
                    <a:pt x="6624" y="7733"/>
                    <a:pt x="8078" y="9724"/>
                    <a:pt x="9610" y="11715"/>
                  </a:cubicBezTo>
                  <a:cubicBezTo>
                    <a:pt x="10682" y="13208"/>
                    <a:pt x="11907" y="14624"/>
                    <a:pt x="13094" y="16079"/>
                  </a:cubicBezTo>
                  <a:cubicBezTo>
                    <a:pt x="14280" y="17572"/>
                    <a:pt x="15467" y="19065"/>
                    <a:pt x="16692" y="20520"/>
                  </a:cubicBezTo>
                  <a:cubicBezTo>
                    <a:pt x="18530" y="22702"/>
                    <a:pt x="20444" y="24808"/>
                    <a:pt x="22358" y="26952"/>
                  </a:cubicBezTo>
                  <a:cubicBezTo>
                    <a:pt x="22435" y="27028"/>
                    <a:pt x="22550" y="27067"/>
                    <a:pt x="22626" y="27028"/>
                  </a:cubicBezTo>
                  <a:cubicBezTo>
                    <a:pt x="25689" y="31776"/>
                    <a:pt x="28752" y="36523"/>
                    <a:pt x="31546" y="41385"/>
                  </a:cubicBezTo>
                  <a:cubicBezTo>
                    <a:pt x="34418" y="46400"/>
                    <a:pt x="37021" y="51607"/>
                    <a:pt x="39088" y="57005"/>
                  </a:cubicBezTo>
                  <a:cubicBezTo>
                    <a:pt x="40199" y="60029"/>
                    <a:pt x="41232" y="63092"/>
                    <a:pt x="42802" y="65886"/>
                  </a:cubicBezTo>
                  <a:cubicBezTo>
                    <a:pt x="42955" y="66116"/>
                    <a:pt x="43376" y="65963"/>
                    <a:pt x="43223" y="656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8"/>
            <p:cNvSpPr/>
            <p:nvPr/>
          </p:nvSpPr>
          <p:spPr>
            <a:xfrm>
              <a:off x="5255200" y="3153225"/>
              <a:ext cx="353200" cy="1443325"/>
            </a:xfrm>
            <a:custGeom>
              <a:avLst/>
              <a:gdLst/>
              <a:ahLst/>
              <a:cxnLst/>
              <a:rect l="l" t="t" r="r" b="b"/>
              <a:pathLst>
                <a:path w="14128" h="57733" extrusionOk="0">
                  <a:moveTo>
                    <a:pt x="13553" y="57502"/>
                  </a:moveTo>
                  <a:cubicBezTo>
                    <a:pt x="11524" y="53368"/>
                    <a:pt x="9725" y="49080"/>
                    <a:pt x="7964" y="44830"/>
                  </a:cubicBezTo>
                  <a:cubicBezTo>
                    <a:pt x="6356" y="41117"/>
                    <a:pt x="4748" y="37365"/>
                    <a:pt x="3408" y="33537"/>
                  </a:cubicBezTo>
                  <a:cubicBezTo>
                    <a:pt x="1876" y="28828"/>
                    <a:pt x="0" y="24042"/>
                    <a:pt x="422" y="19027"/>
                  </a:cubicBezTo>
                  <a:cubicBezTo>
                    <a:pt x="575" y="17228"/>
                    <a:pt x="881" y="15467"/>
                    <a:pt x="1608" y="13821"/>
                  </a:cubicBezTo>
                  <a:cubicBezTo>
                    <a:pt x="2298" y="12289"/>
                    <a:pt x="3293" y="10911"/>
                    <a:pt x="4173" y="9495"/>
                  </a:cubicBezTo>
                  <a:cubicBezTo>
                    <a:pt x="4901" y="8269"/>
                    <a:pt x="5590" y="7006"/>
                    <a:pt x="6202" y="5704"/>
                  </a:cubicBezTo>
                  <a:cubicBezTo>
                    <a:pt x="6662" y="4633"/>
                    <a:pt x="7006" y="3484"/>
                    <a:pt x="7274" y="2335"/>
                  </a:cubicBezTo>
                  <a:cubicBezTo>
                    <a:pt x="7389" y="1723"/>
                    <a:pt x="7466" y="1072"/>
                    <a:pt x="7466" y="460"/>
                  </a:cubicBezTo>
                  <a:cubicBezTo>
                    <a:pt x="7389" y="192"/>
                    <a:pt x="7734" y="0"/>
                    <a:pt x="7925" y="192"/>
                  </a:cubicBezTo>
                  <a:cubicBezTo>
                    <a:pt x="8002" y="268"/>
                    <a:pt x="8040" y="345"/>
                    <a:pt x="8002" y="421"/>
                  </a:cubicBezTo>
                  <a:cubicBezTo>
                    <a:pt x="8040" y="1110"/>
                    <a:pt x="7964" y="1800"/>
                    <a:pt x="7810" y="2450"/>
                  </a:cubicBezTo>
                  <a:cubicBezTo>
                    <a:pt x="7466" y="4173"/>
                    <a:pt x="6853" y="5819"/>
                    <a:pt x="6049" y="7351"/>
                  </a:cubicBezTo>
                  <a:cubicBezTo>
                    <a:pt x="4863" y="9763"/>
                    <a:pt x="3140" y="11830"/>
                    <a:pt x="2030" y="14242"/>
                  </a:cubicBezTo>
                  <a:cubicBezTo>
                    <a:pt x="1072" y="16615"/>
                    <a:pt x="843" y="19219"/>
                    <a:pt x="958" y="21707"/>
                  </a:cubicBezTo>
                  <a:cubicBezTo>
                    <a:pt x="1226" y="25153"/>
                    <a:pt x="2259" y="28407"/>
                    <a:pt x="3369" y="31623"/>
                  </a:cubicBezTo>
                  <a:cubicBezTo>
                    <a:pt x="4709" y="35757"/>
                    <a:pt x="6356" y="39739"/>
                    <a:pt x="8078" y="43720"/>
                  </a:cubicBezTo>
                  <a:cubicBezTo>
                    <a:pt x="9495" y="47013"/>
                    <a:pt x="10835" y="50305"/>
                    <a:pt x="12290" y="53559"/>
                  </a:cubicBezTo>
                  <a:cubicBezTo>
                    <a:pt x="12864" y="54784"/>
                    <a:pt x="13476" y="56048"/>
                    <a:pt x="14089" y="57273"/>
                  </a:cubicBezTo>
                  <a:cubicBezTo>
                    <a:pt x="14127" y="57426"/>
                    <a:pt x="14051" y="57579"/>
                    <a:pt x="13936" y="57656"/>
                  </a:cubicBezTo>
                  <a:cubicBezTo>
                    <a:pt x="13783" y="57732"/>
                    <a:pt x="13630" y="57656"/>
                    <a:pt x="13553" y="575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8"/>
            <p:cNvSpPr/>
            <p:nvPr/>
          </p:nvSpPr>
          <p:spPr>
            <a:xfrm>
              <a:off x="5298275" y="4580250"/>
              <a:ext cx="308200" cy="247900"/>
            </a:xfrm>
            <a:custGeom>
              <a:avLst/>
              <a:gdLst/>
              <a:ahLst/>
              <a:cxnLst/>
              <a:rect l="l" t="t" r="r" b="b"/>
              <a:pathLst>
                <a:path w="12328" h="9916" extrusionOk="0">
                  <a:moveTo>
                    <a:pt x="39" y="8959"/>
                  </a:moveTo>
                  <a:cubicBezTo>
                    <a:pt x="0" y="8691"/>
                    <a:pt x="230" y="8614"/>
                    <a:pt x="421" y="8576"/>
                  </a:cubicBezTo>
                  <a:cubicBezTo>
                    <a:pt x="689" y="8538"/>
                    <a:pt x="919" y="8461"/>
                    <a:pt x="1149" y="8384"/>
                  </a:cubicBezTo>
                  <a:cubicBezTo>
                    <a:pt x="1723" y="8193"/>
                    <a:pt x="2297" y="7925"/>
                    <a:pt x="2872" y="7657"/>
                  </a:cubicBezTo>
                  <a:cubicBezTo>
                    <a:pt x="4365" y="6853"/>
                    <a:pt x="5934" y="6087"/>
                    <a:pt x="7389" y="5169"/>
                  </a:cubicBezTo>
                  <a:cubicBezTo>
                    <a:pt x="8116" y="4671"/>
                    <a:pt x="8806" y="4135"/>
                    <a:pt x="9456" y="3561"/>
                  </a:cubicBezTo>
                  <a:cubicBezTo>
                    <a:pt x="10260" y="2910"/>
                    <a:pt x="10949" y="2106"/>
                    <a:pt x="11409" y="1187"/>
                  </a:cubicBezTo>
                  <a:cubicBezTo>
                    <a:pt x="11562" y="881"/>
                    <a:pt x="11677" y="575"/>
                    <a:pt x="11753" y="230"/>
                  </a:cubicBezTo>
                  <a:cubicBezTo>
                    <a:pt x="11792" y="77"/>
                    <a:pt x="11945" y="0"/>
                    <a:pt x="12098" y="39"/>
                  </a:cubicBezTo>
                  <a:cubicBezTo>
                    <a:pt x="12251" y="77"/>
                    <a:pt x="12328" y="230"/>
                    <a:pt x="12289" y="383"/>
                  </a:cubicBezTo>
                  <a:cubicBezTo>
                    <a:pt x="12213" y="766"/>
                    <a:pt x="12060" y="1110"/>
                    <a:pt x="11907" y="1455"/>
                  </a:cubicBezTo>
                  <a:cubicBezTo>
                    <a:pt x="11371" y="2489"/>
                    <a:pt x="10605" y="3369"/>
                    <a:pt x="9686" y="4135"/>
                  </a:cubicBezTo>
                  <a:cubicBezTo>
                    <a:pt x="8346" y="5360"/>
                    <a:pt x="6738" y="6317"/>
                    <a:pt x="5092" y="7121"/>
                  </a:cubicBezTo>
                  <a:cubicBezTo>
                    <a:pt x="4556" y="7427"/>
                    <a:pt x="115" y="9916"/>
                    <a:pt x="39" y="89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8"/>
            <p:cNvSpPr/>
            <p:nvPr/>
          </p:nvSpPr>
          <p:spPr>
            <a:xfrm>
              <a:off x="5580600" y="4534300"/>
              <a:ext cx="621200" cy="653725"/>
            </a:xfrm>
            <a:custGeom>
              <a:avLst/>
              <a:gdLst/>
              <a:ahLst/>
              <a:cxnLst/>
              <a:rect l="l" t="t" r="r" b="b"/>
              <a:pathLst>
                <a:path w="24848" h="26149" extrusionOk="0">
                  <a:moveTo>
                    <a:pt x="24235" y="25880"/>
                  </a:moveTo>
                  <a:cubicBezTo>
                    <a:pt x="24081" y="25230"/>
                    <a:pt x="23775" y="24541"/>
                    <a:pt x="23469" y="23966"/>
                  </a:cubicBezTo>
                  <a:cubicBezTo>
                    <a:pt x="22856" y="22703"/>
                    <a:pt x="22167" y="21440"/>
                    <a:pt x="21287" y="20291"/>
                  </a:cubicBezTo>
                  <a:cubicBezTo>
                    <a:pt x="20444" y="19104"/>
                    <a:pt x="19219" y="18185"/>
                    <a:pt x="18033" y="17343"/>
                  </a:cubicBezTo>
                  <a:cubicBezTo>
                    <a:pt x="17573" y="17037"/>
                    <a:pt x="17076" y="16769"/>
                    <a:pt x="16616" y="16463"/>
                  </a:cubicBezTo>
                  <a:cubicBezTo>
                    <a:pt x="16348" y="16271"/>
                    <a:pt x="16080" y="16042"/>
                    <a:pt x="15965" y="15735"/>
                  </a:cubicBezTo>
                  <a:cubicBezTo>
                    <a:pt x="15774" y="15238"/>
                    <a:pt x="15697" y="14702"/>
                    <a:pt x="15506" y="14204"/>
                  </a:cubicBezTo>
                  <a:cubicBezTo>
                    <a:pt x="14970" y="12519"/>
                    <a:pt x="13898" y="11141"/>
                    <a:pt x="12405" y="10222"/>
                  </a:cubicBezTo>
                  <a:cubicBezTo>
                    <a:pt x="11142" y="9304"/>
                    <a:pt x="9648" y="8806"/>
                    <a:pt x="8270" y="8078"/>
                  </a:cubicBezTo>
                  <a:cubicBezTo>
                    <a:pt x="7045" y="7504"/>
                    <a:pt x="7275" y="6547"/>
                    <a:pt x="7083" y="5437"/>
                  </a:cubicBezTo>
                  <a:cubicBezTo>
                    <a:pt x="6739" y="3829"/>
                    <a:pt x="5705" y="2451"/>
                    <a:pt x="4365" y="1609"/>
                  </a:cubicBezTo>
                  <a:cubicBezTo>
                    <a:pt x="3255" y="805"/>
                    <a:pt x="1877" y="575"/>
                    <a:pt x="537" y="805"/>
                  </a:cubicBezTo>
                  <a:cubicBezTo>
                    <a:pt x="346" y="996"/>
                    <a:pt x="1" y="766"/>
                    <a:pt x="78" y="498"/>
                  </a:cubicBezTo>
                  <a:cubicBezTo>
                    <a:pt x="192" y="230"/>
                    <a:pt x="575" y="230"/>
                    <a:pt x="805" y="192"/>
                  </a:cubicBezTo>
                  <a:cubicBezTo>
                    <a:pt x="2221" y="1"/>
                    <a:pt x="3676" y="383"/>
                    <a:pt x="4825" y="1226"/>
                  </a:cubicBezTo>
                  <a:cubicBezTo>
                    <a:pt x="6050" y="2030"/>
                    <a:pt x="7007" y="3293"/>
                    <a:pt x="7466" y="4671"/>
                  </a:cubicBezTo>
                  <a:cubicBezTo>
                    <a:pt x="7619" y="5131"/>
                    <a:pt x="7696" y="5628"/>
                    <a:pt x="7734" y="6126"/>
                  </a:cubicBezTo>
                  <a:cubicBezTo>
                    <a:pt x="7811" y="6509"/>
                    <a:pt x="7773" y="7007"/>
                    <a:pt x="8117" y="7275"/>
                  </a:cubicBezTo>
                  <a:cubicBezTo>
                    <a:pt x="8615" y="7696"/>
                    <a:pt x="9266" y="7925"/>
                    <a:pt x="9878" y="8193"/>
                  </a:cubicBezTo>
                  <a:cubicBezTo>
                    <a:pt x="10567" y="8538"/>
                    <a:pt x="11295" y="8882"/>
                    <a:pt x="11984" y="9265"/>
                  </a:cubicBezTo>
                  <a:cubicBezTo>
                    <a:pt x="13324" y="10069"/>
                    <a:pt x="14587" y="11026"/>
                    <a:pt x="15353" y="12443"/>
                  </a:cubicBezTo>
                  <a:cubicBezTo>
                    <a:pt x="15774" y="13132"/>
                    <a:pt x="16042" y="13898"/>
                    <a:pt x="16272" y="14702"/>
                  </a:cubicBezTo>
                  <a:cubicBezTo>
                    <a:pt x="16386" y="15161"/>
                    <a:pt x="16463" y="15735"/>
                    <a:pt x="16961" y="15965"/>
                  </a:cubicBezTo>
                  <a:cubicBezTo>
                    <a:pt x="18530" y="16960"/>
                    <a:pt x="20100" y="17994"/>
                    <a:pt x="21325" y="19410"/>
                  </a:cubicBezTo>
                  <a:cubicBezTo>
                    <a:pt x="22129" y="20329"/>
                    <a:pt x="22742" y="21363"/>
                    <a:pt x="23354" y="22435"/>
                  </a:cubicBezTo>
                  <a:cubicBezTo>
                    <a:pt x="23928" y="23507"/>
                    <a:pt x="24503" y="24579"/>
                    <a:pt x="24809" y="25766"/>
                  </a:cubicBezTo>
                  <a:cubicBezTo>
                    <a:pt x="24847" y="25919"/>
                    <a:pt x="24771" y="26072"/>
                    <a:pt x="24617" y="26110"/>
                  </a:cubicBezTo>
                  <a:cubicBezTo>
                    <a:pt x="24464" y="26148"/>
                    <a:pt x="24311" y="26072"/>
                    <a:pt x="24235" y="259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8"/>
            <p:cNvSpPr/>
            <p:nvPr/>
          </p:nvSpPr>
          <p:spPr>
            <a:xfrm>
              <a:off x="5495425" y="4701800"/>
              <a:ext cx="287150" cy="291925"/>
            </a:xfrm>
            <a:custGeom>
              <a:avLst/>
              <a:gdLst/>
              <a:ahLst/>
              <a:cxnLst/>
              <a:rect l="l" t="t" r="r" b="b"/>
              <a:pathLst>
                <a:path w="11486" h="11677" extrusionOk="0">
                  <a:moveTo>
                    <a:pt x="116" y="11485"/>
                  </a:moveTo>
                  <a:cubicBezTo>
                    <a:pt x="1" y="11371"/>
                    <a:pt x="77" y="11179"/>
                    <a:pt x="192" y="11103"/>
                  </a:cubicBezTo>
                  <a:cubicBezTo>
                    <a:pt x="881" y="10720"/>
                    <a:pt x="1532" y="10299"/>
                    <a:pt x="2183" y="9877"/>
                  </a:cubicBezTo>
                  <a:cubicBezTo>
                    <a:pt x="2681" y="9533"/>
                    <a:pt x="3140" y="9150"/>
                    <a:pt x="3638" y="8806"/>
                  </a:cubicBezTo>
                  <a:cubicBezTo>
                    <a:pt x="5284" y="7542"/>
                    <a:pt x="6815" y="6126"/>
                    <a:pt x="8232" y="4594"/>
                  </a:cubicBezTo>
                  <a:cubicBezTo>
                    <a:pt x="9151" y="3599"/>
                    <a:pt x="9840" y="2450"/>
                    <a:pt x="10376" y="1225"/>
                  </a:cubicBezTo>
                  <a:cubicBezTo>
                    <a:pt x="10490" y="919"/>
                    <a:pt x="10644" y="651"/>
                    <a:pt x="10720" y="345"/>
                  </a:cubicBezTo>
                  <a:cubicBezTo>
                    <a:pt x="10758" y="192"/>
                    <a:pt x="10912" y="0"/>
                    <a:pt x="11103" y="77"/>
                  </a:cubicBezTo>
                  <a:cubicBezTo>
                    <a:pt x="11486" y="192"/>
                    <a:pt x="11218" y="651"/>
                    <a:pt x="11141" y="919"/>
                  </a:cubicBezTo>
                  <a:cubicBezTo>
                    <a:pt x="11026" y="1187"/>
                    <a:pt x="10873" y="1455"/>
                    <a:pt x="10758" y="1723"/>
                  </a:cubicBezTo>
                  <a:cubicBezTo>
                    <a:pt x="10031" y="3446"/>
                    <a:pt x="8806" y="4901"/>
                    <a:pt x="7466" y="6202"/>
                  </a:cubicBezTo>
                  <a:cubicBezTo>
                    <a:pt x="6050" y="7657"/>
                    <a:pt x="4480" y="8920"/>
                    <a:pt x="2834" y="10107"/>
                  </a:cubicBezTo>
                  <a:cubicBezTo>
                    <a:pt x="2068" y="10643"/>
                    <a:pt x="1264" y="11103"/>
                    <a:pt x="498" y="11600"/>
                  </a:cubicBezTo>
                  <a:cubicBezTo>
                    <a:pt x="345" y="11677"/>
                    <a:pt x="192" y="11639"/>
                    <a:pt x="77" y="114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8"/>
            <p:cNvSpPr/>
            <p:nvPr/>
          </p:nvSpPr>
          <p:spPr>
            <a:xfrm>
              <a:off x="5755750" y="4913300"/>
              <a:ext cx="240275" cy="253675"/>
            </a:xfrm>
            <a:custGeom>
              <a:avLst/>
              <a:gdLst/>
              <a:ahLst/>
              <a:cxnLst/>
              <a:rect l="l" t="t" r="r" b="b"/>
              <a:pathLst>
                <a:path w="9611" h="10147" extrusionOk="0">
                  <a:moveTo>
                    <a:pt x="77" y="9955"/>
                  </a:moveTo>
                  <a:cubicBezTo>
                    <a:pt x="1" y="9840"/>
                    <a:pt x="39" y="9648"/>
                    <a:pt x="192" y="9572"/>
                  </a:cubicBezTo>
                  <a:cubicBezTo>
                    <a:pt x="537" y="9381"/>
                    <a:pt x="843" y="9189"/>
                    <a:pt x="1188" y="8998"/>
                  </a:cubicBezTo>
                  <a:cubicBezTo>
                    <a:pt x="1800" y="8653"/>
                    <a:pt x="2374" y="8232"/>
                    <a:pt x="2949" y="7811"/>
                  </a:cubicBezTo>
                  <a:cubicBezTo>
                    <a:pt x="3791" y="7160"/>
                    <a:pt x="4557" y="6471"/>
                    <a:pt x="5246" y="5705"/>
                  </a:cubicBezTo>
                  <a:cubicBezTo>
                    <a:pt x="6356" y="4442"/>
                    <a:pt x="7428" y="3102"/>
                    <a:pt x="8194" y="1609"/>
                  </a:cubicBezTo>
                  <a:cubicBezTo>
                    <a:pt x="8385" y="1226"/>
                    <a:pt x="8538" y="882"/>
                    <a:pt x="8653" y="499"/>
                  </a:cubicBezTo>
                  <a:cubicBezTo>
                    <a:pt x="8730" y="307"/>
                    <a:pt x="8730" y="39"/>
                    <a:pt x="8998" y="1"/>
                  </a:cubicBezTo>
                  <a:cubicBezTo>
                    <a:pt x="9610" y="39"/>
                    <a:pt x="9151" y="805"/>
                    <a:pt x="9036" y="1111"/>
                  </a:cubicBezTo>
                  <a:cubicBezTo>
                    <a:pt x="8462" y="2528"/>
                    <a:pt x="7543" y="3791"/>
                    <a:pt x="6586" y="4978"/>
                  </a:cubicBezTo>
                  <a:cubicBezTo>
                    <a:pt x="5514" y="6394"/>
                    <a:pt x="4174" y="7658"/>
                    <a:pt x="2719" y="8691"/>
                  </a:cubicBezTo>
                  <a:cubicBezTo>
                    <a:pt x="2221" y="9036"/>
                    <a:pt x="1724" y="9381"/>
                    <a:pt x="1188" y="9687"/>
                  </a:cubicBezTo>
                  <a:cubicBezTo>
                    <a:pt x="958" y="9802"/>
                    <a:pt x="690" y="9955"/>
                    <a:pt x="460" y="10070"/>
                  </a:cubicBezTo>
                  <a:cubicBezTo>
                    <a:pt x="345" y="10146"/>
                    <a:pt x="154" y="10108"/>
                    <a:pt x="77" y="99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8"/>
            <p:cNvSpPr/>
            <p:nvPr/>
          </p:nvSpPr>
          <p:spPr>
            <a:xfrm>
              <a:off x="1507225" y="3961000"/>
              <a:ext cx="656575" cy="1247125"/>
            </a:xfrm>
            <a:custGeom>
              <a:avLst/>
              <a:gdLst/>
              <a:ahLst/>
              <a:cxnLst/>
              <a:rect l="l" t="t" r="r" b="b"/>
              <a:pathLst>
                <a:path w="26263" h="49885" extrusionOk="0">
                  <a:moveTo>
                    <a:pt x="39" y="49655"/>
                  </a:moveTo>
                  <a:cubicBezTo>
                    <a:pt x="0" y="49502"/>
                    <a:pt x="77" y="49348"/>
                    <a:pt x="153" y="49234"/>
                  </a:cubicBezTo>
                  <a:cubicBezTo>
                    <a:pt x="345" y="48966"/>
                    <a:pt x="613" y="48698"/>
                    <a:pt x="804" y="48430"/>
                  </a:cubicBezTo>
                  <a:cubicBezTo>
                    <a:pt x="1417" y="47626"/>
                    <a:pt x="1991" y="46783"/>
                    <a:pt x="2565" y="45941"/>
                  </a:cubicBezTo>
                  <a:cubicBezTo>
                    <a:pt x="3446" y="44640"/>
                    <a:pt x="4250" y="43300"/>
                    <a:pt x="5130" y="41998"/>
                  </a:cubicBezTo>
                  <a:cubicBezTo>
                    <a:pt x="6011" y="40735"/>
                    <a:pt x="6853" y="39433"/>
                    <a:pt x="7657" y="38093"/>
                  </a:cubicBezTo>
                  <a:cubicBezTo>
                    <a:pt x="9303" y="35413"/>
                    <a:pt x="11064" y="32848"/>
                    <a:pt x="12596" y="30092"/>
                  </a:cubicBezTo>
                  <a:cubicBezTo>
                    <a:pt x="14778" y="26570"/>
                    <a:pt x="17075" y="23086"/>
                    <a:pt x="19257" y="19564"/>
                  </a:cubicBezTo>
                  <a:cubicBezTo>
                    <a:pt x="20482" y="17535"/>
                    <a:pt x="21822" y="15506"/>
                    <a:pt x="22779" y="13285"/>
                  </a:cubicBezTo>
                  <a:cubicBezTo>
                    <a:pt x="24157" y="10222"/>
                    <a:pt x="25650" y="7045"/>
                    <a:pt x="25650" y="3599"/>
                  </a:cubicBezTo>
                  <a:cubicBezTo>
                    <a:pt x="25650" y="2910"/>
                    <a:pt x="25536" y="2298"/>
                    <a:pt x="25382" y="1647"/>
                  </a:cubicBezTo>
                  <a:cubicBezTo>
                    <a:pt x="25306" y="1302"/>
                    <a:pt x="25229" y="958"/>
                    <a:pt x="25153" y="651"/>
                  </a:cubicBezTo>
                  <a:cubicBezTo>
                    <a:pt x="25076" y="460"/>
                    <a:pt x="24961" y="154"/>
                    <a:pt x="25268" y="39"/>
                  </a:cubicBezTo>
                  <a:cubicBezTo>
                    <a:pt x="25382" y="1"/>
                    <a:pt x="25574" y="77"/>
                    <a:pt x="25612" y="230"/>
                  </a:cubicBezTo>
                  <a:cubicBezTo>
                    <a:pt x="25727" y="613"/>
                    <a:pt x="25842" y="1034"/>
                    <a:pt x="25918" y="1455"/>
                  </a:cubicBezTo>
                  <a:cubicBezTo>
                    <a:pt x="26148" y="2336"/>
                    <a:pt x="26263" y="3255"/>
                    <a:pt x="26225" y="4135"/>
                  </a:cubicBezTo>
                  <a:cubicBezTo>
                    <a:pt x="26072" y="7121"/>
                    <a:pt x="24923" y="9954"/>
                    <a:pt x="23698" y="12634"/>
                  </a:cubicBezTo>
                  <a:cubicBezTo>
                    <a:pt x="23047" y="14051"/>
                    <a:pt x="22473" y="15429"/>
                    <a:pt x="21669" y="16731"/>
                  </a:cubicBezTo>
                  <a:cubicBezTo>
                    <a:pt x="18491" y="22090"/>
                    <a:pt x="14931" y="27182"/>
                    <a:pt x="11830" y="32580"/>
                  </a:cubicBezTo>
                  <a:cubicBezTo>
                    <a:pt x="10758" y="34379"/>
                    <a:pt x="9533" y="36102"/>
                    <a:pt x="8461" y="37902"/>
                  </a:cubicBezTo>
                  <a:cubicBezTo>
                    <a:pt x="7389" y="39663"/>
                    <a:pt x="6241" y="41385"/>
                    <a:pt x="5054" y="43108"/>
                  </a:cubicBezTo>
                  <a:cubicBezTo>
                    <a:pt x="3943" y="44831"/>
                    <a:pt x="2872" y="46592"/>
                    <a:pt x="1646" y="48276"/>
                  </a:cubicBezTo>
                  <a:cubicBezTo>
                    <a:pt x="1302" y="48698"/>
                    <a:pt x="957" y="49157"/>
                    <a:pt x="613" y="49578"/>
                  </a:cubicBezTo>
                  <a:cubicBezTo>
                    <a:pt x="575" y="49731"/>
                    <a:pt x="460" y="49884"/>
                    <a:pt x="307" y="49846"/>
                  </a:cubicBezTo>
                  <a:cubicBezTo>
                    <a:pt x="153" y="49846"/>
                    <a:pt x="77" y="49731"/>
                    <a:pt x="39" y="496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8"/>
            <p:cNvSpPr/>
            <p:nvPr/>
          </p:nvSpPr>
          <p:spPr>
            <a:xfrm>
              <a:off x="1691950" y="2257375"/>
              <a:ext cx="234500" cy="1141850"/>
            </a:xfrm>
            <a:custGeom>
              <a:avLst/>
              <a:gdLst/>
              <a:ahLst/>
              <a:cxnLst/>
              <a:rect l="l" t="t" r="r" b="b"/>
              <a:pathLst>
                <a:path w="9380" h="45674" extrusionOk="0">
                  <a:moveTo>
                    <a:pt x="8958" y="45635"/>
                  </a:moveTo>
                  <a:cubicBezTo>
                    <a:pt x="8805" y="45597"/>
                    <a:pt x="8690" y="45482"/>
                    <a:pt x="8690" y="45329"/>
                  </a:cubicBezTo>
                  <a:cubicBezTo>
                    <a:pt x="8690" y="45290"/>
                    <a:pt x="8690" y="45252"/>
                    <a:pt x="8729" y="45214"/>
                  </a:cubicBezTo>
                  <a:cubicBezTo>
                    <a:pt x="8269" y="43453"/>
                    <a:pt x="7427" y="41768"/>
                    <a:pt x="6585" y="40160"/>
                  </a:cubicBezTo>
                  <a:cubicBezTo>
                    <a:pt x="5053" y="37327"/>
                    <a:pt x="3446" y="34571"/>
                    <a:pt x="2144" y="31623"/>
                  </a:cubicBezTo>
                  <a:cubicBezTo>
                    <a:pt x="1570" y="30321"/>
                    <a:pt x="1034" y="29058"/>
                    <a:pt x="689" y="27680"/>
                  </a:cubicBezTo>
                  <a:cubicBezTo>
                    <a:pt x="0" y="24885"/>
                    <a:pt x="0" y="21975"/>
                    <a:pt x="115" y="19142"/>
                  </a:cubicBezTo>
                  <a:cubicBezTo>
                    <a:pt x="153" y="17267"/>
                    <a:pt x="459" y="15391"/>
                    <a:pt x="804" y="13553"/>
                  </a:cubicBezTo>
                  <a:cubicBezTo>
                    <a:pt x="1378" y="10375"/>
                    <a:pt x="1914" y="7198"/>
                    <a:pt x="2450" y="4059"/>
                  </a:cubicBezTo>
                  <a:cubicBezTo>
                    <a:pt x="2642" y="2948"/>
                    <a:pt x="2718" y="1800"/>
                    <a:pt x="3369" y="843"/>
                  </a:cubicBezTo>
                  <a:cubicBezTo>
                    <a:pt x="3943" y="1"/>
                    <a:pt x="4862" y="115"/>
                    <a:pt x="5436" y="919"/>
                  </a:cubicBezTo>
                  <a:cubicBezTo>
                    <a:pt x="5781" y="1379"/>
                    <a:pt x="6011" y="1953"/>
                    <a:pt x="6164" y="2527"/>
                  </a:cubicBezTo>
                  <a:cubicBezTo>
                    <a:pt x="6547" y="3906"/>
                    <a:pt x="6776" y="5284"/>
                    <a:pt x="6929" y="6700"/>
                  </a:cubicBezTo>
                  <a:cubicBezTo>
                    <a:pt x="7389" y="10490"/>
                    <a:pt x="7083" y="14357"/>
                    <a:pt x="7044" y="18147"/>
                  </a:cubicBezTo>
                  <a:cubicBezTo>
                    <a:pt x="7044" y="19525"/>
                    <a:pt x="7159" y="20865"/>
                    <a:pt x="7351" y="22205"/>
                  </a:cubicBezTo>
                  <a:cubicBezTo>
                    <a:pt x="7389" y="22435"/>
                    <a:pt x="7504" y="22818"/>
                    <a:pt x="7197" y="22894"/>
                  </a:cubicBezTo>
                  <a:cubicBezTo>
                    <a:pt x="7044" y="22933"/>
                    <a:pt x="6853" y="22818"/>
                    <a:pt x="6853" y="22665"/>
                  </a:cubicBezTo>
                  <a:cubicBezTo>
                    <a:pt x="6700" y="21746"/>
                    <a:pt x="6585" y="20789"/>
                    <a:pt x="6547" y="19870"/>
                  </a:cubicBezTo>
                  <a:cubicBezTo>
                    <a:pt x="6317" y="16003"/>
                    <a:pt x="6853" y="12137"/>
                    <a:pt x="6508" y="8308"/>
                  </a:cubicBezTo>
                  <a:cubicBezTo>
                    <a:pt x="6432" y="6968"/>
                    <a:pt x="5896" y="843"/>
                    <a:pt x="4288" y="843"/>
                  </a:cubicBezTo>
                  <a:cubicBezTo>
                    <a:pt x="4288" y="843"/>
                    <a:pt x="4250" y="843"/>
                    <a:pt x="4211" y="843"/>
                  </a:cubicBezTo>
                  <a:lnTo>
                    <a:pt x="4211" y="843"/>
                  </a:lnTo>
                  <a:cubicBezTo>
                    <a:pt x="3216" y="1302"/>
                    <a:pt x="3063" y="3982"/>
                    <a:pt x="2871" y="5016"/>
                  </a:cubicBezTo>
                  <a:cubicBezTo>
                    <a:pt x="2565" y="6815"/>
                    <a:pt x="2259" y="8614"/>
                    <a:pt x="1953" y="10414"/>
                  </a:cubicBezTo>
                  <a:cubicBezTo>
                    <a:pt x="1608" y="12519"/>
                    <a:pt x="1149" y="14625"/>
                    <a:pt x="881" y="16769"/>
                  </a:cubicBezTo>
                  <a:cubicBezTo>
                    <a:pt x="613" y="19142"/>
                    <a:pt x="536" y="21516"/>
                    <a:pt x="689" y="23890"/>
                  </a:cubicBezTo>
                  <a:cubicBezTo>
                    <a:pt x="804" y="25459"/>
                    <a:pt x="1034" y="27029"/>
                    <a:pt x="1531" y="28522"/>
                  </a:cubicBezTo>
                  <a:cubicBezTo>
                    <a:pt x="2335" y="30857"/>
                    <a:pt x="3407" y="33039"/>
                    <a:pt x="4556" y="35222"/>
                  </a:cubicBezTo>
                  <a:cubicBezTo>
                    <a:pt x="5436" y="36830"/>
                    <a:pt x="6317" y="38437"/>
                    <a:pt x="7159" y="40084"/>
                  </a:cubicBezTo>
                  <a:cubicBezTo>
                    <a:pt x="7733" y="41156"/>
                    <a:pt x="8308" y="42228"/>
                    <a:pt x="8729" y="43376"/>
                  </a:cubicBezTo>
                  <a:cubicBezTo>
                    <a:pt x="8920" y="43950"/>
                    <a:pt x="9188" y="44525"/>
                    <a:pt x="9303" y="45137"/>
                  </a:cubicBezTo>
                  <a:cubicBezTo>
                    <a:pt x="9380" y="45367"/>
                    <a:pt x="9226" y="45673"/>
                    <a:pt x="8997" y="456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8"/>
            <p:cNvSpPr/>
            <p:nvPr/>
          </p:nvSpPr>
          <p:spPr>
            <a:xfrm>
              <a:off x="1865175" y="2455500"/>
              <a:ext cx="131150" cy="627875"/>
            </a:xfrm>
            <a:custGeom>
              <a:avLst/>
              <a:gdLst/>
              <a:ahLst/>
              <a:cxnLst/>
              <a:rect l="l" t="t" r="r" b="b"/>
              <a:pathLst>
                <a:path w="5246" h="25115" extrusionOk="0">
                  <a:moveTo>
                    <a:pt x="1647" y="24770"/>
                  </a:moveTo>
                  <a:cubicBezTo>
                    <a:pt x="1455" y="24272"/>
                    <a:pt x="1340" y="23698"/>
                    <a:pt x="1187" y="23162"/>
                  </a:cubicBezTo>
                  <a:cubicBezTo>
                    <a:pt x="919" y="21975"/>
                    <a:pt x="613" y="20827"/>
                    <a:pt x="383" y="19602"/>
                  </a:cubicBezTo>
                  <a:cubicBezTo>
                    <a:pt x="0" y="17228"/>
                    <a:pt x="0" y="14740"/>
                    <a:pt x="345" y="12366"/>
                  </a:cubicBezTo>
                  <a:cubicBezTo>
                    <a:pt x="690" y="10567"/>
                    <a:pt x="1225" y="8844"/>
                    <a:pt x="1647" y="7083"/>
                  </a:cubicBezTo>
                  <a:cubicBezTo>
                    <a:pt x="2106" y="5360"/>
                    <a:pt x="2336" y="3561"/>
                    <a:pt x="2795" y="1876"/>
                  </a:cubicBezTo>
                  <a:cubicBezTo>
                    <a:pt x="3331" y="0"/>
                    <a:pt x="4556" y="77"/>
                    <a:pt x="5130" y="1876"/>
                  </a:cubicBezTo>
                  <a:cubicBezTo>
                    <a:pt x="5245" y="2221"/>
                    <a:pt x="4748" y="2412"/>
                    <a:pt x="4594" y="2068"/>
                  </a:cubicBezTo>
                  <a:cubicBezTo>
                    <a:pt x="4480" y="1761"/>
                    <a:pt x="4173" y="843"/>
                    <a:pt x="3790" y="1149"/>
                  </a:cubicBezTo>
                  <a:cubicBezTo>
                    <a:pt x="3484" y="1455"/>
                    <a:pt x="3369" y="1915"/>
                    <a:pt x="3255" y="2336"/>
                  </a:cubicBezTo>
                  <a:cubicBezTo>
                    <a:pt x="2719" y="4633"/>
                    <a:pt x="2336" y="6968"/>
                    <a:pt x="1685" y="9265"/>
                  </a:cubicBezTo>
                  <a:cubicBezTo>
                    <a:pt x="1187" y="11026"/>
                    <a:pt x="766" y="12787"/>
                    <a:pt x="690" y="14625"/>
                  </a:cubicBezTo>
                  <a:cubicBezTo>
                    <a:pt x="651" y="16080"/>
                    <a:pt x="651" y="17573"/>
                    <a:pt x="881" y="19027"/>
                  </a:cubicBezTo>
                  <a:cubicBezTo>
                    <a:pt x="1034" y="20214"/>
                    <a:pt x="1340" y="21401"/>
                    <a:pt x="1647" y="22588"/>
                  </a:cubicBezTo>
                  <a:cubicBezTo>
                    <a:pt x="1800" y="23239"/>
                    <a:pt x="1953" y="23889"/>
                    <a:pt x="2144" y="24502"/>
                  </a:cubicBezTo>
                  <a:cubicBezTo>
                    <a:pt x="2297" y="24846"/>
                    <a:pt x="1838" y="25114"/>
                    <a:pt x="1647" y="247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8"/>
            <p:cNvSpPr/>
            <p:nvPr/>
          </p:nvSpPr>
          <p:spPr>
            <a:xfrm>
              <a:off x="2291075" y="4152425"/>
              <a:ext cx="438375" cy="1070050"/>
            </a:xfrm>
            <a:custGeom>
              <a:avLst/>
              <a:gdLst/>
              <a:ahLst/>
              <a:cxnLst/>
              <a:rect l="l" t="t" r="r" b="b"/>
              <a:pathLst>
                <a:path w="17535" h="42802" extrusionOk="0">
                  <a:moveTo>
                    <a:pt x="230" y="42763"/>
                  </a:moveTo>
                  <a:cubicBezTo>
                    <a:pt x="77" y="42687"/>
                    <a:pt x="1" y="42534"/>
                    <a:pt x="39" y="42381"/>
                  </a:cubicBezTo>
                  <a:cubicBezTo>
                    <a:pt x="575" y="40658"/>
                    <a:pt x="1149" y="38935"/>
                    <a:pt x="1723" y="37212"/>
                  </a:cubicBezTo>
                  <a:cubicBezTo>
                    <a:pt x="3599" y="31240"/>
                    <a:pt x="5360" y="25191"/>
                    <a:pt x="7811" y="19410"/>
                  </a:cubicBezTo>
                  <a:cubicBezTo>
                    <a:pt x="9840" y="14740"/>
                    <a:pt x="12558" y="10375"/>
                    <a:pt x="14663" y="5705"/>
                  </a:cubicBezTo>
                  <a:cubicBezTo>
                    <a:pt x="15161" y="4556"/>
                    <a:pt x="15659" y="3369"/>
                    <a:pt x="16118" y="2221"/>
                  </a:cubicBezTo>
                  <a:cubicBezTo>
                    <a:pt x="16310" y="1570"/>
                    <a:pt x="16578" y="958"/>
                    <a:pt x="16692" y="345"/>
                  </a:cubicBezTo>
                  <a:cubicBezTo>
                    <a:pt x="16654" y="154"/>
                    <a:pt x="16807" y="0"/>
                    <a:pt x="16999" y="0"/>
                  </a:cubicBezTo>
                  <a:cubicBezTo>
                    <a:pt x="17535" y="77"/>
                    <a:pt x="17114" y="958"/>
                    <a:pt x="17037" y="1264"/>
                  </a:cubicBezTo>
                  <a:cubicBezTo>
                    <a:pt x="16616" y="2527"/>
                    <a:pt x="16118" y="3791"/>
                    <a:pt x="15582" y="5016"/>
                  </a:cubicBezTo>
                  <a:cubicBezTo>
                    <a:pt x="14510" y="7466"/>
                    <a:pt x="13285" y="9878"/>
                    <a:pt x="12022" y="12213"/>
                  </a:cubicBezTo>
                  <a:cubicBezTo>
                    <a:pt x="10529" y="14969"/>
                    <a:pt x="9112" y="17726"/>
                    <a:pt x="7887" y="20597"/>
                  </a:cubicBezTo>
                  <a:cubicBezTo>
                    <a:pt x="5246" y="27258"/>
                    <a:pt x="3331" y="34226"/>
                    <a:pt x="1073" y="41041"/>
                  </a:cubicBezTo>
                  <a:cubicBezTo>
                    <a:pt x="919" y="41538"/>
                    <a:pt x="728" y="42036"/>
                    <a:pt x="575" y="42572"/>
                  </a:cubicBezTo>
                  <a:cubicBezTo>
                    <a:pt x="537" y="42725"/>
                    <a:pt x="345" y="42802"/>
                    <a:pt x="230" y="427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8"/>
            <p:cNvSpPr/>
            <p:nvPr/>
          </p:nvSpPr>
          <p:spPr>
            <a:xfrm>
              <a:off x="1918775" y="2494725"/>
              <a:ext cx="74675" cy="132125"/>
            </a:xfrm>
            <a:custGeom>
              <a:avLst/>
              <a:gdLst/>
              <a:ahLst/>
              <a:cxnLst/>
              <a:rect l="l" t="t" r="r" b="b"/>
              <a:pathLst>
                <a:path w="2987" h="5285" extrusionOk="0">
                  <a:moveTo>
                    <a:pt x="268" y="5093"/>
                  </a:moveTo>
                  <a:cubicBezTo>
                    <a:pt x="0" y="4901"/>
                    <a:pt x="192" y="4480"/>
                    <a:pt x="498" y="4557"/>
                  </a:cubicBezTo>
                  <a:cubicBezTo>
                    <a:pt x="1800" y="3982"/>
                    <a:pt x="2144" y="2413"/>
                    <a:pt x="2336" y="1149"/>
                  </a:cubicBezTo>
                  <a:cubicBezTo>
                    <a:pt x="2374" y="843"/>
                    <a:pt x="2374" y="575"/>
                    <a:pt x="2412" y="269"/>
                  </a:cubicBezTo>
                  <a:cubicBezTo>
                    <a:pt x="2450" y="116"/>
                    <a:pt x="2565" y="1"/>
                    <a:pt x="2718" y="1"/>
                  </a:cubicBezTo>
                  <a:cubicBezTo>
                    <a:pt x="2872" y="39"/>
                    <a:pt x="2986" y="154"/>
                    <a:pt x="2986" y="307"/>
                  </a:cubicBezTo>
                  <a:cubicBezTo>
                    <a:pt x="2833" y="1839"/>
                    <a:pt x="2642" y="3600"/>
                    <a:pt x="1379" y="4672"/>
                  </a:cubicBezTo>
                  <a:cubicBezTo>
                    <a:pt x="1072" y="4901"/>
                    <a:pt x="651" y="5284"/>
                    <a:pt x="268" y="50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8"/>
            <p:cNvSpPr/>
            <p:nvPr/>
          </p:nvSpPr>
          <p:spPr>
            <a:xfrm>
              <a:off x="1758925" y="2279400"/>
              <a:ext cx="55550" cy="137825"/>
            </a:xfrm>
            <a:custGeom>
              <a:avLst/>
              <a:gdLst/>
              <a:ahLst/>
              <a:cxnLst/>
              <a:rect l="l" t="t" r="r" b="b"/>
              <a:pathLst>
                <a:path w="2222" h="5513" extrusionOk="0">
                  <a:moveTo>
                    <a:pt x="231" y="5513"/>
                  </a:moveTo>
                  <a:cubicBezTo>
                    <a:pt x="77" y="5513"/>
                    <a:pt x="1" y="5360"/>
                    <a:pt x="1" y="5207"/>
                  </a:cubicBezTo>
                  <a:cubicBezTo>
                    <a:pt x="1" y="5054"/>
                    <a:pt x="116" y="4939"/>
                    <a:pt x="269" y="4939"/>
                  </a:cubicBezTo>
                  <a:cubicBezTo>
                    <a:pt x="843" y="4403"/>
                    <a:pt x="1035" y="3561"/>
                    <a:pt x="1264" y="2795"/>
                  </a:cubicBezTo>
                  <a:cubicBezTo>
                    <a:pt x="1379" y="2374"/>
                    <a:pt x="1456" y="1914"/>
                    <a:pt x="1532" y="1417"/>
                  </a:cubicBezTo>
                  <a:cubicBezTo>
                    <a:pt x="1571" y="1034"/>
                    <a:pt x="1609" y="651"/>
                    <a:pt x="1647" y="268"/>
                  </a:cubicBezTo>
                  <a:cubicBezTo>
                    <a:pt x="1647" y="115"/>
                    <a:pt x="1762" y="0"/>
                    <a:pt x="1915" y="0"/>
                  </a:cubicBezTo>
                  <a:cubicBezTo>
                    <a:pt x="2107" y="0"/>
                    <a:pt x="2221" y="153"/>
                    <a:pt x="2183" y="306"/>
                  </a:cubicBezTo>
                  <a:cubicBezTo>
                    <a:pt x="2183" y="881"/>
                    <a:pt x="2107" y="1455"/>
                    <a:pt x="2030" y="2029"/>
                  </a:cubicBezTo>
                  <a:cubicBezTo>
                    <a:pt x="1915" y="2871"/>
                    <a:pt x="1226" y="5513"/>
                    <a:pt x="231" y="55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8"/>
            <p:cNvSpPr/>
            <p:nvPr/>
          </p:nvSpPr>
          <p:spPr>
            <a:xfrm>
              <a:off x="4116250" y="2385625"/>
              <a:ext cx="64150" cy="48850"/>
            </a:xfrm>
            <a:custGeom>
              <a:avLst/>
              <a:gdLst/>
              <a:ahLst/>
              <a:cxnLst/>
              <a:rect l="l" t="t" r="r" b="b"/>
              <a:pathLst>
                <a:path w="2566" h="1954" extrusionOk="0">
                  <a:moveTo>
                    <a:pt x="269" y="1953"/>
                  </a:moveTo>
                  <a:cubicBezTo>
                    <a:pt x="116" y="1953"/>
                    <a:pt x="1" y="1800"/>
                    <a:pt x="1" y="1647"/>
                  </a:cubicBezTo>
                  <a:cubicBezTo>
                    <a:pt x="39" y="1226"/>
                    <a:pt x="613" y="881"/>
                    <a:pt x="958" y="651"/>
                  </a:cubicBezTo>
                  <a:cubicBezTo>
                    <a:pt x="1341" y="422"/>
                    <a:pt x="1724" y="230"/>
                    <a:pt x="2145" y="39"/>
                  </a:cubicBezTo>
                  <a:cubicBezTo>
                    <a:pt x="2298" y="1"/>
                    <a:pt x="2451" y="77"/>
                    <a:pt x="2489" y="230"/>
                  </a:cubicBezTo>
                  <a:cubicBezTo>
                    <a:pt x="2566" y="383"/>
                    <a:pt x="2489" y="537"/>
                    <a:pt x="2336" y="575"/>
                  </a:cubicBezTo>
                  <a:cubicBezTo>
                    <a:pt x="1685" y="843"/>
                    <a:pt x="1034" y="1187"/>
                    <a:pt x="575" y="1685"/>
                  </a:cubicBezTo>
                  <a:cubicBezTo>
                    <a:pt x="537" y="1838"/>
                    <a:pt x="422" y="1953"/>
                    <a:pt x="269" y="19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8"/>
            <p:cNvSpPr/>
            <p:nvPr/>
          </p:nvSpPr>
          <p:spPr>
            <a:xfrm>
              <a:off x="4416775" y="2297575"/>
              <a:ext cx="74700" cy="36400"/>
            </a:xfrm>
            <a:custGeom>
              <a:avLst/>
              <a:gdLst/>
              <a:ahLst/>
              <a:cxnLst/>
              <a:rect l="l" t="t" r="r" b="b"/>
              <a:pathLst>
                <a:path w="2988" h="1456" extrusionOk="0">
                  <a:moveTo>
                    <a:pt x="1" y="1111"/>
                  </a:moveTo>
                  <a:cubicBezTo>
                    <a:pt x="1" y="919"/>
                    <a:pt x="116" y="804"/>
                    <a:pt x="269" y="766"/>
                  </a:cubicBezTo>
                  <a:cubicBezTo>
                    <a:pt x="996" y="460"/>
                    <a:pt x="1724" y="192"/>
                    <a:pt x="2528" y="77"/>
                  </a:cubicBezTo>
                  <a:cubicBezTo>
                    <a:pt x="2872" y="1"/>
                    <a:pt x="2987" y="536"/>
                    <a:pt x="2642" y="613"/>
                  </a:cubicBezTo>
                  <a:cubicBezTo>
                    <a:pt x="2336" y="690"/>
                    <a:pt x="2068" y="728"/>
                    <a:pt x="1800" y="804"/>
                  </a:cubicBezTo>
                  <a:cubicBezTo>
                    <a:pt x="1417" y="919"/>
                    <a:pt x="1035" y="1072"/>
                    <a:pt x="652" y="1226"/>
                  </a:cubicBezTo>
                  <a:cubicBezTo>
                    <a:pt x="422" y="1379"/>
                    <a:pt x="39" y="1455"/>
                    <a:pt x="1" y="1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8"/>
            <p:cNvSpPr/>
            <p:nvPr/>
          </p:nvSpPr>
          <p:spPr>
            <a:xfrm>
              <a:off x="3861675" y="2591400"/>
              <a:ext cx="60325" cy="47875"/>
            </a:xfrm>
            <a:custGeom>
              <a:avLst/>
              <a:gdLst/>
              <a:ahLst/>
              <a:cxnLst/>
              <a:rect l="l" t="t" r="r" b="b"/>
              <a:pathLst>
                <a:path w="2413" h="1915" extrusionOk="0">
                  <a:moveTo>
                    <a:pt x="651" y="1915"/>
                  </a:moveTo>
                  <a:cubicBezTo>
                    <a:pt x="0" y="1723"/>
                    <a:pt x="651" y="1034"/>
                    <a:pt x="919" y="805"/>
                  </a:cubicBezTo>
                  <a:cubicBezTo>
                    <a:pt x="1225" y="537"/>
                    <a:pt x="1532" y="307"/>
                    <a:pt x="1838" y="77"/>
                  </a:cubicBezTo>
                  <a:cubicBezTo>
                    <a:pt x="1953" y="1"/>
                    <a:pt x="2144" y="39"/>
                    <a:pt x="2221" y="154"/>
                  </a:cubicBezTo>
                  <a:cubicBezTo>
                    <a:pt x="2412" y="460"/>
                    <a:pt x="2029" y="651"/>
                    <a:pt x="1838" y="805"/>
                  </a:cubicBezTo>
                  <a:cubicBezTo>
                    <a:pt x="1608" y="958"/>
                    <a:pt x="1379" y="1149"/>
                    <a:pt x="1187" y="1341"/>
                  </a:cubicBezTo>
                  <a:cubicBezTo>
                    <a:pt x="1111" y="1455"/>
                    <a:pt x="996" y="1532"/>
                    <a:pt x="919" y="1685"/>
                  </a:cubicBezTo>
                  <a:cubicBezTo>
                    <a:pt x="919" y="1800"/>
                    <a:pt x="766" y="1915"/>
                    <a:pt x="651" y="19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8"/>
            <p:cNvSpPr/>
            <p:nvPr/>
          </p:nvSpPr>
          <p:spPr>
            <a:xfrm>
              <a:off x="3785100" y="2959875"/>
              <a:ext cx="29700" cy="38325"/>
            </a:xfrm>
            <a:custGeom>
              <a:avLst/>
              <a:gdLst/>
              <a:ahLst/>
              <a:cxnLst/>
              <a:rect l="l" t="t" r="r" b="b"/>
              <a:pathLst>
                <a:path w="1188" h="1533" extrusionOk="0">
                  <a:moveTo>
                    <a:pt x="269" y="1494"/>
                  </a:moveTo>
                  <a:cubicBezTo>
                    <a:pt x="115" y="1417"/>
                    <a:pt x="1" y="1264"/>
                    <a:pt x="77" y="1111"/>
                  </a:cubicBezTo>
                  <a:cubicBezTo>
                    <a:pt x="230" y="767"/>
                    <a:pt x="383" y="422"/>
                    <a:pt x="613" y="154"/>
                  </a:cubicBezTo>
                  <a:cubicBezTo>
                    <a:pt x="728" y="39"/>
                    <a:pt x="919" y="1"/>
                    <a:pt x="1034" y="116"/>
                  </a:cubicBezTo>
                  <a:cubicBezTo>
                    <a:pt x="1187" y="269"/>
                    <a:pt x="1111" y="499"/>
                    <a:pt x="958" y="613"/>
                  </a:cubicBezTo>
                  <a:cubicBezTo>
                    <a:pt x="805" y="843"/>
                    <a:pt x="728" y="1035"/>
                    <a:pt x="613" y="1264"/>
                  </a:cubicBezTo>
                  <a:cubicBezTo>
                    <a:pt x="575" y="1417"/>
                    <a:pt x="383" y="1532"/>
                    <a:pt x="269" y="14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8"/>
            <p:cNvSpPr/>
            <p:nvPr/>
          </p:nvSpPr>
          <p:spPr>
            <a:xfrm>
              <a:off x="5020700" y="2656475"/>
              <a:ext cx="75650" cy="54600"/>
            </a:xfrm>
            <a:custGeom>
              <a:avLst/>
              <a:gdLst/>
              <a:ahLst/>
              <a:cxnLst/>
              <a:rect l="l" t="t" r="r" b="b"/>
              <a:pathLst>
                <a:path w="3026" h="2184" extrusionOk="0">
                  <a:moveTo>
                    <a:pt x="2566" y="2107"/>
                  </a:moveTo>
                  <a:cubicBezTo>
                    <a:pt x="2489" y="2107"/>
                    <a:pt x="2413" y="2030"/>
                    <a:pt x="2375" y="1953"/>
                  </a:cubicBezTo>
                  <a:cubicBezTo>
                    <a:pt x="1877" y="1341"/>
                    <a:pt x="1226" y="690"/>
                    <a:pt x="384" y="575"/>
                  </a:cubicBezTo>
                  <a:cubicBezTo>
                    <a:pt x="1" y="537"/>
                    <a:pt x="39" y="1"/>
                    <a:pt x="422" y="1"/>
                  </a:cubicBezTo>
                  <a:cubicBezTo>
                    <a:pt x="881" y="77"/>
                    <a:pt x="1341" y="269"/>
                    <a:pt x="1724" y="537"/>
                  </a:cubicBezTo>
                  <a:cubicBezTo>
                    <a:pt x="2145" y="843"/>
                    <a:pt x="2528" y="1264"/>
                    <a:pt x="2872" y="1685"/>
                  </a:cubicBezTo>
                  <a:cubicBezTo>
                    <a:pt x="3025" y="1877"/>
                    <a:pt x="2796" y="2183"/>
                    <a:pt x="2566" y="21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8"/>
            <p:cNvSpPr/>
            <p:nvPr/>
          </p:nvSpPr>
          <p:spPr>
            <a:xfrm>
              <a:off x="5036975" y="2704350"/>
              <a:ext cx="44050" cy="33525"/>
            </a:xfrm>
            <a:custGeom>
              <a:avLst/>
              <a:gdLst/>
              <a:ahLst/>
              <a:cxnLst/>
              <a:rect l="l" t="t" r="r" b="b"/>
              <a:pathLst>
                <a:path w="1762" h="1341" extrusionOk="0">
                  <a:moveTo>
                    <a:pt x="1264" y="1225"/>
                  </a:moveTo>
                  <a:cubicBezTo>
                    <a:pt x="958" y="1034"/>
                    <a:pt x="652" y="804"/>
                    <a:pt x="345" y="651"/>
                  </a:cubicBezTo>
                  <a:cubicBezTo>
                    <a:pt x="1" y="498"/>
                    <a:pt x="192" y="0"/>
                    <a:pt x="537" y="115"/>
                  </a:cubicBezTo>
                  <a:cubicBezTo>
                    <a:pt x="920" y="268"/>
                    <a:pt x="1302" y="536"/>
                    <a:pt x="1647" y="804"/>
                  </a:cubicBezTo>
                  <a:cubicBezTo>
                    <a:pt x="1762" y="881"/>
                    <a:pt x="1762" y="1110"/>
                    <a:pt x="1647" y="1225"/>
                  </a:cubicBezTo>
                  <a:cubicBezTo>
                    <a:pt x="1570" y="1340"/>
                    <a:pt x="1379" y="1340"/>
                    <a:pt x="1264" y="12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8"/>
            <p:cNvSpPr/>
            <p:nvPr/>
          </p:nvSpPr>
          <p:spPr>
            <a:xfrm>
              <a:off x="5339425" y="2322450"/>
              <a:ext cx="43100" cy="71825"/>
            </a:xfrm>
            <a:custGeom>
              <a:avLst/>
              <a:gdLst/>
              <a:ahLst/>
              <a:cxnLst/>
              <a:rect l="l" t="t" r="r" b="b"/>
              <a:pathLst>
                <a:path w="1724" h="2873" extrusionOk="0">
                  <a:moveTo>
                    <a:pt x="268" y="2757"/>
                  </a:moveTo>
                  <a:cubicBezTo>
                    <a:pt x="0" y="2566"/>
                    <a:pt x="307" y="2260"/>
                    <a:pt x="422" y="2030"/>
                  </a:cubicBezTo>
                  <a:cubicBezTo>
                    <a:pt x="728" y="1494"/>
                    <a:pt x="1034" y="958"/>
                    <a:pt x="1072" y="345"/>
                  </a:cubicBezTo>
                  <a:cubicBezTo>
                    <a:pt x="1149" y="1"/>
                    <a:pt x="1723" y="116"/>
                    <a:pt x="1608" y="499"/>
                  </a:cubicBezTo>
                  <a:cubicBezTo>
                    <a:pt x="1532" y="1303"/>
                    <a:pt x="1111" y="2030"/>
                    <a:pt x="690" y="2681"/>
                  </a:cubicBezTo>
                  <a:cubicBezTo>
                    <a:pt x="613" y="2834"/>
                    <a:pt x="422" y="2872"/>
                    <a:pt x="268" y="27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8"/>
            <p:cNvSpPr/>
            <p:nvPr/>
          </p:nvSpPr>
          <p:spPr>
            <a:xfrm>
              <a:off x="5421725" y="2137750"/>
              <a:ext cx="21100" cy="55525"/>
            </a:xfrm>
            <a:custGeom>
              <a:avLst/>
              <a:gdLst/>
              <a:ahLst/>
              <a:cxnLst/>
              <a:rect l="l" t="t" r="r" b="b"/>
              <a:pathLst>
                <a:path w="844" h="2221" extrusionOk="0">
                  <a:moveTo>
                    <a:pt x="269" y="2182"/>
                  </a:moveTo>
                  <a:cubicBezTo>
                    <a:pt x="116" y="2144"/>
                    <a:pt x="1" y="1991"/>
                    <a:pt x="39" y="1838"/>
                  </a:cubicBezTo>
                  <a:cubicBezTo>
                    <a:pt x="116" y="1417"/>
                    <a:pt x="231" y="1034"/>
                    <a:pt x="192" y="613"/>
                  </a:cubicBezTo>
                  <a:cubicBezTo>
                    <a:pt x="154" y="460"/>
                    <a:pt x="77" y="345"/>
                    <a:pt x="154" y="192"/>
                  </a:cubicBezTo>
                  <a:cubicBezTo>
                    <a:pt x="269" y="38"/>
                    <a:pt x="422" y="0"/>
                    <a:pt x="575" y="115"/>
                  </a:cubicBezTo>
                  <a:cubicBezTo>
                    <a:pt x="843" y="345"/>
                    <a:pt x="805" y="766"/>
                    <a:pt x="767" y="1072"/>
                  </a:cubicBezTo>
                  <a:cubicBezTo>
                    <a:pt x="728" y="1378"/>
                    <a:pt x="690" y="1646"/>
                    <a:pt x="613" y="1953"/>
                  </a:cubicBezTo>
                  <a:cubicBezTo>
                    <a:pt x="575" y="2106"/>
                    <a:pt x="422" y="2221"/>
                    <a:pt x="269" y="21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8"/>
            <p:cNvSpPr/>
            <p:nvPr/>
          </p:nvSpPr>
          <p:spPr>
            <a:xfrm>
              <a:off x="5468625" y="2045850"/>
              <a:ext cx="25875" cy="56500"/>
            </a:xfrm>
            <a:custGeom>
              <a:avLst/>
              <a:gdLst/>
              <a:ahLst/>
              <a:cxnLst/>
              <a:rect l="l" t="t" r="r" b="b"/>
              <a:pathLst>
                <a:path w="1035" h="2260" extrusionOk="0">
                  <a:moveTo>
                    <a:pt x="230" y="2183"/>
                  </a:moveTo>
                  <a:cubicBezTo>
                    <a:pt x="77" y="2145"/>
                    <a:pt x="1" y="1953"/>
                    <a:pt x="39" y="1839"/>
                  </a:cubicBezTo>
                  <a:cubicBezTo>
                    <a:pt x="116" y="1609"/>
                    <a:pt x="192" y="1417"/>
                    <a:pt x="269" y="1188"/>
                  </a:cubicBezTo>
                  <a:cubicBezTo>
                    <a:pt x="307" y="996"/>
                    <a:pt x="345" y="843"/>
                    <a:pt x="384" y="652"/>
                  </a:cubicBezTo>
                  <a:cubicBezTo>
                    <a:pt x="422" y="384"/>
                    <a:pt x="422" y="1"/>
                    <a:pt x="766" y="39"/>
                  </a:cubicBezTo>
                  <a:cubicBezTo>
                    <a:pt x="958" y="77"/>
                    <a:pt x="1034" y="269"/>
                    <a:pt x="996" y="460"/>
                  </a:cubicBezTo>
                  <a:cubicBezTo>
                    <a:pt x="958" y="728"/>
                    <a:pt x="920" y="958"/>
                    <a:pt x="843" y="1226"/>
                  </a:cubicBezTo>
                  <a:cubicBezTo>
                    <a:pt x="805" y="1494"/>
                    <a:pt x="690" y="1762"/>
                    <a:pt x="575" y="2030"/>
                  </a:cubicBezTo>
                  <a:cubicBezTo>
                    <a:pt x="537" y="2145"/>
                    <a:pt x="384" y="2260"/>
                    <a:pt x="230" y="21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8"/>
            <p:cNvSpPr/>
            <p:nvPr/>
          </p:nvSpPr>
          <p:spPr>
            <a:xfrm>
              <a:off x="5176725" y="2117650"/>
              <a:ext cx="114875" cy="95725"/>
            </a:xfrm>
            <a:custGeom>
              <a:avLst/>
              <a:gdLst/>
              <a:ahLst/>
              <a:cxnLst/>
              <a:rect l="l" t="t" r="r" b="b"/>
              <a:pathLst>
                <a:path w="4595" h="3829" extrusionOk="0">
                  <a:moveTo>
                    <a:pt x="2604" y="3522"/>
                  </a:moveTo>
                  <a:cubicBezTo>
                    <a:pt x="1723" y="2948"/>
                    <a:pt x="1378" y="1914"/>
                    <a:pt x="689" y="1149"/>
                  </a:cubicBezTo>
                  <a:cubicBezTo>
                    <a:pt x="536" y="919"/>
                    <a:pt x="306" y="728"/>
                    <a:pt x="115" y="498"/>
                  </a:cubicBezTo>
                  <a:cubicBezTo>
                    <a:pt x="0" y="345"/>
                    <a:pt x="39" y="115"/>
                    <a:pt x="230" y="38"/>
                  </a:cubicBezTo>
                  <a:cubicBezTo>
                    <a:pt x="345" y="0"/>
                    <a:pt x="498" y="38"/>
                    <a:pt x="574" y="153"/>
                  </a:cubicBezTo>
                  <a:cubicBezTo>
                    <a:pt x="728" y="306"/>
                    <a:pt x="881" y="498"/>
                    <a:pt x="1034" y="651"/>
                  </a:cubicBezTo>
                  <a:cubicBezTo>
                    <a:pt x="1685" y="1378"/>
                    <a:pt x="2068" y="2297"/>
                    <a:pt x="2757" y="2986"/>
                  </a:cubicBezTo>
                  <a:cubicBezTo>
                    <a:pt x="2910" y="3101"/>
                    <a:pt x="3101" y="3216"/>
                    <a:pt x="3331" y="3178"/>
                  </a:cubicBezTo>
                  <a:cubicBezTo>
                    <a:pt x="3484" y="3178"/>
                    <a:pt x="3637" y="3063"/>
                    <a:pt x="3752" y="2948"/>
                  </a:cubicBezTo>
                  <a:cubicBezTo>
                    <a:pt x="3867" y="2795"/>
                    <a:pt x="4097" y="2718"/>
                    <a:pt x="4250" y="2871"/>
                  </a:cubicBezTo>
                  <a:cubicBezTo>
                    <a:pt x="4594" y="3216"/>
                    <a:pt x="3867" y="3637"/>
                    <a:pt x="3561" y="3714"/>
                  </a:cubicBezTo>
                  <a:cubicBezTo>
                    <a:pt x="3254" y="3829"/>
                    <a:pt x="2872" y="3714"/>
                    <a:pt x="2604" y="35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8"/>
            <p:cNvSpPr/>
            <p:nvPr/>
          </p:nvSpPr>
          <p:spPr>
            <a:xfrm>
              <a:off x="5192025" y="1775000"/>
              <a:ext cx="115850" cy="122525"/>
            </a:xfrm>
            <a:custGeom>
              <a:avLst/>
              <a:gdLst/>
              <a:ahLst/>
              <a:cxnLst/>
              <a:rect l="l" t="t" r="r" b="b"/>
              <a:pathLst>
                <a:path w="4634" h="4901" extrusionOk="0">
                  <a:moveTo>
                    <a:pt x="3217" y="4786"/>
                  </a:moveTo>
                  <a:cubicBezTo>
                    <a:pt x="2030" y="4480"/>
                    <a:pt x="1034" y="1723"/>
                    <a:pt x="307" y="728"/>
                  </a:cubicBezTo>
                  <a:cubicBezTo>
                    <a:pt x="1" y="383"/>
                    <a:pt x="575" y="1"/>
                    <a:pt x="805" y="422"/>
                  </a:cubicBezTo>
                  <a:cubicBezTo>
                    <a:pt x="1609" y="1609"/>
                    <a:pt x="2068" y="3063"/>
                    <a:pt x="3063" y="4059"/>
                  </a:cubicBezTo>
                  <a:cubicBezTo>
                    <a:pt x="3293" y="4288"/>
                    <a:pt x="3676" y="4288"/>
                    <a:pt x="3944" y="4135"/>
                  </a:cubicBezTo>
                  <a:cubicBezTo>
                    <a:pt x="4135" y="3982"/>
                    <a:pt x="4327" y="3829"/>
                    <a:pt x="4518" y="4020"/>
                  </a:cubicBezTo>
                  <a:cubicBezTo>
                    <a:pt x="4633" y="4174"/>
                    <a:pt x="4595" y="4327"/>
                    <a:pt x="4480" y="4442"/>
                  </a:cubicBezTo>
                  <a:cubicBezTo>
                    <a:pt x="4135" y="4709"/>
                    <a:pt x="3676" y="4901"/>
                    <a:pt x="3217" y="47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8"/>
            <p:cNvSpPr/>
            <p:nvPr/>
          </p:nvSpPr>
          <p:spPr>
            <a:xfrm>
              <a:off x="5201600" y="1576875"/>
              <a:ext cx="103400" cy="114875"/>
            </a:xfrm>
            <a:custGeom>
              <a:avLst/>
              <a:gdLst/>
              <a:ahLst/>
              <a:cxnLst/>
              <a:rect l="l" t="t" r="r" b="b"/>
              <a:pathLst>
                <a:path w="4136" h="4595" extrusionOk="0">
                  <a:moveTo>
                    <a:pt x="2068" y="4174"/>
                  </a:moveTo>
                  <a:cubicBezTo>
                    <a:pt x="1647" y="3753"/>
                    <a:pt x="1379" y="3217"/>
                    <a:pt x="1073" y="2681"/>
                  </a:cubicBezTo>
                  <a:cubicBezTo>
                    <a:pt x="881" y="2298"/>
                    <a:pt x="651" y="1915"/>
                    <a:pt x="460" y="1494"/>
                  </a:cubicBezTo>
                  <a:cubicBezTo>
                    <a:pt x="307" y="1149"/>
                    <a:pt x="77" y="805"/>
                    <a:pt x="1" y="384"/>
                  </a:cubicBezTo>
                  <a:cubicBezTo>
                    <a:pt x="39" y="1"/>
                    <a:pt x="537" y="39"/>
                    <a:pt x="575" y="345"/>
                  </a:cubicBezTo>
                  <a:cubicBezTo>
                    <a:pt x="843" y="1035"/>
                    <a:pt x="1226" y="1724"/>
                    <a:pt x="1532" y="2374"/>
                  </a:cubicBezTo>
                  <a:cubicBezTo>
                    <a:pt x="1838" y="2872"/>
                    <a:pt x="2106" y="3408"/>
                    <a:pt x="2527" y="3791"/>
                  </a:cubicBezTo>
                  <a:cubicBezTo>
                    <a:pt x="2795" y="4021"/>
                    <a:pt x="3140" y="4097"/>
                    <a:pt x="3484" y="3982"/>
                  </a:cubicBezTo>
                  <a:cubicBezTo>
                    <a:pt x="3676" y="3868"/>
                    <a:pt x="3867" y="3868"/>
                    <a:pt x="3982" y="4059"/>
                  </a:cubicBezTo>
                  <a:cubicBezTo>
                    <a:pt x="4135" y="4518"/>
                    <a:pt x="3484" y="4595"/>
                    <a:pt x="3178" y="4595"/>
                  </a:cubicBezTo>
                  <a:cubicBezTo>
                    <a:pt x="2757" y="4595"/>
                    <a:pt x="2374" y="4442"/>
                    <a:pt x="2068" y="41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8"/>
            <p:cNvSpPr/>
            <p:nvPr/>
          </p:nvSpPr>
          <p:spPr>
            <a:xfrm>
              <a:off x="2473875" y="2234400"/>
              <a:ext cx="51725" cy="32575"/>
            </a:xfrm>
            <a:custGeom>
              <a:avLst/>
              <a:gdLst/>
              <a:ahLst/>
              <a:cxnLst/>
              <a:rect l="l" t="t" r="r" b="b"/>
              <a:pathLst>
                <a:path w="2069" h="1303" extrusionOk="0">
                  <a:moveTo>
                    <a:pt x="1456" y="1111"/>
                  </a:moveTo>
                  <a:cubicBezTo>
                    <a:pt x="1149" y="920"/>
                    <a:pt x="805" y="728"/>
                    <a:pt x="422" y="613"/>
                  </a:cubicBezTo>
                  <a:cubicBezTo>
                    <a:pt x="345" y="575"/>
                    <a:pt x="269" y="613"/>
                    <a:pt x="231" y="575"/>
                  </a:cubicBezTo>
                  <a:cubicBezTo>
                    <a:pt x="1" y="460"/>
                    <a:pt x="39" y="77"/>
                    <a:pt x="269" y="39"/>
                  </a:cubicBezTo>
                  <a:cubicBezTo>
                    <a:pt x="537" y="1"/>
                    <a:pt x="805" y="154"/>
                    <a:pt x="1035" y="230"/>
                  </a:cubicBezTo>
                  <a:cubicBezTo>
                    <a:pt x="1264" y="345"/>
                    <a:pt x="1532" y="460"/>
                    <a:pt x="1762" y="613"/>
                  </a:cubicBezTo>
                  <a:cubicBezTo>
                    <a:pt x="2068" y="805"/>
                    <a:pt x="1800" y="1302"/>
                    <a:pt x="1456" y="1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8"/>
            <p:cNvSpPr/>
            <p:nvPr/>
          </p:nvSpPr>
          <p:spPr>
            <a:xfrm>
              <a:off x="2718900" y="2422950"/>
              <a:ext cx="45000" cy="49800"/>
            </a:xfrm>
            <a:custGeom>
              <a:avLst/>
              <a:gdLst/>
              <a:ahLst/>
              <a:cxnLst/>
              <a:rect l="l" t="t" r="r" b="b"/>
              <a:pathLst>
                <a:path w="1800" h="1992" extrusionOk="0">
                  <a:moveTo>
                    <a:pt x="1149" y="1685"/>
                  </a:moveTo>
                  <a:cubicBezTo>
                    <a:pt x="919" y="1379"/>
                    <a:pt x="651" y="1073"/>
                    <a:pt x="383" y="805"/>
                  </a:cubicBezTo>
                  <a:cubicBezTo>
                    <a:pt x="269" y="652"/>
                    <a:pt x="77" y="575"/>
                    <a:pt x="39" y="384"/>
                  </a:cubicBezTo>
                  <a:cubicBezTo>
                    <a:pt x="1" y="269"/>
                    <a:pt x="77" y="77"/>
                    <a:pt x="230" y="39"/>
                  </a:cubicBezTo>
                  <a:cubicBezTo>
                    <a:pt x="498" y="1"/>
                    <a:pt x="613" y="230"/>
                    <a:pt x="766" y="384"/>
                  </a:cubicBezTo>
                  <a:cubicBezTo>
                    <a:pt x="1072" y="690"/>
                    <a:pt x="1340" y="996"/>
                    <a:pt x="1570" y="1341"/>
                  </a:cubicBezTo>
                  <a:cubicBezTo>
                    <a:pt x="1800" y="1647"/>
                    <a:pt x="1379" y="1991"/>
                    <a:pt x="1149" y="16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8"/>
            <p:cNvSpPr/>
            <p:nvPr/>
          </p:nvSpPr>
          <p:spPr>
            <a:xfrm>
              <a:off x="2838525" y="2567475"/>
              <a:ext cx="31625" cy="43100"/>
            </a:xfrm>
            <a:custGeom>
              <a:avLst/>
              <a:gdLst/>
              <a:ahLst/>
              <a:cxnLst/>
              <a:rect l="l" t="t" r="r" b="b"/>
              <a:pathLst>
                <a:path w="1265" h="1724" extrusionOk="0">
                  <a:moveTo>
                    <a:pt x="614" y="1379"/>
                  </a:moveTo>
                  <a:cubicBezTo>
                    <a:pt x="537" y="1149"/>
                    <a:pt x="422" y="919"/>
                    <a:pt x="269" y="690"/>
                  </a:cubicBezTo>
                  <a:cubicBezTo>
                    <a:pt x="154" y="460"/>
                    <a:pt x="1" y="230"/>
                    <a:pt x="307" y="77"/>
                  </a:cubicBezTo>
                  <a:cubicBezTo>
                    <a:pt x="460" y="1"/>
                    <a:pt x="614" y="77"/>
                    <a:pt x="652" y="192"/>
                  </a:cubicBezTo>
                  <a:cubicBezTo>
                    <a:pt x="843" y="498"/>
                    <a:pt x="996" y="843"/>
                    <a:pt x="1149" y="1187"/>
                  </a:cubicBezTo>
                  <a:cubicBezTo>
                    <a:pt x="1264" y="1532"/>
                    <a:pt x="767" y="1723"/>
                    <a:pt x="614" y="13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8"/>
            <p:cNvSpPr/>
            <p:nvPr/>
          </p:nvSpPr>
          <p:spPr>
            <a:xfrm>
              <a:off x="2870125" y="2844075"/>
              <a:ext cx="25875" cy="33525"/>
            </a:xfrm>
            <a:custGeom>
              <a:avLst/>
              <a:gdLst/>
              <a:ahLst/>
              <a:cxnLst/>
              <a:rect l="l" t="t" r="r" b="b"/>
              <a:pathLst>
                <a:path w="1035" h="1341" extrusionOk="0">
                  <a:moveTo>
                    <a:pt x="536" y="1187"/>
                  </a:moveTo>
                  <a:cubicBezTo>
                    <a:pt x="460" y="1149"/>
                    <a:pt x="421" y="1072"/>
                    <a:pt x="383" y="958"/>
                  </a:cubicBezTo>
                  <a:cubicBezTo>
                    <a:pt x="307" y="804"/>
                    <a:pt x="268" y="651"/>
                    <a:pt x="192" y="498"/>
                  </a:cubicBezTo>
                  <a:cubicBezTo>
                    <a:pt x="0" y="345"/>
                    <a:pt x="115" y="39"/>
                    <a:pt x="345" y="1"/>
                  </a:cubicBezTo>
                  <a:cubicBezTo>
                    <a:pt x="728" y="1"/>
                    <a:pt x="843" y="575"/>
                    <a:pt x="957" y="881"/>
                  </a:cubicBezTo>
                  <a:cubicBezTo>
                    <a:pt x="1034" y="1111"/>
                    <a:pt x="728" y="1340"/>
                    <a:pt x="536" y="11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8"/>
            <p:cNvSpPr/>
            <p:nvPr/>
          </p:nvSpPr>
          <p:spPr>
            <a:xfrm>
              <a:off x="1973325" y="2463150"/>
              <a:ext cx="65100" cy="28750"/>
            </a:xfrm>
            <a:custGeom>
              <a:avLst/>
              <a:gdLst/>
              <a:ahLst/>
              <a:cxnLst/>
              <a:rect l="l" t="t" r="r" b="b"/>
              <a:pathLst>
                <a:path w="2604" h="1150" extrusionOk="0">
                  <a:moveTo>
                    <a:pt x="1417" y="1149"/>
                  </a:moveTo>
                  <a:cubicBezTo>
                    <a:pt x="0" y="1034"/>
                    <a:pt x="613" y="1"/>
                    <a:pt x="1072" y="460"/>
                  </a:cubicBezTo>
                  <a:cubicBezTo>
                    <a:pt x="1417" y="613"/>
                    <a:pt x="1800" y="613"/>
                    <a:pt x="2183" y="575"/>
                  </a:cubicBezTo>
                  <a:cubicBezTo>
                    <a:pt x="2527" y="537"/>
                    <a:pt x="2604" y="1073"/>
                    <a:pt x="2259" y="1149"/>
                  </a:cubicBezTo>
                  <a:cubicBezTo>
                    <a:pt x="1991" y="1149"/>
                    <a:pt x="1685" y="1149"/>
                    <a:pt x="1417" y="1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8"/>
            <p:cNvSpPr/>
            <p:nvPr/>
          </p:nvSpPr>
          <p:spPr>
            <a:xfrm>
              <a:off x="1997250" y="2503350"/>
              <a:ext cx="43100" cy="21075"/>
            </a:xfrm>
            <a:custGeom>
              <a:avLst/>
              <a:gdLst/>
              <a:ahLst/>
              <a:cxnLst/>
              <a:rect l="l" t="t" r="r" b="b"/>
              <a:pathLst>
                <a:path w="1724" h="843" extrusionOk="0">
                  <a:moveTo>
                    <a:pt x="1340" y="843"/>
                  </a:moveTo>
                  <a:cubicBezTo>
                    <a:pt x="958" y="843"/>
                    <a:pt x="613" y="804"/>
                    <a:pt x="269" y="613"/>
                  </a:cubicBezTo>
                  <a:cubicBezTo>
                    <a:pt x="39" y="498"/>
                    <a:pt x="1" y="154"/>
                    <a:pt x="269" y="39"/>
                  </a:cubicBezTo>
                  <a:cubicBezTo>
                    <a:pt x="383" y="1"/>
                    <a:pt x="498" y="39"/>
                    <a:pt x="613" y="115"/>
                  </a:cubicBezTo>
                  <a:cubicBezTo>
                    <a:pt x="843" y="230"/>
                    <a:pt x="1111" y="269"/>
                    <a:pt x="1340" y="307"/>
                  </a:cubicBezTo>
                  <a:cubicBezTo>
                    <a:pt x="1723" y="307"/>
                    <a:pt x="1723" y="843"/>
                    <a:pt x="1340" y="8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8"/>
            <p:cNvSpPr/>
            <p:nvPr/>
          </p:nvSpPr>
          <p:spPr>
            <a:xfrm>
              <a:off x="1700550" y="2828750"/>
              <a:ext cx="35450" cy="17275"/>
            </a:xfrm>
            <a:custGeom>
              <a:avLst/>
              <a:gdLst/>
              <a:ahLst/>
              <a:cxnLst/>
              <a:rect l="l" t="t" r="r" b="b"/>
              <a:pathLst>
                <a:path w="1418" h="691" extrusionOk="0">
                  <a:moveTo>
                    <a:pt x="996" y="652"/>
                  </a:moveTo>
                  <a:cubicBezTo>
                    <a:pt x="881" y="614"/>
                    <a:pt x="728" y="614"/>
                    <a:pt x="613" y="614"/>
                  </a:cubicBezTo>
                  <a:cubicBezTo>
                    <a:pt x="575" y="614"/>
                    <a:pt x="498" y="575"/>
                    <a:pt x="460" y="575"/>
                  </a:cubicBezTo>
                  <a:lnTo>
                    <a:pt x="460" y="575"/>
                  </a:lnTo>
                  <a:cubicBezTo>
                    <a:pt x="498" y="575"/>
                    <a:pt x="498" y="575"/>
                    <a:pt x="498" y="575"/>
                  </a:cubicBezTo>
                  <a:cubicBezTo>
                    <a:pt x="154" y="690"/>
                    <a:pt x="1" y="154"/>
                    <a:pt x="345" y="39"/>
                  </a:cubicBezTo>
                  <a:cubicBezTo>
                    <a:pt x="575" y="1"/>
                    <a:pt x="843" y="39"/>
                    <a:pt x="1073" y="78"/>
                  </a:cubicBezTo>
                  <a:cubicBezTo>
                    <a:pt x="1417" y="154"/>
                    <a:pt x="1341" y="690"/>
                    <a:pt x="996" y="6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8"/>
            <p:cNvSpPr/>
            <p:nvPr/>
          </p:nvSpPr>
          <p:spPr>
            <a:xfrm>
              <a:off x="1983850" y="4462525"/>
              <a:ext cx="492925" cy="226850"/>
            </a:xfrm>
            <a:custGeom>
              <a:avLst/>
              <a:gdLst/>
              <a:ahLst/>
              <a:cxnLst/>
              <a:rect l="l" t="t" r="r" b="b"/>
              <a:pathLst>
                <a:path w="19717" h="9074" extrusionOk="0">
                  <a:moveTo>
                    <a:pt x="16807" y="8882"/>
                  </a:moveTo>
                  <a:cubicBezTo>
                    <a:pt x="13132" y="8346"/>
                    <a:pt x="9686" y="6815"/>
                    <a:pt x="6471" y="5054"/>
                  </a:cubicBezTo>
                  <a:cubicBezTo>
                    <a:pt x="4901" y="4097"/>
                    <a:pt x="3370" y="3063"/>
                    <a:pt x="1915" y="1991"/>
                  </a:cubicBezTo>
                  <a:cubicBezTo>
                    <a:pt x="1417" y="1647"/>
                    <a:pt x="919" y="1264"/>
                    <a:pt x="422" y="881"/>
                  </a:cubicBezTo>
                  <a:cubicBezTo>
                    <a:pt x="269" y="728"/>
                    <a:pt x="1" y="613"/>
                    <a:pt x="1" y="383"/>
                  </a:cubicBezTo>
                  <a:cubicBezTo>
                    <a:pt x="39" y="115"/>
                    <a:pt x="383" y="0"/>
                    <a:pt x="537" y="230"/>
                  </a:cubicBezTo>
                  <a:cubicBezTo>
                    <a:pt x="4748" y="3599"/>
                    <a:pt x="9495" y="6509"/>
                    <a:pt x="14778" y="7925"/>
                  </a:cubicBezTo>
                  <a:cubicBezTo>
                    <a:pt x="16309" y="8308"/>
                    <a:pt x="17841" y="8576"/>
                    <a:pt x="19410" y="8346"/>
                  </a:cubicBezTo>
                  <a:cubicBezTo>
                    <a:pt x="19564" y="8346"/>
                    <a:pt x="19717" y="8461"/>
                    <a:pt x="19717" y="8614"/>
                  </a:cubicBezTo>
                  <a:cubicBezTo>
                    <a:pt x="19717" y="8767"/>
                    <a:pt x="19602" y="8920"/>
                    <a:pt x="19449" y="8920"/>
                  </a:cubicBezTo>
                  <a:cubicBezTo>
                    <a:pt x="18530" y="9074"/>
                    <a:pt x="17688" y="8997"/>
                    <a:pt x="16769" y="88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8"/>
            <p:cNvSpPr/>
            <p:nvPr/>
          </p:nvSpPr>
          <p:spPr>
            <a:xfrm>
              <a:off x="1863250" y="4636700"/>
              <a:ext cx="534100" cy="264200"/>
            </a:xfrm>
            <a:custGeom>
              <a:avLst/>
              <a:gdLst/>
              <a:ahLst/>
              <a:cxnLst/>
              <a:rect l="l" t="t" r="r" b="b"/>
              <a:pathLst>
                <a:path w="21364" h="10568" extrusionOk="0">
                  <a:moveTo>
                    <a:pt x="21095" y="10567"/>
                  </a:moveTo>
                  <a:cubicBezTo>
                    <a:pt x="19908" y="10567"/>
                    <a:pt x="18722" y="10261"/>
                    <a:pt x="17573" y="9955"/>
                  </a:cubicBezTo>
                  <a:cubicBezTo>
                    <a:pt x="15774" y="9495"/>
                    <a:pt x="14013" y="8921"/>
                    <a:pt x="12328" y="8232"/>
                  </a:cubicBezTo>
                  <a:cubicBezTo>
                    <a:pt x="10031" y="7275"/>
                    <a:pt x="7849" y="6088"/>
                    <a:pt x="5782" y="4786"/>
                  </a:cubicBezTo>
                  <a:cubicBezTo>
                    <a:pt x="4135" y="3715"/>
                    <a:pt x="2642" y="2489"/>
                    <a:pt x="1111" y="1264"/>
                  </a:cubicBezTo>
                  <a:cubicBezTo>
                    <a:pt x="843" y="1035"/>
                    <a:pt x="575" y="767"/>
                    <a:pt x="269" y="652"/>
                  </a:cubicBezTo>
                  <a:cubicBezTo>
                    <a:pt x="1" y="460"/>
                    <a:pt x="192" y="1"/>
                    <a:pt x="537" y="116"/>
                  </a:cubicBezTo>
                  <a:cubicBezTo>
                    <a:pt x="1188" y="499"/>
                    <a:pt x="1762" y="1035"/>
                    <a:pt x="2336" y="1494"/>
                  </a:cubicBezTo>
                  <a:cubicBezTo>
                    <a:pt x="3753" y="2643"/>
                    <a:pt x="5207" y="3791"/>
                    <a:pt x="6739" y="4710"/>
                  </a:cubicBezTo>
                  <a:cubicBezTo>
                    <a:pt x="8385" y="5705"/>
                    <a:pt x="10146" y="6624"/>
                    <a:pt x="11869" y="7428"/>
                  </a:cubicBezTo>
                  <a:cubicBezTo>
                    <a:pt x="14472" y="8500"/>
                    <a:pt x="17152" y="9381"/>
                    <a:pt x="19908" y="9878"/>
                  </a:cubicBezTo>
                  <a:cubicBezTo>
                    <a:pt x="20291" y="9955"/>
                    <a:pt x="20636" y="9993"/>
                    <a:pt x="21019" y="9993"/>
                  </a:cubicBezTo>
                  <a:cubicBezTo>
                    <a:pt x="21172" y="9993"/>
                    <a:pt x="21363" y="10070"/>
                    <a:pt x="21363" y="10261"/>
                  </a:cubicBezTo>
                  <a:cubicBezTo>
                    <a:pt x="21363" y="10414"/>
                    <a:pt x="21248" y="10567"/>
                    <a:pt x="21095" y="105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8"/>
            <p:cNvSpPr/>
            <p:nvPr/>
          </p:nvSpPr>
          <p:spPr>
            <a:xfrm>
              <a:off x="1909200" y="4494100"/>
              <a:ext cx="114875" cy="182825"/>
            </a:xfrm>
            <a:custGeom>
              <a:avLst/>
              <a:gdLst/>
              <a:ahLst/>
              <a:cxnLst/>
              <a:rect l="l" t="t" r="r" b="b"/>
              <a:pathLst>
                <a:path w="4595" h="7313" extrusionOk="0">
                  <a:moveTo>
                    <a:pt x="154" y="7198"/>
                  </a:moveTo>
                  <a:cubicBezTo>
                    <a:pt x="0" y="7121"/>
                    <a:pt x="0" y="6930"/>
                    <a:pt x="77" y="6815"/>
                  </a:cubicBezTo>
                  <a:cubicBezTo>
                    <a:pt x="422" y="6241"/>
                    <a:pt x="766" y="5705"/>
                    <a:pt x="1111" y="5131"/>
                  </a:cubicBezTo>
                  <a:cubicBezTo>
                    <a:pt x="1762" y="4135"/>
                    <a:pt x="2374" y="3063"/>
                    <a:pt x="2948" y="2030"/>
                  </a:cubicBezTo>
                  <a:cubicBezTo>
                    <a:pt x="3255" y="1455"/>
                    <a:pt x="3637" y="920"/>
                    <a:pt x="3829" y="307"/>
                  </a:cubicBezTo>
                  <a:cubicBezTo>
                    <a:pt x="3867" y="116"/>
                    <a:pt x="4059" y="1"/>
                    <a:pt x="4250" y="77"/>
                  </a:cubicBezTo>
                  <a:cubicBezTo>
                    <a:pt x="4595" y="230"/>
                    <a:pt x="4365" y="652"/>
                    <a:pt x="4212" y="881"/>
                  </a:cubicBezTo>
                  <a:cubicBezTo>
                    <a:pt x="3829" y="1685"/>
                    <a:pt x="3369" y="2489"/>
                    <a:pt x="2910" y="3293"/>
                  </a:cubicBezTo>
                  <a:cubicBezTo>
                    <a:pt x="2336" y="4288"/>
                    <a:pt x="1723" y="5284"/>
                    <a:pt x="1111" y="6279"/>
                  </a:cubicBezTo>
                  <a:cubicBezTo>
                    <a:pt x="919" y="6547"/>
                    <a:pt x="728" y="6853"/>
                    <a:pt x="536" y="7160"/>
                  </a:cubicBezTo>
                  <a:cubicBezTo>
                    <a:pt x="460" y="7275"/>
                    <a:pt x="268" y="7313"/>
                    <a:pt x="154" y="7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8"/>
            <p:cNvSpPr/>
            <p:nvPr/>
          </p:nvSpPr>
          <p:spPr>
            <a:xfrm>
              <a:off x="1969500" y="4536225"/>
              <a:ext cx="108175" cy="190475"/>
            </a:xfrm>
            <a:custGeom>
              <a:avLst/>
              <a:gdLst/>
              <a:ahLst/>
              <a:cxnLst/>
              <a:rect l="l" t="t" r="r" b="b"/>
              <a:pathLst>
                <a:path w="4327" h="7619" extrusionOk="0">
                  <a:moveTo>
                    <a:pt x="230" y="7542"/>
                  </a:moveTo>
                  <a:cubicBezTo>
                    <a:pt x="115" y="7504"/>
                    <a:pt x="0" y="7312"/>
                    <a:pt x="77" y="7159"/>
                  </a:cubicBezTo>
                  <a:cubicBezTo>
                    <a:pt x="1072" y="4786"/>
                    <a:pt x="2297" y="2527"/>
                    <a:pt x="3637" y="306"/>
                  </a:cubicBezTo>
                  <a:cubicBezTo>
                    <a:pt x="3714" y="192"/>
                    <a:pt x="3829" y="0"/>
                    <a:pt x="4020" y="0"/>
                  </a:cubicBezTo>
                  <a:cubicBezTo>
                    <a:pt x="4173" y="0"/>
                    <a:pt x="4326" y="115"/>
                    <a:pt x="4326" y="268"/>
                  </a:cubicBezTo>
                  <a:cubicBezTo>
                    <a:pt x="4326" y="383"/>
                    <a:pt x="4288" y="460"/>
                    <a:pt x="4212" y="536"/>
                  </a:cubicBezTo>
                  <a:cubicBezTo>
                    <a:pt x="3829" y="1072"/>
                    <a:pt x="3522" y="1646"/>
                    <a:pt x="3178" y="2221"/>
                  </a:cubicBezTo>
                  <a:cubicBezTo>
                    <a:pt x="2489" y="3369"/>
                    <a:pt x="1876" y="4556"/>
                    <a:pt x="1340" y="5781"/>
                  </a:cubicBezTo>
                  <a:lnTo>
                    <a:pt x="613" y="7389"/>
                  </a:lnTo>
                  <a:cubicBezTo>
                    <a:pt x="536" y="7504"/>
                    <a:pt x="383" y="7619"/>
                    <a:pt x="230" y="75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8"/>
            <p:cNvSpPr/>
            <p:nvPr/>
          </p:nvSpPr>
          <p:spPr>
            <a:xfrm>
              <a:off x="2034575" y="4570675"/>
              <a:ext cx="105300" cy="201000"/>
            </a:xfrm>
            <a:custGeom>
              <a:avLst/>
              <a:gdLst/>
              <a:ahLst/>
              <a:cxnLst/>
              <a:rect l="l" t="t" r="r" b="b"/>
              <a:pathLst>
                <a:path w="4212" h="8040" extrusionOk="0">
                  <a:moveTo>
                    <a:pt x="230" y="8002"/>
                  </a:moveTo>
                  <a:cubicBezTo>
                    <a:pt x="77" y="7925"/>
                    <a:pt x="1" y="7772"/>
                    <a:pt x="77" y="7619"/>
                  </a:cubicBezTo>
                  <a:cubicBezTo>
                    <a:pt x="269" y="7083"/>
                    <a:pt x="498" y="6547"/>
                    <a:pt x="728" y="6011"/>
                  </a:cubicBezTo>
                  <a:cubicBezTo>
                    <a:pt x="1226" y="4901"/>
                    <a:pt x="1723" y="3790"/>
                    <a:pt x="2298" y="2719"/>
                  </a:cubicBezTo>
                  <a:cubicBezTo>
                    <a:pt x="2719" y="1915"/>
                    <a:pt x="3178" y="1149"/>
                    <a:pt x="3561" y="345"/>
                  </a:cubicBezTo>
                  <a:lnTo>
                    <a:pt x="3599" y="268"/>
                  </a:lnTo>
                  <a:cubicBezTo>
                    <a:pt x="3638" y="115"/>
                    <a:pt x="3752" y="0"/>
                    <a:pt x="3906" y="0"/>
                  </a:cubicBezTo>
                  <a:cubicBezTo>
                    <a:pt x="4059" y="0"/>
                    <a:pt x="4212" y="154"/>
                    <a:pt x="4174" y="307"/>
                  </a:cubicBezTo>
                  <a:cubicBezTo>
                    <a:pt x="4020" y="881"/>
                    <a:pt x="3638" y="1379"/>
                    <a:pt x="3370" y="1915"/>
                  </a:cubicBezTo>
                  <a:cubicBezTo>
                    <a:pt x="2795" y="2987"/>
                    <a:pt x="2221" y="4097"/>
                    <a:pt x="1723" y="5169"/>
                  </a:cubicBezTo>
                  <a:cubicBezTo>
                    <a:pt x="1341" y="6049"/>
                    <a:pt x="958" y="6930"/>
                    <a:pt x="613" y="7810"/>
                  </a:cubicBezTo>
                  <a:cubicBezTo>
                    <a:pt x="537" y="7963"/>
                    <a:pt x="383" y="8040"/>
                    <a:pt x="230" y="79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8"/>
            <p:cNvSpPr/>
            <p:nvPr/>
          </p:nvSpPr>
          <p:spPr>
            <a:xfrm>
              <a:off x="2115925" y="4608000"/>
              <a:ext cx="93825" cy="201025"/>
            </a:xfrm>
            <a:custGeom>
              <a:avLst/>
              <a:gdLst/>
              <a:ahLst/>
              <a:cxnLst/>
              <a:rect l="l" t="t" r="r" b="b"/>
              <a:pathLst>
                <a:path w="3753" h="8041" extrusionOk="0">
                  <a:moveTo>
                    <a:pt x="230" y="7963"/>
                  </a:moveTo>
                  <a:cubicBezTo>
                    <a:pt x="77" y="7925"/>
                    <a:pt x="1" y="7734"/>
                    <a:pt x="39" y="7619"/>
                  </a:cubicBezTo>
                  <a:cubicBezTo>
                    <a:pt x="269" y="7083"/>
                    <a:pt x="498" y="6547"/>
                    <a:pt x="690" y="6011"/>
                  </a:cubicBezTo>
                  <a:cubicBezTo>
                    <a:pt x="1188" y="4863"/>
                    <a:pt x="1685" y="3714"/>
                    <a:pt x="2183" y="2604"/>
                  </a:cubicBezTo>
                  <a:cubicBezTo>
                    <a:pt x="2527" y="1838"/>
                    <a:pt x="2910" y="1149"/>
                    <a:pt x="3178" y="383"/>
                  </a:cubicBezTo>
                  <a:cubicBezTo>
                    <a:pt x="3217" y="0"/>
                    <a:pt x="3753" y="77"/>
                    <a:pt x="3753" y="422"/>
                  </a:cubicBezTo>
                  <a:cubicBezTo>
                    <a:pt x="3676" y="804"/>
                    <a:pt x="3446" y="1187"/>
                    <a:pt x="3293" y="1532"/>
                  </a:cubicBezTo>
                  <a:cubicBezTo>
                    <a:pt x="2834" y="2565"/>
                    <a:pt x="2374" y="3599"/>
                    <a:pt x="1915" y="4633"/>
                  </a:cubicBezTo>
                  <a:cubicBezTo>
                    <a:pt x="1685" y="5169"/>
                    <a:pt x="1417" y="5743"/>
                    <a:pt x="1188" y="6279"/>
                  </a:cubicBezTo>
                  <a:cubicBezTo>
                    <a:pt x="996" y="6777"/>
                    <a:pt x="766" y="7313"/>
                    <a:pt x="575" y="7810"/>
                  </a:cubicBezTo>
                  <a:cubicBezTo>
                    <a:pt x="537" y="7963"/>
                    <a:pt x="345" y="8040"/>
                    <a:pt x="230" y="79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8"/>
            <p:cNvSpPr/>
            <p:nvPr/>
          </p:nvSpPr>
          <p:spPr>
            <a:xfrm>
              <a:off x="2188675" y="4637675"/>
              <a:ext cx="92850" cy="203875"/>
            </a:xfrm>
            <a:custGeom>
              <a:avLst/>
              <a:gdLst/>
              <a:ahLst/>
              <a:cxnLst/>
              <a:rect l="l" t="t" r="r" b="b"/>
              <a:pathLst>
                <a:path w="3714" h="8155" extrusionOk="0">
                  <a:moveTo>
                    <a:pt x="230" y="8116"/>
                  </a:moveTo>
                  <a:cubicBezTo>
                    <a:pt x="77" y="8040"/>
                    <a:pt x="0" y="7887"/>
                    <a:pt x="77" y="7734"/>
                  </a:cubicBezTo>
                  <a:cubicBezTo>
                    <a:pt x="536" y="6623"/>
                    <a:pt x="957" y="5513"/>
                    <a:pt x="1417" y="4403"/>
                  </a:cubicBezTo>
                  <a:cubicBezTo>
                    <a:pt x="1876" y="3293"/>
                    <a:pt x="2374" y="2221"/>
                    <a:pt x="2795" y="1072"/>
                  </a:cubicBezTo>
                  <a:cubicBezTo>
                    <a:pt x="2910" y="804"/>
                    <a:pt x="3025" y="498"/>
                    <a:pt x="3140" y="230"/>
                  </a:cubicBezTo>
                  <a:cubicBezTo>
                    <a:pt x="3178" y="77"/>
                    <a:pt x="3331" y="0"/>
                    <a:pt x="3484" y="39"/>
                  </a:cubicBezTo>
                  <a:cubicBezTo>
                    <a:pt x="3637" y="115"/>
                    <a:pt x="3714" y="268"/>
                    <a:pt x="3637" y="421"/>
                  </a:cubicBezTo>
                  <a:cubicBezTo>
                    <a:pt x="3561" y="689"/>
                    <a:pt x="3484" y="919"/>
                    <a:pt x="3369" y="1187"/>
                  </a:cubicBezTo>
                  <a:cubicBezTo>
                    <a:pt x="3063" y="2029"/>
                    <a:pt x="2718" y="2833"/>
                    <a:pt x="2374" y="3637"/>
                  </a:cubicBezTo>
                  <a:cubicBezTo>
                    <a:pt x="1876" y="4747"/>
                    <a:pt x="1417" y="5896"/>
                    <a:pt x="957" y="7006"/>
                  </a:cubicBezTo>
                  <a:cubicBezTo>
                    <a:pt x="843" y="7312"/>
                    <a:pt x="728" y="7619"/>
                    <a:pt x="575" y="7925"/>
                  </a:cubicBezTo>
                  <a:cubicBezTo>
                    <a:pt x="536" y="8078"/>
                    <a:pt x="383" y="8155"/>
                    <a:pt x="230" y="8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8"/>
            <p:cNvSpPr/>
            <p:nvPr/>
          </p:nvSpPr>
          <p:spPr>
            <a:xfrm>
              <a:off x="2277675" y="4673075"/>
              <a:ext cx="89050" cy="202925"/>
            </a:xfrm>
            <a:custGeom>
              <a:avLst/>
              <a:gdLst/>
              <a:ahLst/>
              <a:cxnLst/>
              <a:rect l="l" t="t" r="r" b="b"/>
              <a:pathLst>
                <a:path w="3562" h="8117" extrusionOk="0">
                  <a:moveTo>
                    <a:pt x="230" y="8040"/>
                  </a:moveTo>
                  <a:cubicBezTo>
                    <a:pt x="77" y="8002"/>
                    <a:pt x="1" y="7811"/>
                    <a:pt x="77" y="7696"/>
                  </a:cubicBezTo>
                  <a:cubicBezTo>
                    <a:pt x="269" y="7160"/>
                    <a:pt x="460" y="6662"/>
                    <a:pt x="652" y="6126"/>
                  </a:cubicBezTo>
                  <a:cubicBezTo>
                    <a:pt x="843" y="5590"/>
                    <a:pt x="1034" y="5016"/>
                    <a:pt x="1226" y="4480"/>
                  </a:cubicBezTo>
                  <a:cubicBezTo>
                    <a:pt x="1609" y="3331"/>
                    <a:pt x="2068" y="2221"/>
                    <a:pt x="2489" y="1073"/>
                  </a:cubicBezTo>
                  <a:cubicBezTo>
                    <a:pt x="2566" y="805"/>
                    <a:pt x="2681" y="537"/>
                    <a:pt x="2719" y="269"/>
                  </a:cubicBezTo>
                  <a:cubicBezTo>
                    <a:pt x="2757" y="116"/>
                    <a:pt x="2872" y="1"/>
                    <a:pt x="3025" y="1"/>
                  </a:cubicBezTo>
                  <a:cubicBezTo>
                    <a:pt x="3561" y="116"/>
                    <a:pt x="3140" y="766"/>
                    <a:pt x="3063" y="1111"/>
                  </a:cubicBezTo>
                  <a:cubicBezTo>
                    <a:pt x="2757" y="1953"/>
                    <a:pt x="2413" y="2795"/>
                    <a:pt x="2106" y="3676"/>
                  </a:cubicBezTo>
                  <a:cubicBezTo>
                    <a:pt x="1685" y="4748"/>
                    <a:pt x="1302" y="5896"/>
                    <a:pt x="920" y="7007"/>
                  </a:cubicBezTo>
                  <a:cubicBezTo>
                    <a:pt x="843" y="7313"/>
                    <a:pt x="690" y="7581"/>
                    <a:pt x="613" y="7887"/>
                  </a:cubicBezTo>
                  <a:cubicBezTo>
                    <a:pt x="537" y="8040"/>
                    <a:pt x="384" y="8117"/>
                    <a:pt x="230" y="80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8"/>
            <p:cNvSpPr/>
            <p:nvPr/>
          </p:nvSpPr>
          <p:spPr>
            <a:xfrm>
              <a:off x="2354250" y="4676900"/>
              <a:ext cx="82325" cy="218250"/>
            </a:xfrm>
            <a:custGeom>
              <a:avLst/>
              <a:gdLst/>
              <a:ahLst/>
              <a:cxnLst/>
              <a:rect l="l" t="t" r="r" b="b"/>
              <a:pathLst>
                <a:path w="3293" h="8730" extrusionOk="0">
                  <a:moveTo>
                    <a:pt x="230" y="8691"/>
                  </a:moveTo>
                  <a:cubicBezTo>
                    <a:pt x="77" y="8615"/>
                    <a:pt x="0" y="8462"/>
                    <a:pt x="77" y="8308"/>
                  </a:cubicBezTo>
                  <a:cubicBezTo>
                    <a:pt x="230" y="7811"/>
                    <a:pt x="422" y="7313"/>
                    <a:pt x="575" y="6777"/>
                  </a:cubicBezTo>
                  <a:cubicBezTo>
                    <a:pt x="1340" y="4633"/>
                    <a:pt x="2068" y="2489"/>
                    <a:pt x="2642" y="307"/>
                  </a:cubicBezTo>
                  <a:cubicBezTo>
                    <a:pt x="2833" y="1"/>
                    <a:pt x="3293" y="269"/>
                    <a:pt x="3140" y="575"/>
                  </a:cubicBezTo>
                  <a:cubicBezTo>
                    <a:pt x="2872" y="1724"/>
                    <a:pt x="2489" y="2872"/>
                    <a:pt x="2144" y="3982"/>
                  </a:cubicBezTo>
                  <a:cubicBezTo>
                    <a:pt x="1761" y="5093"/>
                    <a:pt x="1379" y="6241"/>
                    <a:pt x="996" y="7351"/>
                  </a:cubicBezTo>
                  <a:cubicBezTo>
                    <a:pt x="881" y="7734"/>
                    <a:pt x="728" y="8117"/>
                    <a:pt x="613" y="8500"/>
                  </a:cubicBezTo>
                  <a:cubicBezTo>
                    <a:pt x="536" y="8653"/>
                    <a:pt x="383" y="8730"/>
                    <a:pt x="230" y="86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8"/>
            <p:cNvSpPr/>
            <p:nvPr/>
          </p:nvSpPr>
          <p:spPr>
            <a:xfrm>
              <a:off x="1909200" y="507800"/>
              <a:ext cx="1730450" cy="1310300"/>
            </a:xfrm>
            <a:custGeom>
              <a:avLst/>
              <a:gdLst/>
              <a:ahLst/>
              <a:cxnLst/>
              <a:rect l="l" t="t" r="r" b="b"/>
              <a:pathLst>
                <a:path w="69218" h="52412" extrusionOk="0">
                  <a:moveTo>
                    <a:pt x="192" y="52335"/>
                  </a:moveTo>
                  <a:cubicBezTo>
                    <a:pt x="77" y="52258"/>
                    <a:pt x="0" y="52067"/>
                    <a:pt x="115" y="51952"/>
                  </a:cubicBezTo>
                  <a:cubicBezTo>
                    <a:pt x="230" y="51722"/>
                    <a:pt x="345" y="51531"/>
                    <a:pt x="460" y="51301"/>
                  </a:cubicBezTo>
                  <a:cubicBezTo>
                    <a:pt x="881" y="50612"/>
                    <a:pt x="1379" y="49961"/>
                    <a:pt x="2029" y="49540"/>
                  </a:cubicBezTo>
                  <a:cubicBezTo>
                    <a:pt x="2374" y="49272"/>
                    <a:pt x="2757" y="49119"/>
                    <a:pt x="3140" y="48889"/>
                  </a:cubicBezTo>
                  <a:cubicBezTo>
                    <a:pt x="4020" y="48277"/>
                    <a:pt x="4709" y="47396"/>
                    <a:pt x="5590" y="46745"/>
                  </a:cubicBezTo>
                  <a:cubicBezTo>
                    <a:pt x="6241" y="46209"/>
                    <a:pt x="7045" y="45865"/>
                    <a:pt x="7734" y="45405"/>
                  </a:cubicBezTo>
                  <a:cubicBezTo>
                    <a:pt x="8193" y="45099"/>
                    <a:pt x="8614" y="44755"/>
                    <a:pt x="9074" y="44448"/>
                  </a:cubicBezTo>
                  <a:cubicBezTo>
                    <a:pt x="9916" y="43912"/>
                    <a:pt x="10873" y="43453"/>
                    <a:pt x="11830" y="43185"/>
                  </a:cubicBezTo>
                  <a:cubicBezTo>
                    <a:pt x="12902" y="42802"/>
                    <a:pt x="13936" y="42304"/>
                    <a:pt x="15046" y="42075"/>
                  </a:cubicBezTo>
                  <a:cubicBezTo>
                    <a:pt x="15582" y="41960"/>
                    <a:pt x="16156" y="41960"/>
                    <a:pt x="16692" y="41922"/>
                  </a:cubicBezTo>
                  <a:cubicBezTo>
                    <a:pt x="17228" y="41845"/>
                    <a:pt x="17764" y="41692"/>
                    <a:pt x="18300" y="41539"/>
                  </a:cubicBezTo>
                  <a:cubicBezTo>
                    <a:pt x="19027" y="41347"/>
                    <a:pt x="19755" y="41194"/>
                    <a:pt x="20482" y="41233"/>
                  </a:cubicBezTo>
                  <a:cubicBezTo>
                    <a:pt x="21363" y="41309"/>
                    <a:pt x="22243" y="41500"/>
                    <a:pt x="23124" y="41233"/>
                  </a:cubicBezTo>
                  <a:cubicBezTo>
                    <a:pt x="23813" y="41003"/>
                    <a:pt x="23698" y="40620"/>
                    <a:pt x="23277" y="40161"/>
                  </a:cubicBezTo>
                  <a:cubicBezTo>
                    <a:pt x="22167" y="39165"/>
                    <a:pt x="21631" y="38323"/>
                    <a:pt x="22971" y="37136"/>
                  </a:cubicBezTo>
                  <a:cubicBezTo>
                    <a:pt x="23468" y="36677"/>
                    <a:pt x="23928" y="36217"/>
                    <a:pt x="24387" y="35758"/>
                  </a:cubicBezTo>
                  <a:cubicBezTo>
                    <a:pt x="25421" y="34877"/>
                    <a:pt x="26608" y="34150"/>
                    <a:pt x="27909" y="33729"/>
                  </a:cubicBezTo>
                  <a:cubicBezTo>
                    <a:pt x="29020" y="33346"/>
                    <a:pt x="30245" y="33384"/>
                    <a:pt x="31393" y="33040"/>
                  </a:cubicBezTo>
                  <a:cubicBezTo>
                    <a:pt x="33039" y="32427"/>
                    <a:pt x="34494" y="31432"/>
                    <a:pt x="36025" y="30551"/>
                  </a:cubicBezTo>
                  <a:cubicBezTo>
                    <a:pt x="36906" y="30054"/>
                    <a:pt x="37863" y="29594"/>
                    <a:pt x="38897" y="29365"/>
                  </a:cubicBezTo>
                  <a:cubicBezTo>
                    <a:pt x="39701" y="29211"/>
                    <a:pt x="40658" y="29326"/>
                    <a:pt x="41462" y="29365"/>
                  </a:cubicBezTo>
                  <a:cubicBezTo>
                    <a:pt x="42763" y="29441"/>
                    <a:pt x="44103" y="29441"/>
                    <a:pt x="45405" y="29747"/>
                  </a:cubicBezTo>
                  <a:cubicBezTo>
                    <a:pt x="46171" y="29901"/>
                    <a:pt x="46898" y="30322"/>
                    <a:pt x="47702" y="30360"/>
                  </a:cubicBezTo>
                  <a:cubicBezTo>
                    <a:pt x="48697" y="30360"/>
                    <a:pt x="49693" y="30283"/>
                    <a:pt x="50688" y="30398"/>
                  </a:cubicBezTo>
                  <a:cubicBezTo>
                    <a:pt x="51186" y="30436"/>
                    <a:pt x="51645" y="30513"/>
                    <a:pt x="52143" y="30590"/>
                  </a:cubicBezTo>
                  <a:cubicBezTo>
                    <a:pt x="52947" y="30743"/>
                    <a:pt x="53789" y="30972"/>
                    <a:pt x="54593" y="30666"/>
                  </a:cubicBezTo>
                  <a:cubicBezTo>
                    <a:pt x="56010" y="30130"/>
                    <a:pt x="57503" y="29135"/>
                    <a:pt x="59111" y="29556"/>
                  </a:cubicBezTo>
                  <a:cubicBezTo>
                    <a:pt x="59761" y="29786"/>
                    <a:pt x="60412" y="29939"/>
                    <a:pt x="61101" y="30054"/>
                  </a:cubicBezTo>
                  <a:cubicBezTo>
                    <a:pt x="61561" y="30130"/>
                    <a:pt x="62020" y="30283"/>
                    <a:pt x="62518" y="30283"/>
                  </a:cubicBezTo>
                  <a:cubicBezTo>
                    <a:pt x="62901" y="30245"/>
                    <a:pt x="63245" y="30092"/>
                    <a:pt x="63628" y="30015"/>
                  </a:cubicBezTo>
                  <a:cubicBezTo>
                    <a:pt x="64011" y="29862"/>
                    <a:pt x="64432" y="29786"/>
                    <a:pt x="64777" y="29594"/>
                  </a:cubicBezTo>
                  <a:cubicBezTo>
                    <a:pt x="65351" y="29250"/>
                    <a:pt x="65810" y="28714"/>
                    <a:pt x="66308" y="28254"/>
                  </a:cubicBezTo>
                  <a:cubicBezTo>
                    <a:pt x="66806" y="27718"/>
                    <a:pt x="67456" y="27336"/>
                    <a:pt x="67878" y="26723"/>
                  </a:cubicBezTo>
                  <a:cubicBezTo>
                    <a:pt x="68605" y="25651"/>
                    <a:pt x="68720" y="25115"/>
                    <a:pt x="68605" y="23852"/>
                  </a:cubicBezTo>
                  <a:cubicBezTo>
                    <a:pt x="68567" y="23048"/>
                    <a:pt x="68605" y="22205"/>
                    <a:pt x="68299" y="21440"/>
                  </a:cubicBezTo>
                  <a:cubicBezTo>
                    <a:pt x="68031" y="20712"/>
                    <a:pt x="67724" y="19947"/>
                    <a:pt x="67112" y="19411"/>
                  </a:cubicBezTo>
                  <a:cubicBezTo>
                    <a:pt x="66423" y="18837"/>
                    <a:pt x="65542" y="18415"/>
                    <a:pt x="65198" y="17497"/>
                  </a:cubicBezTo>
                  <a:cubicBezTo>
                    <a:pt x="64930" y="16884"/>
                    <a:pt x="64930" y="16195"/>
                    <a:pt x="65236" y="15582"/>
                  </a:cubicBezTo>
                  <a:cubicBezTo>
                    <a:pt x="65389" y="15161"/>
                    <a:pt x="65504" y="14817"/>
                    <a:pt x="65619" y="14396"/>
                  </a:cubicBezTo>
                  <a:cubicBezTo>
                    <a:pt x="65695" y="13860"/>
                    <a:pt x="65695" y="13285"/>
                    <a:pt x="65887" y="12749"/>
                  </a:cubicBezTo>
                  <a:cubicBezTo>
                    <a:pt x="66384" y="11524"/>
                    <a:pt x="65849" y="11027"/>
                    <a:pt x="65045" y="10146"/>
                  </a:cubicBezTo>
                  <a:cubicBezTo>
                    <a:pt x="64738" y="9763"/>
                    <a:pt x="64470" y="9342"/>
                    <a:pt x="64355" y="8844"/>
                  </a:cubicBezTo>
                  <a:cubicBezTo>
                    <a:pt x="64317" y="8385"/>
                    <a:pt x="64279" y="7926"/>
                    <a:pt x="64011" y="7505"/>
                  </a:cubicBezTo>
                  <a:cubicBezTo>
                    <a:pt x="63666" y="6854"/>
                    <a:pt x="63054" y="6394"/>
                    <a:pt x="62556" y="5858"/>
                  </a:cubicBezTo>
                  <a:cubicBezTo>
                    <a:pt x="62365" y="5590"/>
                    <a:pt x="62173" y="5361"/>
                    <a:pt x="61905" y="5169"/>
                  </a:cubicBezTo>
                  <a:cubicBezTo>
                    <a:pt x="61599" y="4940"/>
                    <a:pt x="61254" y="4863"/>
                    <a:pt x="60872" y="4786"/>
                  </a:cubicBezTo>
                  <a:cubicBezTo>
                    <a:pt x="59876" y="4595"/>
                    <a:pt x="58881" y="4518"/>
                    <a:pt x="57924" y="4289"/>
                  </a:cubicBezTo>
                  <a:cubicBezTo>
                    <a:pt x="56622" y="3944"/>
                    <a:pt x="55282" y="3753"/>
                    <a:pt x="53942" y="3523"/>
                  </a:cubicBezTo>
                  <a:cubicBezTo>
                    <a:pt x="52870" y="3293"/>
                    <a:pt x="50458" y="3600"/>
                    <a:pt x="49846" y="2642"/>
                  </a:cubicBezTo>
                  <a:cubicBezTo>
                    <a:pt x="49693" y="2336"/>
                    <a:pt x="49540" y="1915"/>
                    <a:pt x="49195" y="1724"/>
                  </a:cubicBezTo>
                  <a:cubicBezTo>
                    <a:pt x="48468" y="1417"/>
                    <a:pt x="47664" y="1456"/>
                    <a:pt x="46860" y="1379"/>
                  </a:cubicBezTo>
                  <a:cubicBezTo>
                    <a:pt x="46286" y="1341"/>
                    <a:pt x="45673" y="1226"/>
                    <a:pt x="45060" y="1149"/>
                  </a:cubicBezTo>
                  <a:cubicBezTo>
                    <a:pt x="44333" y="1111"/>
                    <a:pt x="42151" y="1379"/>
                    <a:pt x="42074" y="345"/>
                  </a:cubicBezTo>
                  <a:cubicBezTo>
                    <a:pt x="42113" y="154"/>
                    <a:pt x="42227" y="77"/>
                    <a:pt x="42381" y="39"/>
                  </a:cubicBezTo>
                  <a:cubicBezTo>
                    <a:pt x="42572" y="1"/>
                    <a:pt x="42763" y="192"/>
                    <a:pt x="42725" y="384"/>
                  </a:cubicBezTo>
                  <a:cubicBezTo>
                    <a:pt x="43529" y="728"/>
                    <a:pt x="44486" y="499"/>
                    <a:pt x="45367" y="613"/>
                  </a:cubicBezTo>
                  <a:cubicBezTo>
                    <a:pt x="45941" y="690"/>
                    <a:pt x="46554" y="767"/>
                    <a:pt x="47128" y="805"/>
                  </a:cubicBezTo>
                  <a:cubicBezTo>
                    <a:pt x="48047" y="958"/>
                    <a:pt x="49157" y="843"/>
                    <a:pt x="49846" y="1532"/>
                  </a:cubicBezTo>
                  <a:cubicBezTo>
                    <a:pt x="49961" y="1647"/>
                    <a:pt x="50037" y="1762"/>
                    <a:pt x="50114" y="1877"/>
                  </a:cubicBezTo>
                  <a:cubicBezTo>
                    <a:pt x="50229" y="2107"/>
                    <a:pt x="50305" y="2375"/>
                    <a:pt x="50497" y="2489"/>
                  </a:cubicBezTo>
                  <a:cubicBezTo>
                    <a:pt x="50918" y="2757"/>
                    <a:pt x="51416" y="2757"/>
                    <a:pt x="51913" y="2796"/>
                  </a:cubicBezTo>
                  <a:cubicBezTo>
                    <a:pt x="52679" y="2834"/>
                    <a:pt x="53445" y="2872"/>
                    <a:pt x="54210" y="2987"/>
                  </a:cubicBezTo>
                  <a:cubicBezTo>
                    <a:pt x="55053" y="3140"/>
                    <a:pt x="55856" y="3293"/>
                    <a:pt x="56699" y="3408"/>
                  </a:cubicBezTo>
                  <a:cubicBezTo>
                    <a:pt x="57694" y="3600"/>
                    <a:pt x="58651" y="3906"/>
                    <a:pt x="59647" y="3982"/>
                  </a:cubicBezTo>
                  <a:cubicBezTo>
                    <a:pt x="60948" y="4174"/>
                    <a:pt x="62135" y="4250"/>
                    <a:pt x="62939" y="5399"/>
                  </a:cubicBezTo>
                  <a:cubicBezTo>
                    <a:pt x="63398" y="5935"/>
                    <a:pt x="63934" y="6356"/>
                    <a:pt x="64355" y="6930"/>
                  </a:cubicBezTo>
                  <a:cubicBezTo>
                    <a:pt x="64623" y="7313"/>
                    <a:pt x="64777" y="7734"/>
                    <a:pt x="64891" y="8194"/>
                  </a:cubicBezTo>
                  <a:cubicBezTo>
                    <a:pt x="64891" y="8615"/>
                    <a:pt x="64968" y="9036"/>
                    <a:pt x="65236" y="9380"/>
                  </a:cubicBezTo>
                  <a:cubicBezTo>
                    <a:pt x="66078" y="10606"/>
                    <a:pt x="67112" y="11141"/>
                    <a:pt x="66461" y="12826"/>
                  </a:cubicBezTo>
                  <a:cubicBezTo>
                    <a:pt x="66231" y="13439"/>
                    <a:pt x="66308" y="14128"/>
                    <a:pt x="66117" y="14778"/>
                  </a:cubicBezTo>
                  <a:cubicBezTo>
                    <a:pt x="66002" y="15276"/>
                    <a:pt x="65734" y="15736"/>
                    <a:pt x="65619" y="16195"/>
                  </a:cubicBezTo>
                  <a:cubicBezTo>
                    <a:pt x="65504" y="16884"/>
                    <a:pt x="65772" y="17611"/>
                    <a:pt x="66308" y="18071"/>
                  </a:cubicBezTo>
                  <a:cubicBezTo>
                    <a:pt x="66767" y="18492"/>
                    <a:pt x="67342" y="18798"/>
                    <a:pt x="67763" y="19258"/>
                  </a:cubicBezTo>
                  <a:cubicBezTo>
                    <a:pt x="68605" y="20215"/>
                    <a:pt x="69141" y="21631"/>
                    <a:pt x="69141" y="22895"/>
                  </a:cubicBezTo>
                  <a:cubicBezTo>
                    <a:pt x="69141" y="23545"/>
                    <a:pt x="69217" y="24196"/>
                    <a:pt x="69217" y="24847"/>
                  </a:cubicBezTo>
                  <a:cubicBezTo>
                    <a:pt x="69179" y="25842"/>
                    <a:pt x="68605" y="26761"/>
                    <a:pt x="67992" y="27489"/>
                  </a:cubicBezTo>
                  <a:cubicBezTo>
                    <a:pt x="67801" y="27718"/>
                    <a:pt x="67533" y="27871"/>
                    <a:pt x="67342" y="28063"/>
                  </a:cubicBezTo>
                  <a:cubicBezTo>
                    <a:pt x="66920" y="28446"/>
                    <a:pt x="66538" y="28829"/>
                    <a:pt x="66117" y="29211"/>
                  </a:cubicBezTo>
                  <a:cubicBezTo>
                    <a:pt x="65810" y="29518"/>
                    <a:pt x="65504" y="29862"/>
                    <a:pt x="65083" y="30092"/>
                  </a:cubicBezTo>
                  <a:cubicBezTo>
                    <a:pt x="64700" y="30283"/>
                    <a:pt x="64241" y="30398"/>
                    <a:pt x="63819" y="30513"/>
                  </a:cubicBezTo>
                  <a:cubicBezTo>
                    <a:pt x="63284" y="30704"/>
                    <a:pt x="62748" y="30896"/>
                    <a:pt x="62173" y="30819"/>
                  </a:cubicBezTo>
                  <a:cubicBezTo>
                    <a:pt x="61025" y="30628"/>
                    <a:pt x="59915" y="30398"/>
                    <a:pt x="58804" y="30054"/>
                  </a:cubicBezTo>
                  <a:cubicBezTo>
                    <a:pt x="57579" y="29862"/>
                    <a:pt x="56469" y="30513"/>
                    <a:pt x="55397" y="30934"/>
                  </a:cubicBezTo>
                  <a:cubicBezTo>
                    <a:pt x="54670" y="31317"/>
                    <a:pt x="53827" y="31508"/>
                    <a:pt x="53023" y="31317"/>
                  </a:cubicBezTo>
                  <a:cubicBezTo>
                    <a:pt x="52181" y="31164"/>
                    <a:pt x="51339" y="30972"/>
                    <a:pt x="50497" y="30934"/>
                  </a:cubicBezTo>
                  <a:cubicBezTo>
                    <a:pt x="49731" y="30896"/>
                    <a:pt x="48965" y="30896"/>
                    <a:pt x="48238" y="30896"/>
                  </a:cubicBezTo>
                  <a:cubicBezTo>
                    <a:pt x="47855" y="30896"/>
                    <a:pt x="47472" y="30896"/>
                    <a:pt x="47089" y="30819"/>
                  </a:cubicBezTo>
                  <a:cubicBezTo>
                    <a:pt x="46362" y="30666"/>
                    <a:pt x="45750" y="30360"/>
                    <a:pt x="44984" y="30245"/>
                  </a:cubicBezTo>
                  <a:cubicBezTo>
                    <a:pt x="44027" y="30054"/>
                    <a:pt x="43070" y="30015"/>
                    <a:pt x="42074" y="29977"/>
                  </a:cubicBezTo>
                  <a:cubicBezTo>
                    <a:pt x="41194" y="29939"/>
                    <a:pt x="40313" y="29824"/>
                    <a:pt x="39433" y="29862"/>
                  </a:cubicBezTo>
                  <a:cubicBezTo>
                    <a:pt x="38361" y="29977"/>
                    <a:pt x="37365" y="30436"/>
                    <a:pt x="36447" y="30972"/>
                  </a:cubicBezTo>
                  <a:cubicBezTo>
                    <a:pt x="35222" y="31662"/>
                    <a:pt x="34035" y="32389"/>
                    <a:pt x="32810" y="33040"/>
                  </a:cubicBezTo>
                  <a:cubicBezTo>
                    <a:pt x="32235" y="33308"/>
                    <a:pt x="31623" y="33576"/>
                    <a:pt x="30972" y="33729"/>
                  </a:cubicBezTo>
                  <a:cubicBezTo>
                    <a:pt x="30321" y="33844"/>
                    <a:pt x="29670" y="33882"/>
                    <a:pt x="29020" y="34035"/>
                  </a:cubicBezTo>
                  <a:cubicBezTo>
                    <a:pt x="27029" y="34380"/>
                    <a:pt x="25268" y="35528"/>
                    <a:pt x="23928" y="36983"/>
                  </a:cubicBezTo>
                  <a:cubicBezTo>
                    <a:pt x="23583" y="37289"/>
                    <a:pt x="23239" y="37634"/>
                    <a:pt x="22932" y="37978"/>
                  </a:cubicBezTo>
                  <a:cubicBezTo>
                    <a:pt x="22856" y="38093"/>
                    <a:pt x="22818" y="38170"/>
                    <a:pt x="22779" y="38285"/>
                  </a:cubicBezTo>
                  <a:cubicBezTo>
                    <a:pt x="22779" y="38323"/>
                    <a:pt x="22741" y="38361"/>
                    <a:pt x="22741" y="38400"/>
                  </a:cubicBezTo>
                  <a:lnTo>
                    <a:pt x="22741" y="38438"/>
                  </a:lnTo>
                  <a:cubicBezTo>
                    <a:pt x="22741" y="38514"/>
                    <a:pt x="22741" y="38553"/>
                    <a:pt x="22779" y="38591"/>
                  </a:cubicBezTo>
                  <a:cubicBezTo>
                    <a:pt x="22932" y="39203"/>
                    <a:pt x="23583" y="39510"/>
                    <a:pt x="23890" y="40007"/>
                  </a:cubicBezTo>
                  <a:cubicBezTo>
                    <a:pt x="24425" y="40697"/>
                    <a:pt x="24158" y="41462"/>
                    <a:pt x="23392" y="41730"/>
                  </a:cubicBezTo>
                  <a:cubicBezTo>
                    <a:pt x="22014" y="42228"/>
                    <a:pt x="20482" y="41539"/>
                    <a:pt x="19104" y="41922"/>
                  </a:cubicBezTo>
                  <a:cubicBezTo>
                    <a:pt x="18338" y="42075"/>
                    <a:pt x="17649" y="42343"/>
                    <a:pt x="16884" y="42458"/>
                  </a:cubicBezTo>
                  <a:cubicBezTo>
                    <a:pt x="16309" y="42534"/>
                    <a:pt x="15697" y="42534"/>
                    <a:pt x="15123" y="42649"/>
                  </a:cubicBezTo>
                  <a:cubicBezTo>
                    <a:pt x="14319" y="42802"/>
                    <a:pt x="13553" y="43108"/>
                    <a:pt x="12826" y="43376"/>
                  </a:cubicBezTo>
                  <a:cubicBezTo>
                    <a:pt x="11562" y="43836"/>
                    <a:pt x="10375" y="44219"/>
                    <a:pt x="9265" y="44984"/>
                  </a:cubicBezTo>
                  <a:cubicBezTo>
                    <a:pt x="8806" y="45291"/>
                    <a:pt x="8385" y="45673"/>
                    <a:pt x="7925" y="45941"/>
                  </a:cubicBezTo>
                  <a:cubicBezTo>
                    <a:pt x="7466" y="46248"/>
                    <a:pt x="6930" y="46477"/>
                    <a:pt x="6470" y="46784"/>
                  </a:cubicBezTo>
                  <a:cubicBezTo>
                    <a:pt x="5513" y="47434"/>
                    <a:pt x="4786" y="48238"/>
                    <a:pt x="3905" y="49004"/>
                  </a:cubicBezTo>
                  <a:cubicBezTo>
                    <a:pt x="3446" y="49387"/>
                    <a:pt x="2872" y="49655"/>
                    <a:pt x="2374" y="49961"/>
                  </a:cubicBezTo>
                  <a:cubicBezTo>
                    <a:pt x="1876" y="50306"/>
                    <a:pt x="1494" y="50765"/>
                    <a:pt x="1187" y="51225"/>
                  </a:cubicBezTo>
                  <a:cubicBezTo>
                    <a:pt x="958" y="51531"/>
                    <a:pt x="766" y="51875"/>
                    <a:pt x="575" y="52220"/>
                  </a:cubicBezTo>
                  <a:cubicBezTo>
                    <a:pt x="498" y="52335"/>
                    <a:pt x="307" y="52411"/>
                    <a:pt x="192" y="522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8"/>
            <p:cNvSpPr/>
            <p:nvPr/>
          </p:nvSpPr>
          <p:spPr>
            <a:xfrm>
              <a:off x="1938875" y="1709925"/>
              <a:ext cx="316825" cy="216325"/>
            </a:xfrm>
            <a:custGeom>
              <a:avLst/>
              <a:gdLst/>
              <a:ahLst/>
              <a:cxnLst/>
              <a:rect l="l" t="t" r="r" b="b"/>
              <a:pathLst>
                <a:path w="12673" h="8653" extrusionOk="0">
                  <a:moveTo>
                    <a:pt x="3369" y="8384"/>
                  </a:moveTo>
                  <a:cubicBezTo>
                    <a:pt x="3140" y="8308"/>
                    <a:pt x="2910" y="8193"/>
                    <a:pt x="2680" y="8155"/>
                  </a:cubicBezTo>
                  <a:cubicBezTo>
                    <a:pt x="1914" y="7963"/>
                    <a:pt x="613" y="8155"/>
                    <a:pt x="153" y="7427"/>
                  </a:cubicBezTo>
                  <a:cubicBezTo>
                    <a:pt x="0" y="7121"/>
                    <a:pt x="115" y="6777"/>
                    <a:pt x="307" y="6509"/>
                  </a:cubicBezTo>
                  <a:cubicBezTo>
                    <a:pt x="536" y="6126"/>
                    <a:pt x="766" y="5781"/>
                    <a:pt x="1034" y="5437"/>
                  </a:cubicBezTo>
                  <a:cubicBezTo>
                    <a:pt x="1493" y="4824"/>
                    <a:pt x="2221" y="4594"/>
                    <a:pt x="2872" y="4212"/>
                  </a:cubicBezTo>
                  <a:cubicBezTo>
                    <a:pt x="3101" y="4097"/>
                    <a:pt x="3331" y="3944"/>
                    <a:pt x="3561" y="3829"/>
                  </a:cubicBezTo>
                  <a:cubicBezTo>
                    <a:pt x="3637" y="3790"/>
                    <a:pt x="3714" y="3790"/>
                    <a:pt x="3790" y="3790"/>
                  </a:cubicBezTo>
                  <a:cubicBezTo>
                    <a:pt x="4518" y="3599"/>
                    <a:pt x="5130" y="3063"/>
                    <a:pt x="5781" y="2680"/>
                  </a:cubicBezTo>
                  <a:cubicBezTo>
                    <a:pt x="6853" y="2029"/>
                    <a:pt x="8040" y="1608"/>
                    <a:pt x="9188" y="1111"/>
                  </a:cubicBezTo>
                  <a:cubicBezTo>
                    <a:pt x="9916" y="766"/>
                    <a:pt x="10949" y="0"/>
                    <a:pt x="11753" y="383"/>
                  </a:cubicBezTo>
                  <a:cubicBezTo>
                    <a:pt x="12672" y="957"/>
                    <a:pt x="11792" y="2221"/>
                    <a:pt x="11447" y="2910"/>
                  </a:cubicBezTo>
                  <a:cubicBezTo>
                    <a:pt x="10988" y="3714"/>
                    <a:pt x="10452" y="4518"/>
                    <a:pt x="9686" y="5015"/>
                  </a:cubicBezTo>
                  <a:cubicBezTo>
                    <a:pt x="8882" y="5551"/>
                    <a:pt x="8002" y="5973"/>
                    <a:pt x="7198" y="6470"/>
                  </a:cubicBezTo>
                  <a:cubicBezTo>
                    <a:pt x="6662" y="6815"/>
                    <a:pt x="6241" y="7351"/>
                    <a:pt x="5705" y="7734"/>
                  </a:cubicBezTo>
                  <a:cubicBezTo>
                    <a:pt x="5054" y="8231"/>
                    <a:pt x="4211" y="8652"/>
                    <a:pt x="3369" y="8384"/>
                  </a:cubicBezTo>
                  <a:lnTo>
                    <a:pt x="3369" y="8384"/>
                  </a:lnTo>
                  <a:close/>
                  <a:moveTo>
                    <a:pt x="3982" y="7887"/>
                  </a:moveTo>
                  <a:cubicBezTo>
                    <a:pt x="5283" y="7772"/>
                    <a:pt x="5973" y="6509"/>
                    <a:pt x="7006" y="5896"/>
                  </a:cubicBezTo>
                  <a:cubicBezTo>
                    <a:pt x="8231" y="5130"/>
                    <a:pt x="9724" y="4594"/>
                    <a:pt x="10528" y="3293"/>
                  </a:cubicBezTo>
                  <a:cubicBezTo>
                    <a:pt x="10758" y="2910"/>
                    <a:pt x="11868" y="1187"/>
                    <a:pt x="11447" y="881"/>
                  </a:cubicBezTo>
                  <a:cubicBezTo>
                    <a:pt x="10873" y="728"/>
                    <a:pt x="9916" y="1417"/>
                    <a:pt x="9341" y="1646"/>
                  </a:cubicBezTo>
                  <a:cubicBezTo>
                    <a:pt x="8614" y="1991"/>
                    <a:pt x="7848" y="2221"/>
                    <a:pt x="7121" y="2604"/>
                  </a:cubicBezTo>
                  <a:cubicBezTo>
                    <a:pt x="6623" y="2872"/>
                    <a:pt x="6126" y="3140"/>
                    <a:pt x="5628" y="3446"/>
                  </a:cubicBezTo>
                  <a:cubicBezTo>
                    <a:pt x="5015" y="3790"/>
                    <a:pt x="4441" y="4288"/>
                    <a:pt x="3714" y="4365"/>
                  </a:cubicBezTo>
                  <a:cubicBezTo>
                    <a:pt x="3063" y="4824"/>
                    <a:pt x="2297" y="5092"/>
                    <a:pt x="1685" y="5551"/>
                  </a:cubicBezTo>
                  <a:cubicBezTo>
                    <a:pt x="1455" y="5781"/>
                    <a:pt x="1302" y="6087"/>
                    <a:pt x="1110" y="6355"/>
                  </a:cubicBezTo>
                  <a:cubicBezTo>
                    <a:pt x="957" y="6547"/>
                    <a:pt x="804" y="6777"/>
                    <a:pt x="689" y="7006"/>
                  </a:cubicBezTo>
                  <a:cubicBezTo>
                    <a:pt x="651" y="7083"/>
                    <a:pt x="651" y="7159"/>
                    <a:pt x="689" y="7198"/>
                  </a:cubicBezTo>
                  <a:cubicBezTo>
                    <a:pt x="1110" y="7466"/>
                    <a:pt x="1800" y="7466"/>
                    <a:pt x="2374" y="7542"/>
                  </a:cubicBezTo>
                  <a:cubicBezTo>
                    <a:pt x="2680" y="7542"/>
                    <a:pt x="2986" y="7619"/>
                    <a:pt x="3254" y="7734"/>
                  </a:cubicBezTo>
                  <a:cubicBezTo>
                    <a:pt x="3484" y="7810"/>
                    <a:pt x="3714" y="7925"/>
                    <a:pt x="3982" y="78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8"/>
            <p:cNvSpPr/>
            <p:nvPr/>
          </p:nvSpPr>
          <p:spPr>
            <a:xfrm>
              <a:off x="1872825" y="2026725"/>
              <a:ext cx="508250" cy="394350"/>
            </a:xfrm>
            <a:custGeom>
              <a:avLst/>
              <a:gdLst/>
              <a:ahLst/>
              <a:cxnLst/>
              <a:rect l="l" t="t" r="r" b="b"/>
              <a:pathLst>
                <a:path w="20330" h="15774" extrusionOk="0">
                  <a:moveTo>
                    <a:pt x="19640" y="15467"/>
                  </a:moveTo>
                  <a:cubicBezTo>
                    <a:pt x="19104" y="14854"/>
                    <a:pt x="18645" y="14165"/>
                    <a:pt x="18224" y="13438"/>
                  </a:cubicBezTo>
                  <a:cubicBezTo>
                    <a:pt x="17917" y="12902"/>
                    <a:pt x="17841" y="12289"/>
                    <a:pt x="17649" y="11677"/>
                  </a:cubicBezTo>
                  <a:cubicBezTo>
                    <a:pt x="17420" y="11064"/>
                    <a:pt x="17075" y="10528"/>
                    <a:pt x="16539" y="10069"/>
                  </a:cubicBezTo>
                  <a:cubicBezTo>
                    <a:pt x="16003" y="9609"/>
                    <a:pt x="15352" y="9227"/>
                    <a:pt x="14702" y="8882"/>
                  </a:cubicBezTo>
                  <a:cubicBezTo>
                    <a:pt x="14127" y="8576"/>
                    <a:pt x="13515" y="8384"/>
                    <a:pt x="13017" y="7963"/>
                  </a:cubicBezTo>
                  <a:cubicBezTo>
                    <a:pt x="12251" y="7274"/>
                    <a:pt x="11677" y="6394"/>
                    <a:pt x="10758" y="5934"/>
                  </a:cubicBezTo>
                  <a:cubicBezTo>
                    <a:pt x="9954" y="5513"/>
                    <a:pt x="9036" y="5628"/>
                    <a:pt x="8270" y="5283"/>
                  </a:cubicBezTo>
                  <a:cubicBezTo>
                    <a:pt x="7619" y="5015"/>
                    <a:pt x="7121" y="4518"/>
                    <a:pt x="6777" y="3982"/>
                  </a:cubicBezTo>
                  <a:cubicBezTo>
                    <a:pt x="6394" y="3407"/>
                    <a:pt x="6011" y="2871"/>
                    <a:pt x="5514" y="2450"/>
                  </a:cubicBezTo>
                  <a:cubicBezTo>
                    <a:pt x="4978" y="2029"/>
                    <a:pt x="4442" y="1608"/>
                    <a:pt x="3982" y="1110"/>
                  </a:cubicBezTo>
                  <a:cubicBezTo>
                    <a:pt x="3255" y="536"/>
                    <a:pt x="2259" y="536"/>
                    <a:pt x="1417" y="574"/>
                  </a:cubicBezTo>
                  <a:cubicBezTo>
                    <a:pt x="1111" y="613"/>
                    <a:pt x="805" y="651"/>
                    <a:pt x="537" y="651"/>
                  </a:cubicBezTo>
                  <a:cubicBezTo>
                    <a:pt x="307" y="728"/>
                    <a:pt x="1" y="689"/>
                    <a:pt x="1" y="383"/>
                  </a:cubicBezTo>
                  <a:cubicBezTo>
                    <a:pt x="1" y="230"/>
                    <a:pt x="154" y="115"/>
                    <a:pt x="345" y="115"/>
                  </a:cubicBezTo>
                  <a:cubicBezTo>
                    <a:pt x="919" y="77"/>
                    <a:pt x="1494" y="0"/>
                    <a:pt x="2106" y="0"/>
                  </a:cubicBezTo>
                  <a:cubicBezTo>
                    <a:pt x="2949" y="0"/>
                    <a:pt x="3867" y="153"/>
                    <a:pt x="4480" y="804"/>
                  </a:cubicBezTo>
                  <a:cubicBezTo>
                    <a:pt x="4824" y="1149"/>
                    <a:pt x="5207" y="1455"/>
                    <a:pt x="5590" y="1761"/>
                  </a:cubicBezTo>
                  <a:cubicBezTo>
                    <a:pt x="6317" y="2297"/>
                    <a:pt x="6853" y="3025"/>
                    <a:pt x="7351" y="3790"/>
                  </a:cubicBezTo>
                  <a:cubicBezTo>
                    <a:pt x="7734" y="4441"/>
                    <a:pt x="8461" y="4824"/>
                    <a:pt x="9189" y="4977"/>
                  </a:cubicBezTo>
                  <a:cubicBezTo>
                    <a:pt x="9801" y="5054"/>
                    <a:pt x="10414" y="5092"/>
                    <a:pt x="10950" y="5398"/>
                  </a:cubicBezTo>
                  <a:cubicBezTo>
                    <a:pt x="12060" y="5896"/>
                    <a:pt x="12673" y="6968"/>
                    <a:pt x="13591" y="7695"/>
                  </a:cubicBezTo>
                  <a:cubicBezTo>
                    <a:pt x="13974" y="7963"/>
                    <a:pt x="14395" y="8078"/>
                    <a:pt x="14816" y="8308"/>
                  </a:cubicBezTo>
                  <a:cubicBezTo>
                    <a:pt x="16118" y="8959"/>
                    <a:pt x="17496" y="9801"/>
                    <a:pt x="18071" y="11179"/>
                  </a:cubicBezTo>
                  <a:cubicBezTo>
                    <a:pt x="18300" y="11677"/>
                    <a:pt x="18377" y="12213"/>
                    <a:pt x="18530" y="12710"/>
                  </a:cubicBezTo>
                  <a:cubicBezTo>
                    <a:pt x="18721" y="13170"/>
                    <a:pt x="18989" y="13591"/>
                    <a:pt x="19257" y="14012"/>
                  </a:cubicBezTo>
                  <a:cubicBezTo>
                    <a:pt x="19525" y="14395"/>
                    <a:pt x="19793" y="14778"/>
                    <a:pt x="20100" y="15122"/>
                  </a:cubicBezTo>
                  <a:cubicBezTo>
                    <a:pt x="20329" y="15429"/>
                    <a:pt x="19908" y="15773"/>
                    <a:pt x="19640" y="154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8"/>
            <p:cNvSpPr/>
            <p:nvPr/>
          </p:nvSpPr>
          <p:spPr>
            <a:xfrm>
              <a:off x="2602125" y="3371425"/>
              <a:ext cx="104350" cy="297700"/>
            </a:xfrm>
            <a:custGeom>
              <a:avLst/>
              <a:gdLst/>
              <a:ahLst/>
              <a:cxnLst/>
              <a:rect l="l" t="t" r="r" b="b"/>
              <a:pathLst>
                <a:path w="4174" h="11908" extrusionOk="0">
                  <a:moveTo>
                    <a:pt x="3523" y="11639"/>
                  </a:moveTo>
                  <a:cubicBezTo>
                    <a:pt x="2374" y="10605"/>
                    <a:pt x="1724" y="9151"/>
                    <a:pt x="843" y="7926"/>
                  </a:cubicBezTo>
                  <a:cubicBezTo>
                    <a:pt x="499" y="7428"/>
                    <a:pt x="231" y="6854"/>
                    <a:pt x="116" y="6241"/>
                  </a:cubicBezTo>
                  <a:cubicBezTo>
                    <a:pt x="1" y="5437"/>
                    <a:pt x="77" y="4595"/>
                    <a:pt x="154" y="3753"/>
                  </a:cubicBezTo>
                  <a:cubicBezTo>
                    <a:pt x="231" y="2987"/>
                    <a:pt x="652" y="2260"/>
                    <a:pt x="575" y="1494"/>
                  </a:cubicBezTo>
                  <a:cubicBezTo>
                    <a:pt x="575" y="1149"/>
                    <a:pt x="499" y="843"/>
                    <a:pt x="422" y="537"/>
                  </a:cubicBezTo>
                  <a:cubicBezTo>
                    <a:pt x="345" y="307"/>
                    <a:pt x="422" y="1"/>
                    <a:pt x="690" y="1"/>
                  </a:cubicBezTo>
                  <a:cubicBezTo>
                    <a:pt x="881" y="1"/>
                    <a:pt x="996" y="116"/>
                    <a:pt x="996" y="269"/>
                  </a:cubicBezTo>
                  <a:cubicBezTo>
                    <a:pt x="958" y="575"/>
                    <a:pt x="1111" y="843"/>
                    <a:pt x="1111" y="1149"/>
                  </a:cubicBezTo>
                  <a:cubicBezTo>
                    <a:pt x="1149" y="1417"/>
                    <a:pt x="1188" y="1724"/>
                    <a:pt x="1149" y="1992"/>
                  </a:cubicBezTo>
                  <a:cubicBezTo>
                    <a:pt x="1111" y="2489"/>
                    <a:pt x="881" y="2987"/>
                    <a:pt x="767" y="3446"/>
                  </a:cubicBezTo>
                  <a:cubicBezTo>
                    <a:pt x="613" y="4212"/>
                    <a:pt x="613" y="5016"/>
                    <a:pt x="652" y="5782"/>
                  </a:cubicBezTo>
                  <a:cubicBezTo>
                    <a:pt x="652" y="6088"/>
                    <a:pt x="728" y="6394"/>
                    <a:pt x="805" y="6662"/>
                  </a:cubicBezTo>
                  <a:cubicBezTo>
                    <a:pt x="1073" y="7313"/>
                    <a:pt x="1456" y="7849"/>
                    <a:pt x="1839" y="8385"/>
                  </a:cubicBezTo>
                  <a:cubicBezTo>
                    <a:pt x="2336" y="9189"/>
                    <a:pt x="2834" y="10031"/>
                    <a:pt x="3446" y="10759"/>
                  </a:cubicBezTo>
                  <a:cubicBezTo>
                    <a:pt x="3600" y="10912"/>
                    <a:pt x="3753" y="11103"/>
                    <a:pt x="3944" y="11218"/>
                  </a:cubicBezTo>
                  <a:cubicBezTo>
                    <a:pt x="4174" y="11486"/>
                    <a:pt x="3791" y="11907"/>
                    <a:pt x="3523" y="116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8"/>
            <p:cNvSpPr/>
            <p:nvPr/>
          </p:nvSpPr>
          <p:spPr>
            <a:xfrm>
              <a:off x="4077025" y="3966750"/>
              <a:ext cx="274700" cy="84250"/>
            </a:xfrm>
            <a:custGeom>
              <a:avLst/>
              <a:gdLst/>
              <a:ahLst/>
              <a:cxnLst/>
              <a:rect l="l" t="t" r="r" b="b"/>
              <a:pathLst>
                <a:path w="10988" h="3370" extrusionOk="0">
                  <a:moveTo>
                    <a:pt x="38" y="3101"/>
                  </a:moveTo>
                  <a:cubicBezTo>
                    <a:pt x="0" y="2948"/>
                    <a:pt x="115" y="2833"/>
                    <a:pt x="268" y="2795"/>
                  </a:cubicBezTo>
                  <a:lnTo>
                    <a:pt x="1302" y="2565"/>
                  </a:lnTo>
                  <a:cubicBezTo>
                    <a:pt x="4403" y="1953"/>
                    <a:pt x="7466" y="1111"/>
                    <a:pt x="10490" y="77"/>
                  </a:cubicBezTo>
                  <a:cubicBezTo>
                    <a:pt x="10834" y="0"/>
                    <a:pt x="10988" y="536"/>
                    <a:pt x="10643" y="651"/>
                  </a:cubicBezTo>
                  <a:cubicBezTo>
                    <a:pt x="8920" y="1225"/>
                    <a:pt x="7159" y="1761"/>
                    <a:pt x="5398" y="2221"/>
                  </a:cubicBezTo>
                  <a:cubicBezTo>
                    <a:pt x="4058" y="2565"/>
                    <a:pt x="2680" y="2910"/>
                    <a:pt x="1302" y="3178"/>
                  </a:cubicBezTo>
                  <a:cubicBezTo>
                    <a:pt x="996" y="3216"/>
                    <a:pt x="689" y="3293"/>
                    <a:pt x="345" y="3369"/>
                  </a:cubicBezTo>
                  <a:cubicBezTo>
                    <a:pt x="192" y="3369"/>
                    <a:pt x="38" y="3254"/>
                    <a:pt x="38" y="31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8"/>
            <p:cNvSpPr/>
            <p:nvPr/>
          </p:nvSpPr>
          <p:spPr>
            <a:xfrm>
              <a:off x="3888475" y="2816325"/>
              <a:ext cx="37350" cy="148375"/>
            </a:xfrm>
            <a:custGeom>
              <a:avLst/>
              <a:gdLst/>
              <a:ahLst/>
              <a:cxnLst/>
              <a:rect l="l" t="t" r="r" b="b"/>
              <a:pathLst>
                <a:path w="1494" h="5935" extrusionOk="0">
                  <a:moveTo>
                    <a:pt x="268" y="5819"/>
                  </a:moveTo>
                  <a:cubicBezTo>
                    <a:pt x="0" y="5705"/>
                    <a:pt x="115" y="5360"/>
                    <a:pt x="77" y="5092"/>
                  </a:cubicBezTo>
                  <a:cubicBezTo>
                    <a:pt x="39" y="4556"/>
                    <a:pt x="0" y="4020"/>
                    <a:pt x="268" y="3522"/>
                  </a:cubicBezTo>
                  <a:cubicBezTo>
                    <a:pt x="383" y="3293"/>
                    <a:pt x="575" y="3063"/>
                    <a:pt x="689" y="2872"/>
                  </a:cubicBezTo>
                  <a:cubicBezTo>
                    <a:pt x="804" y="2718"/>
                    <a:pt x="919" y="2489"/>
                    <a:pt x="843" y="2297"/>
                  </a:cubicBezTo>
                  <a:cubicBezTo>
                    <a:pt x="689" y="1991"/>
                    <a:pt x="460" y="1685"/>
                    <a:pt x="383" y="1302"/>
                  </a:cubicBezTo>
                  <a:cubicBezTo>
                    <a:pt x="307" y="996"/>
                    <a:pt x="268" y="0"/>
                    <a:pt x="804" y="115"/>
                  </a:cubicBezTo>
                  <a:cubicBezTo>
                    <a:pt x="919" y="153"/>
                    <a:pt x="1034" y="307"/>
                    <a:pt x="996" y="460"/>
                  </a:cubicBezTo>
                  <a:cubicBezTo>
                    <a:pt x="651" y="1417"/>
                    <a:pt x="1493" y="1761"/>
                    <a:pt x="1455" y="2527"/>
                  </a:cubicBezTo>
                  <a:cubicBezTo>
                    <a:pt x="1378" y="3216"/>
                    <a:pt x="651" y="3637"/>
                    <a:pt x="651" y="4326"/>
                  </a:cubicBezTo>
                  <a:cubicBezTo>
                    <a:pt x="651" y="4709"/>
                    <a:pt x="651" y="5092"/>
                    <a:pt x="651" y="5475"/>
                  </a:cubicBezTo>
                  <a:cubicBezTo>
                    <a:pt x="728" y="5705"/>
                    <a:pt x="498" y="5934"/>
                    <a:pt x="268" y="58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8"/>
            <p:cNvSpPr/>
            <p:nvPr/>
          </p:nvSpPr>
          <p:spPr>
            <a:xfrm>
              <a:off x="3900900" y="2812500"/>
              <a:ext cx="14400" cy="14375"/>
            </a:xfrm>
            <a:custGeom>
              <a:avLst/>
              <a:gdLst/>
              <a:ahLst/>
              <a:cxnLst/>
              <a:rect l="l" t="t" r="r" b="b"/>
              <a:pathLst>
                <a:path w="576" h="575" extrusionOk="0">
                  <a:moveTo>
                    <a:pt x="1" y="268"/>
                  </a:moveTo>
                  <a:cubicBezTo>
                    <a:pt x="1" y="115"/>
                    <a:pt x="154" y="0"/>
                    <a:pt x="307" y="0"/>
                  </a:cubicBezTo>
                  <a:cubicBezTo>
                    <a:pt x="460" y="0"/>
                    <a:pt x="575" y="115"/>
                    <a:pt x="575" y="268"/>
                  </a:cubicBezTo>
                  <a:cubicBezTo>
                    <a:pt x="575" y="421"/>
                    <a:pt x="460" y="574"/>
                    <a:pt x="307" y="574"/>
                  </a:cubicBezTo>
                  <a:cubicBezTo>
                    <a:pt x="154" y="574"/>
                    <a:pt x="1" y="421"/>
                    <a:pt x="1" y="268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8"/>
            <p:cNvSpPr/>
            <p:nvPr/>
          </p:nvSpPr>
          <p:spPr>
            <a:xfrm>
              <a:off x="3921975" y="2330125"/>
              <a:ext cx="76575" cy="171325"/>
            </a:xfrm>
            <a:custGeom>
              <a:avLst/>
              <a:gdLst/>
              <a:ahLst/>
              <a:cxnLst/>
              <a:rect l="l" t="t" r="r" b="b"/>
              <a:pathLst>
                <a:path w="3063" h="6853" extrusionOk="0">
                  <a:moveTo>
                    <a:pt x="230" y="6623"/>
                  </a:moveTo>
                  <a:cubicBezTo>
                    <a:pt x="0" y="6470"/>
                    <a:pt x="38" y="6240"/>
                    <a:pt x="230" y="6087"/>
                  </a:cubicBezTo>
                  <a:cubicBezTo>
                    <a:pt x="498" y="5781"/>
                    <a:pt x="689" y="5398"/>
                    <a:pt x="766" y="5015"/>
                  </a:cubicBezTo>
                  <a:cubicBezTo>
                    <a:pt x="881" y="3905"/>
                    <a:pt x="957" y="3139"/>
                    <a:pt x="1685" y="2182"/>
                  </a:cubicBezTo>
                  <a:cubicBezTo>
                    <a:pt x="2029" y="1723"/>
                    <a:pt x="1991" y="1110"/>
                    <a:pt x="2297" y="613"/>
                  </a:cubicBezTo>
                  <a:cubicBezTo>
                    <a:pt x="2374" y="460"/>
                    <a:pt x="2450" y="306"/>
                    <a:pt x="2565" y="192"/>
                  </a:cubicBezTo>
                  <a:cubicBezTo>
                    <a:pt x="2718" y="0"/>
                    <a:pt x="3063" y="153"/>
                    <a:pt x="3063" y="383"/>
                  </a:cubicBezTo>
                  <a:cubicBezTo>
                    <a:pt x="3025" y="613"/>
                    <a:pt x="2833" y="728"/>
                    <a:pt x="2757" y="919"/>
                  </a:cubicBezTo>
                  <a:cubicBezTo>
                    <a:pt x="2604" y="1225"/>
                    <a:pt x="2565" y="1570"/>
                    <a:pt x="2450" y="1876"/>
                  </a:cubicBezTo>
                  <a:cubicBezTo>
                    <a:pt x="2336" y="2335"/>
                    <a:pt x="1953" y="2718"/>
                    <a:pt x="1761" y="3139"/>
                  </a:cubicBezTo>
                  <a:cubicBezTo>
                    <a:pt x="1570" y="3484"/>
                    <a:pt x="1493" y="3905"/>
                    <a:pt x="1417" y="4326"/>
                  </a:cubicBezTo>
                  <a:cubicBezTo>
                    <a:pt x="1378" y="4747"/>
                    <a:pt x="1378" y="5207"/>
                    <a:pt x="1187" y="5590"/>
                  </a:cubicBezTo>
                  <a:cubicBezTo>
                    <a:pt x="1072" y="5896"/>
                    <a:pt x="613" y="6853"/>
                    <a:pt x="192" y="66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8"/>
            <p:cNvSpPr/>
            <p:nvPr/>
          </p:nvSpPr>
          <p:spPr>
            <a:xfrm>
              <a:off x="4159325" y="2215275"/>
              <a:ext cx="145500" cy="25850"/>
            </a:xfrm>
            <a:custGeom>
              <a:avLst/>
              <a:gdLst/>
              <a:ahLst/>
              <a:cxnLst/>
              <a:rect l="l" t="t" r="r" b="b"/>
              <a:pathLst>
                <a:path w="5820" h="1034" extrusionOk="0">
                  <a:moveTo>
                    <a:pt x="307" y="1034"/>
                  </a:moveTo>
                  <a:cubicBezTo>
                    <a:pt x="154" y="1034"/>
                    <a:pt x="1" y="881"/>
                    <a:pt x="39" y="689"/>
                  </a:cubicBezTo>
                  <a:cubicBezTo>
                    <a:pt x="77" y="536"/>
                    <a:pt x="230" y="460"/>
                    <a:pt x="383" y="383"/>
                  </a:cubicBezTo>
                  <a:cubicBezTo>
                    <a:pt x="805" y="153"/>
                    <a:pt x="1302" y="0"/>
                    <a:pt x="1762" y="38"/>
                  </a:cubicBezTo>
                  <a:cubicBezTo>
                    <a:pt x="2412" y="38"/>
                    <a:pt x="3025" y="345"/>
                    <a:pt x="3638" y="345"/>
                  </a:cubicBezTo>
                  <a:cubicBezTo>
                    <a:pt x="4135" y="306"/>
                    <a:pt x="4556" y="0"/>
                    <a:pt x="5054" y="115"/>
                  </a:cubicBezTo>
                  <a:cubicBezTo>
                    <a:pt x="5207" y="153"/>
                    <a:pt x="5360" y="192"/>
                    <a:pt x="5513" y="268"/>
                  </a:cubicBezTo>
                  <a:cubicBezTo>
                    <a:pt x="5820" y="498"/>
                    <a:pt x="5552" y="957"/>
                    <a:pt x="5207" y="766"/>
                  </a:cubicBezTo>
                  <a:cubicBezTo>
                    <a:pt x="4709" y="460"/>
                    <a:pt x="4135" y="957"/>
                    <a:pt x="3561" y="919"/>
                  </a:cubicBezTo>
                  <a:cubicBezTo>
                    <a:pt x="2795" y="881"/>
                    <a:pt x="2030" y="460"/>
                    <a:pt x="1226" y="651"/>
                  </a:cubicBezTo>
                  <a:cubicBezTo>
                    <a:pt x="996" y="728"/>
                    <a:pt x="766" y="804"/>
                    <a:pt x="537" y="957"/>
                  </a:cubicBezTo>
                  <a:cubicBezTo>
                    <a:pt x="460" y="995"/>
                    <a:pt x="422" y="1034"/>
                    <a:pt x="345" y="10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8"/>
            <p:cNvSpPr/>
            <p:nvPr/>
          </p:nvSpPr>
          <p:spPr>
            <a:xfrm>
              <a:off x="4455075" y="1935800"/>
              <a:ext cx="493875" cy="273750"/>
            </a:xfrm>
            <a:custGeom>
              <a:avLst/>
              <a:gdLst/>
              <a:ahLst/>
              <a:cxnLst/>
              <a:rect l="l" t="t" r="r" b="b"/>
              <a:pathLst>
                <a:path w="19755" h="10950" extrusionOk="0">
                  <a:moveTo>
                    <a:pt x="2718" y="10835"/>
                  </a:moveTo>
                  <a:cubicBezTo>
                    <a:pt x="2259" y="10567"/>
                    <a:pt x="2872" y="10184"/>
                    <a:pt x="3101" y="9954"/>
                  </a:cubicBezTo>
                  <a:cubicBezTo>
                    <a:pt x="4135" y="9074"/>
                    <a:pt x="4479" y="9341"/>
                    <a:pt x="5705" y="9227"/>
                  </a:cubicBezTo>
                  <a:cubicBezTo>
                    <a:pt x="6202" y="9112"/>
                    <a:pt x="6662" y="8806"/>
                    <a:pt x="7083" y="8538"/>
                  </a:cubicBezTo>
                  <a:cubicBezTo>
                    <a:pt x="8155" y="7810"/>
                    <a:pt x="9303" y="7389"/>
                    <a:pt x="10605" y="7695"/>
                  </a:cubicBezTo>
                  <a:cubicBezTo>
                    <a:pt x="11141" y="7848"/>
                    <a:pt x="11639" y="8193"/>
                    <a:pt x="12213" y="8116"/>
                  </a:cubicBezTo>
                  <a:cubicBezTo>
                    <a:pt x="13668" y="7963"/>
                    <a:pt x="15007" y="7351"/>
                    <a:pt x="16424" y="7083"/>
                  </a:cubicBezTo>
                  <a:cubicBezTo>
                    <a:pt x="16998" y="6968"/>
                    <a:pt x="17573" y="6738"/>
                    <a:pt x="18147" y="6470"/>
                  </a:cubicBezTo>
                  <a:cubicBezTo>
                    <a:pt x="19027" y="6087"/>
                    <a:pt x="19180" y="5245"/>
                    <a:pt x="18912" y="4403"/>
                  </a:cubicBezTo>
                  <a:cubicBezTo>
                    <a:pt x="18721" y="3905"/>
                    <a:pt x="18453" y="3446"/>
                    <a:pt x="18338" y="2910"/>
                  </a:cubicBezTo>
                  <a:cubicBezTo>
                    <a:pt x="18147" y="2259"/>
                    <a:pt x="17917" y="1378"/>
                    <a:pt x="17266" y="1110"/>
                  </a:cubicBezTo>
                  <a:cubicBezTo>
                    <a:pt x="15620" y="766"/>
                    <a:pt x="14050" y="1646"/>
                    <a:pt x="12519" y="2106"/>
                  </a:cubicBezTo>
                  <a:cubicBezTo>
                    <a:pt x="12251" y="2221"/>
                    <a:pt x="11945" y="2297"/>
                    <a:pt x="11677" y="2297"/>
                  </a:cubicBezTo>
                  <a:cubicBezTo>
                    <a:pt x="11256" y="2336"/>
                    <a:pt x="10873" y="2259"/>
                    <a:pt x="10490" y="2259"/>
                  </a:cubicBezTo>
                  <a:cubicBezTo>
                    <a:pt x="9648" y="2336"/>
                    <a:pt x="8844" y="2642"/>
                    <a:pt x="8002" y="2795"/>
                  </a:cubicBezTo>
                  <a:cubicBezTo>
                    <a:pt x="7236" y="2948"/>
                    <a:pt x="6432" y="2795"/>
                    <a:pt x="5628" y="2680"/>
                  </a:cubicBezTo>
                  <a:cubicBezTo>
                    <a:pt x="4250" y="2412"/>
                    <a:pt x="3178" y="2795"/>
                    <a:pt x="2029" y="3561"/>
                  </a:cubicBezTo>
                  <a:cubicBezTo>
                    <a:pt x="1646" y="3790"/>
                    <a:pt x="1302" y="4135"/>
                    <a:pt x="843" y="4326"/>
                  </a:cubicBezTo>
                  <a:cubicBezTo>
                    <a:pt x="613" y="4403"/>
                    <a:pt x="192" y="4633"/>
                    <a:pt x="39" y="4250"/>
                  </a:cubicBezTo>
                  <a:cubicBezTo>
                    <a:pt x="0" y="4097"/>
                    <a:pt x="115" y="3943"/>
                    <a:pt x="268" y="3905"/>
                  </a:cubicBezTo>
                  <a:cubicBezTo>
                    <a:pt x="1072" y="3714"/>
                    <a:pt x="1608" y="3025"/>
                    <a:pt x="2336" y="2680"/>
                  </a:cubicBezTo>
                  <a:cubicBezTo>
                    <a:pt x="2872" y="2412"/>
                    <a:pt x="3446" y="2182"/>
                    <a:pt x="4058" y="2068"/>
                  </a:cubicBezTo>
                  <a:cubicBezTo>
                    <a:pt x="4518" y="1991"/>
                    <a:pt x="5054" y="2029"/>
                    <a:pt x="5513" y="2068"/>
                  </a:cubicBezTo>
                  <a:cubicBezTo>
                    <a:pt x="6432" y="2221"/>
                    <a:pt x="7351" y="2412"/>
                    <a:pt x="8231" y="2144"/>
                  </a:cubicBezTo>
                  <a:cubicBezTo>
                    <a:pt x="8997" y="1991"/>
                    <a:pt x="9724" y="1723"/>
                    <a:pt x="10490" y="1685"/>
                  </a:cubicBezTo>
                  <a:cubicBezTo>
                    <a:pt x="10835" y="1685"/>
                    <a:pt x="11217" y="1761"/>
                    <a:pt x="11562" y="1723"/>
                  </a:cubicBezTo>
                  <a:cubicBezTo>
                    <a:pt x="11868" y="1723"/>
                    <a:pt x="12174" y="1646"/>
                    <a:pt x="12481" y="1532"/>
                  </a:cubicBezTo>
                  <a:cubicBezTo>
                    <a:pt x="14012" y="1034"/>
                    <a:pt x="16118" y="0"/>
                    <a:pt x="17687" y="689"/>
                  </a:cubicBezTo>
                  <a:cubicBezTo>
                    <a:pt x="18338" y="1072"/>
                    <a:pt x="18606" y="1800"/>
                    <a:pt x="18798" y="2489"/>
                  </a:cubicBezTo>
                  <a:cubicBezTo>
                    <a:pt x="18912" y="3178"/>
                    <a:pt x="19334" y="3752"/>
                    <a:pt x="19525" y="4403"/>
                  </a:cubicBezTo>
                  <a:cubicBezTo>
                    <a:pt x="19755" y="5437"/>
                    <a:pt x="19487" y="6508"/>
                    <a:pt x="18453" y="6968"/>
                  </a:cubicBezTo>
                  <a:cubicBezTo>
                    <a:pt x="17802" y="7274"/>
                    <a:pt x="17151" y="7542"/>
                    <a:pt x="16462" y="7657"/>
                  </a:cubicBezTo>
                  <a:cubicBezTo>
                    <a:pt x="15620" y="7848"/>
                    <a:pt x="14816" y="8078"/>
                    <a:pt x="13974" y="8346"/>
                  </a:cubicBezTo>
                  <a:cubicBezTo>
                    <a:pt x="13285" y="8538"/>
                    <a:pt x="12557" y="8691"/>
                    <a:pt x="11830" y="8652"/>
                  </a:cubicBezTo>
                  <a:cubicBezTo>
                    <a:pt x="11371" y="8614"/>
                    <a:pt x="10988" y="8461"/>
                    <a:pt x="10605" y="8270"/>
                  </a:cubicBezTo>
                  <a:cubicBezTo>
                    <a:pt x="9763" y="8040"/>
                    <a:pt x="8882" y="8155"/>
                    <a:pt x="8155" y="8576"/>
                  </a:cubicBezTo>
                  <a:cubicBezTo>
                    <a:pt x="6968" y="9227"/>
                    <a:pt x="6317" y="9954"/>
                    <a:pt x="4862" y="9839"/>
                  </a:cubicBezTo>
                  <a:cubicBezTo>
                    <a:pt x="4594" y="9839"/>
                    <a:pt x="4365" y="9839"/>
                    <a:pt x="4097" y="9992"/>
                  </a:cubicBezTo>
                  <a:cubicBezTo>
                    <a:pt x="3790" y="10145"/>
                    <a:pt x="3522" y="10375"/>
                    <a:pt x="3216" y="10605"/>
                  </a:cubicBezTo>
                  <a:cubicBezTo>
                    <a:pt x="3101" y="10720"/>
                    <a:pt x="2948" y="10949"/>
                    <a:pt x="2718" y="108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8"/>
            <p:cNvSpPr/>
            <p:nvPr/>
          </p:nvSpPr>
          <p:spPr>
            <a:xfrm>
              <a:off x="4449325" y="2034375"/>
              <a:ext cx="14375" cy="14375"/>
            </a:xfrm>
            <a:custGeom>
              <a:avLst/>
              <a:gdLst/>
              <a:ahLst/>
              <a:cxnLst/>
              <a:rect l="l" t="t" r="r" b="b"/>
              <a:pathLst>
                <a:path w="575" h="575" extrusionOk="0">
                  <a:moveTo>
                    <a:pt x="1" y="268"/>
                  </a:moveTo>
                  <a:cubicBezTo>
                    <a:pt x="1" y="115"/>
                    <a:pt x="154" y="0"/>
                    <a:pt x="307" y="0"/>
                  </a:cubicBezTo>
                  <a:cubicBezTo>
                    <a:pt x="460" y="0"/>
                    <a:pt x="575" y="115"/>
                    <a:pt x="575" y="268"/>
                  </a:cubicBezTo>
                  <a:cubicBezTo>
                    <a:pt x="575" y="422"/>
                    <a:pt x="460" y="575"/>
                    <a:pt x="307" y="575"/>
                  </a:cubicBezTo>
                  <a:cubicBezTo>
                    <a:pt x="154" y="575"/>
                    <a:pt x="1" y="422"/>
                    <a:pt x="1" y="268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8"/>
            <p:cNvSpPr/>
            <p:nvPr/>
          </p:nvSpPr>
          <p:spPr>
            <a:xfrm>
              <a:off x="4290450" y="1017950"/>
              <a:ext cx="956150" cy="874800"/>
            </a:xfrm>
            <a:custGeom>
              <a:avLst/>
              <a:gdLst/>
              <a:ahLst/>
              <a:cxnLst/>
              <a:rect l="l" t="t" r="r" b="b"/>
              <a:pathLst>
                <a:path w="38246" h="34992" extrusionOk="0">
                  <a:moveTo>
                    <a:pt x="575" y="34800"/>
                  </a:moveTo>
                  <a:cubicBezTo>
                    <a:pt x="422" y="34685"/>
                    <a:pt x="345" y="34532"/>
                    <a:pt x="307" y="34417"/>
                  </a:cubicBezTo>
                  <a:cubicBezTo>
                    <a:pt x="115" y="33996"/>
                    <a:pt x="0" y="33575"/>
                    <a:pt x="0" y="33154"/>
                  </a:cubicBezTo>
                  <a:cubicBezTo>
                    <a:pt x="0" y="32541"/>
                    <a:pt x="422" y="32082"/>
                    <a:pt x="766" y="31661"/>
                  </a:cubicBezTo>
                  <a:cubicBezTo>
                    <a:pt x="1187" y="31048"/>
                    <a:pt x="1302" y="30321"/>
                    <a:pt x="1570" y="29632"/>
                  </a:cubicBezTo>
                  <a:cubicBezTo>
                    <a:pt x="1876" y="28904"/>
                    <a:pt x="2259" y="28254"/>
                    <a:pt x="2757" y="27603"/>
                  </a:cubicBezTo>
                  <a:cubicBezTo>
                    <a:pt x="3369" y="26760"/>
                    <a:pt x="4173" y="25995"/>
                    <a:pt x="5207" y="25612"/>
                  </a:cubicBezTo>
                  <a:cubicBezTo>
                    <a:pt x="5513" y="25459"/>
                    <a:pt x="5858" y="25382"/>
                    <a:pt x="6164" y="25344"/>
                  </a:cubicBezTo>
                  <a:cubicBezTo>
                    <a:pt x="6777" y="25344"/>
                    <a:pt x="7351" y="25497"/>
                    <a:pt x="7925" y="25459"/>
                  </a:cubicBezTo>
                  <a:cubicBezTo>
                    <a:pt x="8653" y="25382"/>
                    <a:pt x="9303" y="25114"/>
                    <a:pt x="9993" y="24923"/>
                  </a:cubicBezTo>
                  <a:cubicBezTo>
                    <a:pt x="10720" y="24731"/>
                    <a:pt x="11486" y="24578"/>
                    <a:pt x="12175" y="24234"/>
                  </a:cubicBezTo>
                  <a:cubicBezTo>
                    <a:pt x="12404" y="24119"/>
                    <a:pt x="12672" y="24004"/>
                    <a:pt x="12940" y="23927"/>
                  </a:cubicBezTo>
                  <a:cubicBezTo>
                    <a:pt x="13438" y="23774"/>
                    <a:pt x="13974" y="23813"/>
                    <a:pt x="14472" y="23698"/>
                  </a:cubicBezTo>
                  <a:cubicBezTo>
                    <a:pt x="14931" y="23583"/>
                    <a:pt x="15352" y="23430"/>
                    <a:pt x="15812" y="23315"/>
                  </a:cubicBezTo>
                  <a:cubicBezTo>
                    <a:pt x="16271" y="23238"/>
                    <a:pt x="16730" y="23162"/>
                    <a:pt x="17152" y="23009"/>
                  </a:cubicBezTo>
                  <a:cubicBezTo>
                    <a:pt x="18453" y="22511"/>
                    <a:pt x="19640" y="21707"/>
                    <a:pt x="20444" y="20559"/>
                  </a:cubicBezTo>
                  <a:cubicBezTo>
                    <a:pt x="21363" y="19333"/>
                    <a:pt x="22320" y="17917"/>
                    <a:pt x="22205" y="16309"/>
                  </a:cubicBezTo>
                  <a:cubicBezTo>
                    <a:pt x="22128" y="15161"/>
                    <a:pt x="21325" y="13859"/>
                    <a:pt x="20061" y="13859"/>
                  </a:cubicBezTo>
                  <a:cubicBezTo>
                    <a:pt x="19295" y="13897"/>
                    <a:pt x="18836" y="14586"/>
                    <a:pt x="18377" y="15084"/>
                  </a:cubicBezTo>
                  <a:cubicBezTo>
                    <a:pt x="17764" y="15888"/>
                    <a:pt x="16807" y="16194"/>
                    <a:pt x="16080" y="16845"/>
                  </a:cubicBezTo>
                  <a:cubicBezTo>
                    <a:pt x="15582" y="17304"/>
                    <a:pt x="15199" y="17840"/>
                    <a:pt x="14740" y="18300"/>
                  </a:cubicBezTo>
                  <a:cubicBezTo>
                    <a:pt x="14280" y="18721"/>
                    <a:pt x="13783" y="19065"/>
                    <a:pt x="13247" y="19372"/>
                  </a:cubicBezTo>
                  <a:cubicBezTo>
                    <a:pt x="12711" y="19678"/>
                    <a:pt x="12175" y="20061"/>
                    <a:pt x="11562" y="20214"/>
                  </a:cubicBezTo>
                  <a:cubicBezTo>
                    <a:pt x="11141" y="20329"/>
                    <a:pt x="10682" y="20214"/>
                    <a:pt x="10261" y="20176"/>
                  </a:cubicBezTo>
                  <a:cubicBezTo>
                    <a:pt x="9801" y="20176"/>
                    <a:pt x="9342" y="20252"/>
                    <a:pt x="8882" y="20329"/>
                  </a:cubicBezTo>
                  <a:cubicBezTo>
                    <a:pt x="7925" y="20482"/>
                    <a:pt x="6892" y="20788"/>
                    <a:pt x="5934" y="20520"/>
                  </a:cubicBezTo>
                  <a:cubicBezTo>
                    <a:pt x="3752" y="19869"/>
                    <a:pt x="3484" y="18491"/>
                    <a:pt x="4748" y="16692"/>
                  </a:cubicBezTo>
                  <a:cubicBezTo>
                    <a:pt x="4939" y="16424"/>
                    <a:pt x="5130" y="16156"/>
                    <a:pt x="5322" y="15888"/>
                  </a:cubicBezTo>
                  <a:cubicBezTo>
                    <a:pt x="5705" y="15275"/>
                    <a:pt x="6011" y="14586"/>
                    <a:pt x="6241" y="13859"/>
                  </a:cubicBezTo>
                  <a:cubicBezTo>
                    <a:pt x="6662" y="12940"/>
                    <a:pt x="7428" y="12289"/>
                    <a:pt x="8193" y="11638"/>
                  </a:cubicBezTo>
                  <a:cubicBezTo>
                    <a:pt x="9610" y="10490"/>
                    <a:pt x="11332" y="9609"/>
                    <a:pt x="12481" y="8116"/>
                  </a:cubicBezTo>
                  <a:cubicBezTo>
                    <a:pt x="12787" y="7695"/>
                    <a:pt x="12940" y="7197"/>
                    <a:pt x="13247" y="6738"/>
                  </a:cubicBezTo>
                  <a:cubicBezTo>
                    <a:pt x="13553" y="6317"/>
                    <a:pt x="14012" y="5934"/>
                    <a:pt x="14280" y="5475"/>
                  </a:cubicBezTo>
                  <a:cubicBezTo>
                    <a:pt x="14816" y="4518"/>
                    <a:pt x="15008" y="3407"/>
                    <a:pt x="15620" y="2527"/>
                  </a:cubicBezTo>
                  <a:cubicBezTo>
                    <a:pt x="16194" y="1723"/>
                    <a:pt x="16884" y="957"/>
                    <a:pt x="17802" y="536"/>
                  </a:cubicBezTo>
                  <a:cubicBezTo>
                    <a:pt x="18606" y="153"/>
                    <a:pt x="19525" y="0"/>
                    <a:pt x="20444" y="0"/>
                  </a:cubicBezTo>
                  <a:cubicBezTo>
                    <a:pt x="21210" y="0"/>
                    <a:pt x="21975" y="230"/>
                    <a:pt x="22664" y="536"/>
                  </a:cubicBezTo>
                  <a:cubicBezTo>
                    <a:pt x="23086" y="689"/>
                    <a:pt x="23468" y="919"/>
                    <a:pt x="23890" y="1072"/>
                  </a:cubicBezTo>
                  <a:cubicBezTo>
                    <a:pt x="24617" y="1302"/>
                    <a:pt x="25383" y="1264"/>
                    <a:pt x="26110" y="1264"/>
                  </a:cubicBezTo>
                  <a:cubicBezTo>
                    <a:pt x="26914" y="1302"/>
                    <a:pt x="27680" y="1531"/>
                    <a:pt x="28407" y="1876"/>
                  </a:cubicBezTo>
                  <a:cubicBezTo>
                    <a:pt x="29020" y="2221"/>
                    <a:pt x="29517" y="2680"/>
                    <a:pt x="30091" y="3063"/>
                  </a:cubicBezTo>
                  <a:cubicBezTo>
                    <a:pt x="30704" y="3522"/>
                    <a:pt x="31431" y="3675"/>
                    <a:pt x="32159" y="3522"/>
                  </a:cubicBezTo>
                  <a:cubicBezTo>
                    <a:pt x="33001" y="3293"/>
                    <a:pt x="33805" y="2795"/>
                    <a:pt x="34724" y="2986"/>
                  </a:cubicBezTo>
                  <a:cubicBezTo>
                    <a:pt x="35260" y="3063"/>
                    <a:pt x="35757" y="3216"/>
                    <a:pt x="36255" y="3293"/>
                  </a:cubicBezTo>
                  <a:cubicBezTo>
                    <a:pt x="36753" y="3331"/>
                    <a:pt x="38246" y="3522"/>
                    <a:pt x="37978" y="4135"/>
                  </a:cubicBezTo>
                  <a:cubicBezTo>
                    <a:pt x="37901" y="4250"/>
                    <a:pt x="37710" y="4288"/>
                    <a:pt x="37595" y="4211"/>
                  </a:cubicBezTo>
                  <a:cubicBezTo>
                    <a:pt x="37365" y="4097"/>
                    <a:pt x="37097" y="3982"/>
                    <a:pt x="36868" y="3943"/>
                  </a:cubicBezTo>
                  <a:cubicBezTo>
                    <a:pt x="36370" y="3867"/>
                    <a:pt x="35911" y="3829"/>
                    <a:pt x="35451" y="3714"/>
                  </a:cubicBezTo>
                  <a:cubicBezTo>
                    <a:pt x="34992" y="3637"/>
                    <a:pt x="34571" y="3484"/>
                    <a:pt x="34111" y="3522"/>
                  </a:cubicBezTo>
                  <a:cubicBezTo>
                    <a:pt x="33499" y="3561"/>
                    <a:pt x="32963" y="3905"/>
                    <a:pt x="32389" y="4058"/>
                  </a:cubicBezTo>
                  <a:cubicBezTo>
                    <a:pt x="31087" y="4364"/>
                    <a:pt x="30130" y="3867"/>
                    <a:pt x="29134" y="3063"/>
                  </a:cubicBezTo>
                  <a:cubicBezTo>
                    <a:pt x="28330" y="2412"/>
                    <a:pt x="27335" y="1953"/>
                    <a:pt x="26263" y="1838"/>
                  </a:cubicBezTo>
                  <a:cubicBezTo>
                    <a:pt x="25497" y="1799"/>
                    <a:pt x="24732" y="1876"/>
                    <a:pt x="24004" y="1685"/>
                  </a:cubicBezTo>
                  <a:cubicBezTo>
                    <a:pt x="23622" y="1608"/>
                    <a:pt x="23239" y="1417"/>
                    <a:pt x="22894" y="1264"/>
                  </a:cubicBezTo>
                  <a:cubicBezTo>
                    <a:pt x="22090" y="881"/>
                    <a:pt x="21248" y="574"/>
                    <a:pt x="20367" y="536"/>
                  </a:cubicBezTo>
                  <a:cubicBezTo>
                    <a:pt x="19372" y="574"/>
                    <a:pt x="18377" y="804"/>
                    <a:pt x="17534" y="1340"/>
                  </a:cubicBezTo>
                  <a:cubicBezTo>
                    <a:pt x="16845" y="1876"/>
                    <a:pt x="16194" y="2565"/>
                    <a:pt x="15812" y="3331"/>
                  </a:cubicBezTo>
                  <a:cubicBezTo>
                    <a:pt x="15352" y="4250"/>
                    <a:pt x="15161" y="5283"/>
                    <a:pt x="14548" y="6087"/>
                  </a:cubicBezTo>
                  <a:cubicBezTo>
                    <a:pt x="14280" y="6470"/>
                    <a:pt x="13936" y="6776"/>
                    <a:pt x="13668" y="7159"/>
                  </a:cubicBezTo>
                  <a:cubicBezTo>
                    <a:pt x="13400" y="7580"/>
                    <a:pt x="13247" y="8040"/>
                    <a:pt x="12979" y="8423"/>
                  </a:cubicBezTo>
                  <a:cubicBezTo>
                    <a:pt x="12519" y="9073"/>
                    <a:pt x="11868" y="9609"/>
                    <a:pt x="11256" y="10107"/>
                  </a:cubicBezTo>
                  <a:cubicBezTo>
                    <a:pt x="9763" y="11332"/>
                    <a:pt x="7849" y="12213"/>
                    <a:pt x="6853" y="13935"/>
                  </a:cubicBezTo>
                  <a:cubicBezTo>
                    <a:pt x="6547" y="14663"/>
                    <a:pt x="6317" y="15390"/>
                    <a:pt x="5896" y="16041"/>
                  </a:cubicBezTo>
                  <a:cubicBezTo>
                    <a:pt x="5207" y="17113"/>
                    <a:pt x="3561" y="18874"/>
                    <a:pt x="5437" y="19716"/>
                  </a:cubicBezTo>
                  <a:cubicBezTo>
                    <a:pt x="6202" y="20137"/>
                    <a:pt x="7045" y="20099"/>
                    <a:pt x="7887" y="19946"/>
                  </a:cubicBezTo>
                  <a:cubicBezTo>
                    <a:pt x="8576" y="19793"/>
                    <a:pt x="9265" y="19678"/>
                    <a:pt x="9954" y="19640"/>
                  </a:cubicBezTo>
                  <a:cubicBezTo>
                    <a:pt x="10337" y="19563"/>
                    <a:pt x="10758" y="19678"/>
                    <a:pt x="11141" y="19716"/>
                  </a:cubicBezTo>
                  <a:cubicBezTo>
                    <a:pt x="11409" y="19678"/>
                    <a:pt x="11677" y="19640"/>
                    <a:pt x="11907" y="19487"/>
                  </a:cubicBezTo>
                  <a:cubicBezTo>
                    <a:pt x="12672" y="19065"/>
                    <a:pt x="13476" y="18606"/>
                    <a:pt x="14165" y="18070"/>
                  </a:cubicBezTo>
                  <a:cubicBezTo>
                    <a:pt x="14701" y="17572"/>
                    <a:pt x="15123" y="16998"/>
                    <a:pt x="15620" y="16500"/>
                  </a:cubicBezTo>
                  <a:cubicBezTo>
                    <a:pt x="16118" y="16041"/>
                    <a:pt x="16692" y="15696"/>
                    <a:pt x="17266" y="15352"/>
                  </a:cubicBezTo>
                  <a:cubicBezTo>
                    <a:pt x="17841" y="14969"/>
                    <a:pt x="18185" y="14357"/>
                    <a:pt x="18683" y="13897"/>
                  </a:cubicBezTo>
                  <a:cubicBezTo>
                    <a:pt x="19219" y="13399"/>
                    <a:pt x="20061" y="13093"/>
                    <a:pt x="20750" y="13399"/>
                  </a:cubicBezTo>
                  <a:cubicBezTo>
                    <a:pt x="22320" y="13974"/>
                    <a:pt x="22971" y="15773"/>
                    <a:pt x="22703" y="17304"/>
                  </a:cubicBezTo>
                  <a:cubicBezTo>
                    <a:pt x="22473" y="18836"/>
                    <a:pt x="20903" y="21248"/>
                    <a:pt x="19678" y="22205"/>
                  </a:cubicBezTo>
                  <a:cubicBezTo>
                    <a:pt x="18568" y="23085"/>
                    <a:pt x="17381" y="23660"/>
                    <a:pt x="15965" y="23889"/>
                  </a:cubicBezTo>
                  <a:cubicBezTo>
                    <a:pt x="15391" y="24004"/>
                    <a:pt x="14855" y="24234"/>
                    <a:pt x="14280" y="24310"/>
                  </a:cubicBezTo>
                  <a:cubicBezTo>
                    <a:pt x="13936" y="24349"/>
                    <a:pt x="13591" y="24349"/>
                    <a:pt x="13247" y="24425"/>
                  </a:cubicBezTo>
                  <a:cubicBezTo>
                    <a:pt x="12787" y="24540"/>
                    <a:pt x="12404" y="24808"/>
                    <a:pt x="11945" y="24961"/>
                  </a:cubicBezTo>
                  <a:cubicBezTo>
                    <a:pt x="11256" y="25267"/>
                    <a:pt x="10490" y="25382"/>
                    <a:pt x="9801" y="25612"/>
                  </a:cubicBezTo>
                  <a:cubicBezTo>
                    <a:pt x="9035" y="25842"/>
                    <a:pt x="8308" y="26071"/>
                    <a:pt x="7504" y="26033"/>
                  </a:cubicBezTo>
                  <a:cubicBezTo>
                    <a:pt x="7083" y="26033"/>
                    <a:pt x="6700" y="25957"/>
                    <a:pt x="6279" y="25957"/>
                  </a:cubicBezTo>
                  <a:cubicBezTo>
                    <a:pt x="5896" y="25957"/>
                    <a:pt x="5513" y="26071"/>
                    <a:pt x="5169" y="26225"/>
                  </a:cubicBezTo>
                  <a:cubicBezTo>
                    <a:pt x="4173" y="26684"/>
                    <a:pt x="3484" y="27526"/>
                    <a:pt x="2872" y="28407"/>
                  </a:cubicBezTo>
                  <a:cubicBezTo>
                    <a:pt x="2374" y="29134"/>
                    <a:pt x="1991" y="29976"/>
                    <a:pt x="1762" y="30857"/>
                  </a:cubicBezTo>
                  <a:cubicBezTo>
                    <a:pt x="1608" y="31278"/>
                    <a:pt x="1455" y="31699"/>
                    <a:pt x="1149" y="32082"/>
                  </a:cubicBezTo>
                  <a:cubicBezTo>
                    <a:pt x="460" y="32848"/>
                    <a:pt x="383" y="33307"/>
                    <a:pt x="881" y="34302"/>
                  </a:cubicBezTo>
                  <a:cubicBezTo>
                    <a:pt x="1226" y="34494"/>
                    <a:pt x="881" y="34991"/>
                    <a:pt x="536" y="348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8"/>
            <p:cNvSpPr/>
            <p:nvPr/>
          </p:nvSpPr>
          <p:spPr>
            <a:xfrm>
              <a:off x="4227275" y="1068675"/>
              <a:ext cx="310125" cy="274700"/>
            </a:xfrm>
            <a:custGeom>
              <a:avLst/>
              <a:gdLst/>
              <a:ahLst/>
              <a:cxnLst/>
              <a:rect l="l" t="t" r="r" b="b"/>
              <a:pathLst>
                <a:path w="12405" h="10988" extrusionOk="0">
                  <a:moveTo>
                    <a:pt x="2030" y="10720"/>
                  </a:moveTo>
                  <a:cubicBezTo>
                    <a:pt x="1417" y="10528"/>
                    <a:pt x="958" y="9992"/>
                    <a:pt x="575" y="9495"/>
                  </a:cubicBezTo>
                  <a:cubicBezTo>
                    <a:pt x="422" y="9303"/>
                    <a:pt x="269" y="9112"/>
                    <a:pt x="192" y="8882"/>
                  </a:cubicBezTo>
                  <a:cubicBezTo>
                    <a:pt x="1" y="8231"/>
                    <a:pt x="384" y="7580"/>
                    <a:pt x="728" y="7044"/>
                  </a:cubicBezTo>
                  <a:cubicBezTo>
                    <a:pt x="1226" y="6279"/>
                    <a:pt x="1609" y="5436"/>
                    <a:pt x="2183" y="4747"/>
                  </a:cubicBezTo>
                  <a:cubicBezTo>
                    <a:pt x="2872" y="3943"/>
                    <a:pt x="3791" y="3293"/>
                    <a:pt x="4633" y="2680"/>
                  </a:cubicBezTo>
                  <a:cubicBezTo>
                    <a:pt x="6050" y="1685"/>
                    <a:pt x="10720" y="0"/>
                    <a:pt x="11830" y="1838"/>
                  </a:cubicBezTo>
                  <a:cubicBezTo>
                    <a:pt x="12098" y="2144"/>
                    <a:pt x="12405" y="3293"/>
                    <a:pt x="11945" y="3522"/>
                  </a:cubicBezTo>
                  <a:cubicBezTo>
                    <a:pt x="11486" y="4326"/>
                    <a:pt x="10529" y="4671"/>
                    <a:pt x="9763" y="5092"/>
                  </a:cubicBezTo>
                  <a:cubicBezTo>
                    <a:pt x="9151" y="5398"/>
                    <a:pt x="8576" y="5819"/>
                    <a:pt x="8117" y="6317"/>
                  </a:cubicBezTo>
                  <a:cubicBezTo>
                    <a:pt x="7466" y="7159"/>
                    <a:pt x="6624" y="7848"/>
                    <a:pt x="6011" y="8729"/>
                  </a:cubicBezTo>
                  <a:cubicBezTo>
                    <a:pt x="5782" y="9112"/>
                    <a:pt x="5552" y="9495"/>
                    <a:pt x="5246" y="9801"/>
                  </a:cubicBezTo>
                  <a:cubicBezTo>
                    <a:pt x="4365" y="10528"/>
                    <a:pt x="3140" y="10988"/>
                    <a:pt x="2030" y="10720"/>
                  </a:cubicBezTo>
                  <a:close/>
                  <a:moveTo>
                    <a:pt x="2949" y="10222"/>
                  </a:moveTo>
                  <a:cubicBezTo>
                    <a:pt x="3714" y="10145"/>
                    <a:pt x="4403" y="9801"/>
                    <a:pt x="4978" y="9265"/>
                  </a:cubicBezTo>
                  <a:cubicBezTo>
                    <a:pt x="5322" y="8805"/>
                    <a:pt x="5628" y="8308"/>
                    <a:pt x="5973" y="7848"/>
                  </a:cubicBezTo>
                  <a:cubicBezTo>
                    <a:pt x="6356" y="7389"/>
                    <a:pt x="6777" y="7006"/>
                    <a:pt x="7160" y="6585"/>
                  </a:cubicBezTo>
                  <a:cubicBezTo>
                    <a:pt x="7543" y="6126"/>
                    <a:pt x="7925" y="5628"/>
                    <a:pt x="8423" y="5283"/>
                  </a:cubicBezTo>
                  <a:cubicBezTo>
                    <a:pt x="9151" y="4671"/>
                    <a:pt x="10031" y="4365"/>
                    <a:pt x="10835" y="3829"/>
                  </a:cubicBezTo>
                  <a:cubicBezTo>
                    <a:pt x="10988" y="3714"/>
                    <a:pt x="11141" y="3599"/>
                    <a:pt x="11294" y="3446"/>
                  </a:cubicBezTo>
                  <a:cubicBezTo>
                    <a:pt x="11409" y="3331"/>
                    <a:pt x="11486" y="3178"/>
                    <a:pt x="11601" y="3063"/>
                  </a:cubicBezTo>
                  <a:cubicBezTo>
                    <a:pt x="11639" y="1761"/>
                    <a:pt x="10682" y="1493"/>
                    <a:pt x="9572" y="1608"/>
                  </a:cubicBezTo>
                  <a:cubicBezTo>
                    <a:pt x="8729" y="1646"/>
                    <a:pt x="7887" y="1838"/>
                    <a:pt x="7083" y="2144"/>
                  </a:cubicBezTo>
                  <a:cubicBezTo>
                    <a:pt x="6318" y="2374"/>
                    <a:pt x="5552" y="2718"/>
                    <a:pt x="4901" y="3178"/>
                  </a:cubicBezTo>
                  <a:cubicBezTo>
                    <a:pt x="4135" y="3752"/>
                    <a:pt x="3370" y="4288"/>
                    <a:pt x="2719" y="5015"/>
                  </a:cubicBezTo>
                  <a:cubicBezTo>
                    <a:pt x="2259" y="5475"/>
                    <a:pt x="1991" y="6049"/>
                    <a:pt x="1647" y="6623"/>
                  </a:cubicBezTo>
                  <a:cubicBezTo>
                    <a:pt x="1341" y="7121"/>
                    <a:pt x="996" y="7619"/>
                    <a:pt x="766" y="8193"/>
                  </a:cubicBezTo>
                  <a:cubicBezTo>
                    <a:pt x="575" y="8691"/>
                    <a:pt x="920" y="9073"/>
                    <a:pt x="1226" y="9418"/>
                  </a:cubicBezTo>
                  <a:cubicBezTo>
                    <a:pt x="1685" y="9992"/>
                    <a:pt x="2183" y="10337"/>
                    <a:pt x="2949" y="10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8"/>
            <p:cNvSpPr/>
            <p:nvPr/>
          </p:nvSpPr>
          <p:spPr>
            <a:xfrm>
              <a:off x="5015925" y="2484200"/>
              <a:ext cx="253650" cy="1061450"/>
            </a:xfrm>
            <a:custGeom>
              <a:avLst/>
              <a:gdLst/>
              <a:ahLst/>
              <a:cxnLst/>
              <a:rect l="l" t="t" r="r" b="b"/>
              <a:pathLst>
                <a:path w="10146" h="42458" extrusionOk="0">
                  <a:moveTo>
                    <a:pt x="192" y="42381"/>
                  </a:moveTo>
                  <a:cubicBezTo>
                    <a:pt x="77" y="42343"/>
                    <a:pt x="1" y="42151"/>
                    <a:pt x="39" y="42036"/>
                  </a:cubicBezTo>
                  <a:cubicBezTo>
                    <a:pt x="154" y="41768"/>
                    <a:pt x="269" y="41500"/>
                    <a:pt x="345" y="41271"/>
                  </a:cubicBezTo>
                  <a:cubicBezTo>
                    <a:pt x="766" y="40122"/>
                    <a:pt x="958" y="38897"/>
                    <a:pt x="881" y="37672"/>
                  </a:cubicBezTo>
                  <a:cubicBezTo>
                    <a:pt x="881" y="36141"/>
                    <a:pt x="498" y="34418"/>
                    <a:pt x="1379" y="33078"/>
                  </a:cubicBezTo>
                  <a:cubicBezTo>
                    <a:pt x="1800" y="32465"/>
                    <a:pt x="2336" y="31929"/>
                    <a:pt x="2757" y="31317"/>
                  </a:cubicBezTo>
                  <a:cubicBezTo>
                    <a:pt x="3293" y="30475"/>
                    <a:pt x="3638" y="29518"/>
                    <a:pt x="3829" y="28522"/>
                  </a:cubicBezTo>
                  <a:cubicBezTo>
                    <a:pt x="3982" y="27680"/>
                    <a:pt x="4059" y="26799"/>
                    <a:pt x="4327" y="25957"/>
                  </a:cubicBezTo>
                  <a:cubicBezTo>
                    <a:pt x="4595" y="24924"/>
                    <a:pt x="5284" y="24120"/>
                    <a:pt x="5667" y="23163"/>
                  </a:cubicBezTo>
                  <a:cubicBezTo>
                    <a:pt x="6011" y="22014"/>
                    <a:pt x="5820" y="20789"/>
                    <a:pt x="6049" y="19602"/>
                  </a:cubicBezTo>
                  <a:cubicBezTo>
                    <a:pt x="6164" y="18836"/>
                    <a:pt x="6432" y="18109"/>
                    <a:pt x="6624" y="17343"/>
                  </a:cubicBezTo>
                  <a:cubicBezTo>
                    <a:pt x="6892" y="15774"/>
                    <a:pt x="6662" y="14128"/>
                    <a:pt x="6011" y="12673"/>
                  </a:cubicBezTo>
                  <a:cubicBezTo>
                    <a:pt x="5437" y="11486"/>
                    <a:pt x="4786" y="10261"/>
                    <a:pt x="4863" y="8921"/>
                  </a:cubicBezTo>
                  <a:cubicBezTo>
                    <a:pt x="4901" y="7849"/>
                    <a:pt x="4709" y="6777"/>
                    <a:pt x="5169" y="5782"/>
                  </a:cubicBezTo>
                  <a:cubicBezTo>
                    <a:pt x="5552" y="4978"/>
                    <a:pt x="6049" y="4250"/>
                    <a:pt x="6471" y="3446"/>
                  </a:cubicBezTo>
                  <a:cubicBezTo>
                    <a:pt x="6662" y="2987"/>
                    <a:pt x="6777" y="2489"/>
                    <a:pt x="7121" y="2106"/>
                  </a:cubicBezTo>
                  <a:cubicBezTo>
                    <a:pt x="7772" y="1264"/>
                    <a:pt x="8768" y="843"/>
                    <a:pt x="9533" y="154"/>
                  </a:cubicBezTo>
                  <a:cubicBezTo>
                    <a:pt x="9725" y="1"/>
                    <a:pt x="10146" y="39"/>
                    <a:pt x="10146" y="345"/>
                  </a:cubicBezTo>
                  <a:cubicBezTo>
                    <a:pt x="10146" y="499"/>
                    <a:pt x="9993" y="613"/>
                    <a:pt x="9878" y="652"/>
                  </a:cubicBezTo>
                  <a:cubicBezTo>
                    <a:pt x="8997" y="1379"/>
                    <a:pt x="7810" y="1877"/>
                    <a:pt x="7274" y="2949"/>
                  </a:cubicBezTo>
                  <a:cubicBezTo>
                    <a:pt x="7121" y="3293"/>
                    <a:pt x="7006" y="3676"/>
                    <a:pt x="6815" y="4021"/>
                  </a:cubicBezTo>
                  <a:cubicBezTo>
                    <a:pt x="6432" y="4748"/>
                    <a:pt x="5935" y="5437"/>
                    <a:pt x="5590" y="6203"/>
                  </a:cubicBezTo>
                  <a:cubicBezTo>
                    <a:pt x="5399" y="6854"/>
                    <a:pt x="5437" y="7504"/>
                    <a:pt x="5437" y="8194"/>
                  </a:cubicBezTo>
                  <a:cubicBezTo>
                    <a:pt x="5437" y="8576"/>
                    <a:pt x="5399" y="8998"/>
                    <a:pt x="5437" y="9380"/>
                  </a:cubicBezTo>
                  <a:cubicBezTo>
                    <a:pt x="5513" y="10682"/>
                    <a:pt x="6279" y="11754"/>
                    <a:pt x="6738" y="12902"/>
                  </a:cubicBezTo>
                  <a:cubicBezTo>
                    <a:pt x="7389" y="14664"/>
                    <a:pt x="7542" y="16654"/>
                    <a:pt x="6930" y="18454"/>
                  </a:cubicBezTo>
                  <a:cubicBezTo>
                    <a:pt x="6700" y="19143"/>
                    <a:pt x="6585" y="19870"/>
                    <a:pt x="6509" y="20559"/>
                  </a:cubicBezTo>
                  <a:cubicBezTo>
                    <a:pt x="6471" y="21861"/>
                    <a:pt x="6471" y="23163"/>
                    <a:pt x="5743" y="24311"/>
                  </a:cubicBezTo>
                  <a:cubicBezTo>
                    <a:pt x="5207" y="25153"/>
                    <a:pt x="4824" y="26072"/>
                    <a:pt x="4671" y="27067"/>
                  </a:cubicBezTo>
                  <a:cubicBezTo>
                    <a:pt x="4480" y="28369"/>
                    <a:pt x="4288" y="29671"/>
                    <a:pt x="3676" y="30858"/>
                  </a:cubicBezTo>
                  <a:cubicBezTo>
                    <a:pt x="3484" y="31240"/>
                    <a:pt x="3255" y="31623"/>
                    <a:pt x="2987" y="31968"/>
                  </a:cubicBezTo>
                  <a:cubicBezTo>
                    <a:pt x="2451" y="32733"/>
                    <a:pt x="1647" y="33384"/>
                    <a:pt x="1455" y="34341"/>
                  </a:cubicBezTo>
                  <a:cubicBezTo>
                    <a:pt x="1226" y="35758"/>
                    <a:pt x="1532" y="37213"/>
                    <a:pt x="1455" y="38629"/>
                  </a:cubicBezTo>
                  <a:cubicBezTo>
                    <a:pt x="1417" y="39471"/>
                    <a:pt x="1264" y="40314"/>
                    <a:pt x="996" y="41156"/>
                  </a:cubicBezTo>
                  <a:cubicBezTo>
                    <a:pt x="881" y="41539"/>
                    <a:pt x="766" y="41883"/>
                    <a:pt x="613" y="42266"/>
                  </a:cubicBezTo>
                  <a:cubicBezTo>
                    <a:pt x="537" y="42419"/>
                    <a:pt x="345" y="42458"/>
                    <a:pt x="230" y="424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8"/>
            <p:cNvSpPr/>
            <p:nvPr/>
          </p:nvSpPr>
          <p:spPr>
            <a:xfrm>
              <a:off x="4052125" y="3805000"/>
              <a:ext cx="136900" cy="220150"/>
            </a:xfrm>
            <a:custGeom>
              <a:avLst/>
              <a:gdLst/>
              <a:ahLst/>
              <a:cxnLst/>
              <a:rect l="l" t="t" r="r" b="b"/>
              <a:pathLst>
                <a:path w="5476" h="8806" extrusionOk="0">
                  <a:moveTo>
                    <a:pt x="4557" y="8346"/>
                  </a:moveTo>
                  <a:cubicBezTo>
                    <a:pt x="4212" y="7619"/>
                    <a:pt x="4250" y="6662"/>
                    <a:pt x="3561" y="6088"/>
                  </a:cubicBezTo>
                  <a:cubicBezTo>
                    <a:pt x="3255" y="5858"/>
                    <a:pt x="2949" y="5705"/>
                    <a:pt x="2642" y="5475"/>
                  </a:cubicBezTo>
                  <a:cubicBezTo>
                    <a:pt x="2145" y="5130"/>
                    <a:pt x="1685" y="4671"/>
                    <a:pt x="1494" y="4097"/>
                  </a:cubicBezTo>
                  <a:cubicBezTo>
                    <a:pt x="958" y="2489"/>
                    <a:pt x="1762" y="2029"/>
                    <a:pt x="269" y="651"/>
                  </a:cubicBezTo>
                  <a:cubicBezTo>
                    <a:pt x="1" y="383"/>
                    <a:pt x="422" y="0"/>
                    <a:pt x="690" y="268"/>
                  </a:cubicBezTo>
                  <a:cubicBezTo>
                    <a:pt x="1992" y="1570"/>
                    <a:pt x="1685" y="1838"/>
                    <a:pt x="1915" y="3523"/>
                  </a:cubicBezTo>
                  <a:cubicBezTo>
                    <a:pt x="1992" y="4020"/>
                    <a:pt x="2260" y="4480"/>
                    <a:pt x="2681" y="4786"/>
                  </a:cubicBezTo>
                  <a:cubicBezTo>
                    <a:pt x="3064" y="5130"/>
                    <a:pt x="3523" y="5322"/>
                    <a:pt x="3906" y="5628"/>
                  </a:cubicBezTo>
                  <a:cubicBezTo>
                    <a:pt x="4633" y="6202"/>
                    <a:pt x="4748" y="7121"/>
                    <a:pt x="4978" y="7963"/>
                  </a:cubicBezTo>
                  <a:cubicBezTo>
                    <a:pt x="5475" y="8270"/>
                    <a:pt x="4825" y="8806"/>
                    <a:pt x="4557" y="83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8"/>
            <p:cNvSpPr/>
            <p:nvPr/>
          </p:nvSpPr>
          <p:spPr>
            <a:xfrm>
              <a:off x="3877950" y="3209675"/>
              <a:ext cx="138800" cy="420200"/>
            </a:xfrm>
            <a:custGeom>
              <a:avLst/>
              <a:gdLst/>
              <a:ahLst/>
              <a:cxnLst/>
              <a:rect l="l" t="t" r="r" b="b"/>
              <a:pathLst>
                <a:path w="5552" h="16808" extrusionOk="0">
                  <a:moveTo>
                    <a:pt x="4977" y="16501"/>
                  </a:moveTo>
                  <a:cubicBezTo>
                    <a:pt x="5015" y="13017"/>
                    <a:pt x="3790" y="13668"/>
                    <a:pt x="2565" y="11103"/>
                  </a:cubicBezTo>
                  <a:cubicBezTo>
                    <a:pt x="2144" y="9993"/>
                    <a:pt x="1953" y="8806"/>
                    <a:pt x="1570" y="7696"/>
                  </a:cubicBezTo>
                  <a:cubicBezTo>
                    <a:pt x="1187" y="6624"/>
                    <a:pt x="536" y="5590"/>
                    <a:pt x="268" y="4442"/>
                  </a:cubicBezTo>
                  <a:cubicBezTo>
                    <a:pt x="77" y="3561"/>
                    <a:pt x="0" y="2681"/>
                    <a:pt x="153" y="1800"/>
                  </a:cubicBezTo>
                  <a:cubicBezTo>
                    <a:pt x="230" y="1264"/>
                    <a:pt x="383" y="767"/>
                    <a:pt x="498" y="231"/>
                  </a:cubicBezTo>
                  <a:cubicBezTo>
                    <a:pt x="536" y="77"/>
                    <a:pt x="689" y="1"/>
                    <a:pt x="842" y="39"/>
                  </a:cubicBezTo>
                  <a:cubicBezTo>
                    <a:pt x="996" y="77"/>
                    <a:pt x="1072" y="231"/>
                    <a:pt x="1034" y="384"/>
                  </a:cubicBezTo>
                  <a:cubicBezTo>
                    <a:pt x="957" y="843"/>
                    <a:pt x="804" y="1264"/>
                    <a:pt x="728" y="1724"/>
                  </a:cubicBezTo>
                  <a:cubicBezTo>
                    <a:pt x="536" y="2834"/>
                    <a:pt x="689" y="3944"/>
                    <a:pt x="1034" y="4978"/>
                  </a:cubicBezTo>
                  <a:cubicBezTo>
                    <a:pt x="1378" y="5858"/>
                    <a:pt x="1838" y="6662"/>
                    <a:pt x="2106" y="7505"/>
                  </a:cubicBezTo>
                  <a:cubicBezTo>
                    <a:pt x="2603" y="8883"/>
                    <a:pt x="2718" y="10376"/>
                    <a:pt x="3522" y="11639"/>
                  </a:cubicBezTo>
                  <a:cubicBezTo>
                    <a:pt x="3982" y="12367"/>
                    <a:pt x="4747" y="12941"/>
                    <a:pt x="5130" y="13745"/>
                  </a:cubicBezTo>
                  <a:cubicBezTo>
                    <a:pt x="5513" y="14587"/>
                    <a:pt x="5551" y="15506"/>
                    <a:pt x="5551" y="16425"/>
                  </a:cubicBezTo>
                  <a:cubicBezTo>
                    <a:pt x="5551" y="16769"/>
                    <a:pt x="5054" y="16807"/>
                    <a:pt x="4977" y="165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8"/>
            <p:cNvSpPr/>
            <p:nvPr/>
          </p:nvSpPr>
          <p:spPr>
            <a:xfrm>
              <a:off x="3572625" y="619800"/>
              <a:ext cx="332150" cy="295750"/>
            </a:xfrm>
            <a:custGeom>
              <a:avLst/>
              <a:gdLst/>
              <a:ahLst/>
              <a:cxnLst/>
              <a:rect l="l" t="t" r="r" b="b"/>
              <a:pathLst>
                <a:path w="13286" h="11830" extrusionOk="0">
                  <a:moveTo>
                    <a:pt x="6011" y="11792"/>
                  </a:moveTo>
                  <a:cubicBezTo>
                    <a:pt x="5284" y="11715"/>
                    <a:pt x="4518" y="11332"/>
                    <a:pt x="4174" y="10643"/>
                  </a:cubicBezTo>
                  <a:cubicBezTo>
                    <a:pt x="3906" y="10030"/>
                    <a:pt x="3867" y="9380"/>
                    <a:pt x="3638" y="8767"/>
                  </a:cubicBezTo>
                  <a:cubicBezTo>
                    <a:pt x="3370" y="8001"/>
                    <a:pt x="2757" y="7427"/>
                    <a:pt x="2451" y="6700"/>
                  </a:cubicBezTo>
                  <a:cubicBezTo>
                    <a:pt x="2298" y="6317"/>
                    <a:pt x="2298" y="5896"/>
                    <a:pt x="2336" y="5513"/>
                  </a:cubicBezTo>
                  <a:cubicBezTo>
                    <a:pt x="2413" y="4441"/>
                    <a:pt x="2413" y="3560"/>
                    <a:pt x="1570" y="2795"/>
                  </a:cubicBezTo>
                  <a:cubicBezTo>
                    <a:pt x="1379" y="2642"/>
                    <a:pt x="1187" y="2527"/>
                    <a:pt x="996" y="2412"/>
                  </a:cubicBezTo>
                  <a:cubicBezTo>
                    <a:pt x="958" y="2412"/>
                    <a:pt x="919" y="2374"/>
                    <a:pt x="881" y="2297"/>
                  </a:cubicBezTo>
                  <a:cubicBezTo>
                    <a:pt x="1" y="1531"/>
                    <a:pt x="383" y="192"/>
                    <a:pt x="1609" y="77"/>
                  </a:cubicBezTo>
                  <a:cubicBezTo>
                    <a:pt x="2489" y="0"/>
                    <a:pt x="3331" y="268"/>
                    <a:pt x="4174" y="421"/>
                  </a:cubicBezTo>
                  <a:cubicBezTo>
                    <a:pt x="5667" y="766"/>
                    <a:pt x="7160" y="1225"/>
                    <a:pt x="8346" y="2221"/>
                  </a:cubicBezTo>
                  <a:cubicBezTo>
                    <a:pt x="8844" y="2603"/>
                    <a:pt x="9342" y="2948"/>
                    <a:pt x="9801" y="3369"/>
                  </a:cubicBezTo>
                  <a:cubicBezTo>
                    <a:pt x="10490" y="3982"/>
                    <a:pt x="10912" y="4786"/>
                    <a:pt x="11447" y="5513"/>
                  </a:cubicBezTo>
                  <a:cubicBezTo>
                    <a:pt x="11754" y="5896"/>
                    <a:pt x="12022" y="6279"/>
                    <a:pt x="12328" y="6661"/>
                  </a:cubicBezTo>
                  <a:cubicBezTo>
                    <a:pt x="12673" y="7006"/>
                    <a:pt x="12979" y="7389"/>
                    <a:pt x="13132" y="7887"/>
                  </a:cubicBezTo>
                  <a:cubicBezTo>
                    <a:pt x="13285" y="8461"/>
                    <a:pt x="13055" y="9035"/>
                    <a:pt x="12787" y="9533"/>
                  </a:cubicBezTo>
                  <a:cubicBezTo>
                    <a:pt x="12366" y="10375"/>
                    <a:pt x="11601" y="11064"/>
                    <a:pt x="10644" y="11217"/>
                  </a:cubicBezTo>
                  <a:cubicBezTo>
                    <a:pt x="9763" y="11409"/>
                    <a:pt x="8882" y="11370"/>
                    <a:pt x="8002" y="11562"/>
                  </a:cubicBezTo>
                  <a:cubicBezTo>
                    <a:pt x="7351" y="11677"/>
                    <a:pt x="6700" y="11830"/>
                    <a:pt x="6011" y="11753"/>
                  </a:cubicBezTo>
                  <a:lnTo>
                    <a:pt x="6011" y="11753"/>
                  </a:lnTo>
                  <a:close/>
                  <a:moveTo>
                    <a:pt x="6662" y="11179"/>
                  </a:moveTo>
                  <a:cubicBezTo>
                    <a:pt x="7275" y="11141"/>
                    <a:pt x="7887" y="10988"/>
                    <a:pt x="8500" y="10911"/>
                  </a:cubicBezTo>
                  <a:cubicBezTo>
                    <a:pt x="9342" y="10758"/>
                    <a:pt x="10299" y="10834"/>
                    <a:pt x="11103" y="10490"/>
                  </a:cubicBezTo>
                  <a:cubicBezTo>
                    <a:pt x="11792" y="10145"/>
                    <a:pt x="12251" y="9456"/>
                    <a:pt x="12519" y="8767"/>
                  </a:cubicBezTo>
                  <a:cubicBezTo>
                    <a:pt x="12634" y="8423"/>
                    <a:pt x="12634" y="8078"/>
                    <a:pt x="12443" y="7733"/>
                  </a:cubicBezTo>
                  <a:cubicBezTo>
                    <a:pt x="12213" y="7312"/>
                    <a:pt x="11830" y="6968"/>
                    <a:pt x="11524" y="6585"/>
                  </a:cubicBezTo>
                  <a:cubicBezTo>
                    <a:pt x="11333" y="6355"/>
                    <a:pt x="11141" y="6087"/>
                    <a:pt x="10988" y="5858"/>
                  </a:cubicBezTo>
                  <a:cubicBezTo>
                    <a:pt x="10605" y="5283"/>
                    <a:pt x="10222" y="4709"/>
                    <a:pt x="9801" y="4173"/>
                  </a:cubicBezTo>
                  <a:cubicBezTo>
                    <a:pt x="9380" y="3714"/>
                    <a:pt x="8844" y="3331"/>
                    <a:pt x="8346" y="2948"/>
                  </a:cubicBezTo>
                  <a:cubicBezTo>
                    <a:pt x="7543" y="2297"/>
                    <a:pt x="6739" y="1761"/>
                    <a:pt x="5743" y="1455"/>
                  </a:cubicBezTo>
                  <a:cubicBezTo>
                    <a:pt x="4480" y="1072"/>
                    <a:pt x="3140" y="728"/>
                    <a:pt x="1800" y="651"/>
                  </a:cubicBezTo>
                  <a:cubicBezTo>
                    <a:pt x="958" y="651"/>
                    <a:pt x="690" y="1302"/>
                    <a:pt x="1264" y="1914"/>
                  </a:cubicBezTo>
                  <a:cubicBezTo>
                    <a:pt x="2259" y="2412"/>
                    <a:pt x="2987" y="3484"/>
                    <a:pt x="2910" y="4632"/>
                  </a:cubicBezTo>
                  <a:cubicBezTo>
                    <a:pt x="2987" y="5322"/>
                    <a:pt x="2719" y="6011"/>
                    <a:pt x="3063" y="6623"/>
                  </a:cubicBezTo>
                  <a:cubicBezTo>
                    <a:pt x="3408" y="7312"/>
                    <a:pt x="3906" y="7887"/>
                    <a:pt x="4174" y="8576"/>
                  </a:cubicBezTo>
                  <a:cubicBezTo>
                    <a:pt x="4403" y="9188"/>
                    <a:pt x="4442" y="9877"/>
                    <a:pt x="4710" y="10452"/>
                  </a:cubicBezTo>
                  <a:cubicBezTo>
                    <a:pt x="5092" y="11102"/>
                    <a:pt x="5935" y="11256"/>
                    <a:pt x="6624" y="112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8"/>
            <p:cNvSpPr/>
            <p:nvPr/>
          </p:nvSpPr>
          <p:spPr>
            <a:xfrm>
              <a:off x="1977150" y="1535725"/>
              <a:ext cx="286200" cy="131150"/>
            </a:xfrm>
            <a:custGeom>
              <a:avLst/>
              <a:gdLst/>
              <a:ahLst/>
              <a:cxnLst/>
              <a:rect l="l" t="t" r="r" b="b"/>
              <a:pathLst>
                <a:path w="11448" h="5246" extrusionOk="0">
                  <a:moveTo>
                    <a:pt x="192" y="5016"/>
                  </a:moveTo>
                  <a:cubicBezTo>
                    <a:pt x="1" y="4595"/>
                    <a:pt x="575" y="4480"/>
                    <a:pt x="843" y="4327"/>
                  </a:cubicBezTo>
                  <a:cubicBezTo>
                    <a:pt x="1417" y="4097"/>
                    <a:pt x="2068" y="4020"/>
                    <a:pt x="2680" y="3906"/>
                  </a:cubicBezTo>
                  <a:cubicBezTo>
                    <a:pt x="3446" y="3752"/>
                    <a:pt x="4097" y="3331"/>
                    <a:pt x="4671" y="2834"/>
                  </a:cubicBezTo>
                  <a:cubicBezTo>
                    <a:pt x="5284" y="2298"/>
                    <a:pt x="5820" y="1685"/>
                    <a:pt x="6585" y="1417"/>
                  </a:cubicBezTo>
                  <a:cubicBezTo>
                    <a:pt x="6815" y="1302"/>
                    <a:pt x="7083" y="1264"/>
                    <a:pt x="7351" y="1149"/>
                  </a:cubicBezTo>
                  <a:cubicBezTo>
                    <a:pt x="8040" y="958"/>
                    <a:pt x="8653" y="537"/>
                    <a:pt x="9342" y="345"/>
                  </a:cubicBezTo>
                  <a:cubicBezTo>
                    <a:pt x="9916" y="192"/>
                    <a:pt x="10490" y="154"/>
                    <a:pt x="11065" y="1"/>
                  </a:cubicBezTo>
                  <a:cubicBezTo>
                    <a:pt x="11218" y="1"/>
                    <a:pt x="11371" y="77"/>
                    <a:pt x="11409" y="230"/>
                  </a:cubicBezTo>
                  <a:cubicBezTo>
                    <a:pt x="11447" y="345"/>
                    <a:pt x="11371" y="537"/>
                    <a:pt x="11218" y="575"/>
                  </a:cubicBezTo>
                  <a:cubicBezTo>
                    <a:pt x="10682" y="690"/>
                    <a:pt x="10146" y="766"/>
                    <a:pt x="9610" y="843"/>
                  </a:cubicBezTo>
                  <a:cubicBezTo>
                    <a:pt x="9074" y="958"/>
                    <a:pt x="8614" y="1264"/>
                    <a:pt x="8117" y="1455"/>
                  </a:cubicBezTo>
                  <a:cubicBezTo>
                    <a:pt x="7696" y="1647"/>
                    <a:pt x="7275" y="1762"/>
                    <a:pt x="6853" y="1915"/>
                  </a:cubicBezTo>
                  <a:cubicBezTo>
                    <a:pt x="6164" y="2145"/>
                    <a:pt x="5667" y="2719"/>
                    <a:pt x="5131" y="3178"/>
                  </a:cubicBezTo>
                  <a:cubicBezTo>
                    <a:pt x="4480" y="3791"/>
                    <a:pt x="3676" y="4288"/>
                    <a:pt x="2795" y="4480"/>
                  </a:cubicBezTo>
                  <a:cubicBezTo>
                    <a:pt x="2259" y="4556"/>
                    <a:pt x="1723" y="4633"/>
                    <a:pt x="1226" y="4786"/>
                  </a:cubicBezTo>
                  <a:cubicBezTo>
                    <a:pt x="1073" y="4824"/>
                    <a:pt x="958" y="4901"/>
                    <a:pt x="805" y="4978"/>
                  </a:cubicBezTo>
                  <a:cubicBezTo>
                    <a:pt x="613" y="5092"/>
                    <a:pt x="345" y="5246"/>
                    <a:pt x="154" y="49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8"/>
            <p:cNvSpPr/>
            <p:nvPr/>
          </p:nvSpPr>
          <p:spPr>
            <a:xfrm>
              <a:off x="2322675" y="1507975"/>
              <a:ext cx="26800" cy="17250"/>
            </a:xfrm>
            <a:custGeom>
              <a:avLst/>
              <a:gdLst/>
              <a:ahLst/>
              <a:cxnLst/>
              <a:rect l="l" t="t" r="r" b="b"/>
              <a:pathLst>
                <a:path w="1072" h="690" extrusionOk="0">
                  <a:moveTo>
                    <a:pt x="345" y="651"/>
                  </a:moveTo>
                  <a:cubicBezTo>
                    <a:pt x="0" y="613"/>
                    <a:pt x="77" y="39"/>
                    <a:pt x="421" y="77"/>
                  </a:cubicBezTo>
                  <a:cubicBezTo>
                    <a:pt x="498" y="115"/>
                    <a:pt x="574" y="77"/>
                    <a:pt x="651" y="77"/>
                  </a:cubicBezTo>
                  <a:cubicBezTo>
                    <a:pt x="804" y="0"/>
                    <a:pt x="957" y="115"/>
                    <a:pt x="995" y="268"/>
                  </a:cubicBezTo>
                  <a:cubicBezTo>
                    <a:pt x="1072" y="613"/>
                    <a:pt x="613" y="690"/>
                    <a:pt x="345" y="6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8"/>
            <p:cNvSpPr/>
            <p:nvPr/>
          </p:nvSpPr>
          <p:spPr>
            <a:xfrm>
              <a:off x="2684450" y="1203625"/>
              <a:ext cx="219200" cy="96675"/>
            </a:xfrm>
            <a:custGeom>
              <a:avLst/>
              <a:gdLst/>
              <a:ahLst/>
              <a:cxnLst/>
              <a:rect l="l" t="t" r="r" b="b"/>
              <a:pathLst>
                <a:path w="8768" h="3867" extrusionOk="0">
                  <a:moveTo>
                    <a:pt x="345" y="3714"/>
                  </a:moveTo>
                  <a:cubicBezTo>
                    <a:pt x="0" y="3599"/>
                    <a:pt x="153" y="3063"/>
                    <a:pt x="498" y="3139"/>
                  </a:cubicBezTo>
                  <a:cubicBezTo>
                    <a:pt x="919" y="3139"/>
                    <a:pt x="1302" y="2871"/>
                    <a:pt x="1647" y="2642"/>
                  </a:cubicBezTo>
                  <a:cubicBezTo>
                    <a:pt x="2144" y="2297"/>
                    <a:pt x="2604" y="1914"/>
                    <a:pt x="3101" y="1608"/>
                  </a:cubicBezTo>
                  <a:cubicBezTo>
                    <a:pt x="3752" y="1264"/>
                    <a:pt x="4518" y="1072"/>
                    <a:pt x="5245" y="804"/>
                  </a:cubicBezTo>
                  <a:cubicBezTo>
                    <a:pt x="6279" y="421"/>
                    <a:pt x="7389" y="0"/>
                    <a:pt x="8499" y="230"/>
                  </a:cubicBezTo>
                  <a:cubicBezTo>
                    <a:pt x="8652" y="268"/>
                    <a:pt x="8767" y="421"/>
                    <a:pt x="8767" y="574"/>
                  </a:cubicBezTo>
                  <a:cubicBezTo>
                    <a:pt x="8691" y="957"/>
                    <a:pt x="8231" y="766"/>
                    <a:pt x="7963" y="766"/>
                  </a:cubicBezTo>
                  <a:cubicBezTo>
                    <a:pt x="7045" y="689"/>
                    <a:pt x="6202" y="1072"/>
                    <a:pt x="5360" y="1378"/>
                  </a:cubicBezTo>
                  <a:cubicBezTo>
                    <a:pt x="4747" y="1570"/>
                    <a:pt x="4135" y="1761"/>
                    <a:pt x="3522" y="2068"/>
                  </a:cubicBezTo>
                  <a:cubicBezTo>
                    <a:pt x="2604" y="2489"/>
                    <a:pt x="1417" y="3867"/>
                    <a:pt x="345" y="37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8"/>
            <p:cNvSpPr/>
            <p:nvPr/>
          </p:nvSpPr>
          <p:spPr>
            <a:xfrm>
              <a:off x="3002200" y="1209350"/>
              <a:ext cx="63200" cy="27800"/>
            </a:xfrm>
            <a:custGeom>
              <a:avLst/>
              <a:gdLst/>
              <a:ahLst/>
              <a:cxnLst/>
              <a:rect l="l" t="t" r="r" b="b"/>
              <a:pathLst>
                <a:path w="2528" h="1112" extrusionOk="0">
                  <a:moveTo>
                    <a:pt x="2183" y="1111"/>
                  </a:moveTo>
                  <a:cubicBezTo>
                    <a:pt x="1570" y="996"/>
                    <a:pt x="843" y="996"/>
                    <a:pt x="268" y="690"/>
                  </a:cubicBezTo>
                  <a:cubicBezTo>
                    <a:pt x="1" y="460"/>
                    <a:pt x="307" y="1"/>
                    <a:pt x="613" y="231"/>
                  </a:cubicBezTo>
                  <a:cubicBezTo>
                    <a:pt x="1149" y="422"/>
                    <a:pt x="1723" y="460"/>
                    <a:pt x="2259" y="537"/>
                  </a:cubicBezTo>
                  <a:cubicBezTo>
                    <a:pt x="2412" y="537"/>
                    <a:pt x="2527" y="690"/>
                    <a:pt x="2527" y="843"/>
                  </a:cubicBezTo>
                  <a:cubicBezTo>
                    <a:pt x="2489" y="996"/>
                    <a:pt x="2336" y="1111"/>
                    <a:pt x="2183" y="10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8"/>
            <p:cNvSpPr/>
            <p:nvPr/>
          </p:nvSpPr>
          <p:spPr>
            <a:xfrm>
              <a:off x="3415675" y="1149075"/>
              <a:ext cx="176125" cy="84225"/>
            </a:xfrm>
            <a:custGeom>
              <a:avLst/>
              <a:gdLst/>
              <a:ahLst/>
              <a:cxnLst/>
              <a:rect l="l" t="t" r="r" b="b"/>
              <a:pathLst>
                <a:path w="7045" h="3369" extrusionOk="0">
                  <a:moveTo>
                    <a:pt x="1187" y="3292"/>
                  </a:moveTo>
                  <a:cubicBezTo>
                    <a:pt x="881" y="3254"/>
                    <a:pt x="574" y="3216"/>
                    <a:pt x="268" y="3139"/>
                  </a:cubicBezTo>
                  <a:cubicBezTo>
                    <a:pt x="115" y="3139"/>
                    <a:pt x="0" y="3024"/>
                    <a:pt x="0" y="2871"/>
                  </a:cubicBezTo>
                  <a:cubicBezTo>
                    <a:pt x="0" y="2718"/>
                    <a:pt x="115" y="2565"/>
                    <a:pt x="268" y="2565"/>
                  </a:cubicBezTo>
                  <a:cubicBezTo>
                    <a:pt x="842" y="2680"/>
                    <a:pt x="1455" y="2756"/>
                    <a:pt x="2067" y="2718"/>
                  </a:cubicBezTo>
                  <a:cubicBezTo>
                    <a:pt x="3101" y="2642"/>
                    <a:pt x="4135" y="2220"/>
                    <a:pt x="4939" y="1531"/>
                  </a:cubicBezTo>
                  <a:cubicBezTo>
                    <a:pt x="5513" y="1149"/>
                    <a:pt x="6125" y="766"/>
                    <a:pt x="6508" y="153"/>
                  </a:cubicBezTo>
                  <a:cubicBezTo>
                    <a:pt x="6585" y="38"/>
                    <a:pt x="6776" y="0"/>
                    <a:pt x="6929" y="115"/>
                  </a:cubicBezTo>
                  <a:cubicBezTo>
                    <a:pt x="7044" y="191"/>
                    <a:pt x="7044" y="383"/>
                    <a:pt x="6968" y="498"/>
                  </a:cubicBezTo>
                  <a:cubicBezTo>
                    <a:pt x="6738" y="804"/>
                    <a:pt x="6508" y="1072"/>
                    <a:pt x="6240" y="1340"/>
                  </a:cubicBezTo>
                  <a:cubicBezTo>
                    <a:pt x="5972" y="1531"/>
                    <a:pt x="5666" y="1723"/>
                    <a:pt x="5360" y="1914"/>
                  </a:cubicBezTo>
                  <a:cubicBezTo>
                    <a:pt x="5130" y="2067"/>
                    <a:pt x="4939" y="2259"/>
                    <a:pt x="4709" y="2412"/>
                  </a:cubicBezTo>
                  <a:cubicBezTo>
                    <a:pt x="3675" y="3101"/>
                    <a:pt x="2412" y="3369"/>
                    <a:pt x="1187" y="32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8"/>
            <p:cNvSpPr/>
            <p:nvPr/>
          </p:nvSpPr>
          <p:spPr>
            <a:xfrm>
              <a:off x="3582200" y="1069625"/>
              <a:ext cx="20125" cy="24900"/>
            </a:xfrm>
            <a:custGeom>
              <a:avLst/>
              <a:gdLst/>
              <a:ahLst/>
              <a:cxnLst/>
              <a:rect l="l" t="t" r="r" b="b"/>
              <a:pathLst>
                <a:path w="805" h="996" extrusionOk="0">
                  <a:moveTo>
                    <a:pt x="192" y="690"/>
                  </a:moveTo>
                  <a:cubicBezTo>
                    <a:pt x="77" y="498"/>
                    <a:pt x="0" y="115"/>
                    <a:pt x="307" y="39"/>
                  </a:cubicBezTo>
                  <a:cubicBezTo>
                    <a:pt x="460" y="0"/>
                    <a:pt x="613" y="77"/>
                    <a:pt x="651" y="230"/>
                  </a:cubicBezTo>
                  <a:cubicBezTo>
                    <a:pt x="690" y="307"/>
                    <a:pt x="690" y="383"/>
                    <a:pt x="728" y="460"/>
                  </a:cubicBezTo>
                  <a:cubicBezTo>
                    <a:pt x="804" y="804"/>
                    <a:pt x="345" y="996"/>
                    <a:pt x="192" y="690"/>
                  </a:cubicBezTo>
                  <a:lnTo>
                    <a:pt x="192" y="6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8"/>
            <p:cNvSpPr/>
            <p:nvPr/>
          </p:nvSpPr>
          <p:spPr>
            <a:xfrm>
              <a:off x="3670250" y="773875"/>
              <a:ext cx="157000" cy="98625"/>
            </a:xfrm>
            <a:custGeom>
              <a:avLst/>
              <a:gdLst/>
              <a:ahLst/>
              <a:cxnLst/>
              <a:rect l="l" t="t" r="r" b="b"/>
              <a:pathLst>
                <a:path w="6280" h="3945" extrusionOk="0">
                  <a:moveTo>
                    <a:pt x="4250" y="3791"/>
                  </a:moveTo>
                  <a:cubicBezTo>
                    <a:pt x="3714" y="3714"/>
                    <a:pt x="3216" y="3446"/>
                    <a:pt x="2719" y="3255"/>
                  </a:cubicBezTo>
                  <a:cubicBezTo>
                    <a:pt x="2489" y="3178"/>
                    <a:pt x="2259" y="3102"/>
                    <a:pt x="2030" y="3025"/>
                  </a:cubicBezTo>
                  <a:cubicBezTo>
                    <a:pt x="1111" y="2681"/>
                    <a:pt x="958" y="1762"/>
                    <a:pt x="613" y="996"/>
                  </a:cubicBezTo>
                  <a:cubicBezTo>
                    <a:pt x="537" y="843"/>
                    <a:pt x="422" y="690"/>
                    <a:pt x="269" y="575"/>
                  </a:cubicBezTo>
                  <a:cubicBezTo>
                    <a:pt x="115" y="575"/>
                    <a:pt x="1" y="460"/>
                    <a:pt x="1" y="307"/>
                  </a:cubicBezTo>
                  <a:cubicBezTo>
                    <a:pt x="1" y="154"/>
                    <a:pt x="154" y="1"/>
                    <a:pt x="307" y="1"/>
                  </a:cubicBezTo>
                  <a:cubicBezTo>
                    <a:pt x="1226" y="192"/>
                    <a:pt x="1264" y="1379"/>
                    <a:pt x="1685" y="2030"/>
                  </a:cubicBezTo>
                  <a:lnTo>
                    <a:pt x="1685" y="2030"/>
                  </a:lnTo>
                  <a:cubicBezTo>
                    <a:pt x="1685" y="1992"/>
                    <a:pt x="1685" y="1992"/>
                    <a:pt x="1647" y="1992"/>
                  </a:cubicBezTo>
                  <a:cubicBezTo>
                    <a:pt x="1953" y="2566"/>
                    <a:pt x="2642" y="2566"/>
                    <a:pt x="3140" y="2796"/>
                  </a:cubicBezTo>
                  <a:cubicBezTo>
                    <a:pt x="3944" y="3217"/>
                    <a:pt x="4901" y="3408"/>
                    <a:pt x="5781" y="3140"/>
                  </a:cubicBezTo>
                  <a:cubicBezTo>
                    <a:pt x="5935" y="3102"/>
                    <a:pt x="6088" y="3178"/>
                    <a:pt x="6126" y="3331"/>
                  </a:cubicBezTo>
                  <a:cubicBezTo>
                    <a:pt x="6279" y="3944"/>
                    <a:pt x="4595" y="3867"/>
                    <a:pt x="4250" y="37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8"/>
            <p:cNvSpPr/>
            <p:nvPr/>
          </p:nvSpPr>
          <p:spPr>
            <a:xfrm>
              <a:off x="3857850" y="826525"/>
              <a:ext cx="19150" cy="18200"/>
            </a:xfrm>
            <a:custGeom>
              <a:avLst/>
              <a:gdLst/>
              <a:ahLst/>
              <a:cxnLst/>
              <a:rect l="l" t="t" r="r" b="b"/>
              <a:pathLst>
                <a:path w="766" h="728" extrusionOk="0">
                  <a:moveTo>
                    <a:pt x="0" y="460"/>
                  </a:moveTo>
                  <a:cubicBezTo>
                    <a:pt x="0" y="307"/>
                    <a:pt x="115" y="230"/>
                    <a:pt x="192" y="115"/>
                  </a:cubicBezTo>
                  <a:cubicBezTo>
                    <a:pt x="268" y="0"/>
                    <a:pt x="460" y="0"/>
                    <a:pt x="574" y="77"/>
                  </a:cubicBezTo>
                  <a:cubicBezTo>
                    <a:pt x="766" y="192"/>
                    <a:pt x="689" y="460"/>
                    <a:pt x="536" y="575"/>
                  </a:cubicBezTo>
                  <a:cubicBezTo>
                    <a:pt x="498" y="651"/>
                    <a:pt x="383" y="728"/>
                    <a:pt x="268" y="728"/>
                  </a:cubicBezTo>
                  <a:cubicBezTo>
                    <a:pt x="115" y="728"/>
                    <a:pt x="0" y="613"/>
                    <a:pt x="0" y="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8"/>
            <p:cNvSpPr/>
            <p:nvPr/>
          </p:nvSpPr>
          <p:spPr>
            <a:xfrm>
              <a:off x="4249300" y="1238075"/>
              <a:ext cx="125400" cy="69900"/>
            </a:xfrm>
            <a:custGeom>
              <a:avLst/>
              <a:gdLst/>
              <a:ahLst/>
              <a:cxnLst/>
              <a:rect l="l" t="t" r="r" b="b"/>
              <a:pathLst>
                <a:path w="5016" h="2796" extrusionOk="0">
                  <a:moveTo>
                    <a:pt x="1455" y="2412"/>
                  </a:moveTo>
                  <a:cubicBezTo>
                    <a:pt x="996" y="2336"/>
                    <a:pt x="575" y="2029"/>
                    <a:pt x="307" y="1647"/>
                  </a:cubicBezTo>
                  <a:cubicBezTo>
                    <a:pt x="0" y="1264"/>
                    <a:pt x="613" y="881"/>
                    <a:pt x="766" y="1340"/>
                  </a:cubicBezTo>
                  <a:cubicBezTo>
                    <a:pt x="957" y="1570"/>
                    <a:pt x="1187" y="1723"/>
                    <a:pt x="1455" y="1838"/>
                  </a:cubicBezTo>
                  <a:cubicBezTo>
                    <a:pt x="1991" y="2029"/>
                    <a:pt x="2565" y="1915"/>
                    <a:pt x="2986" y="1570"/>
                  </a:cubicBezTo>
                  <a:cubicBezTo>
                    <a:pt x="3484" y="1264"/>
                    <a:pt x="3905" y="843"/>
                    <a:pt x="4288" y="383"/>
                  </a:cubicBezTo>
                  <a:cubicBezTo>
                    <a:pt x="4441" y="230"/>
                    <a:pt x="4671" y="0"/>
                    <a:pt x="4901" y="192"/>
                  </a:cubicBezTo>
                  <a:cubicBezTo>
                    <a:pt x="5015" y="307"/>
                    <a:pt x="4977" y="498"/>
                    <a:pt x="4901" y="613"/>
                  </a:cubicBezTo>
                  <a:cubicBezTo>
                    <a:pt x="4020" y="1570"/>
                    <a:pt x="2872" y="2795"/>
                    <a:pt x="1455" y="24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8"/>
            <p:cNvSpPr/>
            <p:nvPr/>
          </p:nvSpPr>
          <p:spPr>
            <a:xfrm>
              <a:off x="4428275" y="1344300"/>
              <a:ext cx="312025" cy="137850"/>
            </a:xfrm>
            <a:custGeom>
              <a:avLst/>
              <a:gdLst/>
              <a:ahLst/>
              <a:cxnLst/>
              <a:rect l="l" t="t" r="r" b="b"/>
              <a:pathLst>
                <a:path w="12481" h="5514" extrusionOk="0">
                  <a:moveTo>
                    <a:pt x="1608" y="5437"/>
                  </a:moveTo>
                  <a:cubicBezTo>
                    <a:pt x="1072" y="5437"/>
                    <a:pt x="39" y="5131"/>
                    <a:pt x="0" y="4480"/>
                  </a:cubicBezTo>
                  <a:cubicBezTo>
                    <a:pt x="0" y="4327"/>
                    <a:pt x="153" y="4174"/>
                    <a:pt x="307" y="4174"/>
                  </a:cubicBezTo>
                  <a:cubicBezTo>
                    <a:pt x="460" y="4174"/>
                    <a:pt x="575" y="4327"/>
                    <a:pt x="575" y="4480"/>
                  </a:cubicBezTo>
                  <a:cubicBezTo>
                    <a:pt x="996" y="4863"/>
                    <a:pt x="1570" y="4901"/>
                    <a:pt x="2106" y="4901"/>
                  </a:cubicBezTo>
                  <a:cubicBezTo>
                    <a:pt x="2489" y="4863"/>
                    <a:pt x="2833" y="4786"/>
                    <a:pt x="3216" y="4633"/>
                  </a:cubicBezTo>
                  <a:cubicBezTo>
                    <a:pt x="3522" y="4518"/>
                    <a:pt x="3867" y="4365"/>
                    <a:pt x="4212" y="4404"/>
                  </a:cubicBezTo>
                  <a:cubicBezTo>
                    <a:pt x="4977" y="4442"/>
                    <a:pt x="5781" y="4863"/>
                    <a:pt x="6509" y="4442"/>
                  </a:cubicBezTo>
                  <a:cubicBezTo>
                    <a:pt x="6891" y="4250"/>
                    <a:pt x="7198" y="3982"/>
                    <a:pt x="7504" y="3638"/>
                  </a:cubicBezTo>
                  <a:cubicBezTo>
                    <a:pt x="7734" y="3408"/>
                    <a:pt x="7925" y="3102"/>
                    <a:pt x="8193" y="2910"/>
                  </a:cubicBezTo>
                  <a:cubicBezTo>
                    <a:pt x="8767" y="2604"/>
                    <a:pt x="9380" y="2413"/>
                    <a:pt x="9839" y="1992"/>
                  </a:cubicBezTo>
                  <a:cubicBezTo>
                    <a:pt x="10260" y="1647"/>
                    <a:pt x="10528" y="1149"/>
                    <a:pt x="10949" y="767"/>
                  </a:cubicBezTo>
                  <a:cubicBezTo>
                    <a:pt x="11294" y="499"/>
                    <a:pt x="11639" y="307"/>
                    <a:pt x="12021" y="77"/>
                  </a:cubicBezTo>
                  <a:cubicBezTo>
                    <a:pt x="12136" y="1"/>
                    <a:pt x="12328" y="39"/>
                    <a:pt x="12404" y="154"/>
                  </a:cubicBezTo>
                  <a:cubicBezTo>
                    <a:pt x="12481" y="307"/>
                    <a:pt x="12443" y="460"/>
                    <a:pt x="12328" y="575"/>
                  </a:cubicBezTo>
                  <a:cubicBezTo>
                    <a:pt x="11945" y="767"/>
                    <a:pt x="11600" y="996"/>
                    <a:pt x="11256" y="1264"/>
                  </a:cubicBezTo>
                  <a:cubicBezTo>
                    <a:pt x="10949" y="1571"/>
                    <a:pt x="10720" y="1953"/>
                    <a:pt x="10414" y="2221"/>
                  </a:cubicBezTo>
                  <a:cubicBezTo>
                    <a:pt x="9916" y="2757"/>
                    <a:pt x="9265" y="3064"/>
                    <a:pt x="8652" y="3332"/>
                  </a:cubicBezTo>
                  <a:cubicBezTo>
                    <a:pt x="8270" y="3523"/>
                    <a:pt x="8040" y="3944"/>
                    <a:pt x="7734" y="4212"/>
                  </a:cubicBezTo>
                  <a:cubicBezTo>
                    <a:pt x="7542" y="4442"/>
                    <a:pt x="7313" y="4633"/>
                    <a:pt x="7045" y="4786"/>
                  </a:cubicBezTo>
                  <a:cubicBezTo>
                    <a:pt x="5896" y="5514"/>
                    <a:pt x="5322" y="5093"/>
                    <a:pt x="4173" y="4940"/>
                  </a:cubicBezTo>
                  <a:cubicBezTo>
                    <a:pt x="3752" y="4978"/>
                    <a:pt x="3369" y="5207"/>
                    <a:pt x="2986" y="5322"/>
                  </a:cubicBezTo>
                  <a:cubicBezTo>
                    <a:pt x="2527" y="5437"/>
                    <a:pt x="2068" y="5475"/>
                    <a:pt x="1608" y="54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8"/>
            <p:cNvSpPr/>
            <p:nvPr/>
          </p:nvSpPr>
          <p:spPr>
            <a:xfrm>
              <a:off x="4785275" y="1317500"/>
              <a:ext cx="31600" cy="24925"/>
            </a:xfrm>
            <a:custGeom>
              <a:avLst/>
              <a:gdLst/>
              <a:ahLst/>
              <a:cxnLst/>
              <a:rect l="l" t="t" r="r" b="b"/>
              <a:pathLst>
                <a:path w="1264" h="997" extrusionOk="0">
                  <a:moveTo>
                    <a:pt x="689" y="881"/>
                  </a:moveTo>
                  <a:cubicBezTo>
                    <a:pt x="651" y="881"/>
                    <a:pt x="613" y="843"/>
                    <a:pt x="574" y="843"/>
                  </a:cubicBezTo>
                  <a:cubicBezTo>
                    <a:pt x="574" y="843"/>
                    <a:pt x="613" y="843"/>
                    <a:pt x="613" y="843"/>
                  </a:cubicBezTo>
                  <a:lnTo>
                    <a:pt x="613" y="843"/>
                  </a:lnTo>
                  <a:cubicBezTo>
                    <a:pt x="0" y="728"/>
                    <a:pt x="268" y="1"/>
                    <a:pt x="804" y="307"/>
                  </a:cubicBezTo>
                  <a:lnTo>
                    <a:pt x="804" y="307"/>
                  </a:lnTo>
                  <a:cubicBezTo>
                    <a:pt x="1264" y="384"/>
                    <a:pt x="1149" y="996"/>
                    <a:pt x="689" y="881"/>
                  </a:cubicBezTo>
                  <a:lnTo>
                    <a:pt x="689" y="881"/>
                  </a:lnTo>
                  <a:close/>
                  <a:moveTo>
                    <a:pt x="689" y="767"/>
                  </a:moveTo>
                  <a:cubicBezTo>
                    <a:pt x="728" y="728"/>
                    <a:pt x="766" y="728"/>
                    <a:pt x="766" y="690"/>
                  </a:cubicBezTo>
                  <a:cubicBezTo>
                    <a:pt x="766" y="728"/>
                    <a:pt x="728" y="728"/>
                    <a:pt x="689" y="7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8"/>
            <p:cNvSpPr/>
            <p:nvPr/>
          </p:nvSpPr>
          <p:spPr>
            <a:xfrm>
              <a:off x="5078125" y="1140450"/>
              <a:ext cx="81400" cy="25875"/>
            </a:xfrm>
            <a:custGeom>
              <a:avLst/>
              <a:gdLst/>
              <a:ahLst/>
              <a:cxnLst/>
              <a:rect l="l" t="t" r="r" b="b"/>
              <a:pathLst>
                <a:path w="3256" h="1035" extrusionOk="0">
                  <a:moveTo>
                    <a:pt x="958" y="919"/>
                  </a:moveTo>
                  <a:cubicBezTo>
                    <a:pt x="652" y="843"/>
                    <a:pt x="1" y="536"/>
                    <a:pt x="384" y="154"/>
                  </a:cubicBezTo>
                  <a:cubicBezTo>
                    <a:pt x="499" y="39"/>
                    <a:pt x="652" y="77"/>
                    <a:pt x="767" y="192"/>
                  </a:cubicBezTo>
                  <a:cubicBezTo>
                    <a:pt x="805" y="230"/>
                    <a:pt x="843" y="230"/>
                    <a:pt x="843" y="268"/>
                  </a:cubicBezTo>
                  <a:cubicBezTo>
                    <a:pt x="1264" y="460"/>
                    <a:pt x="1762" y="345"/>
                    <a:pt x="2183" y="268"/>
                  </a:cubicBezTo>
                  <a:cubicBezTo>
                    <a:pt x="2375" y="230"/>
                    <a:pt x="2566" y="192"/>
                    <a:pt x="2757" y="77"/>
                  </a:cubicBezTo>
                  <a:cubicBezTo>
                    <a:pt x="2911" y="0"/>
                    <a:pt x="3102" y="0"/>
                    <a:pt x="3179" y="154"/>
                  </a:cubicBezTo>
                  <a:cubicBezTo>
                    <a:pt x="3255" y="307"/>
                    <a:pt x="3217" y="498"/>
                    <a:pt x="3064" y="575"/>
                  </a:cubicBezTo>
                  <a:cubicBezTo>
                    <a:pt x="2451" y="881"/>
                    <a:pt x="1685" y="1034"/>
                    <a:pt x="958" y="9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8"/>
            <p:cNvSpPr/>
            <p:nvPr/>
          </p:nvSpPr>
          <p:spPr>
            <a:xfrm>
              <a:off x="5215000" y="1148100"/>
              <a:ext cx="34475" cy="18225"/>
            </a:xfrm>
            <a:custGeom>
              <a:avLst/>
              <a:gdLst/>
              <a:ahLst/>
              <a:cxnLst/>
              <a:rect l="l" t="t" r="r" b="b"/>
              <a:pathLst>
                <a:path w="1379" h="729" extrusionOk="0">
                  <a:moveTo>
                    <a:pt x="881" y="652"/>
                  </a:moveTo>
                  <a:cubicBezTo>
                    <a:pt x="728" y="613"/>
                    <a:pt x="537" y="575"/>
                    <a:pt x="383" y="575"/>
                  </a:cubicBezTo>
                  <a:cubicBezTo>
                    <a:pt x="1" y="537"/>
                    <a:pt x="1" y="1"/>
                    <a:pt x="383" y="1"/>
                  </a:cubicBezTo>
                  <a:cubicBezTo>
                    <a:pt x="613" y="1"/>
                    <a:pt x="843" y="39"/>
                    <a:pt x="1034" y="116"/>
                  </a:cubicBezTo>
                  <a:cubicBezTo>
                    <a:pt x="1379" y="230"/>
                    <a:pt x="1264" y="728"/>
                    <a:pt x="881" y="6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8"/>
            <p:cNvSpPr/>
            <p:nvPr/>
          </p:nvSpPr>
          <p:spPr>
            <a:xfrm>
              <a:off x="4423475" y="1938675"/>
              <a:ext cx="194325" cy="61275"/>
            </a:xfrm>
            <a:custGeom>
              <a:avLst/>
              <a:gdLst/>
              <a:ahLst/>
              <a:cxnLst/>
              <a:rect l="l" t="t" r="r" b="b"/>
              <a:pathLst>
                <a:path w="7773" h="2451" extrusionOk="0">
                  <a:moveTo>
                    <a:pt x="422" y="2182"/>
                  </a:moveTo>
                  <a:cubicBezTo>
                    <a:pt x="1" y="1953"/>
                    <a:pt x="345" y="1417"/>
                    <a:pt x="690" y="1685"/>
                  </a:cubicBezTo>
                  <a:lnTo>
                    <a:pt x="690" y="1685"/>
                  </a:lnTo>
                  <a:cubicBezTo>
                    <a:pt x="1724" y="1608"/>
                    <a:pt x="2566" y="957"/>
                    <a:pt x="3332" y="383"/>
                  </a:cubicBezTo>
                  <a:cubicBezTo>
                    <a:pt x="4097" y="0"/>
                    <a:pt x="5246" y="115"/>
                    <a:pt x="6050" y="230"/>
                  </a:cubicBezTo>
                  <a:cubicBezTo>
                    <a:pt x="6433" y="345"/>
                    <a:pt x="6854" y="460"/>
                    <a:pt x="7237" y="421"/>
                  </a:cubicBezTo>
                  <a:cubicBezTo>
                    <a:pt x="7466" y="383"/>
                    <a:pt x="7696" y="383"/>
                    <a:pt x="7773" y="651"/>
                  </a:cubicBezTo>
                  <a:cubicBezTo>
                    <a:pt x="7773" y="804"/>
                    <a:pt x="7658" y="957"/>
                    <a:pt x="7505" y="957"/>
                  </a:cubicBezTo>
                  <a:cubicBezTo>
                    <a:pt x="6969" y="1072"/>
                    <a:pt x="6433" y="919"/>
                    <a:pt x="5897" y="804"/>
                  </a:cubicBezTo>
                  <a:cubicBezTo>
                    <a:pt x="5399" y="689"/>
                    <a:pt x="4863" y="689"/>
                    <a:pt x="4365" y="689"/>
                  </a:cubicBezTo>
                  <a:cubicBezTo>
                    <a:pt x="3791" y="689"/>
                    <a:pt x="3370" y="1072"/>
                    <a:pt x="2949" y="1378"/>
                  </a:cubicBezTo>
                  <a:cubicBezTo>
                    <a:pt x="2298" y="1799"/>
                    <a:pt x="1188" y="2450"/>
                    <a:pt x="422" y="21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8"/>
            <p:cNvSpPr/>
            <p:nvPr/>
          </p:nvSpPr>
          <p:spPr>
            <a:xfrm>
              <a:off x="4671375" y="1906125"/>
              <a:ext cx="179000" cy="55525"/>
            </a:xfrm>
            <a:custGeom>
              <a:avLst/>
              <a:gdLst/>
              <a:ahLst/>
              <a:cxnLst/>
              <a:rect l="l" t="t" r="r" b="b"/>
              <a:pathLst>
                <a:path w="7160" h="2221" extrusionOk="0">
                  <a:moveTo>
                    <a:pt x="230" y="2068"/>
                  </a:moveTo>
                  <a:cubicBezTo>
                    <a:pt x="0" y="1915"/>
                    <a:pt x="115" y="1532"/>
                    <a:pt x="383" y="1532"/>
                  </a:cubicBezTo>
                  <a:cubicBezTo>
                    <a:pt x="460" y="1570"/>
                    <a:pt x="536" y="1570"/>
                    <a:pt x="613" y="1570"/>
                  </a:cubicBezTo>
                  <a:cubicBezTo>
                    <a:pt x="996" y="1494"/>
                    <a:pt x="1302" y="1264"/>
                    <a:pt x="1647" y="1072"/>
                  </a:cubicBezTo>
                  <a:cubicBezTo>
                    <a:pt x="2183" y="881"/>
                    <a:pt x="2795" y="843"/>
                    <a:pt x="3331" y="651"/>
                  </a:cubicBezTo>
                  <a:cubicBezTo>
                    <a:pt x="3867" y="422"/>
                    <a:pt x="4365" y="268"/>
                    <a:pt x="4939" y="230"/>
                  </a:cubicBezTo>
                  <a:cubicBezTo>
                    <a:pt x="5513" y="154"/>
                    <a:pt x="6126" y="77"/>
                    <a:pt x="6700" y="39"/>
                  </a:cubicBezTo>
                  <a:cubicBezTo>
                    <a:pt x="7083" y="0"/>
                    <a:pt x="7159" y="536"/>
                    <a:pt x="6777" y="575"/>
                  </a:cubicBezTo>
                  <a:cubicBezTo>
                    <a:pt x="5973" y="651"/>
                    <a:pt x="5169" y="766"/>
                    <a:pt x="4365" y="881"/>
                  </a:cubicBezTo>
                  <a:cubicBezTo>
                    <a:pt x="3982" y="958"/>
                    <a:pt x="3599" y="1187"/>
                    <a:pt x="3178" y="1302"/>
                  </a:cubicBezTo>
                  <a:cubicBezTo>
                    <a:pt x="2795" y="1417"/>
                    <a:pt x="2374" y="1494"/>
                    <a:pt x="1953" y="1570"/>
                  </a:cubicBezTo>
                  <a:cubicBezTo>
                    <a:pt x="1647" y="1723"/>
                    <a:pt x="1379" y="1953"/>
                    <a:pt x="1034" y="2030"/>
                  </a:cubicBezTo>
                  <a:cubicBezTo>
                    <a:pt x="766" y="2106"/>
                    <a:pt x="460" y="2221"/>
                    <a:pt x="230" y="20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8"/>
            <p:cNvSpPr/>
            <p:nvPr/>
          </p:nvSpPr>
          <p:spPr>
            <a:xfrm>
              <a:off x="5126000" y="2423900"/>
              <a:ext cx="132100" cy="158925"/>
            </a:xfrm>
            <a:custGeom>
              <a:avLst/>
              <a:gdLst/>
              <a:ahLst/>
              <a:cxnLst/>
              <a:rect l="l" t="t" r="r" b="b"/>
              <a:pathLst>
                <a:path w="5284" h="6357" extrusionOk="0">
                  <a:moveTo>
                    <a:pt x="230" y="6318"/>
                  </a:moveTo>
                  <a:cubicBezTo>
                    <a:pt x="115" y="6280"/>
                    <a:pt x="0" y="6088"/>
                    <a:pt x="38" y="5973"/>
                  </a:cubicBezTo>
                  <a:cubicBezTo>
                    <a:pt x="153" y="5629"/>
                    <a:pt x="306" y="5284"/>
                    <a:pt x="536" y="5016"/>
                  </a:cubicBezTo>
                  <a:cubicBezTo>
                    <a:pt x="766" y="4633"/>
                    <a:pt x="1149" y="4365"/>
                    <a:pt x="1302" y="3944"/>
                  </a:cubicBezTo>
                  <a:cubicBezTo>
                    <a:pt x="1914" y="1647"/>
                    <a:pt x="3599" y="1839"/>
                    <a:pt x="4786" y="192"/>
                  </a:cubicBezTo>
                  <a:cubicBezTo>
                    <a:pt x="4939" y="1"/>
                    <a:pt x="5283" y="116"/>
                    <a:pt x="5283" y="384"/>
                  </a:cubicBezTo>
                  <a:cubicBezTo>
                    <a:pt x="5283" y="575"/>
                    <a:pt x="5092" y="690"/>
                    <a:pt x="5015" y="843"/>
                  </a:cubicBezTo>
                  <a:cubicBezTo>
                    <a:pt x="4479" y="1494"/>
                    <a:pt x="3714" y="1915"/>
                    <a:pt x="3025" y="2375"/>
                  </a:cubicBezTo>
                  <a:cubicBezTo>
                    <a:pt x="2718" y="2566"/>
                    <a:pt x="2489" y="2796"/>
                    <a:pt x="2297" y="3102"/>
                  </a:cubicBezTo>
                  <a:cubicBezTo>
                    <a:pt x="1991" y="3485"/>
                    <a:pt x="1914" y="4021"/>
                    <a:pt x="1685" y="4442"/>
                  </a:cubicBezTo>
                  <a:cubicBezTo>
                    <a:pt x="1455" y="4825"/>
                    <a:pt x="1149" y="5093"/>
                    <a:pt x="919" y="5437"/>
                  </a:cubicBezTo>
                  <a:cubicBezTo>
                    <a:pt x="804" y="5629"/>
                    <a:pt x="689" y="5858"/>
                    <a:pt x="613" y="6050"/>
                  </a:cubicBezTo>
                  <a:cubicBezTo>
                    <a:pt x="574" y="6203"/>
                    <a:pt x="421" y="6356"/>
                    <a:pt x="230" y="63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8"/>
            <p:cNvSpPr/>
            <p:nvPr/>
          </p:nvSpPr>
          <p:spPr>
            <a:xfrm>
              <a:off x="3958325" y="3404925"/>
              <a:ext cx="107225" cy="194325"/>
            </a:xfrm>
            <a:custGeom>
              <a:avLst/>
              <a:gdLst/>
              <a:ahLst/>
              <a:cxnLst/>
              <a:rect l="l" t="t" r="r" b="b"/>
              <a:pathLst>
                <a:path w="4289" h="7773" extrusionOk="0">
                  <a:moveTo>
                    <a:pt x="3600" y="7428"/>
                  </a:moveTo>
                  <a:cubicBezTo>
                    <a:pt x="3293" y="6815"/>
                    <a:pt x="3332" y="6126"/>
                    <a:pt x="3140" y="5475"/>
                  </a:cubicBezTo>
                  <a:cubicBezTo>
                    <a:pt x="2566" y="4135"/>
                    <a:pt x="1188" y="3446"/>
                    <a:pt x="499" y="2221"/>
                  </a:cubicBezTo>
                  <a:cubicBezTo>
                    <a:pt x="269" y="1800"/>
                    <a:pt x="154" y="1341"/>
                    <a:pt x="78" y="843"/>
                  </a:cubicBezTo>
                  <a:cubicBezTo>
                    <a:pt x="39" y="690"/>
                    <a:pt x="1" y="575"/>
                    <a:pt x="1" y="422"/>
                  </a:cubicBezTo>
                  <a:cubicBezTo>
                    <a:pt x="39" y="1"/>
                    <a:pt x="614" y="39"/>
                    <a:pt x="575" y="422"/>
                  </a:cubicBezTo>
                  <a:cubicBezTo>
                    <a:pt x="690" y="1188"/>
                    <a:pt x="843" y="1953"/>
                    <a:pt x="1417" y="2489"/>
                  </a:cubicBezTo>
                  <a:cubicBezTo>
                    <a:pt x="2145" y="3408"/>
                    <a:pt x="3179" y="4097"/>
                    <a:pt x="3638" y="5207"/>
                  </a:cubicBezTo>
                  <a:cubicBezTo>
                    <a:pt x="3791" y="5590"/>
                    <a:pt x="3791" y="5973"/>
                    <a:pt x="3868" y="6394"/>
                  </a:cubicBezTo>
                  <a:cubicBezTo>
                    <a:pt x="3944" y="6662"/>
                    <a:pt x="4021" y="6968"/>
                    <a:pt x="4136" y="7236"/>
                  </a:cubicBezTo>
                  <a:cubicBezTo>
                    <a:pt x="4289" y="7581"/>
                    <a:pt x="3753" y="7772"/>
                    <a:pt x="3600" y="74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8"/>
            <p:cNvSpPr/>
            <p:nvPr/>
          </p:nvSpPr>
          <p:spPr>
            <a:xfrm>
              <a:off x="4104775" y="3811700"/>
              <a:ext cx="48825" cy="72750"/>
            </a:xfrm>
            <a:custGeom>
              <a:avLst/>
              <a:gdLst/>
              <a:ahLst/>
              <a:cxnLst/>
              <a:rect l="l" t="t" r="r" b="b"/>
              <a:pathLst>
                <a:path w="1953" h="2910" extrusionOk="0">
                  <a:moveTo>
                    <a:pt x="1264" y="2604"/>
                  </a:moveTo>
                  <a:cubicBezTo>
                    <a:pt x="996" y="2259"/>
                    <a:pt x="728" y="1876"/>
                    <a:pt x="575" y="1455"/>
                  </a:cubicBezTo>
                  <a:cubicBezTo>
                    <a:pt x="460" y="1149"/>
                    <a:pt x="0" y="0"/>
                    <a:pt x="575" y="0"/>
                  </a:cubicBezTo>
                  <a:cubicBezTo>
                    <a:pt x="728" y="0"/>
                    <a:pt x="881" y="115"/>
                    <a:pt x="881" y="268"/>
                  </a:cubicBezTo>
                  <a:cubicBezTo>
                    <a:pt x="881" y="383"/>
                    <a:pt x="881" y="536"/>
                    <a:pt x="919" y="651"/>
                  </a:cubicBezTo>
                  <a:cubicBezTo>
                    <a:pt x="1034" y="1264"/>
                    <a:pt x="1340" y="1800"/>
                    <a:pt x="1723" y="2259"/>
                  </a:cubicBezTo>
                  <a:cubicBezTo>
                    <a:pt x="1953" y="2565"/>
                    <a:pt x="1493" y="2910"/>
                    <a:pt x="1264" y="26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8"/>
            <p:cNvSpPr/>
            <p:nvPr/>
          </p:nvSpPr>
          <p:spPr>
            <a:xfrm>
              <a:off x="4175600" y="3911225"/>
              <a:ext cx="29700" cy="45025"/>
            </a:xfrm>
            <a:custGeom>
              <a:avLst/>
              <a:gdLst/>
              <a:ahLst/>
              <a:cxnLst/>
              <a:rect l="l" t="t" r="r" b="b"/>
              <a:pathLst>
                <a:path w="1188" h="1801" extrusionOk="0">
                  <a:moveTo>
                    <a:pt x="498" y="1456"/>
                  </a:moveTo>
                  <a:cubicBezTo>
                    <a:pt x="422" y="1303"/>
                    <a:pt x="307" y="1149"/>
                    <a:pt x="230" y="996"/>
                  </a:cubicBezTo>
                  <a:cubicBezTo>
                    <a:pt x="115" y="767"/>
                    <a:pt x="0" y="537"/>
                    <a:pt x="39" y="307"/>
                  </a:cubicBezTo>
                  <a:cubicBezTo>
                    <a:pt x="154" y="1"/>
                    <a:pt x="613" y="77"/>
                    <a:pt x="613" y="422"/>
                  </a:cubicBezTo>
                  <a:cubicBezTo>
                    <a:pt x="690" y="690"/>
                    <a:pt x="843" y="920"/>
                    <a:pt x="996" y="1188"/>
                  </a:cubicBezTo>
                  <a:cubicBezTo>
                    <a:pt x="1187" y="1494"/>
                    <a:pt x="690" y="1800"/>
                    <a:pt x="498" y="14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8"/>
            <p:cNvSpPr/>
            <p:nvPr/>
          </p:nvSpPr>
          <p:spPr>
            <a:xfrm>
              <a:off x="1967575" y="1848700"/>
              <a:ext cx="100525" cy="29700"/>
            </a:xfrm>
            <a:custGeom>
              <a:avLst/>
              <a:gdLst/>
              <a:ahLst/>
              <a:cxnLst/>
              <a:rect l="l" t="t" r="r" b="b"/>
              <a:pathLst>
                <a:path w="4021" h="1188" extrusionOk="0">
                  <a:moveTo>
                    <a:pt x="1149" y="1111"/>
                  </a:moveTo>
                  <a:cubicBezTo>
                    <a:pt x="843" y="1111"/>
                    <a:pt x="537" y="1034"/>
                    <a:pt x="230" y="958"/>
                  </a:cubicBezTo>
                  <a:cubicBezTo>
                    <a:pt x="1" y="843"/>
                    <a:pt x="39" y="460"/>
                    <a:pt x="307" y="422"/>
                  </a:cubicBezTo>
                  <a:cubicBezTo>
                    <a:pt x="422" y="383"/>
                    <a:pt x="575" y="460"/>
                    <a:pt x="728" y="498"/>
                  </a:cubicBezTo>
                  <a:cubicBezTo>
                    <a:pt x="1149" y="575"/>
                    <a:pt x="1609" y="575"/>
                    <a:pt x="2030" y="575"/>
                  </a:cubicBezTo>
                  <a:cubicBezTo>
                    <a:pt x="2413" y="536"/>
                    <a:pt x="2834" y="460"/>
                    <a:pt x="3217" y="345"/>
                  </a:cubicBezTo>
                  <a:cubicBezTo>
                    <a:pt x="3446" y="268"/>
                    <a:pt x="3753" y="0"/>
                    <a:pt x="3944" y="307"/>
                  </a:cubicBezTo>
                  <a:cubicBezTo>
                    <a:pt x="4021" y="422"/>
                    <a:pt x="3982" y="613"/>
                    <a:pt x="3867" y="690"/>
                  </a:cubicBezTo>
                  <a:cubicBezTo>
                    <a:pt x="3561" y="843"/>
                    <a:pt x="3293" y="919"/>
                    <a:pt x="2987" y="996"/>
                  </a:cubicBezTo>
                  <a:cubicBezTo>
                    <a:pt x="2374" y="1111"/>
                    <a:pt x="1762" y="1187"/>
                    <a:pt x="1149" y="1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8"/>
            <p:cNvSpPr/>
            <p:nvPr/>
          </p:nvSpPr>
          <p:spPr>
            <a:xfrm>
              <a:off x="2247050" y="2298525"/>
              <a:ext cx="98600" cy="200075"/>
            </a:xfrm>
            <a:custGeom>
              <a:avLst/>
              <a:gdLst/>
              <a:ahLst/>
              <a:cxnLst/>
              <a:rect l="l" t="t" r="r" b="b"/>
              <a:pathLst>
                <a:path w="3944" h="8003" extrusionOk="0">
                  <a:moveTo>
                    <a:pt x="3484" y="7887"/>
                  </a:moveTo>
                  <a:cubicBezTo>
                    <a:pt x="3255" y="7772"/>
                    <a:pt x="3331" y="7504"/>
                    <a:pt x="3331" y="7313"/>
                  </a:cubicBezTo>
                  <a:cubicBezTo>
                    <a:pt x="3408" y="6547"/>
                    <a:pt x="3255" y="6088"/>
                    <a:pt x="2719" y="5514"/>
                  </a:cubicBezTo>
                  <a:cubicBezTo>
                    <a:pt x="2336" y="5131"/>
                    <a:pt x="2030" y="4710"/>
                    <a:pt x="1915" y="4174"/>
                  </a:cubicBezTo>
                  <a:cubicBezTo>
                    <a:pt x="1609" y="3025"/>
                    <a:pt x="1877" y="2298"/>
                    <a:pt x="958" y="1341"/>
                  </a:cubicBezTo>
                  <a:cubicBezTo>
                    <a:pt x="728" y="1111"/>
                    <a:pt x="498" y="881"/>
                    <a:pt x="269" y="652"/>
                  </a:cubicBezTo>
                  <a:cubicBezTo>
                    <a:pt x="1" y="384"/>
                    <a:pt x="383" y="1"/>
                    <a:pt x="651" y="269"/>
                  </a:cubicBezTo>
                  <a:cubicBezTo>
                    <a:pt x="1111" y="690"/>
                    <a:pt x="1570" y="1111"/>
                    <a:pt x="1877" y="1647"/>
                  </a:cubicBezTo>
                  <a:cubicBezTo>
                    <a:pt x="2374" y="2413"/>
                    <a:pt x="2221" y="3370"/>
                    <a:pt x="2489" y="4212"/>
                  </a:cubicBezTo>
                  <a:cubicBezTo>
                    <a:pt x="2642" y="4671"/>
                    <a:pt x="3063" y="4978"/>
                    <a:pt x="3331" y="5361"/>
                  </a:cubicBezTo>
                  <a:cubicBezTo>
                    <a:pt x="3714" y="5782"/>
                    <a:pt x="3944" y="6356"/>
                    <a:pt x="3906" y="6892"/>
                  </a:cubicBezTo>
                  <a:cubicBezTo>
                    <a:pt x="3906" y="7122"/>
                    <a:pt x="3867" y="7351"/>
                    <a:pt x="3867" y="7543"/>
                  </a:cubicBezTo>
                  <a:cubicBezTo>
                    <a:pt x="3944" y="7811"/>
                    <a:pt x="3676" y="8002"/>
                    <a:pt x="3446" y="78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8"/>
            <p:cNvSpPr/>
            <p:nvPr/>
          </p:nvSpPr>
          <p:spPr>
            <a:xfrm>
              <a:off x="2195375" y="2267900"/>
              <a:ext cx="27775" cy="26825"/>
            </a:xfrm>
            <a:custGeom>
              <a:avLst/>
              <a:gdLst/>
              <a:ahLst/>
              <a:cxnLst/>
              <a:rect l="l" t="t" r="r" b="b"/>
              <a:pathLst>
                <a:path w="1111" h="1073" extrusionOk="0">
                  <a:moveTo>
                    <a:pt x="421" y="805"/>
                  </a:moveTo>
                  <a:cubicBezTo>
                    <a:pt x="268" y="652"/>
                    <a:pt x="0" y="460"/>
                    <a:pt x="230" y="230"/>
                  </a:cubicBezTo>
                  <a:cubicBezTo>
                    <a:pt x="460" y="1"/>
                    <a:pt x="689" y="269"/>
                    <a:pt x="843" y="422"/>
                  </a:cubicBezTo>
                  <a:cubicBezTo>
                    <a:pt x="957" y="422"/>
                    <a:pt x="1072" y="537"/>
                    <a:pt x="1072" y="652"/>
                  </a:cubicBezTo>
                  <a:cubicBezTo>
                    <a:pt x="1111" y="1034"/>
                    <a:pt x="613" y="1073"/>
                    <a:pt x="421" y="8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8"/>
            <p:cNvSpPr/>
            <p:nvPr/>
          </p:nvSpPr>
          <p:spPr>
            <a:xfrm>
              <a:off x="2562900" y="3433650"/>
              <a:ext cx="48825" cy="184750"/>
            </a:xfrm>
            <a:custGeom>
              <a:avLst/>
              <a:gdLst/>
              <a:ahLst/>
              <a:cxnLst/>
              <a:rect l="l" t="t" r="r" b="b"/>
              <a:pathLst>
                <a:path w="1953" h="7390" extrusionOk="0">
                  <a:moveTo>
                    <a:pt x="1340" y="7198"/>
                  </a:moveTo>
                  <a:cubicBezTo>
                    <a:pt x="0" y="4671"/>
                    <a:pt x="383" y="4058"/>
                    <a:pt x="345" y="1455"/>
                  </a:cubicBezTo>
                  <a:cubicBezTo>
                    <a:pt x="307" y="1225"/>
                    <a:pt x="307" y="1034"/>
                    <a:pt x="268" y="843"/>
                  </a:cubicBezTo>
                  <a:cubicBezTo>
                    <a:pt x="230" y="536"/>
                    <a:pt x="77" y="39"/>
                    <a:pt x="498" y="0"/>
                  </a:cubicBezTo>
                  <a:cubicBezTo>
                    <a:pt x="651" y="0"/>
                    <a:pt x="804" y="153"/>
                    <a:pt x="766" y="345"/>
                  </a:cubicBezTo>
                  <a:cubicBezTo>
                    <a:pt x="1225" y="3101"/>
                    <a:pt x="268" y="3982"/>
                    <a:pt x="1723" y="6738"/>
                  </a:cubicBezTo>
                  <a:cubicBezTo>
                    <a:pt x="1800" y="6891"/>
                    <a:pt x="1953" y="7159"/>
                    <a:pt x="1723" y="7313"/>
                  </a:cubicBezTo>
                  <a:cubicBezTo>
                    <a:pt x="1570" y="7389"/>
                    <a:pt x="1378" y="7351"/>
                    <a:pt x="1302" y="72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8"/>
            <p:cNvSpPr/>
            <p:nvPr/>
          </p:nvSpPr>
          <p:spPr>
            <a:xfrm>
              <a:off x="2622225" y="3645175"/>
              <a:ext cx="25875" cy="27775"/>
            </a:xfrm>
            <a:custGeom>
              <a:avLst/>
              <a:gdLst/>
              <a:ahLst/>
              <a:cxnLst/>
              <a:rect l="l" t="t" r="r" b="b"/>
              <a:pathLst>
                <a:path w="1035" h="1111" extrusionOk="0">
                  <a:moveTo>
                    <a:pt x="345" y="919"/>
                  </a:moveTo>
                  <a:cubicBezTo>
                    <a:pt x="269" y="804"/>
                    <a:pt x="231" y="689"/>
                    <a:pt x="154" y="536"/>
                  </a:cubicBezTo>
                  <a:cubicBezTo>
                    <a:pt x="1" y="191"/>
                    <a:pt x="537" y="0"/>
                    <a:pt x="690" y="345"/>
                  </a:cubicBezTo>
                  <a:cubicBezTo>
                    <a:pt x="767" y="536"/>
                    <a:pt x="1035" y="842"/>
                    <a:pt x="728" y="1034"/>
                  </a:cubicBezTo>
                  <a:cubicBezTo>
                    <a:pt x="613" y="1110"/>
                    <a:pt x="422" y="1072"/>
                    <a:pt x="345" y="9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8"/>
            <p:cNvSpPr/>
            <p:nvPr/>
          </p:nvSpPr>
          <p:spPr>
            <a:xfrm>
              <a:off x="1869000" y="1102175"/>
              <a:ext cx="272800" cy="500575"/>
            </a:xfrm>
            <a:custGeom>
              <a:avLst/>
              <a:gdLst/>
              <a:ahLst/>
              <a:cxnLst/>
              <a:rect l="l" t="t" r="r" b="b"/>
              <a:pathLst>
                <a:path w="10912" h="20023" extrusionOk="0">
                  <a:moveTo>
                    <a:pt x="269" y="19984"/>
                  </a:moveTo>
                  <a:cubicBezTo>
                    <a:pt x="154" y="19946"/>
                    <a:pt x="1" y="19793"/>
                    <a:pt x="39" y="19640"/>
                  </a:cubicBezTo>
                  <a:cubicBezTo>
                    <a:pt x="115" y="19372"/>
                    <a:pt x="230" y="19065"/>
                    <a:pt x="307" y="18797"/>
                  </a:cubicBezTo>
                  <a:cubicBezTo>
                    <a:pt x="1072" y="16768"/>
                    <a:pt x="2068" y="14854"/>
                    <a:pt x="2987" y="12902"/>
                  </a:cubicBezTo>
                  <a:cubicBezTo>
                    <a:pt x="4977" y="8614"/>
                    <a:pt x="7274" y="4518"/>
                    <a:pt x="9954" y="651"/>
                  </a:cubicBezTo>
                  <a:cubicBezTo>
                    <a:pt x="10069" y="536"/>
                    <a:pt x="10146" y="421"/>
                    <a:pt x="10222" y="306"/>
                  </a:cubicBezTo>
                  <a:cubicBezTo>
                    <a:pt x="10452" y="0"/>
                    <a:pt x="10911" y="345"/>
                    <a:pt x="10682" y="651"/>
                  </a:cubicBezTo>
                  <a:cubicBezTo>
                    <a:pt x="9495" y="2374"/>
                    <a:pt x="8308" y="4135"/>
                    <a:pt x="7236" y="5934"/>
                  </a:cubicBezTo>
                  <a:cubicBezTo>
                    <a:pt x="5475" y="8997"/>
                    <a:pt x="3982" y="12136"/>
                    <a:pt x="2489" y="15314"/>
                  </a:cubicBezTo>
                  <a:cubicBezTo>
                    <a:pt x="1838" y="16654"/>
                    <a:pt x="1226" y="18032"/>
                    <a:pt x="690" y="19448"/>
                  </a:cubicBezTo>
                  <a:cubicBezTo>
                    <a:pt x="613" y="19678"/>
                    <a:pt x="613" y="20023"/>
                    <a:pt x="307" y="199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8"/>
            <p:cNvSpPr/>
            <p:nvPr/>
          </p:nvSpPr>
          <p:spPr>
            <a:xfrm>
              <a:off x="2169525" y="976775"/>
              <a:ext cx="70850" cy="89050"/>
            </a:xfrm>
            <a:custGeom>
              <a:avLst/>
              <a:gdLst/>
              <a:ahLst/>
              <a:cxnLst/>
              <a:rect l="l" t="t" r="r" b="b"/>
              <a:pathLst>
                <a:path w="2834" h="3562" extrusionOk="0">
                  <a:moveTo>
                    <a:pt x="77" y="3217"/>
                  </a:moveTo>
                  <a:cubicBezTo>
                    <a:pt x="1" y="3102"/>
                    <a:pt x="1" y="2911"/>
                    <a:pt x="115" y="2796"/>
                  </a:cubicBezTo>
                  <a:cubicBezTo>
                    <a:pt x="269" y="2604"/>
                    <a:pt x="422" y="2413"/>
                    <a:pt x="613" y="2221"/>
                  </a:cubicBezTo>
                  <a:cubicBezTo>
                    <a:pt x="1187" y="1532"/>
                    <a:pt x="1762" y="843"/>
                    <a:pt x="2336" y="192"/>
                  </a:cubicBezTo>
                  <a:cubicBezTo>
                    <a:pt x="2489" y="1"/>
                    <a:pt x="2834" y="154"/>
                    <a:pt x="2834" y="384"/>
                  </a:cubicBezTo>
                  <a:cubicBezTo>
                    <a:pt x="2795" y="575"/>
                    <a:pt x="2604" y="690"/>
                    <a:pt x="2489" y="843"/>
                  </a:cubicBezTo>
                  <a:cubicBezTo>
                    <a:pt x="1953" y="1494"/>
                    <a:pt x="1417" y="2107"/>
                    <a:pt x="919" y="2757"/>
                  </a:cubicBezTo>
                  <a:cubicBezTo>
                    <a:pt x="690" y="2949"/>
                    <a:pt x="422" y="3561"/>
                    <a:pt x="77" y="32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8"/>
            <p:cNvSpPr/>
            <p:nvPr/>
          </p:nvSpPr>
          <p:spPr>
            <a:xfrm>
              <a:off x="4779525" y="578625"/>
              <a:ext cx="485275" cy="451775"/>
            </a:xfrm>
            <a:custGeom>
              <a:avLst/>
              <a:gdLst/>
              <a:ahLst/>
              <a:cxnLst/>
              <a:rect l="l" t="t" r="r" b="b"/>
              <a:pathLst>
                <a:path w="19411" h="18071" extrusionOk="0">
                  <a:moveTo>
                    <a:pt x="18721" y="17803"/>
                  </a:moveTo>
                  <a:cubicBezTo>
                    <a:pt x="16386" y="14702"/>
                    <a:pt x="13897" y="11792"/>
                    <a:pt x="11064" y="9151"/>
                  </a:cubicBezTo>
                  <a:cubicBezTo>
                    <a:pt x="8155" y="6433"/>
                    <a:pt x="5207" y="3676"/>
                    <a:pt x="1876" y="1532"/>
                  </a:cubicBezTo>
                  <a:cubicBezTo>
                    <a:pt x="1379" y="1226"/>
                    <a:pt x="843" y="958"/>
                    <a:pt x="307" y="652"/>
                  </a:cubicBezTo>
                  <a:cubicBezTo>
                    <a:pt x="268" y="613"/>
                    <a:pt x="230" y="575"/>
                    <a:pt x="154" y="537"/>
                  </a:cubicBezTo>
                  <a:cubicBezTo>
                    <a:pt x="39" y="460"/>
                    <a:pt x="0" y="269"/>
                    <a:pt x="77" y="154"/>
                  </a:cubicBezTo>
                  <a:cubicBezTo>
                    <a:pt x="154" y="39"/>
                    <a:pt x="345" y="1"/>
                    <a:pt x="460" y="77"/>
                  </a:cubicBezTo>
                  <a:cubicBezTo>
                    <a:pt x="996" y="384"/>
                    <a:pt x="1570" y="652"/>
                    <a:pt x="2106" y="996"/>
                  </a:cubicBezTo>
                  <a:cubicBezTo>
                    <a:pt x="4709" y="2642"/>
                    <a:pt x="7083" y="4710"/>
                    <a:pt x="9380" y="6815"/>
                  </a:cubicBezTo>
                  <a:cubicBezTo>
                    <a:pt x="11983" y="9189"/>
                    <a:pt x="14587" y="11677"/>
                    <a:pt x="16807" y="14434"/>
                  </a:cubicBezTo>
                  <a:cubicBezTo>
                    <a:pt x="17611" y="15429"/>
                    <a:pt x="18415" y="16425"/>
                    <a:pt x="19181" y="17458"/>
                  </a:cubicBezTo>
                  <a:cubicBezTo>
                    <a:pt x="19410" y="17765"/>
                    <a:pt x="18951" y="18071"/>
                    <a:pt x="18721" y="177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8"/>
            <p:cNvSpPr/>
            <p:nvPr/>
          </p:nvSpPr>
          <p:spPr>
            <a:xfrm>
              <a:off x="5290600" y="1069625"/>
              <a:ext cx="57450" cy="83300"/>
            </a:xfrm>
            <a:custGeom>
              <a:avLst/>
              <a:gdLst/>
              <a:ahLst/>
              <a:cxnLst/>
              <a:rect l="l" t="t" r="r" b="b"/>
              <a:pathLst>
                <a:path w="2298" h="3332" extrusionOk="0">
                  <a:moveTo>
                    <a:pt x="1762" y="3140"/>
                  </a:moveTo>
                  <a:cubicBezTo>
                    <a:pt x="1264" y="2259"/>
                    <a:pt x="652" y="1417"/>
                    <a:pt x="116" y="575"/>
                  </a:cubicBezTo>
                  <a:cubicBezTo>
                    <a:pt x="1" y="192"/>
                    <a:pt x="499" y="0"/>
                    <a:pt x="652" y="345"/>
                  </a:cubicBezTo>
                  <a:cubicBezTo>
                    <a:pt x="1188" y="1149"/>
                    <a:pt x="1724" y="1953"/>
                    <a:pt x="2221" y="2795"/>
                  </a:cubicBezTo>
                  <a:cubicBezTo>
                    <a:pt x="2260" y="2872"/>
                    <a:pt x="2298" y="2948"/>
                    <a:pt x="2298" y="3025"/>
                  </a:cubicBezTo>
                  <a:cubicBezTo>
                    <a:pt x="2260" y="3255"/>
                    <a:pt x="1877" y="3331"/>
                    <a:pt x="1762" y="3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8"/>
            <p:cNvSpPr/>
            <p:nvPr/>
          </p:nvSpPr>
          <p:spPr>
            <a:xfrm>
              <a:off x="1586650" y="3718850"/>
              <a:ext cx="443175" cy="414450"/>
            </a:xfrm>
            <a:custGeom>
              <a:avLst/>
              <a:gdLst/>
              <a:ahLst/>
              <a:cxnLst/>
              <a:rect l="l" t="t" r="r" b="b"/>
              <a:pathLst>
                <a:path w="17727" h="16578" extrusionOk="0">
                  <a:moveTo>
                    <a:pt x="17190" y="16425"/>
                  </a:moveTo>
                  <a:cubicBezTo>
                    <a:pt x="16195" y="16003"/>
                    <a:pt x="15123" y="15544"/>
                    <a:pt x="14128" y="15085"/>
                  </a:cubicBezTo>
                  <a:cubicBezTo>
                    <a:pt x="12979" y="14472"/>
                    <a:pt x="11831" y="13860"/>
                    <a:pt x="10759" y="13132"/>
                  </a:cubicBezTo>
                  <a:cubicBezTo>
                    <a:pt x="6854" y="10452"/>
                    <a:pt x="3523" y="6854"/>
                    <a:pt x="1264" y="2642"/>
                  </a:cubicBezTo>
                  <a:cubicBezTo>
                    <a:pt x="996" y="2106"/>
                    <a:pt x="728" y="1571"/>
                    <a:pt x="499" y="996"/>
                  </a:cubicBezTo>
                  <a:cubicBezTo>
                    <a:pt x="345" y="690"/>
                    <a:pt x="1" y="39"/>
                    <a:pt x="537" y="1"/>
                  </a:cubicBezTo>
                  <a:cubicBezTo>
                    <a:pt x="690" y="1"/>
                    <a:pt x="843" y="154"/>
                    <a:pt x="843" y="307"/>
                  </a:cubicBezTo>
                  <a:cubicBezTo>
                    <a:pt x="1111" y="1111"/>
                    <a:pt x="1494" y="1877"/>
                    <a:pt x="1915" y="2642"/>
                  </a:cubicBezTo>
                  <a:cubicBezTo>
                    <a:pt x="3791" y="6011"/>
                    <a:pt x="6318" y="8998"/>
                    <a:pt x="9342" y="11409"/>
                  </a:cubicBezTo>
                  <a:cubicBezTo>
                    <a:pt x="11103" y="12864"/>
                    <a:pt x="13094" y="13974"/>
                    <a:pt x="15123" y="14932"/>
                  </a:cubicBezTo>
                  <a:cubicBezTo>
                    <a:pt x="15889" y="15238"/>
                    <a:pt x="16654" y="15582"/>
                    <a:pt x="17420" y="15927"/>
                  </a:cubicBezTo>
                  <a:cubicBezTo>
                    <a:pt x="17726" y="16080"/>
                    <a:pt x="17535" y="16578"/>
                    <a:pt x="17190" y="164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8"/>
            <p:cNvSpPr/>
            <p:nvPr/>
          </p:nvSpPr>
          <p:spPr>
            <a:xfrm>
              <a:off x="1136825" y="4010775"/>
              <a:ext cx="35425" cy="220150"/>
            </a:xfrm>
            <a:custGeom>
              <a:avLst/>
              <a:gdLst/>
              <a:ahLst/>
              <a:cxnLst/>
              <a:rect l="l" t="t" r="r" b="b"/>
              <a:pathLst>
                <a:path w="1417" h="8806" extrusionOk="0">
                  <a:moveTo>
                    <a:pt x="230" y="8461"/>
                  </a:moveTo>
                  <a:cubicBezTo>
                    <a:pt x="0" y="6279"/>
                    <a:pt x="77" y="4058"/>
                    <a:pt x="422" y="1915"/>
                  </a:cubicBezTo>
                  <a:cubicBezTo>
                    <a:pt x="498" y="1455"/>
                    <a:pt x="575" y="958"/>
                    <a:pt x="690" y="498"/>
                  </a:cubicBezTo>
                  <a:cubicBezTo>
                    <a:pt x="728" y="345"/>
                    <a:pt x="766" y="115"/>
                    <a:pt x="958" y="77"/>
                  </a:cubicBezTo>
                  <a:cubicBezTo>
                    <a:pt x="1187" y="0"/>
                    <a:pt x="1417" y="268"/>
                    <a:pt x="1264" y="498"/>
                  </a:cubicBezTo>
                  <a:cubicBezTo>
                    <a:pt x="881" y="2336"/>
                    <a:pt x="651" y="4250"/>
                    <a:pt x="690" y="6126"/>
                  </a:cubicBezTo>
                  <a:cubicBezTo>
                    <a:pt x="690" y="6891"/>
                    <a:pt x="728" y="7619"/>
                    <a:pt x="804" y="8346"/>
                  </a:cubicBezTo>
                  <a:cubicBezTo>
                    <a:pt x="843" y="8729"/>
                    <a:pt x="307" y="8806"/>
                    <a:pt x="230" y="84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8"/>
            <p:cNvSpPr/>
            <p:nvPr/>
          </p:nvSpPr>
          <p:spPr>
            <a:xfrm>
              <a:off x="915725" y="4194525"/>
              <a:ext cx="43100" cy="165600"/>
            </a:xfrm>
            <a:custGeom>
              <a:avLst/>
              <a:gdLst/>
              <a:ahLst/>
              <a:cxnLst/>
              <a:rect l="l" t="t" r="r" b="b"/>
              <a:pathLst>
                <a:path w="1724" h="6624" extrusionOk="0">
                  <a:moveTo>
                    <a:pt x="1" y="6356"/>
                  </a:moveTo>
                  <a:cubicBezTo>
                    <a:pt x="39" y="5093"/>
                    <a:pt x="192" y="3829"/>
                    <a:pt x="384" y="2604"/>
                  </a:cubicBezTo>
                  <a:cubicBezTo>
                    <a:pt x="460" y="2183"/>
                    <a:pt x="575" y="1762"/>
                    <a:pt x="652" y="1379"/>
                  </a:cubicBezTo>
                  <a:cubicBezTo>
                    <a:pt x="767" y="996"/>
                    <a:pt x="843" y="613"/>
                    <a:pt x="1035" y="307"/>
                  </a:cubicBezTo>
                  <a:cubicBezTo>
                    <a:pt x="1303" y="1"/>
                    <a:pt x="1724" y="345"/>
                    <a:pt x="1494" y="652"/>
                  </a:cubicBezTo>
                  <a:cubicBezTo>
                    <a:pt x="1226" y="1149"/>
                    <a:pt x="1149" y="1724"/>
                    <a:pt x="1035" y="2298"/>
                  </a:cubicBezTo>
                  <a:cubicBezTo>
                    <a:pt x="805" y="3446"/>
                    <a:pt x="690" y="4633"/>
                    <a:pt x="575" y="5820"/>
                  </a:cubicBezTo>
                  <a:cubicBezTo>
                    <a:pt x="537" y="6088"/>
                    <a:pt x="690" y="6624"/>
                    <a:pt x="269" y="6624"/>
                  </a:cubicBezTo>
                  <a:cubicBezTo>
                    <a:pt x="116" y="6624"/>
                    <a:pt x="1" y="6509"/>
                    <a:pt x="1" y="63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8"/>
            <p:cNvSpPr/>
            <p:nvPr/>
          </p:nvSpPr>
          <p:spPr>
            <a:xfrm>
              <a:off x="1643125" y="3475750"/>
              <a:ext cx="155075" cy="166575"/>
            </a:xfrm>
            <a:custGeom>
              <a:avLst/>
              <a:gdLst/>
              <a:ahLst/>
              <a:cxnLst/>
              <a:rect l="l" t="t" r="r" b="b"/>
              <a:pathLst>
                <a:path w="6203" h="6663" extrusionOk="0">
                  <a:moveTo>
                    <a:pt x="115" y="6394"/>
                  </a:moveTo>
                  <a:cubicBezTo>
                    <a:pt x="1" y="6279"/>
                    <a:pt x="1" y="6088"/>
                    <a:pt x="115" y="5973"/>
                  </a:cubicBezTo>
                  <a:cubicBezTo>
                    <a:pt x="307" y="5782"/>
                    <a:pt x="498" y="5590"/>
                    <a:pt x="690" y="5399"/>
                  </a:cubicBezTo>
                  <a:cubicBezTo>
                    <a:pt x="1340" y="4748"/>
                    <a:pt x="1991" y="4135"/>
                    <a:pt x="2604" y="3446"/>
                  </a:cubicBezTo>
                  <a:cubicBezTo>
                    <a:pt x="3561" y="2374"/>
                    <a:pt x="4556" y="1302"/>
                    <a:pt x="5552" y="231"/>
                  </a:cubicBezTo>
                  <a:cubicBezTo>
                    <a:pt x="5820" y="1"/>
                    <a:pt x="6203" y="384"/>
                    <a:pt x="5973" y="652"/>
                  </a:cubicBezTo>
                  <a:cubicBezTo>
                    <a:pt x="4671" y="1953"/>
                    <a:pt x="3446" y="3331"/>
                    <a:pt x="2183" y="4710"/>
                  </a:cubicBezTo>
                  <a:cubicBezTo>
                    <a:pt x="1800" y="5131"/>
                    <a:pt x="1340" y="5552"/>
                    <a:pt x="919" y="5973"/>
                  </a:cubicBezTo>
                  <a:cubicBezTo>
                    <a:pt x="690" y="6126"/>
                    <a:pt x="422" y="6662"/>
                    <a:pt x="115" y="63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8"/>
            <p:cNvSpPr/>
            <p:nvPr/>
          </p:nvSpPr>
          <p:spPr>
            <a:xfrm>
              <a:off x="1811575" y="3404925"/>
              <a:ext cx="45000" cy="47875"/>
            </a:xfrm>
            <a:custGeom>
              <a:avLst/>
              <a:gdLst/>
              <a:ahLst/>
              <a:cxnLst/>
              <a:rect l="l" t="t" r="r" b="b"/>
              <a:pathLst>
                <a:path w="1800" h="1915" extrusionOk="0">
                  <a:moveTo>
                    <a:pt x="383" y="1800"/>
                  </a:moveTo>
                  <a:cubicBezTo>
                    <a:pt x="1" y="1532"/>
                    <a:pt x="575" y="1073"/>
                    <a:pt x="728" y="766"/>
                  </a:cubicBezTo>
                  <a:cubicBezTo>
                    <a:pt x="881" y="575"/>
                    <a:pt x="1072" y="345"/>
                    <a:pt x="1226" y="116"/>
                  </a:cubicBezTo>
                  <a:cubicBezTo>
                    <a:pt x="1340" y="1"/>
                    <a:pt x="1532" y="1"/>
                    <a:pt x="1647" y="77"/>
                  </a:cubicBezTo>
                  <a:cubicBezTo>
                    <a:pt x="1762" y="154"/>
                    <a:pt x="1800" y="345"/>
                    <a:pt x="1685" y="460"/>
                  </a:cubicBezTo>
                  <a:cubicBezTo>
                    <a:pt x="1417" y="843"/>
                    <a:pt x="1149" y="1188"/>
                    <a:pt x="881" y="1532"/>
                  </a:cubicBezTo>
                  <a:cubicBezTo>
                    <a:pt x="766" y="1762"/>
                    <a:pt x="651" y="1915"/>
                    <a:pt x="383" y="18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3498925" y="4455825"/>
              <a:ext cx="64150" cy="314900"/>
            </a:xfrm>
            <a:custGeom>
              <a:avLst/>
              <a:gdLst/>
              <a:ahLst/>
              <a:cxnLst/>
              <a:rect l="l" t="t" r="r" b="b"/>
              <a:pathLst>
                <a:path w="2566" h="12596" extrusionOk="0">
                  <a:moveTo>
                    <a:pt x="1915" y="12251"/>
                  </a:moveTo>
                  <a:cubicBezTo>
                    <a:pt x="805" y="8384"/>
                    <a:pt x="1" y="4403"/>
                    <a:pt x="77" y="383"/>
                  </a:cubicBezTo>
                  <a:cubicBezTo>
                    <a:pt x="77" y="0"/>
                    <a:pt x="652" y="0"/>
                    <a:pt x="652" y="383"/>
                  </a:cubicBezTo>
                  <a:cubicBezTo>
                    <a:pt x="575" y="2872"/>
                    <a:pt x="881" y="5360"/>
                    <a:pt x="1379" y="7772"/>
                  </a:cubicBezTo>
                  <a:cubicBezTo>
                    <a:pt x="1685" y="9227"/>
                    <a:pt x="2068" y="10682"/>
                    <a:pt x="2451" y="12098"/>
                  </a:cubicBezTo>
                  <a:cubicBezTo>
                    <a:pt x="2566" y="12443"/>
                    <a:pt x="2030" y="12596"/>
                    <a:pt x="1915" y="122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3562100" y="4812825"/>
              <a:ext cx="37350" cy="90950"/>
            </a:xfrm>
            <a:custGeom>
              <a:avLst/>
              <a:gdLst/>
              <a:ahLst/>
              <a:cxnLst/>
              <a:rect l="l" t="t" r="r" b="b"/>
              <a:pathLst>
                <a:path w="1494" h="3638" extrusionOk="0">
                  <a:moveTo>
                    <a:pt x="843" y="3293"/>
                  </a:moveTo>
                  <a:cubicBezTo>
                    <a:pt x="613" y="2565"/>
                    <a:pt x="383" y="1876"/>
                    <a:pt x="192" y="1149"/>
                  </a:cubicBezTo>
                  <a:cubicBezTo>
                    <a:pt x="154" y="957"/>
                    <a:pt x="115" y="766"/>
                    <a:pt x="77" y="574"/>
                  </a:cubicBezTo>
                  <a:cubicBezTo>
                    <a:pt x="1" y="345"/>
                    <a:pt x="1" y="38"/>
                    <a:pt x="307" y="0"/>
                  </a:cubicBezTo>
                  <a:cubicBezTo>
                    <a:pt x="498" y="0"/>
                    <a:pt x="613" y="192"/>
                    <a:pt x="613" y="383"/>
                  </a:cubicBezTo>
                  <a:cubicBezTo>
                    <a:pt x="804" y="1302"/>
                    <a:pt x="1111" y="2221"/>
                    <a:pt x="1379" y="3139"/>
                  </a:cubicBezTo>
                  <a:cubicBezTo>
                    <a:pt x="1494" y="3484"/>
                    <a:pt x="958" y="3637"/>
                    <a:pt x="843" y="3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8"/>
            <p:cNvSpPr/>
            <p:nvPr/>
          </p:nvSpPr>
          <p:spPr>
            <a:xfrm>
              <a:off x="2208775" y="4870250"/>
              <a:ext cx="69875" cy="234500"/>
            </a:xfrm>
            <a:custGeom>
              <a:avLst/>
              <a:gdLst/>
              <a:ahLst/>
              <a:cxnLst/>
              <a:rect l="l" t="t" r="r" b="b"/>
              <a:pathLst>
                <a:path w="2795" h="9380" extrusionOk="0">
                  <a:moveTo>
                    <a:pt x="345" y="9303"/>
                  </a:moveTo>
                  <a:cubicBezTo>
                    <a:pt x="0" y="9112"/>
                    <a:pt x="345" y="8652"/>
                    <a:pt x="383" y="8423"/>
                  </a:cubicBezTo>
                  <a:cubicBezTo>
                    <a:pt x="996" y="6662"/>
                    <a:pt x="1532" y="4901"/>
                    <a:pt x="1914" y="3101"/>
                  </a:cubicBezTo>
                  <a:cubicBezTo>
                    <a:pt x="2106" y="2182"/>
                    <a:pt x="2182" y="1225"/>
                    <a:pt x="2221" y="306"/>
                  </a:cubicBezTo>
                  <a:cubicBezTo>
                    <a:pt x="2336" y="0"/>
                    <a:pt x="2795" y="77"/>
                    <a:pt x="2795" y="383"/>
                  </a:cubicBezTo>
                  <a:cubicBezTo>
                    <a:pt x="2757" y="651"/>
                    <a:pt x="2757" y="919"/>
                    <a:pt x="2757" y="1149"/>
                  </a:cubicBezTo>
                  <a:cubicBezTo>
                    <a:pt x="2604" y="3063"/>
                    <a:pt x="2106" y="4901"/>
                    <a:pt x="1532" y="6700"/>
                  </a:cubicBezTo>
                  <a:cubicBezTo>
                    <a:pt x="1378" y="7274"/>
                    <a:pt x="1187" y="7848"/>
                    <a:pt x="996" y="8423"/>
                  </a:cubicBezTo>
                  <a:cubicBezTo>
                    <a:pt x="919" y="8652"/>
                    <a:pt x="843" y="8920"/>
                    <a:pt x="728" y="9150"/>
                  </a:cubicBezTo>
                  <a:cubicBezTo>
                    <a:pt x="689" y="9303"/>
                    <a:pt x="498" y="9380"/>
                    <a:pt x="383" y="93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2165700" y="4836750"/>
              <a:ext cx="38300" cy="140700"/>
            </a:xfrm>
            <a:custGeom>
              <a:avLst/>
              <a:gdLst/>
              <a:ahLst/>
              <a:cxnLst/>
              <a:rect l="l" t="t" r="r" b="b"/>
              <a:pathLst>
                <a:path w="1532" h="5628" extrusionOk="0">
                  <a:moveTo>
                    <a:pt x="230" y="5590"/>
                  </a:moveTo>
                  <a:cubicBezTo>
                    <a:pt x="115" y="5551"/>
                    <a:pt x="1" y="5398"/>
                    <a:pt x="39" y="5245"/>
                  </a:cubicBezTo>
                  <a:cubicBezTo>
                    <a:pt x="230" y="4709"/>
                    <a:pt x="345" y="4173"/>
                    <a:pt x="460" y="3637"/>
                  </a:cubicBezTo>
                  <a:cubicBezTo>
                    <a:pt x="728" y="2565"/>
                    <a:pt x="919" y="1455"/>
                    <a:pt x="958" y="307"/>
                  </a:cubicBezTo>
                  <a:cubicBezTo>
                    <a:pt x="958" y="153"/>
                    <a:pt x="1072" y="0"/>
                    <a:pt x="1226" y="0"/>
                  </a:cubicBezTo>
                  <a:cubicBezTo>
                    <a:pt x="1379" y="0"/>
                    <a:pt x="1532" y="153"/>
                    <a:pt x="1532" y="307"/>
                  </a:cubicBezTo>
                  <a:cubicBezTo>
                    <a:pt x="1532" y="575"/>
                    <a:pt x="1494" y="843"/>
                    <a:pt x="1494" y="1111"/>
                  </a:cubicBezTo>
                  <a:cubicBezTo>
                    <a:pt x="1417" y="1723"/>
                    <a:pt x="1340" y="2336"/>
                    <a:pt x="1226" y="2948"/>
                  </a:cubicBezTo>
                  <a:cubicBezTo>
                    <a:pt x="1072" y="3752"/>
                    <a:pt x="843" y="4594"/>
                    <a:pt x="613" y="5398"/>
                  </a:cubicBezTo>
                  <a:cubicBezTo>
                    <a:pt x="575" y="5551"/>
                    <a:pt x="422" y="5628"/>
                    <a:pt x="268" y="55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2375300" y="4747725"/>
              <a:ext cx="148375" cy="424975"/>
            </a:xfrm>
            <a:custGeom>
              <a:avLst/>
              <a:gdLst/>
              <a:ahLst/>
              <a:cxnLst/>
              <a:rect l="l" t="t" r="r" b="b"/>
              <a:pathLst>
                <a:path w="5935" h="16999" extrusionOk="0">
                  <a:moveTo>
                    <a:pt x="269" y="16884"/>
                  </a:moveTo>
                  <a:cubicBezTo>
                    <a:pt x="115" y="16846"/>
                    <a:pt x="1" y="16693"/>
                    <a:pt x="39" y="16539"/>
                  </a:cubicBezTo>
                  <a:cubicBezTo>
                    <a:pt x="422" y="15353"/>
                    <a:pt x="805" y="14166"/>
                    <a:pt x="1187" y="12941"/>
                  </a:cubicBezTo>
                  <a:cubicBezTo>
                    <a:pt x="1915" y="10605"/>
                    <a:pt x="2566" y="8232"/>
                    <a:pt x="3331" y="5897"/>
                  </a:cubicBezTo>
                  <a:cubicBezTo>
                    <a:pt x="3638" y="4978"/>
                    <a:pt x="4020" y="4097"/>
                    <a:pt x="4327" y="3217"/>
                  </a:cubicBezTo>
                  <a:cubicBezTo>
                    <a:pt x="4671" y="2221"/>
                    <a:pt x="4901" y="1188"/>
                    <a:pt x="5284" y="192"/>
                  </a:cubicBezTo>
                  <a:cubicBezTo>
                    <a:pt x="5322" y="39"/>
                    <a:pt x="5514" y="1"/>
                    <a:pt x="5667" y="39"/>
                  </a:cubicBezTo>
                  <a:cubicBezTo>
                    <a:pt x="5935" y="154"/>
                    <a:pt x="5820" y="460"/>
                    <a:pt x="5705" y="652"/>
                  </a:cubicBezTo>
                  <a:cubicBezTo>
                    <a:pt x="5360" y="1800"/>
                    <a:pt x="5016" y="2987"/>
                    <a:pt x="4595" y="4136"/>
                  </a:cubicBezTo>
                  <a:cubicBezTo>
                    <a:pt x="3944" y="5820"/>
                    <a:pt x="3408" y="7505"/>
                    <a:pt x="2872" y="9227"/>
                  </a:cubicBezTo>
                  <a:cubicBezTo>
                    <a:pt x="2183" y="11639"/>
                    <a:pt x="1455" y="14013"/>
                    <a:pt x="728" y="16348"/>
                  </a:cubicBezTo>
                  <a:cubicBezTo>
                    <a:pt x="651" y="16578"/>
                    <a:pt x="575" y="16999"/>
                    <a:pt x="269" y="168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8"/>
            <p:cNvSpPr/>
            <p:nvPr/>
          </p:nvSpPr>
          <p:spPr>
            <a:xfrm>
              <a:off x="2529400" y="4635750"/>
              <a:ext cx="34475" cy="73725"/>
            </a:xfrm>
            <a:custGeom>
              <a:avLst/>
              <a:gdLst/>
              <a:ahLst/>
              <a:cxnLst/>
              <a:rect l="l" t="t" r="r" b="b"/>
              <a:pathLst>
                <a:path w="1379" h="2949" extrusionOk="0">
                  <a:moveTo>
                    <a:pt x="268" y="2910"/>
                  </a:moveTo>
                  <a:cubicBezTo>
                    <a:pt x="115" y="2910"/>
                    <a:pt x="0" y="2757"/>
                    <a:pt x="39" y="2604"/>
                  </a:cubicBezTo>
                  <a:cubicBezTo>
                    <a:pt x="153" y="1762"/>
                    <a:pt x="460" y="958"/>
                    <a:pt x="804" y="192"/>
                  </a:cubicBezTo>
                  <a:cubicBezTo>
                    <a:pt x="843" y="39"/>
                    <a:pt x="1034" y="1"/>
                    <a:pt x="1149" y="39"/>
                  </a:cubicBezTo>
                  <a:cubicBezTo>
                    <a:pt x="1302" y="116"/>
                    <a:pt x="1379" y="269"/>
                    <a:pt x="1302" y="422"/>
                  </a:cubicBezTo>
                  <a:cubicBezTo>
                    <a:pt x="1149" y="805"/>
                    <a:pt x="996" y="1187"/>
                    <a:pt x="881" y="1570"/>
                  </a:cubicBezTo>
                  <a:cubicBezTo>
                    <a:pt x="766" y="1800"/>
                    <a:pt x="728" y="2068"/>
                    <a:pt x="651" y="2298"/>
                  </a:cubicBezTo>
                  <a:cubicBezTo>
                    <a:pt x="613" y="2527"/>
                    <a:pt x="613" y="2949"/>
                    <a:pt x="268" y="29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8"/>
            <p:cNvSpPr/>
            <p:nvPr/>
          </p:nvSpPr>
          <p:spPr>
            <a:xfrm>
              <a:off x="3739175" y="4110300"/>
              <a:ext cx="225875" cy="35450"/>
            </a:xfrm>
            <a:custGeom>
              <a:avLst/>
              <a:gdLst/>
              <a:ahLst/>
              <a:cxnLst/>
              <a:rect l="l" t="t" r="r" b="b"/>
              <a:pathLst>
                <a:path w="9035" h="1418" extrusionOk="0">
                  <a:moveTo>
                    <a:pt x="2182" y="1264"/>
                  </a:moveTo>
                  <a:cubicBezTo>
                    <a:pt x="1531" y="1226"/>
                    <a:pt x="842" y="1188"/>
                    <a:pt x="191" y="958"/>
                  </a:cubicBezTo>
                  <a:cubicBezTo>
                    <a:pt x="38" y="920"/>
                    <a:pt x="0" y="728"/>
                    <a:pt x="38" y="613"/>
                  </a:cubicBezTo>
                  <a:cubicBezTo>
                    <a:pt x="115" y="422"/>
                    <a:pt x="306" y="384"/>
                    <a:pt x="421" y="460"/>
                  </a:cubicBezTo>
                  <a:cubicBezTo>
                    <a:pt x="766" y="537"/>
                    <a:pt x="1072" y="613"/>
                    <a:pt x="1378" y="652"/>
                  </a:cubicBezTo>
                  <a:cubicBezTo>
                    <a:pt x="3828" y="958"/>
                    <a:pt x="6202" y="345"/>
                    <a:pt x="8576" y="39"/>
                  </a:cubicBezTo>
                  <a:cubicBezTo>
                    <a:pt x="8958" y="1"/>
                    <a:pt x="9035" y="537"/>
                    <a:pt x="8652" y="613"/>
                  </a:cubicBezTo>
                  <a:cubicBezTo>
                    <a:pt x="6508" y="881"/>
                    <a:pt x="4364" y="1417"/>
                    <a:pt x="2182" y="12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8"/>
            <p:cNvSpPr/>
            <p:nvPr/>
          </p:nvSpPr>
          <p:spPr>
            <a:xfrm>
              <a:off x="4031075" y="4089250"/>
              <a:ext cx="124450" cy="31625"/>
            </a:xfrm>
            <a:custGeom>
              <a:avLst/>
              <a:gdLst/>
              <a:ahLst/>
              <a:cxnLst/>
              <a:rect l="l" t="t" r="r" b="b"/>
              <a:pathLst>
                <a:path w="4978" h="1265" extrusionOk="0">
                  <a:moveTo>
                    <a:pt x="345" y="1226"/>
                  </a:moveTo>
                  <a:cubicBezTo>
                    <a:pt x="1" y="1226"/>
                    <a:pt x="1" y="652"/>
                    <a:pt x="345" y="652"/>
                  </a:cubicBezTo>
                  <a:cubicBezTo>
                    <a:pt x="1379" y="690"/>
                    <a:pt x="2374" y="575"/>
                    <a:pt x="3370" y="345"/>
                  </a:cubicBezTo>
                  <a:lnTo>
                    <a:pt x="3370" y="345"/>
                  </a:lnTo>
                  <a:lnTo>
                    <a:pt x="3370" y="345"/>
                  </a:lnTo>
                  <a:cubicBezTo>
                    <a:pt x="3714" y="269"/>
                    <a:pt x="4097" y="192"/>
                    <a:pt x="4480" y="116"/>
                  </a:cubicBezTo>
                  <a:cubicBezTo>
                    <a:pt x="4824" y="1"/>
                    <a:pt x="4977" y="537"/>
                    <a:pt x="4633" y="652"/>
                  </a:cubicBezTo>
                  <a:cubicBezTo>
                    <a:pt x="3216" y="996"/>
                    <a:pt x="1800" y="1264"/>
                    <a:pt x="383" y="12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4443575" y="4462525"/>
              <a:ext cx="115850" cy="23000"/>
            </a:xfrm>
            <a:custGeom>
              <a:avLst/>
              <a:gdLst/>
              <a:ahLst/>
              <a:cxnLst/>
              <a:rect l="l" t="t" r="r" b="b"/>
              <a:pathLst>
                <a:path w="4634" h="920" extrusionOk="0">
                  <a:moveTo>
                    <a:pt x="1494" y="881"/>
                  </a:moveTo>
                  <a:cubicBezTo>
                    <a:pt x="1073" y="843"/>
                    <a:pt x="652" y="766"/>
                    <a:pt x="269" y="651"/>
                  </a:cubicBezTo>
                  <a:cubicBezTo>
                    <a:pt x="116" y="613"/>
                    <a:pt x="1" y="498"/>
                    <a:pt x="1" y="345"/>
                  </a:cubicBezTo>
                  <a:cubicBezTo>
                    <a:pt x="1" y="192"/>
                    <a:pt x="116" y="39"/>
                    <a:pt x="269" y="39"/>
                  </a:cubicBezTo>
                  <a:cubicBezTo>
                    <a:pt x="499" y="77"/>
                    <a:pt x="690" y="153"/>
                    <a:pt x="920" y="230"/>
                  </a:cubicBezTo>
                  <a:cubicBezTo>
                    <a:pt x="1264" y="268"/>
                    <a:pt x="1609" y="307"/>
                    <a:pt x="1953" y="307"/>
                  </a:cubicBezTo>
                  <a:cubicBezTo>
                    <a:pt x="2757" y="268"/>
                    <a:pt x="3523" y="153"/>
                    <a:pt x="4289" y="0"/>
                  </a:cubicBezTo>
                  <a:cubicBezTo>
                    <a:pt x="4442" y="0"/>
                    <a:pt x="4595" y="115"/>
                    <a:pt x="4595" y="268"/>
                  </a:cubicBezTo>
                  <a:cubicBezTo>
                    <a:pt x="4633" y="421"/>
                    <a:pt x="4518" y="536"/>
                    <a:pt x="4365" y="575"/>
                  </a:cubicBezTo>
                  <a:cubicBezTo>
                    <a:pt x="4021" y="651"/>
                    <a:pt x="3714" y="689"/>
                    <a:pt x="3370" y="728"/>
                  </a:cubicBezTo>
                  <a:cubicBezTo>
                    <a:pt x="2757" y="843"/>
                    <a:pt x="2145" y="919"/>
                    <a:pt x="1532" y="8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5076225" y="4168700"/>
              <a:ext cx="50750" cy="78500"/>
            </a:xfrm>
            <a:custGeom>
              <a:avLst/>
              <a:gdLst/>
              <a:ahLst/>
              <a:cxnLst/>
              <a:rect l="l" t="t" r="r" b="b"/>
              <a:pathLst>
                <a:path w="2030" h="3140" extrusionOk="0">
                  <a:moveTo>
                    <a:pt x="192" y="3063"/>
                  </a:moveTo>
                  <a:cubicBezTo>
                    <a:pt x="39" y="2986"/>
                    <a:pt x="0" y="2795"/>
                    <a:pt x="77" y="2680"/>
                  </a:cubicBezTo>
                  <a:cubicBezTo>
                    <a:pt x="498" y="1991"/>
                    <a:pt x="919" y="1340"/>
                    <a:pt x="1226" y="651"/>
                  </a:cubicBezTo>
                  <a:cubicBezTo>
                    <a:pt x="1264" y="498"/>
                    <a:pt x="1264" y="345"/>
                    <a:pt x="1379" y="230"/>
                  </a:cubicBezTo>
                  <a:cubicBezTo>
                    <a:pt x="1647" y="0"/>
                    <a:pt x="2029" y="307"/>
                    <a:pt x="1838" y="613"/>
                  </a:cubicBezTo>
                  <a:cubicBezTo>
                    <a:pt x="1570" y="1455"/>
                    <a:pt x="1034" y="2182"/>
                    <a:pt x="575" y="2948"/>
                  </a:cubicBezTo>
                  <a:cubicBezTo>
                    <a:pt x="498" y="3063"/>
                    <a:pt x="307" y="3140"/>
                    <a:pt x="192" y="30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8"/>
            <p:cNvSpPr/>
            <p:nvPr/>
          </p:nvSpPr>
          <p:spPr>
            <a:xfrm>
              <a:off x="4509625" y="4750600"/>
              <a:ext cx="112950" cy="32575"/>
            </a:xfrm>
            <a:custGeom>
              <a:avLst/>
              <a:gdLst/>
              <a:ahLst/>
              <a:cxnLst/>
              <a:rect l="l" t="t" r="r" b="b"/>
              <a:pathLst>
                <a:path w="4518" h="1303" extrusionOk="0">
                  <a:moveTo>
                    <a:pt x="4135" y="1302"/>
                  </a:moveTo>
                  <a:cubicBezTo>
                    <a:pt x="2872" y="1226"/>
                    <a:pt x="1570" y="1264"/>
                    <a:pt x="383" y="766"/>
                  </a:cubicBezTo>
                  <a:cubicBezTo>
                    <a:pt x="230" y="690"/>
                    <a:pt x="39" y="575"/>
                    <a:pt x="39" y="384"/>
                  </a:cubicBezTo>
                  <a:cubicBezTo>
                    <a:pt x="0" y="154"/>
                    <a:pt x="345" y="1"/>
                    <a:pt x="498" y="192"/>
                  </a:cubicBezTo>
                  <a:cubicBezTo>
                    <a:pt x="728" y="307"/>
                    <a:pt x="996" y="384"/>
                    <a:pt x="1264" y="460"/>
                  </a:cubicBezTo>
                  <a:cubicBezTo>
                    <a:pt x="2183" y="652"/>
                    <a:pt x="3178" y="690"/>
                    <a:pt x="4135" y="728"/>
                  </a:cubicBezTo>
                  <a:cubicBezTo>
                    <a:pt x="4518" y="728"/>
                    <a:pt x="4518" y="1264"/>
                    <a:pt x="4135" y="13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5177675" y="4510375"/>
              <a:ext cx="59375" cy="67025"/>
            </a:xfrm>
            <a:custGeom>
              <a:avLst/>
              <a:gdLst/>
              <a:ahLst/>
              <a:cxnLst/>
              <a:rect l="l" t="t" r="r" b="b"/>
              <a:pathLst>
                <a:path w="2375" h="2681" extrusionOk="0">
                  <a:moveTo>
                    <a:pt x="115" y="2566"/>
                  </a:moveTo>
                  <a:cubicBezTo>
                    <a:pt x="1" y="2451"/>
                    <a:pt x="1" y="2259"/>
                    <a:pt x="115" y="2144"/>
                  </a:cubicBezTo>
                  <a:cubicBezTo>
                    <a:pt x="307" y="1953"/>
                    <a:pt x="498" y="1723"/>
                    <a:pt x="690" y="1532"/>
                  </a:cubicBezTo>
                  <a:cubicBezTo>
                    <a:pt x="1072" y="1072"/>
                    <a:pt x="1455" y="651"/>
                    <a:pt x="1800" y="154"/>
                  </a:cubicBezTo>
                  <a:cubicBezTo>
                    <a:pt x="1915" y="39"/>
                    <a:pt x="2106" y="1"/>
                    <a:pt x="2221" y="115"/>
                  </a:cubicBezTo>
                  <a:cubicBezTo>
                    <a:pt x="2336" y="192"/>
                    <a:pt x="2374" y="383"/>
                    <a:pt x="2259" y="498"/>
                  </a:cubicBezTo>
                  <a:cubicBezTo>
                    <a:pt x="2030" y="843"/>
                    <a:pt x="1762" y="1149"/>
                    <a:pt x="1494" y="1455"/>
                  </a:cubicBezTo>
                  <a:cubicBezTo>
                    <a:pt x="1187" y="1838"/>
                    <a:pt x="843" y="2221"/>
                    <a:pt x="498" y="2566"/>
                  </a:cubicBezTo>
                  <a:cubicBezTo>
                    <a:pt x="422" y="2680"/>
                    <a:pt x="230" y="2680"/>
                    <a:pt x="115" y="25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4089450" y="3240325"/>
              <a:ext cx="74675" cy="66050"/>
            </a:xfrm>
            <a:custGeom>
              <a:avLst/>
              <a:gdLst/>
              <a:ahLst/>
              <a:cxnLst/>
              <a:rect l="l" t="t" r="r" b="b"/>
              <a:pathLst>
                <a:path w="2987" h="2642" extrusionOk="0">
                  <a:moveTo>
                    <a:pt x="192" y="2527"/>
                  </a:moveTo>
                  <a:cubicBezTo>
                    <a:pt x="77" y="2450"/>
                    <a:pt x="1" y="2297"/>
                    <a:pt x="39" y="2144"/>
                  </a:cubicBezTo>
                  <a:cubicBezTo>
                    <a:pt x="116" y="2029"/>
                    <a:pt x="231" y="1952"/>
                    <a:pt x="345" y="1991"/>
                  </a:cubicBezTo>
                  <a:cubicBezTo>
                    <a:pt x="537" y="1914"/>
                    <a:pt x="728" y="1838"/>
                    <a:pt x="881" y="1723"/>
                  </a:cubicBezTo>
                  <a:cubicBezTo>
                    <a:pt x="1303" y="1416"/>
                    <a:pt x="1685" y="1072"/>
                    <a:pt x="2030" y="689"/>
                  </a:cubicBezTo>
                  <a:cubicBezTo>
                    <a:pt x="2183" y="498"/>
                    <a:pt x="2298" y="345"/>
                    <a:pt x="2451" y="153"/>
                  </a:cubicBezTo>
                  <a:cubicBezTo>
                    <a:pt x="2528" y="0"/>
                    <a:pt x="2719" y="0"/>
                    <a:pt x="2834" y="77"/>
                  </a:cubicBezTo>
                  <a:cubicBezTo>
                    <a:pt x="2987" y="191"/>
                    <a:pt x="2987" y="345"/>
                    <a:pt x="2910" y="498"/>
                  </a:cubicBezTo>
                  <a:cubicBezTo>
                    <a:pt x="2604" y="919"/>
                    <a:pt x="2260" y="1302"/>
                    <a:pt x="1915" y="1608"/>
                  </a:cubicBezTo>
                  <a:cubicBezTo>
                    <a:pt x="1494" y="1991"/>
                    <a:pt x="805" y="2642"/>
                    <a:pt x="192" y="25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4247375" y="3121625"/>
              <a:ext cx="78500" cy="63200"/>
            </a:xfrm>
            <a:custGeom>
              <a:avLst/>
              <a:gdLst/>
              <a:ahLst/>
              <a:cxnLst/>
              <a:rect l="l" t="t" r="r" b="b"/>
              <a:pathLst>
                <a:path w="3140" h="2528" extrusionOk="0">
                  <a:moveTo>
                    <a:pt x="192" y="2336"/>
                  </a:moveTo>
                  <a:cubicBezTo>
                    <a:pt x="1" y="2221"/>
                    <a:pt x="39" y="1838"/>
                    <a:pt x="269" y="1800"/>
                  </a:cubicBezTo>
                  <a:cubicBezTo>
                    <a:pt x="384" y="1762"/>
                    <a:pt x="460" y="1724"/>
                    <a:pt x="537" y="1685"/>
                  </a:cubicBezTo>
                  <a:cubicBezTo>
                    <a:pt x="996" y="1456"/>
                    <a:pt x="1417" y="1226"/>
                    <a:pt x="1800" y="881"/>
                  </a:cubicBezTo>
                  <a:cubicBezTo>
                    <a:pt x="1953" y="766"/>
                    <a:pt x="2068" y="613"/>
                    <a:pt x="2221" y="460"/>
                  </a:cubicBezTo>
                  <a:cubicBezTo>
                    <a:pt x="2374" y="269"/>
                    <a:pt x="2527" y="1"/>
                    <a:pt x="2795" y="192"/>
                  </a:cubicBezTo>
                  <a:cubicBezTo>
                    <a:pt x="3140" y="499"/>
                    <a:pt x="2489" y="958"/>
                    <a:pt x="2298" y="1188"/>
                  </a:cubicBezTo>
                  <a:cubicBezTo>
                    <a:pt x="2030" y="1494"/>
                    <a:pt x="575" y="2528"/>
                    <a:pt x="192" y="23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4409125" y="2994350"/>
              <a:ext cx="84250" cy="71800"/>
            </a:xfrm>
            <a:custGeom>
              <a:avLst/>
              <a:gdLst/>
              <a:ahLst/>
              <a:cxnLst/>
              <a:rect l="l" t="t" r="r" b="b"/>
              <a:pathLst>
                <a:path w="3370" h="2872" extrusionOk="0">
                  <a:moveTo>
                    <a:pt x="1" y="2297"/>
                  </a:moveTo>
                  <a:cubicBezTo>
                    <a:pt x="1" y="2144"/>
                    <a:pt x="115" y="2029"/>
                    <a:pt x="230" y="1991"/>
                  </a:cubicBezTo>
                  <a:lnTo>
                    <a:pt x="230" y="1991"/>
                  </a:lnTo>
                  <a:cubicBezTo>
                    <a:pt x="192" y="1991"/>
                    <a:pt x="192" y="2029"/>
                    <a:pt x="192" y="2029"/>
                  </a:cubicBezTo>
                  <a:cubicBezTo>
                    <a:pt x="1149" y="1646"/>
                    <a:pt x="2068" y="1110"/>
                    <a:pt x="2681" y="268"/>
                  </a:cubicBezTo>
                  <a:cubicBezTo>
                    <a:pt x="2910" y="0"/>
                    <a:pt x="3370" y="345"/>
                    <a:pt x="3140" y="651"/>
                  </a:cubicBezTo>
                  <a:cubicBezTo>
                    <a:pt x="2604" y="1340"/>
                    <a:pt x="1838" y="1876"/>
                    <a:pt x="1034" y="2259"/>
                  </a:cubicBezTo>
                  <a:cubicBezTo>
                    <a:pt x="728" y="2374"/>
                    <a:pt x="77" y="2871"/>
                    <a:pt x="1" y="22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4590975" y="2905325"/>
              <a:ext cx="84250" cy="42150"/>
            </a:xfrm>
            <a:custGeom>
              <a:avLst/>
              <a:gdLst/>
              <a:ahLst/>
              <a:cxnLst/>
              <a:rect l="l" t="t" r="r" b="b"/>
              <a:pathLst>
                <a:path w="3370" h="1686" extrusionOk="0">
                  <a:moveTo>
                    <a:pt x="383" y="1685"/>
                  </a:moveTo>
                  <a:cubicBezTo>
                    <a:pt x="1" y="1609"/>
                    <a:pt x="77" y="1073"/>
                    <a:pt x="460" y="1111"/>
                  </a:cubicBezTo>
                  <a:cubicBezTo>
                    <a:pt x="996" y="1073"/>
                    <a:pt x="1494" y="843"/>
                    <a:pt x="1991" y="690"/>
                  </a:cubicBezTo>
                  <a:cubicBezTo>
                    <a:pt x="2259" y="575"/>
                    <a:pt x="2489" y="422"/>
                    <a:pt x="2719" y="269"/>
                  </a:cubicBezTo>
                  <a:cubicBezTo>
                    <a:pt x="2872" y="154"/>
                    <a:pt x="3140" y="1"/>
                    <a:pt x="3293" y="230"/>
                  </a:cubicBezTo>
                  <a:cubicBezTo>
                    <a:pt x="3370" y="345"/>
                    <a:pt x="3370" y="537"/>
                    <a:pt x="3255" y="613"/>
                  </a:cubicBezTo>
                  <a:cubicBezTo>
                    <a:pt x="2795" y="920"/>
                    <a:pt x="2298" y="1187"/>
                    <a:pt x="1800" y="1341"/>
                  </a:cubicBezTo>
                  <a:cubicBezTo>
                    <a:pt x="1340" y="1494"/>
                    <a:pt x="843" y="1685"/>
                    <a:pt x="345" y="16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8"/>
            <p:cNvSpPr/>
            <p:nvPr/>
          </p:nvSpPr>
          <p:spPr>
            <a:xfrm>
              <a:off x="2775375" y="3536050"/>
              <a:ext cx="92850" cy="36400"/>
            </a:xfrm>
            <a:custGeom>
              <a:avLst/>
              <a:gdLst/>
              <a:ahLst/>
              <a:cxnLst/>
              <a:rect l="l" t="t" r="r" b="b"/>
              <a:pathLst>
                <a:path w="3714" h="1456" extrusionOk="0">
                  <a:moveTo>
                    <a:pt x="2527" y="1417"/>
                  </a:moveTo>
                  <a:cubicBezTo>
                    <a:pt x="1914" y="1379"/>
                    <a:pt x="268" y="1111"/>
                    <a:pt x="39" y="460"/>
                  </a:cubicBezTo>
                  <a:cubicBezTo>
                    <a:pt x="0" y="116"/>
                    <a:pt x="421" y="1"/>
                    <a:pt x="575" y="269"/>
                  </a:cubicBezTo>
                  <a:cubicBezTo>
                    <a:pt x="1187" y="690"/>
                    <a:pt x="1953" y="766"/>
                    <a:pt x="2680" y="881"/>
                  </a:cubicBezTo>
                  <a:cubicBezTo>
                    <a:pt x="2872" y="881"/>
                    <a:pt x="3063" y="881"/>
                    <a:pt x="3216" y="881"/>
                  </a:cubicBezTo>
                  <a:cubicBezTo>
                    <a:pt x="3331" y="843"/>
                    <a:pt x="3446" y="843"/>
                    <a:pt x="3522" y="919"/>
                  </a:cubicBezTo>
                  <a:cubicBezTo>
                    <a:pt x="3714" y="1073"/>
                    <a:pt x="3637" y="1417"/>
                    <a:pt x="3369" y="1417"/>
                  </a:cubicBezTo>
                  <a:cubicBezTo>
                    <a:pt x="3101" y="1455"/>
                    <a:pt x="2833" y="1455"/>
                    <a:pt x="2527" y="14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8"/>
            <p:cNvSpPr/>
            <p:nvPr/>
          </p:nvSpPr>
          <p:spPr>
            <a:xfrm>
              <a:off x="2965825" y="3571475"/>
              <a:ext cx="94775" cy="29675"/>
            </a:xfrm>
            <a:custGeom>
              <a:avLst/>
              <a:gdLst/>
              <a:ahLst/>
              <a:cxnLst/>
              <a:rect l="l" t="t" r="r" b="b"/>
              <a:pathLst>
                <a:path w="3791" h="1187" extrusionOk="0">
                  <a:moveTo>
                    <a:pt x="2374" y="1187"/>
                  </a:moveTo>
                  <a:cubicBezTo>
                    <a:pt x="1723" y="1149"/>
                    <a:pt x="1111" y="919"/>
                    <a:pt x="498" y="689"/>
                  </a:cubicBezTo>
                  <a:cubicBezTo>
                    <a:pt x="307" y="574"/>
                    <a:pt x="1" y="536"/>
                    <a:pt x="39" y="268"/>
                  </a:cubicBezTo>
                  <a:cubicBezTo>
                    <a:pt x="39" y="77"/>
                    <a:pt x="192" y="0"/>
                    <a:pt x="345" y="0"/>
                  </a:cubicBezTo>
                  <a:cubicBezTo>
                    <a:pt x="460" y="38"/>
                    <a:pt x="613" y="115"/>
                    <a:pt x="728" y="153"/>
                  </a:cubicBezTo>
                  <a:cubicBezTo>
                    <a:pt x="1609" y="536"/>
                    <a:pt x="2527" y="728"/>
                    <a:pt x="3446" y="574"/>
                  </a:cubicBezTo>
                  <a:cubicBezTo>
                    <a:pt x="3599" y="574"/>
                    <a:pt x="3753" y="689"/>
                    <a:pt x="3791" y="842"/>
                  </a:cubicBezTo>
                  <a:cubicBezTo>
                    <a:pt x="3791" y="996"/>
                    <a:pt x="3676" y="1110"/>
                    <a:pt x="3523" y="1149"/>
                  </a:cubicBezTo>
                  <a:cubicBezTo>
                    <a:pt x="3140" y="1187"/>
                    <a:pt x="2757" y="1187"/>
                    <a:pt x="2374" y="11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8"/>
            <p:cNvSpPr/>
            <p:nvPr/>
          </p:nvSpPr>
          <p:spPr>
            <a:xfrm>
              <a:off x="3209900" y="3562850"/>
              <a:ext cx="105300" cy="23000"/>
            </a:xfrm>
            <a:custGeom>
              <a:avLst/>
              <a:gdLst/>
              <a:ahLst/>
              <a:cxnLst/>
              <a:rect l="l" t="t" r="r" b="b"/>
              <a:pathLst>
                <a:path w="4212" h="920" extrusionOk="0">
                  <a:moveTo>
                    <a:pt x="2029" y="881"/>
                  </a:moveTo>
                  <a:cubicBezTo>
                    <a:pt x="1570" y="843"/>
                    <a:pt x="1149" y="843"/>
                    <a:pt x="689" y="766"/>
                  </a:cubicBezTo>
                  <a:cubicBezTo>
                    <a:pt x="536" y="766"/>
                    <a:pt x="383" y="728"/>
                    <a:pt x="268" y="651"/>
                  </a:cubicBezTo>
                  <a:cubicBezTo>
                    <a:pt x="0" y="422"/>
                    <a:pt x="268" y="1"/>
                    <a:pt x="574" y="192"/>
                  </a:cubicBezTo>
                  <a:cubicBezTo>
                    <a:pt x="1493" y="345"/>
                    <a:pt x="2374" y="345"/>
                    <a:pt x="3292" y="307"/>
                  </a:cubicBezTo>
                  <a:cubicBezTo>
                    <a:pt x="3446" y="307"/>
                    <a:pt x="3599" y="307"/>
                    <a:pt x="3752" y="269"/>
                  </a:cubicBezTo>
                  <a:cubicBezTo>
                    <a:pt x="4135" y="230"/>
                    <a:pt x="4211" y="766"/>
                    <a:pt x="3828" y="843"/>
                  </a:cubicBezTo>
                  <a:cubicBezTo>
                    <a:pt x="3216" y="919"/>
                    <a:pt x="2642" y="919"/>
                    <a:pt x="2029" y="8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3440550" y="3527450"/>
              <a:ext cx="74675" cy="22975"/>
            </a:xfrm>
            <a:custGeom>
              <a:avLst/>
              <a:gdLst/>
              <a:ahLst/>
              <a:cxnLst/>
              <a:rect l="l" t="t" r="r" b="b"/>
              <a:pathLst>
                <a:path w="2987" h="919" extrusionOk="0">
                  <a:moveTo>
                    <a:pt x="536" y="919"/>
                  </a:moveTo>
                  <a:cubicBezTo>
                    <a:pt x="422" y="919"/>
                    <a:pt x="268" y="919"/>
                    <a:pt x="154" y="842"/>
                  </a:cubicBezTo>
                  <a:cubicBezTo>
                    <a:pt x="0" y="728"/>
                    <a:pt x="0" y="498"/>
                    <a:pt x="154" y="383"/>
                  </a:cubicBezTo>
                  <a:cubicBezTo>
                    <a:pt x="268" y="306"/>
                    <a:pt x="422" y="306"/>
                    <a:pt x="536" y="345"/>
                  </a:cubicBezTo>
                  <a:cubicBezTo>
                    <a:pt x="996" y="345"/>
                    <a:pt x="1494" y="306"/>
                    <a:pt x="1953" y="230"/>
                  </a:cubicBezTo>
                  <a:cubicBezTo>
                    <a:pt x="2144" y="153"/>
                    <a:pt x="2336" y="115"/>
                    <a:pt x="2489" y="77"/>
                  </a:cubicBezTo>
                  <a:cubicBezTo>
                    <a:pt x="2642" y="0"/>
                    <a:pt x="2872" y="0"/>
                    <a:pt x="2948" y="192"/>
                  </a:cubicBezTo>
                  <a:cubicBezTo>
                    <a:pt x="2987" y="345"/>
                    <a:pt x="2948" y="498"/>
                    <a:pt x="2795" y="574"/>
                  </a:cubicBezTo>
                  <a:cubicBezTo>
                    <a:pt x="2068" y="842"/>
                    <a:pt x="1302" y="919"/>
                    <a:pt x="536" y="9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2321700" y="2710075"/>
              <a:ext cx="67975" cy="27800"/>
            </a:xfrm>
            <a:custGeom>
              <a:avLst/>
              <a:gdLst/>
              <a:ahLst/>
              <a:cxnLst/>
              <a:rect l="l" t="t" r="r" b="b"/>
              <a:pathLst>
                <a:path w="2719" h="1112" extrusionOk="0">
                  <a:moveTo>
                    <a:pt x="2106" y="920"/>
                  </a:moveTo>
                  <a:cubicBezTo>
                    <a:pt x="1762" y="728"/>
                    <a:pt x="1379" y="613"/>
                    <a:pt x="996" y="575"/>
                  </a:cubicBezTo>
                  <a:cubicBezTo>
                    <a:pt x="766" y="575"/>
                    <a:pt x="537" y="575"/>
                    <a:pt x="269" y="575"/>
                  </a:cubicBezTo>
                  <a:cubicBezTo>
                    <a:pt x="116" y="575"/>
                    <a:pt x="1" y="460"/>
                    <a:pt x="1" y="307"/>
                  </a:cubicBezTo>
                  <a:cubicBezTo>
                    <a:pt x="1" y="154"/>
                    <a:pt x="116" y="1"/>
                    <a:pt x="269" y="1"/>
                  </a:cubicBezTo>
                  <a:cubicBezTo>
                    <a:pt x="613" y="1"/>
                    <a:pt x="996" y="1"/>
                    <a:pt x="1341" y="39"/>
                  </a:cubicBezTo>
                  <a:cubicBezTo>
                    <a:pt x="1685" y="116"/>
                    <a:pt x="2068" y="231"/>
                    <a:pt x="2413" y="422"/>
                  </a:cubicBezTo>
                  <a:cubicBezTo>
                    <a:pt x="2719" y="613"/>
                    <a:pt x="2451" y="1111"/>
                    <a:pt x="2106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2451875" y="2770375"/>
              <a:ext cx="43100" cy="46925"/>
            </a:xfrm>
            <a:custGeom>
              <a:avLst/>
              <a:gdLst/>
              <a:ahLst/>
              <a:cxnLst/>
              <a:rect l="l" t="t" r="r" b="b"/>
              <a:pathLst>
                <a:path w="1724" h="1877" extrusionOk="0">
                  <a:moveTo>
                    <a:pt x="1072" y="1609"/>
                  </a:moveTo>
                  <a:cubicBezTo>
                    <a:pt x="881" y="1341"/>
                    <a:pt x="651" y="1111"/>
                    <a:pt x="383" y="919"/>
                  </a:cubicBezTo>
                  <a:cubicBezTo>
                    <a:pt x="192" y="843"/>
                    <a:pt x="0" y="613"/>
                    <a:pt x="192" y="422"/>
                  </a:cubicBezTo>
                  <a:cubicBezTo>
                    <a:pt x="536" y="1"/>
                    <a:pt x="1302" y="996"/>
                    <a:pt x="1532" y="1264"/>
                  </a:cubicBezTo>
                  <a:cubicBezTo>
                    <a:pt x="1723" y="1532"/>
                    <a:pt x="1302" y="1877"/>
                    <a:pt x="1072" y="16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2566725" y="2879500"/>
              <a:ext cx="37350" cy="41175"/>
            </a:xfrm>
            <a:custGeom>
              <a:avLst/>
              <a:gdLst/>
              <a:ahLst/>
              <a:cxnLst/>
              <a:rect l="l" t="t" r="r" b="b"/>
              <a:pathLst>
                <a:path w="1494" h="1647" extrusionOk="0">
                  <a:moveTo>
                    <a:pt x="957" y="1455"/>
                  </a:moveTo>
                  <a:cubicBezTo>
                    <a:pt x="804" y="1187"/>
                    <a:pt x="613" y="919"/>
                    <a:pt x="345" y="727"/>
                  </a:cubicBezTo>
                  <a:cubicBezTo>
                    <a:pt x="0" y="498"/>
                    <a:pt x="345" y="0"/>
                    <a:pt x="690" y="268"/>
                  </a:cubicBezTo>
                  <a:cubicBezTo>
                    <a:pt x="957" y="498"/>
                    <a:pt x="1187" y="804"/>
                    <a:pt x="1417" y="1072"/>
                  </a:cubicBezTo>
                  <a:cubicBezTo>
                    <a:pt x="1455" y="1149"/>
                    <a:pt x="1493" y="1225"/>
                    <a:pt x="1455" y="1302"/>
                  </a:cubicBezTo>
                  <a:cubicBezTo>
                    <a:pt x="1455" y="1531"/>
                    <a:pt x="1111" y="1646"/>
                    <a:pt x="957" y="14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2644250" y="2995300"/>
              <a:ext cx="35425" cy="40225"/>
            </a:xfrm>
            <a:custGeom>
              <a:avLst/>
              <a:gdLst/>
              <a:ahLst/>
              <a:cxnLst/>
              <a:rect l="l" t="t" r="r" b="b"/>
              <a:pathLst>
                <a:path w="1417" h="1609" extrusionOk="0">
                  <a:moveTo>
                    <a:pt x="843" y="1417"/>
                  </a:moveTo>
                  <a:cubicBezTo>
                    <a:pt x="728" y="1149"/>
                    <a:pt x="575" y="919"/>
                    <a:pt x="383" y="728"/>
                  </a:cubicBezTo>
                  <a:cubicBezTo>
                    <a:pt x="0" y="498"/>
                    <a:pt x="307" y="0"/>
                    <a:pt x="651" y="230"/>
                  </a:cubicBezTo>
                  <a:cubicBezTo>
                    <a:pt x="957" y="460"/>
                    <a:pt x="1149" y="804"/>
                    <a:pt x="1340" y="1111"/>
                  </a:cubicBezTo>
                  <a:cubicBezTo>
                    <a:pt x="1417" y="1264"/>
                    <a:pt x="1379" y="1417"/>
                    <a:pt x="1225" y="1532"/>
                  </a:cubicBezTo>
                  <a:cubicBezTo>
                    <a:pt x="1111" y="1608"/>
                    <a:pt x="919" y="1532"/>
                    <a:pt x="843" y="14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5465750" y="2708175"/>
              <a:ext cx="39275" cy="45000"/>
            </a:xfrm>
            <a:custGeom>
              <a:avLst/>
              <a:gdLst/>
              <a:ahLst/>
              <a:cxnLst/>
              <a:rect l="l" t="t" r="r" b="b"/>
              <a:pathLst>
                <a:path w="1571" h="1800" extrusionOk="0">
                  <a:moveTo>
                    <a:pt x="575" y="1761"/>
                  </a:moveTo>
                  <a:cubicBezTo>
                    <a:pt x="1" y="1493"/>
                    <a:pt x="652" y="613"/>
                    <a:pt x="920" y="307"/>
                  </a:cubicBezTo>
                  <a:cubicBezTo>
                    <a:pt x="1149" y="0"/>
                    <a:pt x="1571" y="345"/>
                    <a:pt x="1341" y="651"/>
                  </a:cubicBezTo>
                  <a:cubicBezTo>
                    <a:pt x="1188" y="881"/>
                    <a:pt x="996" y="1110"/>
                    <a:pt x="920" y="1378"/>
                  </a:cubicBezTo>
                  <a:cubicBezTo>
                    <a:pt x="996" y="1608"/>
                    <a:pt x="767" y="1800"/>
                    <a:pt x="575" y="17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5578700" y="2600025"/>
              <a:ext cx="46925" cy="48825"/>
            </a:xfrm>
            <a:custGeom>
              <a:avLst/>
              <a:gdLst/>
              <a:ahLst/>
              <a:cxnLst/>
              <a:rect l="l" t="t" r="r" b="b"/>
              <a:pathLst>
                <a:path w="1877" h="1953" extrusionOk="0">
                  <a:moveTo>
                    <a:pt x="77" y="1723"/>
                  </a:moveTo>
                  <a:cubicBezTo>
                    <a:pt x="0" y="1187"/>
                    <a:pt x="881" y="498"/>
                    <a:pt x="1264" y="192"/>
                  </a:cubicBezTo>
                  <a:cubicBezTo>
                    <a:pt x="1570" y="0"/>
                    <a:pt x="1876" y="421"/>
                    <a:pt x="1608" y="651"/>
                  </a:cubicBezTo>
                  <a:cubicBezTo>
                    <a:pt x="1340" y="842"/>
                    <a:pt x="1111" y="1072"/>
                    <a:pt x="881" y="1302"/>
                  </a:cubicBezTo>
                  <a:cubicBezTo>
                    <a:pt x="804" y="1417"/>
                    <a:pt x="728" y="1493"/>
                    <a:pt x="651" y="1646"/>
                  </a:cubicBezTo>
                  <a:cubicBezTo>
                    <a:pt x="651" y="1761"/>
                    <a:pt x="536" y="1876"/>
                    <a:pt x="422" y="1914"/>
                  </a:cubicBezTo>
                  <a:cubicBezTo>
                    <a:pt x="307" y="1953"/>
                    <a:pt x="154" y="1838"/>
                    <a:pt x="77" y="17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5670575" y="2530150"/>
              <a:ext cx="28750" cy="24900"/>
            </a:xfrm>
            <a:custGeom>
              <a:avLst/>
              <a:gdLst/>
              <a:ahLst/>
              <a:cxnLst/>
              <a:rect l="l" t="t" r="r" b="b"/>
              <a:pathLst>
                <a:path w="1150" h="996" extrusionOk="0">
                  <a:moveTo>
                    <a:pt x="77" y="766"/>
                  </a:moveTo>
                  <a:cubicBezTo>
                    <a:pt x="1" y="536"/>
                    <a:pt x="192" y="383"/>
                    <a:pt x="345" y="307"/>
                  </a:cubicBezTo>
                  <a:cubicBezTo>
                    <a:pt x="537" y="154"/>
                    <a:pt x="805" y="0"/>
                    <a:pt x="958" y="268"/>
                  </a:cubicBezTo>
                  <a:cubicBezTo>
                    <a:pt x="1149" y="575"/>
                    <a:pt x="766" y="690"/>
                    <a:pt x="575" y="843"/>
                  </a:cubicBezTo>
                  <a:cubicBezTo>
                    <a:pt x="422" y="996"/>
                    <a:pt x="154" y="958"/>
                    <a:pt x="77" y="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5621775" y="3406850"/>
              <a:ext cx="209625" cy="256525"/>
            </a:xfrm>
            <a:custGeom>
              <a:avLst/>
              <a:gdLst/>
              <a:ahLst/>
              <a:cxnLst/>
              <a:rect l="l" t="t" r="r" b="b"/>
              <a:pathLst>
                <a:path w="8385" h="10261" extrusionOk="0">
                  <a:moveTo>
                    <a:pt x="7695" y="9954"/>
                  </a:moveTo>
                  <a:cubicBezTo>
                    <a:pt x="5666" y="6662"/>
                    <a:pt x="3561" y="3293"/>
                    <a:pt x="460" y="843"/>
                  </a:cubicBezTo>
                  <a:cubicBezTo>
                    <a:pt x="0" y="575"/>
                    <a:pt x="383" y="0"/>
                    <a:pt x="804" y="383"/>
                  </a:cubicBezTo>
                  <a:cubicBezTo>
                    <a:pt x="2259" y="1532"/>
                    <a:pt x="3561" y="2872"/>
                    <a:pt x="4671" y="4365"/>
                  </a:cubicBezTo>
                  <a:cubicBezTo>
                    <a:pt x="5934" y="6049"/>
                    <a:pt x="7083" y="7849"/>
                    <a:pt x="8193" y="9648"/>
                  </a:cubicBezTo>
                  <a:cubicBezTo>
                    <a:pt x="8384" y="9992"/>
                    <a:pt x="7925" y="10260"/>
                    <a:pt x="7695" y="99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5837125" y="3693975"/>
              <a:ext cx="50750" cy="77550"/>
            </a:xfrm>
            <a:custGeom>
              <a:avLst/>
              <a:gdLst/>
              <a:ahLst/>
              <a:cxnLst/>
              <a:rect l="l" t="t" r="r" b="b"/>
              <a:pathLst>
                <a:path w="2030" h="3102" extrusionOk="0">
                  <a:moveTo>
                    <a:pt x="1378" y="2795"/>
                  </a:moveTo>
                  <a:cubicBezTo>
                    <a:pt x="1034" y="2259"/>
                    <a:pt x="727" y="1685"/>
                    <a:pt x="421" y="1111"/>
                  </a:cubicBezTo>
                  <a:cubicBezTo>
                    <a:pt x="345" y="958"/>
                    <a:pt x="230" y="766"/>
                    <a:pt x="153" y="575"/>
                  </a:cubicBezTo>
                  <a:cubicBezTo>
                    <a:pt x="0" y="230"/>
                    <a:pt x="536" y="0"/>
                    <a:pt x="689" y="345"/>
                  </a:cubicBezTo>
                  <a:cubicBezTo>
                    <a:pt x="1034" y="1111"/>
                    <a:pt x="1455" y="1800"/>
                    <a:pt x="1838" y="2489"/>
                  </a:cubicBezTo>
                  <a:cubicBezTo>
                    <a:pt x="2029" y="2833"/>
                    <a:pt x="1570" y="3101"/>
                    <a:pt x="1378" y="2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6040025" y="3504475"/>
              <a:ext cx="309150" cy="534075"/>
            </a:xfrm>
            <a:custGeom>
              <a:avLst/>
              <a:gdLst/>
              <a:ahLst/>
              <a:cxnLst/>
              <a:rect l="l" t="t" r="r" b="b"/>
              <a:pathLst>
                <a:path w="12366" h="21363" extrusionOk="0">
                  <a:moveTo>
                    <a:pt x="345" y="21324"/>
                  </a:moveTo>
                  <a:cubicBezTo>
                    <a:pt x="38" y="21286"/>
                    <a:pt x="0" y="20827"/>
                    <a:pt x="306" y="20750"/>
                  </a:cubicBezTo>
                  <a:cubicBezTo>
                    <a:pt x="498" y="20788"/>
                    <a:pt x="689" y="20674"/>
                    <a:pt x="842" y="20559"/>
                  </a:cubicBezTo>
                  <a:cubicBezTo>
                    <a:pt x="1417" y="20214"/>
                    <a:pt x="1914" y="19755"/>
                    <a:pt x="2374" y="19295"/>
                  </a:cubicBezTo>
                  <a:cubicBezTo>
                    <a:pt x="4594" y="16960"/>
                    <a:pt x="6508" y="14357"/>
                    <a:pt x="8078" y="11562"/>
                  </a:cubicBezTo>
                  <a:cubicBezTo>
                    <a:pt x="9380" y="8959"/>
                    <a:pt x="10605" y="6279"/>
                    <a:pt x="11294" y="3446"/>
                  </a:cubicBezTo>
                  <a:cubicBezTo>
                    <a:pt x="11485" y="2565"/>
                    <a:pt x="11638" y="1761"/>
                    <a:pt x="11638" y="881"/>
                  </a:cubicBezTo>
                  <a:cubicBezTo>
                    <a:pt x="11677" y="613"/>
                    <a:pt x="11447" y="230"/>
                    <a:pt x="11792" y="115"/>
                  </a:cubicBezTo>
                  <a:cubicBezTo>
                    <a:pt x="12366" y="0"/>
                    <a:pt x="12213" y="1187"/>
                    <a:pt x="12174" y="1493"/>
                  </a:cubicBezTo>
                  <a:cubicBezTo>
                    <a:pt x="11945" y="3829"/>
                    <a:pt x="11179" y="6087"/>
                    <a:pt x="10260" y="8231"/>
                  </a:cubicBezTo>
                  <a:cubicBezTo>
                    <a:pt x="9495" y="9916"/>
                    <a:pt x="8805" y="11600"/>
                    <a:pt x="7810" y="13132"/>
                  </a:cubicBezTo>
                  <a:cubicBezTo>
                    <a:pt x="6662" y="15008"/>
                    <a:pt x="5360" y="16769"/>
                    <a:pt x="3943" y="18415"/>
                  </a:cubicBezTo>
                  <a:cubicBezTo>
                    <a:pt x="3178" y="19372"/>
                    <a:pt x="2297" y="20252"/>
                    <a:pt x="1264" y="20980"/>
                  </a:cubicBezTo>
                  <a:cubicBezTo>
                    <a:pt x="996" y="21133"/>
                    <a:pt x="689" y="21363"/>
                    <a:pt x="345" y="213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4601500" y="2293750"/>
              <a:ext cx="75650" cy="159850"/>
            </a:xfrm>
            <a:custGeom>
              <a:avLst/>
              <a:gdLst/>
              <a:ahLst/>
              <a:cxnLst/>
              <a:rect l="l" t="t" r="r" b="b"/>
              <a:pathLst>
                <a:path w="3026" h="6394" extrusionOk="0">
                  <a:moveTo>
                    <a:pt x="2374" y="6049"/>
                  </a:moveTo>
                  <a:cubicBezTo>
                    <a:pt x="1800" y="4518"/>
                    <a:pt x="1149" y="2987"/>
                    <a:pt x="498" y="1455"/>
                  </a:cubicBezTo>
                  <a:cubicBezTo>
                    <a:pt x="345" y="1187"/>
                    <a:pt x="230" y="881"/>
                    <a:pt x="116" y="613"/>
                  </a:cubicBezTo>
                  <a:cubicBezTo>
                    <a:pt x="39" y="498"/>
                    <a:pt x="1" y="307"/>
                    <a:pt x="77" y="192"/>
                  </a:cubicBezTo>
                  <a:cubicBezTo>
                    <a:pt x="230" y="0"/>
                    <a:pt x="575" y="39"/>
                    <a:pt x="613" y="307"/>
                  </a:cubicBezTo>
                  <a:cubicBezTo>
                    <a:pt x="1379" y="2144"/>
                    <a:pt x="2221" y="3982"/>
                    <a:pt x="2910" y="5858"/>
                  </a:cubicBezTo>
                  <a:cubicBezTo>
                    <a:pt x="3025" y="6202"/>
                    <a:pt x="2489" y="6394"/>
                    <a:pt x="2374" y="60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4682850" y="2485175"/>
              <a:ext cx="24925" cy="53625"/>
            </a:xfrm>
            <a:custGeom>
              <a:avLst/>
              <a:gdLst/>
              <a:ahLst/>
              <a:cxnLst/>
              <a:rect l="l" t="t" r="r" b="b"/>
              <a:pathLst>
                <a:path w="997" h="2145" extrusionOk="0">
                  <a:moveTo>
                    <a:pt x="345" y="1761"/>
                  </a:moveTo>
                  <a:cubicBezTo>
                    <a:pt x="231" y="1302"/>
                    <a:pt x="116" y="842"/>
                    <a:pt x="39" y="383"/>
                  </a:cubicBezTo>
                  <a:cubicBezTo>
                    <a:pt x="1" y="230"/>
                    <a:pt x="77" y="77"/>
                    <a:pt x="231" y="38"/>
                  </a:cubicBezTo>
                  <a:cubicBezTo>
                    <a:pt x="384" y="0"/>
                    <a:pt x="537" y="115"/>
                    <a:pt x="575" y="268"/>
                  </a:cubicBezTo>
                  <a:cubicBezTo>
                    <a:pt x="690" y="728"/>
                    <a:pt x="805" y="1187"/>
                    <a:pt x="920" y="1646"/>
                  </a:cubicBezTo>
                  <a:cubicBezTo>
                    <a:pt x="996" y="1991"/>
                    <a:pt x="422" y="2144"/>
                    <a:pt x="345" y="17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2978275" y="1294550"/>
              <a:ext cx="113925" cy="35425"/>
            </a:xfrm>
            <a:custGeom>
              <a:avLst/>
              <a:gdLst/>
              <a:ahLst/>
              <a:cxnLst/>
              <a:rect l="l" t="t" r="r" b="b"/>
              <a:pathLst>
                <a:path w="4557" h="1417" extrusionOk="0">
                  <a:moveTo>
                    <a:pt x="4135" y="1417"/>
                  </a:moveTo>
                  <a:cubicBezTo>
                    <a:pt x="3063" y="1378"/>
                    <a:pt x="804" y="1225"/>
                    <a:pt x="77" y="421"/>
                  </a:cubicBezTo>
                  <a:cubicBezTo>
                    <a:pt x="0" y="306"/>
                    <a:pt x="39" y="115"/>
                    <a:pt x="192" y="38"/>
                  </a:cubicBezTo>
                  <a:cubicBezTo>
                    <a:pt x="307" y="0"/>
                    <a:pt x="422" y="0"/>
                    <a:pt x="536" y="115"/>
                  </a:cubicBezTo>
                  <a:cubicBezTo>
                    <a:pt x="766" y="230"/>
                    <a:pt x="996" y="345"/>
                    <a:pt x="1264" y="421"/>
                  </a:cubicBezTo>
                  <a:cubicBezTo>
                    <a:pt x="2183" y="689"/>
                    <a:pt x="3178" y="804"/>
                    <a:pt x="4173" y="842"/>
                  </a:cubicBezTo>
                  <a:cubicBezTo>
                    <a:pt x="4556" y="842"/>
                    <a:pt x="4518" y="1417"/>
                    <a:pt x="4135" y="14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3857850" y="880125"/>
              <a:ext cx="70850" cy="67025"/>
            </a:xfrm>
            <a:custGeom>
              <a:avLst/>
              <a:gdLst/>
              <a:ahLst/>
              <a:cxnLst/>
              <a:rect l="l" t="t" r="r" b="b"/>
              <a:pathLst>
                <a:path w="2834" h="2681" extrusionOk="0">
                  <a:moveTo>
                    <a:pt x="115" y="2336"/>
                  </a:moveTo>
                  <a:cubicBezTo>
                    <a:pt x="0" y="2221"/>
                    <a:pt x="38" y="2029"/>
                    <a:pt x="153" y="1953"/>
                  </a:cubicBezTo>
                  <a:cubicBezTo>
                    <a:pt x="383" y="1800"/>
                    <a:pt x="651" y="1685"/>
                    <a:pt x="842" y="1532"/>
                  </a:cubicBezTo>
                  <a:cubicBezTo>
                    <a:pt x="1264" y="1264"/>
                    <a:pt x="1646" y="996"/>
                    <a:pt x="1953" y="651"/>
                  </a:cubicBezTo>
                  <a:cubicBezTo>
                    <a:pt x="2182" y="460"/>
                    <a:pt x="2336" y="0"/>
                    <a:pt x="2680" y="192"/>
                  </a:cubicBezTo>
                  <a:cubicBezTo>
                    <a:pt x="2795" y="268"/>
                    <a:pt x="2833" y="460"/>
                    <a:pt x="2757" y="575"/>
                  </a:cubicBezTo>
                  <a:cubicBezTo>
                    <a:pt x="2297" y="1225"/>
                    <a:pt x="1646" y="1685"/>
                    <a:pt x="996" y="2106"/>
                  </a:cubicBezTo>
                  <a:cubicBezTo>
                    <a:pt x="728" y="2221"/>
                    <a:pt x="345" y="2680"/>
                    <a:pt x="115" y="23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3929625" y="787275"/>
              <a:ext cx="25875" cy="46925"/>
            </a:xfrm>
            <a:custGeom>
              <a:avLst/>
              <a:gdLst/>
              <a:ahLst/>
              <a:cxnLst/>
              <a:rect l="l" t="t" r="r" b="b"/>
              <a:pathLst>
                <a:path w="1035" h="1877" extrusionOk="0">
                  <a:moveTo>
                    <a:pt x="613" y="1877"/>
                  </a:moveTo>
                  <a:cubicBezTo>
                    <a:pt x="154" y="1838"/>
                    <a:pt x="422" y="1264"/>
                    <a:pt x="345" y="996"/>
                  </a:cubicBezTo>
                  <a:cubicBezTo>
                    <a:pt x="307" y="690"/>
                    <a:pt x="0" y="230"/>
                    <a:pt x="422" y="77"/>
                  </a:cubicBezTo>
                  <a:cubicBezTo>
                    <a:pt x="843" y="1"/>
                    <a:pt x="843" y="766"/>
                    <a:pt x="919" y="1073"/>
                  </a:cubicBezTo>
                  <a:cubicBezTo>
                    <a:pt x="919" y="1341"/>
                    <a:pt x="1034" y="1877"/>
                    <a:pt x="613" y="18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4189000" y="1235200"/>
              <a:ext cx="33525" cy="105300"/>
            </a:xfrm>
            <a:custGeom>
              <a:avLst/>
              <a:gdLst/>
              <a:ahLst/>
              <a:cxnLst/>
              <a:rect l="l" t="t" r="r" b="b"/>
              <a:pathLst>
                <a:path w="1341" h="4212" extrusionOk="0">
                  <a:moveTo>
                    <a:pt x="689" y="4020"/>
                  </a:moveTo>
                  <a:cubicBezTo>
                    <a:pt x="192" y="3025"/>
                    <a:pt x="0" y="1915"/>
                    <a:pt x="268" y="881"/>
                  </a:cubicBezTo>
                  <a:cubicBezTo>
                    <a:pt x="345" y="575"/>
                    <a:pt x="421" y="1"/>
                    <a:pt x="843" y="154"/>
                  </a:cubicBezTo>
                  <a:cubicBezTo>
                    <a:pt x="1187" y="345"/>
                    <a:pt x="843" y="728"/>
                    <a:pt x="804" y="996"/>
                  </a:cubicBezTo>
                  <a:cubicBezTo>
                    <a:pt x="575" y="1838"/>
                    <a:pt x="766" y="2757"/>
                    <a:pt x="1111" y="3561"/>
                  </a:cubicBezTo>
                  <a:cubicBezTo>
                    <a:pt x="1225" y="3752"/>
                    <a:pt x="1340" y="3982"/>
                    <a:pt x="1072" y="4135"/>
                  </a:cubicBezTo>
                  <a:cubicBezTo>
                    <a:pt x="957" y="4212"/>
                    <a:pt x="766" y="4135"/>
                    <a:pt x="689" y="40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8"/>
            <p:cNvSpPr/>
            <p:nvPr/>
          </p:nvSpPr>
          <p:spPr>
            <a:xfrm>
              <a:off x="4165075" y="1348150"/>
              <a:ext cx="66050" cy="51700"/>
            </a:xfrm>
            <a:custGeom>
              <a:avLst/>
              <a:gdLst/>
              <a:ahLst/>
              <a:cxnLst/>
              <a:rect l="l" t="t" r="r" b="b"/>
              <a:pathLst>
                <a:path w="2642" h="2068" extrusionOk="0">
                  <a:moveTo>
                    <a:pt x="2106" y="1953"/>
                  </a:moveTo>
                  <a:cubicBezTo>
                    <a:pt x="1761" y="1799"/>
                    <a:pt x="1417" y="1608"/>
                    <a:pt x="1149" y="1378"/>
                  </a:cubicBezTo>
                  <a:cubicBezTo>
                    <a:pt x="881" y="1149"/>
                    <a:pt x="0" y="345"/>
                    <a:pt x="575" y="77"/>
                  </a:cubicBezTo>
                  <a:cubicBezTo>
                    <a:pt x="689" y="0"/>
                    <a:pt x="881" y="77"/>
                    <a:pt x="919" y="230"/>
                  </a:cubicBezTo>
                  <a:cubicBezTo>
                    <a:pt x="1187" y="804"/>
                    <a:pt x="1761" y="1187"/>
                    <a:pt x="2297" y="1417"/>
                  </a:cubicBezTo>
                  <a:cubicBezTo>
                    <a:pt x="2642" y="1531"/>
                    <a:pt x="2450" y="2067"/>
                    <a:pt x="2106" y="19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8"/>
            <p:cNvSpPr/>
            <p:nvPr/>
          </p:nvSpPr>
          <p:spPr>
            <a:xfrm>
              <a:off x="4799625" y="970075"/>
              <a:ext cx="129225" cy="32575"/>
            </a:xfrm>
            <a:custGeom>
              <a:avLst/>
              <a:gdLst/>
              <a:ahLst/>
              <a:cxnLst/>
              <a:rect l="l" t="t" r="r" b="b"/>
              <a:pathLst>
                <a:path w="5169" h="1303" extrusionOk="0">
                  <a:moveTo>
                    <a:pt x="4786" y="1264"/>
                  </a:moveTo>
                  <a:cubicBezTo>
                    <a:pt x="4212" y="1035"/>
                    <a:pt x="3637" y="958"/>
                    <a:pt x="3025" y="843"/>
                  </a:cubicBezTo>
                  <a:cubicBezTo>
                    <a:pt x="2221" y="690"/>
                    <a:pt x="1417" y="575"/>
                    <a:pt x="575" y="575"/>
                  </a:cubicBezTo>
                  <a:cubicBezTo>
                    <a:pt x="536" y="575"/>
                    <a:pt x="498" y="575"/>
                    <a:pt x="460" y="575"/>
                  </a:cubicBezTo>
                  <a:cubicBezTo>
                    <a:pt x="307" y="652"/>
                    <a:pt x="154" y="575"/>
                    <a:pt x="77" y="422"/>
                  </a:cubicBezTo>
                  <a:cubicBezTo>
                    <a:pt x="0" y="39"/>
                    <a:pt x="383" y="1"/>
                    <a:pt x="651" y="1"/>
                  </a:cubicBezTo>
                  <a:cubicBezTo>
                    <a:pt x="1723" y="1"/>
                    <a:pt x="2795" y="192"/>
                    <a:pt x="3867" y="422"/>
                  </a:cubicBezTo>
                  <a:cubicBezTo>
                    <a:pt x="4250" y="499"/>
                    <a:pt x="4594" y="575"/>
                    <a:pt x="4939" y="690"/>
                  </a:cubicBezTo>
                  <a:cubicBezTo>
                    <a:pt x="5092" y="767"/>
                    <a:pt x="5169" y="920"/>
                    <a:pt x="5130" y="1073"/>
                  </a:cubicBezTo>
                  <a:cubicBezTo>
                    <a:pt x="5092" y="1226"/>
                    <a:pt x="4901" y="1303"/>
                    <a:pt x="4786" y="12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8"/>
            <p:cNvSpPr/>
            <p:nvPr/>
          </p:nvSpPr>
          <p:spPr>
            <a:xfrm>
              <a:off x="4965200" y="1002625"/>
              <a:ext cx="53625" cy="29700"/>
            </a:xfrm>
            <a:custGeom>
              <a:avLst/>
              <a:gdLst/>
              <a:ahLst/>
              <a:cxnLst/>
              <a:rect l="l" t="t" r="r" b="b"/>
              <a:pathLst>
                <a:path w="2145" h="1188" extrusionOk="0">
                  <a:moveTo>
                    <a:pt x="1608" y="1073"/>
                  </a:moveTo>
                  <a:cubicBezTo>
                    <a:pt x="1187" y="919"/>
                    <a:pt x="766" y="805"/>
                    <a:pt x="383" y="613"/>
                  </a:cubicBezTo>
                  <a:cubicBezTo>
                    <a:pt x="1" y="537"/>
                    <a:pt x="115" y="1"/>
                    <a:pt x="460" y="77"/>
                  </a:cubicBezTo>
                  <a:cubicBezTo>
                    <a:pt x="919" y="230"/>
                    <a:pt x="1340" y="383"/>
                    <a:pt x="1762" y="537"/>
                  </a:cubicBezTo>
                  <a:cubicBezTo>
                    <a:pt x="2144" y="651"/>
                    <a:pt x="1953" y="1187"/>
                    <a:pt x="1608" y="10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8"/>
            <p:cNvSpPr/>
            <p:nvPr/>
          </p:nvSpPr>
          <p:spPr>
            <a:xfrm>
              <a:off x="4953725" y="2062125"/>
              <a:ext cx="42125" cy="83300"/>
            </a:xfrm>
            <a:custGeom>
              <a:avLst/>
              <a:gdLst/>
              <a:ahLst/>
              <a:cxnLst/>
              <a:rect l="l" t="t" r="r" b="b"/>
              <a:pathLst>
                <a:path w="1685" h="3332" extrusionOk="0">
                  <a:moveTo>
                    <a:pt x="192" y="2910"/>
                  </a:moveTo>
                  <a:cubicBezTo>
                    <a:pt x="0" y="2681"/>
                    <a:pt x="230" y="2489"/>
                    <a:pt x="383" y="2298"/>
                  </a:cubicBezTo>
                  <a:cubicBezTo>
                    <a:pt x="766" y="1762"/>
                    <a:pt x="995" y="1149"/>
                    <a:pt x="1072" y="498"/>
                  </a:cubicBezTo>
                  <a:cubicBezTo>
                    <a:pt x="1072" y="269"/>
                    <a:pt x="1110" y="1"/>
                    <a:pt x="1378" y="1"/>
                  </a:cubicBezTo>
                  <a:cubicBezTo>
                    <a:pt x="1531" y="1"/>
                    <a:pt x="1685" y="154"/>
                    <a:pt x="1646" y="307"/>
                  </a:cubicBezTo>
                  <a:cubicBezTo>
                    <a:pt x="1608" y="805"/>
                    <a:pt x="1531" y="1302"/>
                    <a:pt x="1340" y="1762"/>
                  </a:cubicBezTo>
                  <a:cubicBezTo>
                    <a:pt x="1187" y="2068"/>
                    <a:pt x="651" y="3331"/>
                    <a:pt x="192" y="29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8"/>
            <p:cNvSpPr/>
            <p:nvPr/>
          </p:nvSpPr>
          <p:spPr>
            <a:xfrm>
              <a:off x="2620325" y="799725"/>
              <a:ext cx="30650" cy="45000"/>
            </a:xfrm>
            <a:custGeom>
              <a:avLst/>
              <a:gdLst/>
              <a:ahLst/>
              <a:cxnLst/>
              <a:rect l="l" t="t" r="r" b="b"/>
              <a:pathLst>
                <a:path w="1226" h="1800" extrusionOk="0">
                  <a:moveTo>
                    <a:pt x="383" y="1685"/>
                  </a:moveTo>
                  <a:cubicBezTo>
                    <a:pt x="0" y="1532"/>
                    <a:pt x="345" y="1034"/>
                    <a:pt x="421" y="728"/>
                  </a:cubicBezTo>
                  <a:cubicBezTo>
                    <a:pt x="536" y="498"/>
                    <a:pt x="728" y="0"/>
                    <a:pt x="1072" y="192"/>
                  </a:cubicBezTo>
                  <a:cubicBezTo>
                    <a:pt x="1225" y="307"/>
                    <a:pt x="1225" y="536"/>
                    <a:pt x="1111" y="651"/>
                  </a:cubicBezTo>
                  <a:cubicBezTo>
                    <a:pt x="1034" y="804"/>
                    <a:pt x="957" y="958"/>
                    <a:pt x="881" y="1149"/>
                  </a:cubicBezTo>
                  <a:cubicBezTo>
                    <a:pt x="766" y="1379"/>
                    <a:pt x="766" y="1800"/>
                    <a:pt x="383" y="16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8"/>
            <p:cNvSpPr/>
            <p:nvPr/>
          </p:nvSpPr>
          <p:spPr>
            <a:xfrm>
              <a:off x="2673925" y="825575"/>
              <a:ext cx="20125" cy="28725"/>
            </a:xfrm>
            <a:custGeom>
              <a:avLst/>
              <a:gdLst/>
              <a:ahLst/>
              <a:cxnLst/>
              <a:rect l="l" t="t" r="r" b="b"/>
              <a:pathLst>
                <a:path w="805" h="1149" extrusionOk="0">
                  <a:moveTo>
                    <a:pt x="192" y="995"/>
                  </a:moveTo>
                  <a:cubicBezTo>
                    <a:pt x="77" y="957"/>
                    <a:pt x="0" y="766"/>
                    <a:pt x="77" y="613"/>
                  </a:cubicBezTo>
                  <a:cubicBezTo>
                    <a:pt x="192" y="383"/>
                    <a:pt x="306" y="0"/>
                    <a:pt x="651" y="192"/>
                  </a:cubicBezTo>
                  <a:cubicBezTo>
                    <a:pt x="766" y="306"/>
                    <a:pt x="804" y="460"/>
                    <a:pt x="728" y="613"/>
                  </a:cubicBezTo>
                  <a:cubicBezTo>
                    <a:pt x="613" y="804"/>
                    <a:pt x="460" y="1149"/>
                    <a:pt x="192" y="9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8"/>
            <p:cNvSpPr/>
            <p:nvPr/>
          </p:nvSpPr>
          <p:spPr>
            <a:xfrm>
              <a:off x="2537050" y="827475"/>
              <a:ext cx="21075" cy="23000"/>
            </a:xfrm>
            <a:custGeom>
              <a:avLst/>
              <a:gdLst/>
              <a:ahLst/>
              <a:cxnLst/>
              <a:rect l="l" t="t" r="r" b="b"/>
              <a:pathLst>
                <a:path w="843" h="920" extrusionOk="0">
                  <a:moveTo>
                    <a:pt x="345" y="881"/>
                  </a:moveTo>
                  <a:cubicBezTo>
                    <a:pt x="1" y="805"/>
                    <a:pt x="115" y="498"/>
                    <a:pt x="192" y="269"/>
                  </a:cubicBezTo>
                  <a:cubicBezTo>
                    <a:pt x="192" y="116"/>
                    <a:pt x="345" y="1"/>
                    <a:pt x="498" y="39"/>
                  </a:cubicBezTo>
                  <a:cubicBezTo>
                    <a:pt x="843" y="116"/>
                    <a:pt x="728" y="422"/>
                    <a:pt x="690" y="652"/>
                  </a:cubicBezTo>
                  <a:cubicBezTo>
                    <a:pt x="651" y="805"/>
                    <a:pt x="498" y="919"/>
                    <a:pt x="345" y="8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8"/>
            <p:cNvSpPr/>
            <p:nvPr/>
          </p:nvSpPr>
          <p:spPr>
            <a:xfrm>
              <a:off x="3199350" y="688700"/>
              <a:ext cx="15350" cy="45000"/>
            </a:xfrm>
            <a:custGeom>
              <a:avLst/>
              <a:gdLst/>
              <a:ahLst/>
              <a:cxnLst/>
              <a:rect l="l" t="t" r="r" b="b"/>
              <a:pathLst>
                <a:path w="614" h="1800" extrusionOk="0">
                  <a:moveTo>
                    <a:pt x="39" y="1455"/>
                  </a:moveTo>
                  <a:cubicBezTo>
                    <a:pt x="39" y="1111"/>
                    <a:pt x="1" y="728"/>
                    <a:pt x="1" y="345"/>
                  </a:cubicBezTo>
                  <a:cubicBezTo>
                    <a:pt x="1" y="1"/>
                    <a:pt x="575" y="1"/>
                    <a:pt x="575" y="383"/>
                  </a:cubicBezTo>
                  <a:cubicBezTo>
                    <a:pt x="575" y="728"/>
                    <a:pt x="614" y="1072"/>
                    <a:pt x="614" y="1417"/>
                  </a:cubicBezTo>
                  <a:cubicBezTo>
                    <a:pt x="614" y="1494"/>
                    <a:pt x="575" y="1570"/>
                    <a:pt x="537" y="1647"/>
                  </a:cubicBezTo>
                  <a:cubicBezTo>
                    <a:pt x="384" y="1800"/>
                    <a:pt x="39" y="1723"/>
                    <a:pt x="39" y="14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8"/>
            <p:cNvSpPr/>
            <p:nvPr/>
          </p:nvSpPr>
          <p:spPr>
            <a:xfrm>
              <a:off x="3247225" y="692525"/>
              <a:ext cx="19150" cy="31625"/>
            </a:xfrm>
            <a:custGeom>
              <a:avLst/>
              <a:gdLst/>
              <a:ahLst/>
              <a:cxnLst/>
              <a:rect l="l" t="t" r="r" b="b"/>
              <a:pathLst>
                <a:path w="766" h="1265" extrusionOk="0">
                  <a:moveTo>
                    <a:pt x="192" y="996"/>
                  </a:moveTo>
                  <a:cubicBezTo>
                    <a:pt x="192" y="881"/>
                    <a:pt x="153" y="690"/>
                    <a:pt x="153" y="575"/>
                  </a:cubicBezTo>
                  <a:cubicBezTo>
                    <a:pt x="0" y="269"/>
                    <a:pt x="460" y="1"/>
                    <a:pt x="651" y="345"/>
                  </a:cubicBezTo>
                  <a:cubicBezTo>
                    <a:pt x="728" y="537"/>
                    <a:pt x="728" y="728"/>
                    <a:pt x="766" y="958"/>
                  </a:cubicBezTo>
                  <a:cubicBezTo>
                    <a:pt x="766" y="1111"/>
                    <a:pt x="651" y="1264"/>
                    <a:pt x="498" y="1264"/>
                  </a:cubicBezTo>
                  <a:cubicBezTo>
                    <a:pt x="345" y="1264"/>
                    <a:pt x="192" y="1149"/>
                    <a:pt x="192" y="9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8"/>
            <p:cNvSpPr/>
            <p:nvPr/>
          </p:nvSpPr>
          <p:spPr>
            <a:xfrm>
              <a:off x="3141925" y="686775"/>
              <a:ext cx="25875" cy="31625"/>
            </a:xfrm>
            <a:custGeom>
              <a:avLst/>
              <a:gdLst/>
              <a:ahLst/>
              <a:cxnLst/>
              <a:rect l="l" t="t" r="r" b="b"/>
              <a:pathLst>
                <a:path w="1035" h="1265" extrusionOk="0">
                  <a:moveTo>
                    <a:pt x="345" y="920"/>
                  </a:moveTo>
                  <a:cubicBezTo>
                    <a:pt x="307" y="805"/>
                    <a:pt x="269" y="728"/>
                    <a:pt x="192" y="614"/>
                  </a:cubicBezTo>
                  <a:cubicBezTo>
                    <a:pt x="1" y="307"/>
                    <a:pt x="460" y="1"/>
                    <a:pt x="690" y="269"/>
                  </a:cubicBezTo>
                  <a:cubicBezTo>
                    <a:pt x="767" y="422"/>
                    <a:pt x="843" y="575"/>
                    <a:pt x="881" y="728"/>
                  </a:cubicBezTo>
                  <a:cubicBezTo>
                    <a:pt x="1035" y="1073"/>
                    <a:pt x="499" y="1264"/>
                    <a:pt x="345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8"/>
            <p:cNvSpPr/>
            <p:nvPr/>
          </p:nvSpPr>
          <p:spPr>
            <a:xfrm>
              <a:off x="3320925" y="697325"/>
              <a:ext cx="20100" cy="22025"/>
            </a:xfrm>
            <a:custGeom>
              <a:avLst/>
              <a:gdLst/>
              <a:ahLst/>
              <a:cxnLst/>
              <a:rect l="l" t="t" r="r" b="b"/>
              <a:pathLst>
                <a:path w="804" h="881" extrusionOk="0">
                  <a:moveTo>
                    <a:pt x="345" y="881"/>
                  </a:moveTo>
                  <a:cubicBezTo>
                    <a:pt x="0" y="766"/>
                    <a:pt x="115" y="498"/>
                    <a:pt x="153" y="230"/>
                  </a:cubicBezTo>
                  <a:cubicBezTo>
                    <a:pt x="191" y="77"/>
                    <a:pt x="345" y="0"/>
                    <a:pt x="498" y="0"/>
                  </a:cubicBezTo>
                  <a:cubicBezTo>
                    <a:pt x="804" y="77"/>
                    <a:pt x="727" y="421"/>
                    <a:pt x="689" y="651"/>
                  </a:cubicBezTo>
                  <a:cubicBezTo>
                    <a:pt x="651" y="804"/>
                    <a:pt x="498" y="881"/>
                    <a:pt x="345" y="8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8"/>
            <p:cNvSpPr/>
            <p:nvPr/>
          </p:nvSpPr>
          <p:spPr>
            <a:xfrm>
              <a:off x="2192500" y="1312725"/>
              <a:ext cx="39275" cy="61275"/>
            </a:xfrm>
            <a:custGeom>
              <a:avLst/>
              <a:gdLst/>
              <a:ahLst/>
              <a:cxnLst/>
              <a:rect l="l" t="t" r="r" b="b"/>
              <a:pathLst>
                <a:path w="1571" h="2451" extrusionOk="0">
                  <a:moveTo>
                    <a:pt x="230" y="2412"/>
                  </a:moveTo>
                  <a:cubicBezTo>
                    <a:pt x="77" y="2336"/>
                    <a:pt x="0" y="2183"/>
                    <a:pt x="39" y="2030"/>
                  </a:cubicBezTo>
                  <a:cubicBezTo>
                    <a:pt x="230" y="1417"/>
                    <a:pt x="422" y="690"/>
                    <a:pt x="919" y="230"/>
                  </a:cubicBezTo>
                  <a:cubicBezTo>
                    <a:pt x="1226" y="1"/>
                    <a:pt x="1570" y="422"/>
                    <a:pt x="1302" y="651"/>
                  </a:cubicBezTo>
                  <a:cubicBezTo>
                    <a:pt x="1187" y="766"/>
                    <a:pt x="1111" y="881"/>
                    <a:pt x="1072" y="996"/>
                  </a:cubicBezTo>
                  <a:cubicBezTo>
                    <a:pt x="843" y="1379"/>
                    <a:pt x="690" y="1800"/>
                    <a:pt x="575" y="2221"/>
                  </a:cubicBezTo>
                  <a:cubicBezTo>
                    <a:pt x="536" y="2374"/>
                    <a:pt x="383" y="2451"/>
                    <a:pt x="230" y="24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8"/>
            <p:cNvSpPr/>
            <p:nvPr/>
          </p:nvSpPr>
          <p:spPr>
            <a:xfrm>
              <a:off x="2248000" y="1327075"/>
              <a:ext cx="29700" cy="42150"/>
            </a:xfrm>
            <a:custGeom>
              <a:avLst/>
              <a:gdLst/>
              <a:ahLst/>
              <a:cxnLst/>
              <a:rect l="l" t="t" r="r" b="b"/>
              <a:pathLst>
                <a:path w="1188" h="1686" extrusionOk="0">
                  <a:moveTo>
                    <a:pt x="192" y="1532"/>
                  </a:moveTo>
                  <a:cubicBezTo>
                    <a:pt x="77" y="1456"/>
                    <a:pt x="1" y="1302"/>
                    <a:pt x="77" y="1149"/>
                  </a:cubicBezTo>
                  <a:cubicBezTo>
                    <a:pt x="231" y="843"/>
                    <a:pt x="537" y="1"/>
                    <a:pt x="958" y="384"/>
                  </a:cubicBezTo>
                  <a:cubicBezTo>
                    <a:pt x="1188" y="652"/>
                    <a:pt x="843" y="843"/>
                    <a:pt x="728" y="1073"/>
                  </a:cubicBezTo>
                  <a:cubicBezTo>
                    <a:pt x="613" y="1302"/>
                    <a:pt x="537" y="1685"/>
                    <a:pt x="192" y="15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8"/>
            <p:cNvSpPr/>
            <p:nvPr/>
          </p:nvSpPr>
          <p:spPr>
            <a:xfrm>
              <a:off x="2147525" y="1329000"/>
              <a:ext cx="26825" cy="34475"/>
            </a:xfrm>
            <a:custGeom>
              <a:avLst/>
              <a:gdLst/>
              <a:ahLst/>
              <a:cxnLst/>
              <a:rect l="l" t="t" r="r" b="b"/>
              <a:pathLst>
                <a:path w="1073" h="1379" extrusionOk="0">
                  <a:moveTo>
                    <a:pt x="306" y="1302"/>
                  </a:moveTo>
                  <a:cubicBezTo>
                    <a:pt x="0" y="1187"/>
                    <a:pt x="153" y="804"/>
                    <a:pt x="230" y="613"/>
                  </a:cubicBezTo>
                  <a:cubicBezTo>
                    <a:pt x="345" y="345"/>
                    <a:pt x="574" y="0"/>
                    <a:pt x="842" y="268"/>
                  </a:cubicBezTo>
                  <a:cubicBezTo>
                    <a:pt x="1072" y="498"/>
                    <a:pt x="804" y="689"/>
                    <a:pt x="728" y="919"/>
                  </a:cubicBezTo>
                  <a:cubicBezTo>
                    <a:pt x="689" y="1149"/>
                    <a:pt x="574" y="1379"/>
                    <a:pt x="306" y="13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8"/>
            <p:cNvSpPr/>
            <p:nvPr/>
          </p:nvSpPr>
          <p:spPr>
            <a:xfrm>
              <a:off x="1895800" y="2234400"/>
              <a:ext cx="44050" cy="48850"/>
            </a:xfrm>
            <a:custGeom>
              <a:avLst/>
              <a:gdLst/>
              <a:ahLst/>
              <a:cxnLst/>
              <a:rect l="l" t="t" r="r" b="b"/>
              <a:pathLst>
                <a:path w="1762" h="1954" extrusionOk="0">
                  <a:moveTo>
                    <a:pt x="1111" y="1609"/>
                  </a:moveTo>
                  <a:cubicBezTo>
                    <a:pt x="881" y="1226"/>
                    <a:pt x="613" y="843"/>
                    <a:pt x="268" y="575"/>
                  </a:cubicBezTo>
                  <a:cubicBezTo>
                    <a:pt x="115" y="575"/>
                    <a:pt x="0" y="460"/>
                    <a:pt x="0" y="307"/>
                  </a:cubicBezTo>
                  <a:cubicBezTo>
                    <a:pt x="39" y="116"/>
                    <a:pt x="154" y="1"/>
                    <a:pt x="307" y="39"/>
                  </a:cubicBezTo>
                  <a:cubicBezTo>
                    <a:pt x="881" y="116"/>
                    <a:pt x="1340" y="881"/>
                    <a:pt x="1608" y="1341"/>
                  </a:cubicBezTo>
                  <a:cubicBezTo>
                    <a:pt x="1762" y="1685"/>
                    <a:pt x="1264" y="1953"/>
                    <a:pt x="1111" y="16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8"/>
            <p:cNvSpPr/>
            <p:nvPr/>
          </p:nvSpPr>
          <p:spPr>
            <a:xfrm>
              <a:off x="1926425" y="2197075"/>
              <a:ext cx="37350" cy="37350"/>
            </a:xfrm>
            <a:custGeom>
              <a:avLst/>
              <a:gdLst/>
              <a:ahLst/>
              <a:cxnLst/>
              <a:rect l="l" t="t" r="r" b="b"/>
              <a:pathLst>
                <a:path w="1494" h="1494" extrusionOk="0">
                  <a:moveTo>
                    <a:pt x="805" y="1188"/>
                  </a:moveTo>
                  <a:cubicBezTo>
                    <a:pt x="651" y="996"/>
                    <a:pt x="537" y="805"/>
                    <a:pt x="345" y="652"/>
                  </a:cubicBezTo>
                  <a:cubicBezTo>
                    <a:pt x="1" y="460"/>
                    <a:pt x="345" y="1"/>
                    <a:pt x="651" y="192"/>
                  </a:cubicBezTo>
                  <a:cubicBezTo>
                    <a:pt x="919" y="384"/>
                    <a:pt x="1073" y="652"/>
                    <a:pt x="1264" y="881"/>
                  </a:cubicBezTo>
                  <a:cubicBezTo>
                    <a:pt x="1494" y="1188"/>
                    <a:pt x="1034" y="1494"/>
                    <a:pt x="805" y="11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8"/>
            <p:cNvSpPr/>
            <p:nvPr/>
          </p:nvSpPr>
          <p:spPr>
            <a:xfrm>
              <a:off x="4771875" y="2288000"/>
              <a:ext cx="25850" cy="54575"/>
            </a:xfrm>
            <a:custGeom>
              <a:avLst/>
              <a:gdLst/>
              <a:ahLst/>
              <a:cxnLst/>
              <a:rect l="l" t="t" r="r" b="b"/>
              <a:pathLst>
                <a:path w="1034" h="2183" extrusionOk="0">
                  <a:moveTo>
                    <a:pt x="268" y="2145"/>
                  </a:moveTo>
                  <a:cubicBezTo>
                    <a:pt x="77" y="2145"/>
                    <a:pt x="0" y="1991"/>
                    <a:pt x="38" y="1838"/>
                  </a:cubicBezTo>
                  <a:cubicBezTo>
                    <a:pt x="77" y="1532"/>
                    <a:pt x="115" y="1264"/>
                    <a:pt x="192" y="958"/>
                  </a:cubicBezTo>
                  <a:cubicBezTo>
                    <a:pt x="268" y="728"/>
                    <a:pt x="345" y="460"/>
                    <a:pt x="421" y="230"/>
                  </a:cubicBezTo>
                  <a:cubicBezTo>
                    <a:pt x="460" y="77"/>
                    <a:pt x="651" y="1"/>
                    <a:pt x="766" y="39"/>
                  </a:cubicBezTo>
                  <a:cubicBezTo>
                    <a:pt x="919" y="116"/>
                    <a:pt x="1034" y="269"/>
                    <a:pt x="957" y="422"/>
                  </a:cubicBezTo>
                  <a:cubicBezTo>
                    <a:pt x="881" y="690"/>
                    <a:pt x="766" y="919"/>
                    <a:pt x="728" y="1226"/>
                  </a:cubicBezTo>
                  <a:cubicBezTo>
                    <a:pt x="651" y="1455"/>
                    <a:pt x="613" y="1685"/>
                    <a:pt x="574" y="1953"/>
                  </a:cubicBezTo>
                  <a:cubicBezTo>
                    <a:pt x="574" y="2106"/>
                    <a:pt x="383" y="2183"/>
                    <a:pt x="268" y="21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8"/>
            <p:cNvSpPr/>
            <p:nvPr/>
          </p:nvSpPr>
          <p:spPr>
            <a:xfrm>
              <a:off x="4824500" y="2286100"/>
              <a:ext cx="23000" cy="56475"/>
            </a:xfrm>
            <a:custGeom>
              <a:avLst/>
              <a:gdLst/>
              <a:ahLst/>
              <a:cxnLst/>
              <a:rect l="l" t="t" r="r" b="b"/>
              <a:pathLst>
                <a:path w="920" h="2259" extrusionOk="0">
                  <a:moveTo>
                    <a:pt x="230" y="2221"/>
                  </a:moveTo>
                  <a:cubicBezTo>
                    <a:pt x="77" y="2221"/>
                    <a:pt x="1" y="2067"/>
                    <a:pt x="1" y="1914"/>
                  </a:cubicBezTo>
                  <a:cubicBezTo>
                    <a:pt x="39" y="1608"/>
                    <a:pt x="77" y="1340"/>
                    <a:pt x="154" y="1072"/>
                  </a:cubicBezTo>
                  <a:cubicBezTo>
                    <a:pt x="230" y="766"/>
                    <a:pt x="307" y="0"/>
                    <a:pt x="805" y="230"/>
                  </a:cubicBezTo>
                  <a:cubicBezTo>
                    <a:pt x="843" y="268"/>
                    <a:pt x="920" y="345"/>
                    <a:pt x="920" y="421"/>
                  </a:cubicBezTo>
                  <a:cubicBezTo>
                    <a:pt x="920" y="498"/>
                    <a:pt x="920" y="574"/>
                    <a:pt x="881" y="613"/>
                  </a:cubicBezTo>
                  <a:cubicBezTo>
                    <a:pt x="805" y="766"/>
                    <a:pt x="766" y="919"/>
                    <a:pt x="728" y="1072"/>
                  </a:cubicBezTo>
                  <a:cubicBezTo>
                    <a:pt x="652" y="1378"/>
                    <a:pt x="613" y="1685"/>
                    <a:pt x="575" y="2029"/>
                  </a:cubicBezTo>
                  <a:cubicBezTo>
                    <a:pt x="537" y="2182"/>
                    <a:pt x="384" y="2259"/>
                    <a:pt x="230" y="2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8"/>
            <p:cNvSpPr/>
            <p:nvPr/>
          </p:nvSpPr>
          <p:spPr>
            <a:xfrm>
              <a:off x="4733575" y="2266000"/>
              <a:ext cx="25875" cy="26825"/>
            </a:xfrm>
            <a:custGeom>
              <a:avLst/>
              <a:gdLst/>
              <a:ahLst/>
              <a:cxnLst/>
              <a:rect l="l" t="t" r="r" b="b"/>
              <a:pathLst>
                <a:path w="1035" h="1073" extrusionOk="0">
                  <a:moveTo>
                    <a:pt x="345" y="1034"/>
                  </a:moveTo>
                  <a:cubicBezTo>
                    <a:pt x="1" y="881"/>
                    <a:pt x="231" y="460"/>
                    <a:pt x="307" y="230"/>
                  </a:cubicBezTo>
                  <a:cubicBezTo>
                    <a:pt x="345" y="77"/>
                    <a:pt x="537" y="0"/>
                    <a:pt x="652" y="38"/>
                  </a:cubicBezTo>
                  <a:cubicBezTo>
                    <a:pt x="1034" y="192"/>
                    <a:pt x="767" y="498"/>
                    <a:pt x="728" y="766"/>
                  </a:cubicBezTo>
                  <a:cubicBezTo>
                    <a:pt x="728" y="957"/>
                    <a:pt x="537" y="1072"/>
                    <a:pt x="345" y="10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8"/>
            <p:cNvSpPr/>
            <p:nvPr/>
          </p:nvSpPr>
          <p:spPr>
            <a:xfrm>
              <a:off x="4981475" y="1391200"/>
              <a:ext cx="53625" cy="71825"/>
            </a:xfrm>
            <a:custGeom>
              <a:avLst/>
              <a:gdLst/>
              <a:ahLst/>
              <a:cxnLst/>
              <a:rect l="l" t="t" r="r" b="b"/>
              <a:pathLst>
                <a:path w="2145" h="2873" extrusionOk="0">
                  <a:moveTo>
                    <a:pt x="1455" y="2566"/>
                  </a:moveTo>
                  <a:cubicBezTo>
                    <a:pt x="1111" y="2068"/>
                    <a:pt x="766" y="1532"/>
                    <a:pt x="307" y="1149"/>
                  </a:cubicBezTo>
                  <a:cubicBezTo>
                    <a:pt x="192" y="1073"/>
                    <a:pt x="77" y="1073"/>
                    <a:pt x="0" y="920"/>
                  </a:cubicBezTo>
                  <a:cubicBezTo>
                    <a:pt x="0" y="843"/>
                    <a:pt x="0" y="766"/>
                    <a:pt x="39" y="690"/>
                  </a:cubicBezTo>
                  <a:cubicBezTo>
                    <a:pt x="421" y="1"/>
                    <a:pt x="1723" y="1877"/>
                    <a:pt x="1915" y="2221"/>
                  </a:cubicBezTo>
                  <a:cubicBezTo>
                    <a:pt x="2144" y="2528"/>
                    <a:pt x="1685" y="2872"/>
                    <a:pt x="1455" y="25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8"/>
            <p:cNvSpPr/>
            <p:nvPr/>
          </p:nvSpPr>
          <p:spPr>
            <a:xfrm>
              <a:off x="5009225" y="1374925"/>
              <a:ext cx="45000" cy="41200"/>
            </a:xfrm>
            <a:custGeom>
              <a:avLst/>
              <a:gdLst/>
              <a:ahLst/>
              <a:cxnLst/>
              <a:rect l="l" t="t" r="r" b="b"/>
              <a:pathLst>
                <a:path w="1800" h="1648" extrusionOk="0">
                  <a:moveTo>
                    <a:pt x="1111" y="1379"/>
                  </a:moveTo>
                  <a:cubicBezTo>
                    <a:pt x="843" y="1073"/>
                    <a:pt x="575" y="805"/>
                    <a:pt x="269" y="537"/>
                  </a:cubicBezTo>
                  <a:cubicBezTo>
                    <a:pt x="1" y="422"/>
                    <a:pt x="115" y="1"/>
                    <a:pt x="422" y="1"/>
                  </a:cubicBezTo>
                  <a:cubicBezTo>
                    <a:pt x="537" y="1"/>
                    <a:pt x="651" y="116"/>
                    <a:pt x="728" y="192"/>
                  </a:cubicBezTo>
                  <a:cubicBezTo>
                    <a:pt x="1034" y="460"/>
                    <a:pt x="1302" y="690"/>
                    <a:pt x="1532" y="996"/>
                  </a:cubicBezTo>
                  <a:cubicBezTo>
                    <a:pt x="1800" y="1264"/>
                    <a:pt x="1379" y="1647"/>
                    <a:pt x="1111" y="13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8"/>
            <p:cNvSpPr/>
            <p:nvPr/>
          </p:nvSpPr>
          <p:spPr>
            <a:xfrm>
              <a:off x="5060900" y="1358675"/>
              <a:ext cx="27800" cy="31600"/>
            </a:xfrm>
            <a:custGeom>
              <a:avLst/>
              <a:gdLst/>
              <a:ahLst/>
              <a:cxnLst/>
              <a:rect l="l" t="t" r="r" b="b"/>
              <a:pathLst>
                <a:path w="1112" h="1264" extrusionOk="0">
                  <a:moveTo>
                    <a:pt x="422" y="996"/>
                  </a:moveTo>
                  <a:cubicBezTo>
                    <a:pt x="269" y="804"/>
                    <a:pt x="39" y="613"/>
                    <a:pt x="1" y="345"/>
                  </a:cubicBezTo>
                  <a:cubicBezTo>
                    <a:pt x="1" y="115"/>
                    <a:pt x="345" y="0"/>
                    <a:pt x="499" y="192"/>
                  </a:cubicBezTo>
                  <a:cubicBezTo>
                    <a:pt x="613" y="345"/>
                    <a:pt x="728" y="460"/>
                    <a:pt x="881" y="613"/>
                  </a:cubicBezTo>
                  <a:cubicBezTo>
                    <a:pt x="1111" y="881"/>
                    <a:pt x="690" y="1264"/>
                    <a:pt x="460" y="9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8"/>
            <p:cNvSpPr/>
            <p:nvPr/>
          </p:nvSpPr>
          <p:spPr>
            <a:xfrm>
              <a:off x="4952750" y="1453425"/>
              <a:ext cx="23950" cy="20125"/>
            </a:xfrm>
            <a:custGeom>
              <a:avLst/>
              <a:gdLst/>
              <a:ahLst/>
              <a:cxnLst/>
              <a:rect l="l" t="t" r="r" b="b"/>
              <a:pathLst>
                <a:path w="958" h="805" extrusionOk="0">
                  <a:moveTo>
                    <a:pt x="384" y="689"/>
                  </a:moveTo>
                  <a:cubicBezTo>
                    <a:pt x="192" y="536"/>
                    <a:pt x="1" y="345"/>
                    <a:pt x="192" y="115"/>
                  </a:cubicBezTo>
                  <a:cubicBezTo>
                    <a:pt x="269" y="0"/>
                    <a:pt x="460" y="0"/>
                    <a:pt x="575" y="77"/>
                  </a:cubicBezTo>
                  <a:cubicBezTo>
                    <a:pt x="728" y="230"/>
                    <a:pt x="958" y="421"/>
                    <a:pt x="766" y="651"/>
                  </a:cubicBezTo>
                  <a:cubicBezTo>
                    <a:pt x="690" y="766"/>
                    <a:pt x="499" y="804"/>
                    <a:pt x="384" y="6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8"/>
            <p:cNvSpPr/>
            <p:nvPr/>
          </p:nvSpPr>
          <p:spPr>
            <a:xfrm>
              <a:off x="5517450" y="1802750"/>
              <a:ext cx="32550" cy="59375"/>
            </a:xfrm>
            <a:custGeom>
              <a:avLst/>
              <a:gdLst/>
              <a:ahLst/>
              <a:cxnLst/>
              <a:rect l="l" t="t" r="r" b="b"/>
              <a:pathLst>
                <a:path w="1302" h="2375" extrusionOk="0">
                  <a:moveTo>
                    <a:pt x="230" y="2336"/>
                  </a:moveTo>
                  <a:cubicBezTo>
                    <a:pt x="77" y="2260"/>
                    <a:pt x="0" y="2106"/>
                    <a:pt x="39" y="1953"/>
                  </a:cubicBezTo>
                  <a:cubicBezTo>
                    <a:pt x="115" y="1647"/>
                    <a:pt x="230" y="1302"/>
                    <a:pt x="307" y="996"/>
                  </a:cubicBezTo>
                  <a:cubicBezTo>
                    <a:pt x="460" y="690"/>
                    <a:pt x="498" y="307"/>
                    <a:pt x="804" y="77"/>
                  </a:cubicBezTo>
                  <a:cubicBezTo>
                    <a:pt x="957" y="1"/>
                    <a:pt x="1110" y="77"/>
                    <a:pt x="1187" y="231"/>
                  </a:cubicBezTo>
                  <a:cubicBezTo>
                    <a:pt x="1302" y="422"/>
                    <a:pt x="1072" y="575"/>
                    <a:pt x="1034" y="766"/>
                  </a:cubicBezTo>
                  <a:cubicBezTo>
                    <a:pt x="842" y="1226"/>
                    <a:pt x="728" y="1685"/>
                    <a:pt x="574" y="2145"/>
                  </a:cubicBezTo>
                  <a:cubicBezTo>
                    <a:pt x="536" y="2298"/>
                    <a:pt x="345" y="2374"/>
                    <a:pt x="230" y="23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8"/>
            <p:cNvSpPr/>
            <p:nvPr/>
          </p:nvSpPr>
          <p:spPr>
            <a:xfrm>
              <a:off x="5464800" y="1774050"/>
              <a:ext cx="28750" cy="47875"/>
            </a:xfrm>
            <a:custGeom>
              <a:avLst/>
              <a:gdLst/>
              <a:ahLst/>
              <a:cxnLst/>
              <a:rect l="l" t="t" r="r" b="b"/>
              <a:pathLst>
                <a:path w="1150" h="1915" extrusionOk="0">
                  <a:moveTo>
                    <a:pt x="269" y="1914"/>
                  </a:moveTo>
                  <a:cubicBezTo>
                    <a:pt x="154" y="1876"/>
                    <a:pt x="1" y="1723"/>
                    <a:pt x="39" y="1570"/>
                  </a:cubicBezTo>
                  <a:cubicBezTo>
                    <a:pt x="154" y="1072"/>
                    <a:pt x="345" y="613"/>
                    <a:pt x="575" y="192"/>
                  </a:cubicBezTo>
                  <a:cubicBezTo>
                    <a:pt x="690" y="39"/>
                    <a:pt x="843" y="0"/>
                    <a:pt x="996" y="77"/>
                  </a:cubicBezTo>
                  <a:cubicBezTo>
                    <a:pt x="1111" y="192"/>
                    <a:pt x="1149" y="345"/>
                    <a:pt x="1073" y="498"/>
                  </a:cubicBezTo>
                  <a:cubicBezTo>
                    <a:pt x="958" y="689"/>
                    <a:pt x="881" y="843"/>
                    <a:pt x="805" y="1034"/>
                  </a:cubicBezTo>
                  <a:cubicBezTo>
                    <a:pt x="728" y="1225"/>
                    <a:pt x="690" y="1417"/>
                    <a:pt x="613" y="1647"/>
                  </a:cubicBezTo>
                  <a:cubicBezTo>
                    <a:pt x="613" y="1800"/>
                    <a:pt x="460" y="1914"/>
                    <a:pt x="269" y="19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8"/>
            <p:cNvSpPr/>
            <p:nvPr/>
          </p:nvSpPr>
          <p:spPr>
            <a:xfrm>
              <a:off x="6933950" y="4413700"/>
              <a:ext cx="77550" cy="81375"/>
            </a:xfrm>
            <a:custGeom>
              <a:avLst/>
              <a:gdLst/>
              <a:ahLst/>
              <a:cxnLst/>
              <a:rect l="l" t="t" r="r" b="b"/>
              <a:pathLst>
                <a:path w="3102" h="3255" extrusionOk="0">
                  <a:moveTo>
                    <a:pt x="2565" y="192"/>
                  </a:moveTo>
                  <a:cubicBezTo>
                    <a:pt x="2144" y="652"/>
                    <a:pt x="1723" y="1073"/>
                    <a:pt x="1340" y="1532"/>
                  </a:cubicBezTo>
                  <a:cubicBezTo>
                    <a:pt x="919" y="1953"/>
                    <a:pt x="498" y="2336"/>
                    <a:pt x="192" y="2834"/>
                  </a:cubicBezTo>
                  <a:cubicBezTo>
                    <a:pt x="0" y="3064"/>
                    <a:pt x="460" y="3255"/>
                    <a:pt x="574" y="3025"/>
                  </a:cubicBezTo>
                  <a:cubicBezTo>
                    <a:pt x="919" y="2566"/>
                    <a:pt x="1340" y="2183"/>
                    <a:pt x="1685" y="1762"/>
                  </a:cubicBezTo>
                  <a:cubicBezTo>
                    <a:pt x="2106" y="1341"/>
                    <a:pt x="2489" y="920"/>
                    <a:pt x="2910" y="499"/>
                  </a:cubicBezTo>
                  <a:cubicBezTo>
                    <a:pt x="3101" y="269"/>
                    <a:pt x="2757" y="1"/>
                    <a:pt x="2565" y="231"/>
                  </a:cubicBezTo>
                  <a:close/>
                </a:path>
              </a:pathLst>
            </a:custGeom>
            <a:solidFill>
              <a:srgbClr val="6566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8"/>
            <p:cNvSpPr/>
            <p:nvPr/>
          </p:nvSpPr>
          <p:spPr>
            <a:xfrm>
              <a:off x="6914800" y="4645325"/>
              <a:ext cx="235475" cy="203875"/>
            </a:xfrm>
            <a:custGeom>
              <a:avLst/>
              <a:gdLst/>
              <a:ahLst/>
              <a:cxnLst/>
              <a:rect l="l" t="t" r="r" b="b"/>
              <a:pathLst>
                <a:path w="9419" h="8155" extrusionOk="0">
                  <a:moveTo>
                    <a:pt x="8844" y="804"/>
                  </a:moveTo>
                  <a:cubicBezTo>
                    <a:pt x="7810" y="1685"/>
                    <a:pt x="6815" y="2566"/>
                    <a:pt x="5781" y="3408"/>
                  </a:cubicBezTo>
                  <a:cubicBezTo>
                    <a:pt x="4518" y="2412"/>
                    <a:pt x="3370" y="1264"/>
                    <a:pt x="2221" y="192"/>
                  </a:cubicBezTo>
                  <a:cubicBezTo>
                    <a:pt x="2030" y="1"/>
                    <a:pt x="1647" y="269"/>
                    <a:pt x="1876" y="460"/>
                  </a:cubicBezTo>
                  <a:cubicBezTo>
                    <a:pt x="3025" y="1532"/>
                    <a:pt x="4173" y="2680"/>
                    <a:pt x="5437" y="3676"/>
                  </a:cubicBezTo>
                  <a:cubicBezTo>
                    <a:pt x="3752" y="5092"/>
                    <a:pt x="2030" y="6470"/>
                    <a:pt x="269" y="7734"/>
                  </a:cubicBezTo>
                  <a:cubicBezTo>
                    <a:pt x="1" y="7887"/>
                    <a:pt x="383" y="8155"/>
                    <a:pt x="613" y="8002"/>
                  </a:cubicBezTo>
                  <a:cubicBezTo>
                    <a:pt x="2374" y="6738"/>
                    <a:pt x="4097" y="5360"/>
                    <a:pt x="5781" y="3982"/>
                  </a:cubicBezTo>
                  <a:cubicBezTo>
                    <a:pt x="6356" y="4441"/>
                    <a:pt x="6968" y="4863"/>
                    <a:pt x="7581" y="5207"/>
                  </a:cubicBezTo>
                  <a:cubicBezTo>
                    <a:pt x="7810" y="5360"/>
                    <a:pt x="8078" y="5016"/>
                    <a:pt x="7810" y="4863"/>
                  </a:cubicBezTo>
                  <a:cubicBezTo>
                    <a:pt x="7236" y="4518"/>
                    <a:pt x="6662" y="4097"/>
                    <a:pt x="6126" y="3676"/>
                  </a:cubicBezTo>
                  <a:cubicBezTo>
                    <a:pt x="7160" y="2834"/>
                    <a:pt x="8155" y="1953"/>
                    <a:pt x="9189" y="1111"/>
                  </a:cubicBezTo>
                  <a:cubicBezTo>
                    <a:pt x="9418" y="919"/>
                    <a:pt x="9036" y="651"/>
                    <a:pt x="8844" y="804"/>
                  </a:cubicBezTo>
                  <a:close/>
                </a:path>
              </a:pathLst>
            </a:custGeom>
            <a:solidFill>
              <a:srgbClr val="6566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4" name="Google Shape;864;p28"/>
          <p:cNvSpPr txBox="1">
            <a:spLocks noGrp="1"/>
          </p:cNvSpPr>
          <p:nvPr>
            <p:ph type="ctrTitle"/>
          </p:nvPr>
        </p:nvSpPr>
        <p:spPr>
          <a:xfrm>
            <a:off x="722375" y="974275"/>
            <a:ext cx="4509300" cy="22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iro"/>
                <a:ea typeface="Cairo"/>
                <a:cs typeface="Cairo"/>
                <a:sym typeface="Cairo"/>
              </a:rPr>
              <a:t>Minitema sobre </a:t>
            </a:r>
            <a:r>
              <a:rPr lang="en" sz="4600"/>
              <a:t>TOLERANCIA RACIAL</a:t>
            </a:r>
            <a:r>
              <a:rPr lang="en" sz="4800"/>
              <a:t> </a:t>
            </a:r>
            <a:endParaRPr sz="4800"/>
          </a:p>
        </p:txBody>
      </p:sp>
      <p:sp>
        <p:nvSpPr>
          <p:cNvPr id="865" name="Google Shape;865;p28"/>
          <p:cNvSpPr txBox="1">
            <a:spLocks noGrp="1"/>
          </p:cNvSpPr>
          <p:nvPr>
            <p:ph type="subTitle" idx="1"/>
          </p:nvPr>
        </p:nvSpPr>
        <p:spPr>
          <a:xfrm>
            <a:off x="722375" y="3384475"/>
            <a:ext cx="2271600" cy="6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Aquí es donde comienza la presentación</a:t>
            </a:r>
            <a:endParaRPr sz="1600"/>
          </a:p>
        </p:txBody>
      </p:sp>
      <p:sp>
        <p:nvSpPr>
          <p:cNvPr id="866" name="Google Shape;866;p28"/>
          <p:cNvSpPr/>
          <p:nvPr/>
        </p:nvSpPr>
        <p:spPr>
          <a:xfrm>
            <a:off x="3177493" y="2687746"/>
            <a:ext cx="189522" cy="179642"/>
          </a:xfrm>
          <a:custGeom>
            <a:avLst/>
            <a:gdLst/>
            <a:ahLst/>
            <a:cxnLst/>
            <a:rect l="l" t="t" r="r" b="b"/>
            <a:pathLst>
              <a:path w="4930" h="4673" extrusionOk="0">
                <a:moveTo>
                  <a:pt x="2367" y="4653"/>
                </a:moveTo>
                <a:cubicBezTo>
                  <a:pt x="2288" y="4633"/>
                  <a:pt x="2209" y="4574"/>
                  <a:pt x="2189" y="4495"/>
                </a:cubicBezTo>
                <a:cubicBezTo>
                  <a:pt x="1519" y="3884"/>
                  <a:pt x="770" y="3312"/>
                  <a:pt x="356" y="2484"/>
                </a:cubicBezTo>
                <a:cubicBezTo>
                  <a:pt x="119" y="2031"/>
                  <a:pt x="1" y="1479"/>
                  <a:pt x="159" y="986"/>
                </a:cubicBezTo>
                <a:cubicBezTo>
                  <a:pt x="356" y="414"/>
                  <a:pt x="967" y="0"/>
                  <a:pt x="1519" y="394"/>
                </a:cubicBezTo>
                <a:cubicBezTo>
                  <a:pt x="1933" y="631"/>
                  <a:pt x="2209" y="1065"/>
                  <a:pt x="2307" y="1518"/>
                </a:cubicBezTo>
                <a:cubicBezTo>
                  <a:pt x="2623" y="1104"/>
                  <a:pt x="2958" y="690"/>
                  <a:pt x="3431" y="434"/>
                </a:cubicBezTo>
                <a:cubicBezTo>
                  <a:pt x="3963" y="118"/>
                  <a:pt x="4732" y="296"/>
                  <a:pt x="4732" y="1006"/>
                </a:cubicBezTo>
                <a:cubicBezTo>
                  <a:pt x="4673" y="2110"/>
                  <a:pt x="3234" y="3509"/>
                  <a:pt x="2583" y="4397"/>
                </a:cubicBezTo>
                <a:cubicBezTo>
                  <a:pt x="2623" y="4515"/>
                  <a:pt x="2485" y="4673"/>
                  <a:pt x="2367" y="4653"/>
                </a:cubicBezTo>
                <a:lnTo>
                  <a:pt x="2367" y="4653"/>
                </a:lnTo>
                <a:close/>
                <a:moveTo>
                  <a:pt x="2327" y="4140"/>
                </a:moveTo>
                <a:cubicBezTo>
                  <a:pt x="2721" y="3608"/>
                  <a:pt x="4929" y="1262"/>
                  <a:pt x="4220" y="710"/>
                </a:cubicBezTo>
                <a:cubicBezTo>
                  <a:pt x="3845" y="533"/>
                  <a:pt x="3471" y="828"/>
                  <a:pt x="3195" y="1045"/>
                </a:cubicBezTo>
                <a:cubicBezTo>
                  <a:pt x="2879" y="1301"/>
                  <a:pt x="2721" y="1696"/>
                  <a:pt x="2406" y="1932"/>
                </a:cubicBezTo>
                <a:cubicBezTo>
                  <a:pt x="1953" y="2110"/>
                  <a:pt x="1953" y="1479"/>
                  <a:pt x="1815" y="1223"/>
                </a:cubicBezTo>
                <a:cubicBezTo>
                  <a:pt x="1637" y="927"/>
                  <a:pt x="1361" y="592"/>
                  <a:pt x="987" y="611"/>
                </a:cubicBezTo>
                <a:cubicBezTo>
                  <a:pt x="395" y="809"/>
                  <a:pt x="375" y="1538"/>
                  <a:pt x="553" y="2031"/>
                </a:cubicBezTo>
                <a:cubicBezTo>
                  <a:pt x="868" y="2918"/>
                  <a:pt x="1657" y="3509"/>
                  <a:pt x="2327" y="41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7" name="Google Shape;867;p28"/>
          <p:cNvGrpSpPr/>
          <p:nvPr/>
        </p:nvGrpSpPr>
        <p:grpSpPr>
          <a:xfrm>
            <a:off x="4757482" y="2984449"/>
            <a:ext cx="132665" cy="145543"/>
            <a:chOff x="5197175" y="335700"/>
            <a:chExt cx="86275" cy="94650"/>
          </a:xfrm>
        </p:grpSpPr>
        <p:sp>
          <p:nvSpPr>
            <p:cNvPr id="868" name="Google Shape;868;p28"/>
            <p:cNvSpPr/>
            <p:nvPr/>
          </p:nvSpPr>
          <p:spPr>
            <a:xfrm>
              <a:off x="5235125" y="335700"/>
              <a:ext cx="15300" cy="41425"/>
            </a:xfrm>
            <a:custGeom>
              <a:avLst/>
              <a:gdLst/>
              <a:ahLst/>
              <a:cxnLst/>
              <a:rect l="l" t="t" r="r" b="b"/>
              <a:pathLst>
                <a:path w="612" h="1657" extrusionOk="0">
                  <a:moveTo>
                    <a:pt x="20" y="1440"/>
                  </a:moveTo>
                  <a:cubicBezTo>
                    <a:pt x="0" y="1223"/>
                    <a:pt x="0" y="986"/>
                    <a:pt x="20" y="750"/>
                  </a:cubicBezTo>
                  <a:cubicBezTo>
                    <a:pt x="40" y="572"/>
                    <a:pt x="20" y="375"/>
                    <a:pt x="138" y="217"/>
                  </a:cubicBezTo>
                  <a:cubicBezTo>
                    <a:pt x="296" y="1"/>
                    <a:pt x="612" y="257"/>
                    <a:pt x="414" y="454"/>
                  </a:cubicBezTo>
                  <a:cubicBezTo>
                    <a:pt x="355" y="750"/>
                    <a:pt x="375" y="1045"/>
                    <a:pt x="395" y="1361"/>
                  </a:cubicBezTo>
                  <a:cubicBezTo>
                    <a:pt x="395" y="1420"/>
                    <a:pt x="395" y="1479"/>
                    <a:pt x="355" y="1538"/>
                  </a:cubicBezTo>
                  <a:cubicBezTo>
                    <a:pt x="257" y="1657"/>
                    <a:pt x="40" y="1597"/>
                    <a:pt x="20" y="14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8"/>
            <p:cNvSpPr/>
            <p:nvPr/>
          </p:nvSpPr>
          <p:spPr>
            <a:xfrm>
              <a:off x="5254825" y="381550"/>
              <a:ext cx="28625" cy="9375"/>
            </a:xfrm>
            <a:custGeom>
              <a:avLst/>
              <a:gdLst/>
              <a:ahLst/>
              <a:cxnLst/>
              <a:rect l="l" t="t" r="r" b="b"/>
              <a:pathLst>
                <a:path w="1145" h="375" extrusionOk="0">
                  <a:moveTo>
                    <a:pt x="198" y="375"/>
                  </a:moveTo>
                  <a:cubicBezTo>
                    <a:pt x="100" y="375"/>
                    <a:pt x="1" y="296"/>
                    <a:pt x="1" y="197"/>
                  </a:cubicBezTo>
                  <a:cubicBezTo>
                    <a:pt x="1" y="99"/>
                    <a:pt x="100" y="0"/>
                    <a:pt x="198" y="0"/>
                  </a:cubicBezTo>
                  <a:lnTo>
                    <a:pt x="908" y="0"/>
                  </a:lnTo>
                  <a:cubicBezTo>
                    <a:pt x="1144" y="20"/>
                    <a:pt x="1144" y="375"/>
                    <a:pt x="908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8"/>
            <p:cNvSpPr/>
            <p:nvPr/>
          </p:nvSpPr>
          <p:spPr>
            <a:xfrm>
              <a:off x="5230200" y="400750"/>
              <a:ext cx="15800" cy="29600"/>
            </a:xfrm>
            <a:custGeom>
              <a:avLst/>
              <a:gdLst/>
              <a:ahLst/>
              <a:cxnLst/>
              <a:rect l="l" t="t" r="r" b="b"/>
              <a:pathLst>
                <a:path w="632" h="1184" extrusionOk="0">
                  <a:moveTo>
                    <a:pt x="158" y="1026"/>
                  </a:moveTo>
                  <a:cubicBezTo>
                    <a:pt x="158" y="770"/>
                    <a:pt x="0" y="21"/>
                    <a:pt x="375" y="1"/>
                  </a:cubicBezTo>
                  <a:cubicBezTo>
                    <a:pt x="533" y="1"/>
                    <a:pt x="631" y="218"/>
                    <a:pt x="513" y="316"/>
                  </a:cubicBezTo>
                  <a:cubicBezTo>
                    <a:pt x="473" y="474"/>
                    <a:pt x="493" y="652"/>
                    <a:pt x="513" y="809"/>
                  </a:cubicBezTo>
                  <a:cubicBezTo>
                    <a:pt x="513" y="947"/>
                    <a:pt x="552" y="1144"/>
                    <a:pt x="355" y="1184"/>
                  </a:cubicBezTo>
                  <a:cubicBezTo>
                    <a:pt x="257" y="1184"/>
                    <a:pt x="158" y="1125"/>
                    <a:pt x="158" y="10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8"/>
            <p:cNvSpPr/>
            <p:nvPr/>
          </p:nvSpPr>
          <p:spPr>
            <a:xfrm>
              <a:off x="5197175" y="384500"/>
              <a:ext cx="27625" cy="12350"/>
            </a:xfrm>
            <a:custGeom>
              <a:avLst/>
              <a:gdLst/>
              <a:ahLst/>
              <a:cxnLst/>
              <a:rect l="l" t="t" r="r" b="b"/>
              <a:pathLst>
                <a:path w="1105" h="494" extrusionOk="0">
                  <a:moveTo>
                    <a:pt x="20" y="335"/>
                  </a:moveTo>
                  <a:cubicBezTo>
                    <a:pt x="0" y="237"/>
                    <a:pt x="79" y="138"/>
                    <a:pt x="178" y="119"/>
                  </a:cubicBezTo>
                  <a:cubicBezTo>
                    <a:pt x="414" y="99"/>
                    <a:pt x="651" y="79"/>
                    <a:pt x="888" y="20"/>
                  </a:cubicBezTo>
                  <a:cubicBezTo>
                    <a:pt x="986" y="0"/>
                    <a:pt x="1065" y="99"/>
                    <a:pt x="1085" y="178"/>
                  </a:cubicBezTo>
                  <a:cubicBezTo>
                    <a:pt x="1104" y="276"/>
                    <a:pt x="1026" y="375"/>
                    <a:pt x="927" y="395"/>
                  </a:cubicBezTo>
                  <a:cubicBezTo>
                    <a:pt x="690" y="434"/>
                    <a:pt x="454" y="454"/>
                    <a:pt x="237" y="493"/>
                  </a:cubicBezTo>
                  <a:cubicBezTo>
                    <a:pt x="138" y="493"/>
                    <a:pt x="40" y="434"/>
                    <a:pt x="20" y="3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2" name="Google Shape;872;p28"/>
          <p:cNvGrpSpPr/>
          <p:nvPr/>
        </p:nvGrpSpPr>
        <p:grpSpPr>
          <a:xfrm>
            <a:off x="7023497" y="650489"/>
            <a:ext cx="1721419" cy="927417"/>
            <a:chOff x="7023497" y="650489"/>
            <a:chExt cx="1721419" cy="927417"/>
          </a:xfrm>
        </p:grpSpPr>
        <p:grpSp>
          <p:nvGrpSpPr>
            <p:cNvPr id="873" name="Google Shape;873;p28"/>
            <p:cNvGrpSpPr/>
            <p:nvPr/>
          </p:nvGrpSpPr>
          <p:grpSpPr>
            <a:xfrm>
              <a:off x="8574347" y="1421714"/>
              <a:ext cx="170569" cy="156192"/>
              <a:chOff x="5117325" y="2664025"/>
              <a:chExt cx="110925" cy="101575"/>
            </a:xfrm>
          </p:grpSpPr>
          <p:sp>
            <p:nvSpPr>
              <p:cNvPr id="874" name="Google Shape;874;p28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28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28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28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8" name="Google Shape;878;p28"/>
            <p:cNvGrpSpPr/>
            <p:nvPr/>
          </p:nvGrpSpPr>
          <p:grpSpPr>
            <a:xfrm>
              <a:off x="7023497" y="650489"/>
              <a:ext cx="170569" cy="156192"/>
              <a:chOff x="5117325" y="2664025"/>
              <a:chExt cx="110925" cy="101575"/>
            </a:xfrm>
          </p:grpSpPr>
          <p:sp>
            <p:nvSpPr>
              <p:cNvPr id="879" name="Google Shape;879;p28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28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28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28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3" name="Google Shape;883;p28"/>
            <p:cNvSpPr/>
            <p:nvPr/>
          </p:nvSpPr>
          <p:spPr>
            <a:xfrm>
              <a:off x="7961675" y="806669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4" name="Google Shape;884;p28"/>
          <p:cNvSpPr/>
          <p:nvPr/>
        </p:nvSpPr>
        <p:spPr>
          <a:xfrm rot="655445">
            <a:off x="4033498" y="4102282"/>
            <a:ext cx="153882" cy="164492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5" name="Google Shape;885;p28"/>
          <p:cNvGrpSpPr/>
          <p:nvPr/>
        </p:nvGrpSpPr>
        <p:grpSpPr>
          <a:xfrm>
            <a:off x="775500" y="3265438"/>
            <a:ext cx="2277457" cy="21075"/>
            <a:chOff x="775500" y="3265438"/>
            <a:chExt cx="2277457" cy="21075"/>
          </a:xfrm>
        </p:grpSpPr>
        <p:sp>
          <p:nvSpPr>
            <p:cNvPr id="886" name="Google Shape;886;p28"/>
            <p:cNvSpPr/>
            <p:nvPr/>
          </p:nvSpPr>
          <p:spPr>
            <a:xfrm>
              <a:off x="775500" y="3265438"/>
              <a:ext cx="2165006" cy="21075"/>
            </a:xfrm>
            <a:custGeom>
              <a:avLst/>
              <a:gdLst/>
              <a:ahLst/>
              <a:cxnLst/>
              <a:rect l="l" t="t" r="r" b="b"/>
              <a:pathLst>
                <a:path w="7079" h="514" extrusionOk="0">
                  <a:moveTo>
                    <a:pt x="6861" y="513"/>
                  </a:moveTo>
                  <a:cubicBezTo>
                    <a:pt x="5304" y="454"/>
                    <a:pt x="3727" y="434"/>
                    <a:pt x="2150" y="454"/>
                  </a:cubicBezTo>
                  <a:cubicBezTo>
                    <a:pt x="1519" y="434"/>
                    <a:pt x="888" y="513"/>
                    <a:pt x="257" y="434"/>
                  </a:cubicBezTo>
                  <a:cubicBezTo>
                    <a:pt x="1" y="355"/>
                    <a:pt x="119" y="1"/>
                    <a:pt x="395" y="79"/>
                  </a:cubicBezTo>
                  <a:cubicBezTo>
                    <a:pt x="1341" y="139"/>
                    <a:pt x="2268" y="60"/>
                    <a:pt x="3214" y="79"/>
                  </a:cubicBezTo>
                  <a:cubicBezTo>
                    <a:pt x="4082" y="79"/>
                    <a:pt x="4929" y="99"/>
                    <a:pt x="5777" y="119"/>
                  </a:cubicBezTo>
                  <a:cubicBezTo>
                    <a:pt x="6152" y="119"/>
                    <a:pt x="6526" y="139"/>
                    <a:pt x="6901" y="139"/>
                  </a:cubicBezTo>
                  <a:cubicBezTo>
                    <a:pt x="6999" y="158"/>
                    <a:pt x="7078" y="257"/>
                    <a:pt x="7059" y="355"/>
                  </a:cubicBezTo>
                  <a:cubicBezTo>
                    <a:pt x="7059" y="454"/>
                    <a:pt x="6960" y="513"/>
                    <a:pt x="6861" y="5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8"/>
            <p:cNvSpPr/>
            <p:nvPr/>
          </p:nvSpPr>
          <p:spPr>
            <a:xfrm>
              <a:off x="2993981" y="3266276"/>
              <a:ext cx="58975" cy="19413"/>
            </a:xfrm>
            <a:custGeom>
              <a:avLst/>
              <a:gdLst/>
              <a:ahLst/>
              <a:cxnLst/>
              <a:rect l="l" t="t" r="r" b="b"/>
              <a:pathLst>
                <a:path w="1440" h="474" extrusionOk="0">
                  <a:moveTo>
                    <a:pt x="1223" y="473"/>
                  </a:moveTo>
                  <a:cubicBezTo>
                    <a:pt x="887" y="454"/>
                    <a:pt x="552" y="454"/>
                    <a:pt x="217" y="414"/>
                  </a:cubicBezTo>
                  <a:cubicBezTo>
                    <a:pt x="0" y="355"/>
                    <a:pt x="59" y="0"/>
                    <a:pt x="296" y="59"/>
                  </a:cubicBezTo>
                  <a:cubicBezTo>
                    <a:pt x="611" y="99"/>
                    <a:pt x="947" y="99"/>
                    <a:pt x="1262" y="118"/>
                  </a:cubicBezTo>
                  <a:cubicBezTo>
                    <a:pt x="1361" y="118"/>
                    <a:pt x="1439" y="217"/>
                    <a:pt x="1420" y="296"/>
                  </a:cubicBezTo>
                  <a:cubicBezTo>
                    <a:pt x="1420" y="414"/>
                    <a:pt x="1321" y="473"/>
                    <a:pt x="1223" y="4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9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CONTENIDO DE ESTA PLANTILLA</a:t>
            </a:r>
            <a:endParaRPr/>
          </a:p>
        </p:txBody>
      </p:sp>
      <p:sp>
        <p:nvSpPr>
          <p:cNvPr id="893" name="Google Shape;893;p29"/>
          <p:cNvSpPr txBox="1"/>
          <p:nvPr/>
        </p:nvSpPr>
        <p:spPr>
          <a:xfrm>
            <a:off x="720000" y="1151375"/>
            <a:ext cx="7704000" cy="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Puedes eliminar esta diapositiva cuando hayas terminado de editar la presentación.</a:t>
            </a:r>
            <a:endParaRPr sz="1200" b="1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894" name="Google Shape;894;p29"/>
          <p:cNvSpPr txBox="1"/>
          <p:nvPr/>
        </p:nvSpPr>
        <p:spPr>
          <a:xfrm>
            <a:off x="720000" y="4124675"/>
            <a:ext cx="37428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Más información:</a:t>
            </a:r>
            <a:r>
              <a:rPr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/>
            </a:r>
            <a:br>
              <a:rPr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Fredoka One"/>
                <a:ea typeface="Fredoka One"/>
                <a:cs typeface="Fredoka One"/>
                <a:sym typeface="Fredoka One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 </a:t>
            </a:r>
            <a:r>
              <a:rPr lang="en" sz="1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 | 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Fredoka One"/>
                <a:ea typeface="Fredoka One"/>
                <a:cs typeface="Fredoka One"/>
                <a:sym typeface="Fredoka One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BLOG</a:t>
            </a:r>
            <a:r>
              <a:rPr lang="en" sz="1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  | 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Fredoka One"/>
                <a:ea typeface="Fredoka One"/>
                <a:cs typeface="Fredoka One"/>
                <a:sym typeface="Fredoka One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FAQs</a:t>
            </a:r>
            <a:endParaRPr sz="10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895" name="Google Shape;895;p29"/>
          <p:cNvSpPr txBox="1"/>
          <p:nvPr/>
        </p:nvSpPr>
        <p:spPr>
          <a:xfrm>
            <a:off x="4679775" y="4124675"/>
            <a:ext cx="37428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Visita nuestros proyectos:</a:t>
            </a:r>
            <a:r>
              <a:rPr lang="en" sz="10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/>
            </a:r>
            <a:br>
              <a:rPr lang="en" sz="10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</a:b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Fredoka One"/>
                <a:ea typeface="Fredoka One"/>
                <a:cs typeface="Fredoka One"/>
                <a:sym typeface="Fredoka One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 |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Fredoka One"/>
                <a:ea typeface="Fredoka One"/>
                <a:cs typeface="Fredoka One"/>
                <a:sym typeface="Fredoka One"/>
                <a:hlinkClick r:id="rId7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 |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Fredoka One"/>
                <a:ea typeface="Fredoka One"/>
                <a:cs typeface="Fredoka One"/>
                <a:sym typeface="Fredoka One"/>
                <a:hlinkClick r:id="rId8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STORYSET</a:t>
            </a:r>
            <a:r>
              <a:rPr lang="en" sz="1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 |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Fredoka One"/>
                <a:ea typeface="Fredoka One"/>
                <a:cs typeface="Fredoka One"/>
                <a:sym typeface="Fredoka One"/>
                <a:hlinkClick r:id="rId9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WEPIK </a:t>
            </a:r>
            <a:r>
              <a:rPr lang="en" sz="1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|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Fredoka One"/>
                <a:ea typeface="Fredoka One"/>
                <a:cs typeface="Fredoka One"/>
                <a:sym typeface="Fredoka One"/>
                <a:hlinkClick r:id="rId10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VIDEVO</a:t>
            </a:r>
            <a:endParaRPr sz="10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aphicFrame>
        <p:nvGraphicFramePr>
          <p:cNvPr id="896" name="Google Shape;896;p29"/>
          <p:cNvGraphicFramePr/>
          <p:nvPr/>
        </p:nvGraphicFramePr>
        <p:xfrm>
          <a:off x="720000" y="17098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{ABBDA19F-C03E-4201-8747-199161196179}</a:tableStyleId>
              </a:tblPr>
              <a:tblGrid>
                <a:gridCol w="288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Fredoka One"/>
                          <a:ea typeface="Fredoka One"/>
                          <a:cs typeface="Fredoka One"/>
                          <a:sym typeface="Fredoka One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FUENTES</a:t>
                      </a:r>
                      <a:endParaRPr sz="1100">
                        <a:solidFill>
                          <a:schemeClr val="dk1"/>
                        </a:solidFill>
                        <a:latin typeface="Fredoka One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Para ver las tipografías correctas en PowerPoint, descárgalas e instálalas en tu equipo</a:t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Fredoka One"/>
                          <a:ea typeface="Fredoka One"/>
                          <a:cs typeface="Fredoka One"/>
                          <a:sym typeface="Fredoka One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RECURSOS USADOS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Fredoka One"/>
                          <a:ea typeface="Fredoka One"/>
                          <a:cs typeface="Fredoka One"/>
                          <a:sym typeface="Fredoka One"/>
                        </a:rPr>
                        <a:t> Y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Fredoka One"/>
                          <a:ea typeface="Fredoka One"/>
                          <a:cs typeface="Fredoka One"/>
                          <a:sym typeface="Fredoka One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ALTERNATIVOS</a:t>
                      </a:r>
                      <a:endParaRPr sz="1100">
                        <a:solidFill>
                          <a:schemeClr val="dk1"/>
                        </a:solidFill>
                        <a:latin typeface="Fredoka One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Una variedad de recursos gráficos acordes al estilo de nuestro diseño</a:t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Fredoka One"/>
                          <a:ea typeface="Fredoka One"/>
                          <a:cs typeface="Fredoka One"/>
                          <a:sym typeface="Fredoka One"/>
                          <a:hlinkClick r:id="rId1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DIAPOSITIVA DE AGRADECIMIENTOS</a:t>
                      </a:r>
                      <a:endParaRPr sz="1100">
                        <a:solidFill>
                          <a:schemeClr val="dk1"/>
                        </a:solidFill>
                        <a:latin typeface="Fredoka One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La debes conservar para dar los créditos correspondientes a nuestro diseño</a:t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Fredoka One"/>
                          <a:ea typeface="Fredoka One"/>
                          <a:cs typeface="Fredoka One"/>
                          <a:sym typeface="Fredoka One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COLORES</a:t>
                      </a:r>
                      <a:endParaRPr sz="1100">
                        <a:solidFill>
                          <a:schemeClr val="dk1"/>
                        </a:solidFill>
                        <a:latin typeface="Fredoka One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Todos los colores que se han usado en esta presentación</a:t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Fredoka One"/>
                          <a:ea typeface="Fredoka One"/>
                          <a:cs typeface="Fredoka One"/>
                          <a:sym typeface="Fredoka One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RECURSOS INFOGRÁFICOS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Fredoka One"/>
                          <a:ea typeface="Fredoka One"/>
                          <a:cs typeface="Fredoka One"/>
                          <a:sym typeface="Fredoka One"/>
                        </a:rPr>
                        <a:t> E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Fredoka One"/>
                          <a:ea typeface="Fredoka One"/>
                          <a:cs typeface="Fredoka One"/>
                          <a:sym typeface="Fredoka One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ICONOS</a:t>
                      </a:r>
                      <a:endParaRPr sz="1100">
                        <a:solidFill>
                          <a:schemeClr val="dk1"/>
                        </a:solidFill>
                        <a:latin typeface="Fredoka One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Su tamaño y color se pueden editar Pueden utilizarse en la presentación: su tamaño y color se pueden editar</a:t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redoka One"/>
                          <a:ea typeface="Fredoka One"/>
                          <a:cs typeface="Fredoka One"/>
                          <a:sym typeface="Fredoka One"/>
                        </a:rPr>
                        <a:t>TEMA EDITABLE DE LA PRESENTACIÓN </a:t>
                      </a:r>
                      <a:endParaRPr sz="1100">
                        <a:solidFill>
                          <a:schemeClr val="dk1"/>
                        </a:solidFill>
                        <a:latin typeface="Fredoka One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Las diapositivas maestras pueden editarse fácilmente. Haz clic </a:t>
                      </a:r>
                      <a:r>
                        <a:rPr lang="en" sz="1000" b="1" u="sng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aquí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 para saber cómo</a:t>
                      </a:r>
                      <a:endParaRPr sz="10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97" name="Google Shape;897;p29"/>
          <p:cNvSpPr/>
          <p:nvPr/>
        </p:nvSpPr>
        <p:spPr>
          <a:xfrm>
            <a:off x="722417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29"/>
          <p:cNvSpPr/>
          <p:nvPr/>
        </p:nvSpPr>
        <p:spPr>
          <a:xfrm flipH="1">
            <a:off x="8274562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0"/>
          <p:cNvSpPr txBox="1">
            <a:spLocks noGrp="1"/>
          </p:cNvSpPr>
          <p:nvPr>
            <p:ph type="subTitle" idx="1"/>
          </p:nvPr>
        </p:nvSpPr>
        <p:spPr>
          <a:xfrm>
            <a:off x="2227169" y="2055148"/>
            <a:ext cx="202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Puedes describir en qué consiste la sección aquí</a:t>
            </a:r>
            <a:endParaRPr/>
          </a:p>
        </p:txBody>
      </p:sp>
      <p:sp>
        <p:nvSpPr>
          <p:cNvPr id="904" name="Google Shape;904;p30"/>
          <p:cNvSpPr txBox="1">
            <a:spLocks noGrp="1"/>
          </p:cNvSpPr>
          <p:nvPr>
            <p:ph type="title" idx="2"/>
          </p:nvPr>
        </p:nvSpPr>
        <p:spPr>
          <a:xfrm>
            <a:off x="1319900" y="1807162"/>
            <a:ext cx="819000" cy="6792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05" name="Google Shape;905;p30"/>
          <p:cNvSpPr txBox="1">
            <a:spLocks noGrp="1"/>
          </p:cNvSpPr>
          <p:nvPr>
            <p:ph type="subTitle" idx="3"/>
          </p:nvPr>
        </p:nvSpPr>
        <p:spPr>
          <a:xfrm>
            <a:off x="5797894" y="2055148"/>
            <a:ext cx="202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Puedes describir en qué consiste la sección aquí</a:t>
            </a:r>
            <a:endParaRPr/>
          </a:p>
        </p:txBody>
      </p:sp>
      <p:sp>
        <p:nvSpPr>
          <p:cNvPr id="906" name="Google Shape;906;p30"/>
          <p:cNvSpPr txBox="1">
            <a:spLocks noGrp="1"/>
          </p:cNvSpPr>
          <p:nvPr>
            <p:ph type="title" idx="4"/>
          </p:nvPr>
        </p:nvSpPr>
        <p:spPr>
          <a:xfrm>
            <a:off x="4890675" y="1807162"/>
            <a:ext cx="819000" cy="6792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07" name="Google Shape;907;p30"/>
          <p:cNvSpPr txBox="1">
            <a:spLocks noGrp="1"/>
          </p:cNvSpPr>
          <p:nvPr>
            <p:ph type="subTitle" idx="5"/>
          </p:nvPr>
        </p:nvSpPr>
        <p:spPr>
          <a:xfrm>
            <a:off x="2227169" y="3497903"/>
            <a:ext cx="202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Puedes describir en qué consiste la sección aquí</a:t>
            </a:r>
            <a:endParaRPr/>
          </a:p>
        </p:txBody>
      </p:sp>
      <p:sp>
        <p:nvSpPr>
          <p:cNvPr id="908" name="Google Shape;908;p30"/>
          <p:cNvSpPr txBox="1">
            <a:spLocks noGrp="1"/>
          </p:cNvSpPr>
          <p:nvPr>
            <p:ph type="title" idx="6"/>
          </p:nvPr>
        </p:nvSpPr>
        <p:spPr>
          <a:xfrm>
            <a:off x="1319900" y="3250038"/>
            <a:ext cx="819000" cy="6792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09" name="Google Shape;909;p30"/>
          <p:cNvSpPr txBox="1">
            <a:spLocks noGrp="1"/>
          </p:cNvSpPr>
          <p:nvPr>
            <p:ph type="subTitle" idx="7"/>
          </p:nvPr>
        </p:nvSpPr>
        <p:spPr>
          <a:xfrm>
            <a:off x="5797894" y="3497900"/>
            <a:ext cx="202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Puedes describir en qué consiste la sección aquí</a:t>
            </a:r>
            <a:endParaRPr/>
          </a:p>
        </p:txBody>
      </p:sp>
      <p:sp>
        <p:nvSpPr>
          <p:cNvPr id="910" name="Google Shape;910;p30"/>
          <p:cNvSpPr txBox="1">
            <a:spLocks noGrp="1"/>
          </p:cNvSpPr>
          <p:nvPr>
            <p:ph type="title" idx="8"/>
          </p:nvPr>
        </p:nvSpPr>
        <p:spPr>
          <a:xfrm>
            <a:off x="4890675" y="3250041"/>
            <a:ext cx="819000" cy="6792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911" name="Google Shape;911;p30"/>
          <p:cNvSpPr txBox="1">
            <a:spLocks noGrp="1"/>
          </p:cNvSpPr>
          <p:nvPr>
            <p:ph type="subTitle" idx="9"/>
          </p:nvPr>
        </p:nvSpPr>
        <p:spPr>
          <a:xfrm>
            <a:off x="2227169" y="1705000"/>
            <a:ext cx="20262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SECCIÓN </a:t>
            </a:r>
            <a:endParaRPr/>
          </a:p>
        </p:txBody>
      </p:sp>
      <p:sp>
        <p:nvSpPr>
          <p:cNvPr id="912" name="Google Shape;912;p30"/>
          <p:cNvSpPr txBox="1">
            <a:spLocks noGrp="1"/>
          </p:cNvSpPr>
          <p:nvPr>
            <p:ph type="subTitle" idx="13"/>
          </p:nvPr>
        </p:nvSpPr>
        <p:spPr>
          <a:xfrm>
            <a:off x="5797894" y="1705000"/>
            <a:ext cx="20262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SECCIÓN </a:t>
            </a:r>
            <a:endParaRPr/>
          </a:p>
        </p:txBody>
      </p:sp>
      <p:sp>
        <p:nvSpPr>
          <p:cNvPr id="913" name="Google Shape;913;p30"/>
          <p:cNvSpPr txBox="1">
            <a:spLocks noGrp="1"/>
          </p:cNvSpPr>
          <p:nvPr>
            <p:ph type="subTitle" idx="14"/>
          </p:nvPr>
        </p:nvSpPr>
        <p:spPr>
          <a:xfrm>
            <a:off x="2227169" y="3147755"/>
            <a:ext cx="20262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SECCIÓN</a:t>
            </a:r>
            <a:endParaRPr/>
          </a:p>
        </p:txBody>
      </p:sp>
      <p:sp>
        <p:nvSpPr>
          <p:cNvPr id="914" name="Google Shape;914;p30"/>
          <p:cNvSpPr txBox="1">
            <a:spLocks noGrp="1"/>
          </p:cNvSpPr>
          <p:nvPr>
            <p:ph type="subTitle" idx="15"/>
          </p:nvPr>
        </p:nvSpPr>
        <p:spPr>
          <a:xfrm>
            <a:off x="5797894" y="3147752"/>
            <a:ext cx="20262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SECCIÓN</a:t>
            </a:r>
            <a:endParaRPr/>
          </a:p>
        </p:txBody>
      </p:sp>
      <p:sp>
        <p:nvSpPr>
          <p:cNvPr id="915" name="Google Shape;915;p30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ÍNDICE</a:t>
            </a:r>
            <a:endParaRPr sz="3200"/>
          </a:p>
        </p:txBody>
      </p:sp>
      <p:grpSp>
        <p:nvGrpSpPr>
          <p:cNvPr id="916" name="Google Shape;916;p30"/>
          <p:cNvGrpSpPr/>
          <p:nvPr/>
        </p:nvGrpSpPr>
        <p:grpSpPr>
          <a:xfrm>
            <a:off x="1476558" y="2577726"/>
            <a:ext cx="504563" cy="27457"/>
            <a:chOff x="7585253" y="1282025"/>
            <a:chExt cx="504563" cy="27458"/>
          </a:xfrm>
        </p:grpSpPr>
        <p:sp>
          <p:nvSpPr>
            <p:cNvPr id="917" name="Google Shape;917;p30"/>
            <p:cNvSpPr/>
            <p:nvPr/>
          </p:nvSpPr>
          <p:spPr>
            <a:xfrm>
              <a:off x="7585253" y="1282025"/>
              <a:ext cx="373935" cy="27458"/>
            </a:xfrm>
            <a:custGeom>
              <a:avLst/>
              <a:gdLst/>
              <a:ahLst/>
              <a:cxnLst/>
              <a:rect l="l" t="t" r="r" b="b"/>
              <a:pathLst>
                <a:path w="10214" h="750" extrusionOk="0">
                  <a:moveTo>
                    <a:pt x="1" y="494"/>
                  </a:moveTo>
                  <a:cubicBezTo>
                    <a:pt x="1" y="395"/>
                    <a:pt x="80" y="296"/>
                    <a:pt x="178" y="296"/>
                  </a:cubicBezTo>
                  <a:cubicBezTo>
                    <a:pt x="356" y="296"/>
                    <a:pt x="553" y="277"/>
                    <a:pt x="730" y="277"/>
                  </a:cubicBezTo>
                  <a:cubicBezTo>
                    <a:pt x="1322" y="237"/>
                    <a:pt x="1893" y="198"/>
                    <a:pt x="2485" y="178"/>
                  </a:cubicBezTo>
                  <a:cubicBezTo>
                    <a:pt x="3668" y="139"/>
                    <a:pt x="4870" y="139"/>
                    <a:pt x="6053" y="119"/>
                  </a:cubicBezTo>
                  <a:cubicBezTo>
                    <a:pt x="7216" y="79"/>
                    <a:pt x="8380" y="20"/>
                    <a:pt x="9543" y="1"/>
                  </a:cubicBezTo>
                  <a:cubicBezTo>
                    <a:pt x="9700" y="1"/>
                    <a:pt x="9838" y="1"/>
                    <a:pt x="9976" y="1"/>
                  </a:cubicBezTo>
                  <a:cubicBezTo>
                    <a:pt x="10213" y="1"/>
                    <a:pt x="10213" y="356"/>
                    <a:pt x="9976" y="356"/>
                  </a:cubicBezTo>
                  <a:cubicBezTo>
                    <a:pt x="8399" y="375"/>
                    <a:pt x="6822" y="474"/>
                    <a:pt x="5245" y="494"/>
                  </a:cubicBezTo>
                  <a:cubicBezTo>
                    <a:pt x="3668" y="513"/>
                    <a:pt x="2091" y="553"/>
                    <a:pt x="513" y="651"/>
                  </a:cubicBezTo>
                  <a:cubicBezTo>
                    <a:pt x="336" y="651"/>
                    <a:pt x="20" y="750"/>
                    <a:pt x="1" y="4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0"/>
            <p:cNvSpPr/>
            <p:nvPr/>
          </p:nvSpPr>
          <p:spPr>
            <a:xfrm>
              <a:off x="7993788" y="1287809"/>
              <a:ext cx="96028" cy="13729"/>
            </a:xfrm>
            <a:custGeom>
              <a:avLst/>
              <a:gdLst/>
              <a:ahLst/>
              <a:cxnLst/>
              <a:rect l="l" t="t" r="r" b="b"/>
              <a:pathLst>
                <a:path w="2623" h="375" extrusionOk="0">
                  <a:moveTo>
                    <a:pt x="2386" y="375"/>
                  </a:moveTo>
                  <a:cubicBezTo>
                    <a:pt x="1676" y="355"/>
                    <a:pt x="966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966" y="0"/>
                    <a:pt x="1676" y="0"/>
                    <a:pt x="2386" y="0"/>
                  </a:cubicBezTo>
                  <a:cubicBezTo>
                    <a:pt x="2622" y="0"/>
                    <a:pt x="2622" y="355"/>
                    <a:pt x="2386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9" name="Google Shape;919;p30"/>
          <p:cNvGrpSpPr/>
          <p:nvPr/>
        </p:nvGrpSpPr>
        <p:grpSpPr>
          <a:xfrm>
            <a:off x="5047896" y="2577726"/>
            <a:ext cx="504563" cy="27457"/>
            <a:chOff x="7585253" y="1282025"/>
            <a:chExt cx="504563" cy="27458"/>
          </a:xfrm>
        </p:grpSpPr>
        <p:sp>
          <p:nvSpPr>
            <p:cNvPr id="920" name="Google Shape;920;p30"/>
            <p:cNvSpPr/>
            <p:nvPr/>
          </p:nvSpPr>
          <p:spPr>
            <a:xfrm>
              <a:off x="7585253" y="1282025"/>
              <a:ext cx="373935" cy="27458"/>
            </a:xfrm>
            <a:custGeom>
              <a:avLst/>
              <a:gdLst/>
              <a:ahLst/>
              <a:cxnLst/>
              <a:rect l="l" t="t" r="r" b="b"/>
              <a:pathLst>
                <a:path w="10214" h="750" extrusionOk="0">
                  <a:moveTo>
                    <a:pt x="1" y="494"/>
                  </a:moveTo>
                  <a:cubicBezTo>
                    <a:pt x="1" y="395"/>
                    <a:pt x="80" y="296"/>
                    <a:pt x="178" y="296"/>
                  </a:cubicBezTo>
                  <a:cubicBezTo>
                    <a:pt x="356" y="296"/>
                    <a:pt x="553" y="277"/>
                    <a:pt x="730" y="277"/>
                  </a:cubicBezTo>
                  <a:cubicBezTo>
                    <a:pt x="1322" y="237"/>
                    <a:pt x="1893" y="198"/>
                    <a:pt x="2485" y="178"/>
                  </a:cubicBezTo>
                  <a:cubicBezTo>
                    <a:pt x="3668" y="139"/>
                    <a:pt x="4870" y="139"/>
                    <a:pt x="6053" y="119"/>
                  </a:cubicBezTo>
                  <a:cubicBezTo>
                    <a:pt x="7216" y="79"/>
                    <a:pt x="8380" y="20"/>
                    <a:pt x="9543" y="1"/>
                  </a:cubicBezTo>
                  <a:cubicBezTo>
                    <a:pt x="9700" y="1"/>
                    <a:pt x="9838" y="1"/>
                    <a:pt x="9976" y="1"/>
                  </a:cubicBezTo>
                  <a:cubicBezTo>
                    <a:pt x="10213" y="1"/>
                    <a:pt x="10213" y="356"/>
                    <a:pt x="9976" y="356"/>
                  </a:cubicBezTo>
                  <a:cubicBezTo>
                    <a:pt x="8399" y="375"/>
                    <a:pt x="6822" y="474"/>
                    <a:pt x="5245" y="494"/>
                  </a:cubicBezTo>
                  <a:cubicBezTo>
                    <a:pt x="3668" y="513"/>
                    <a:pt x="2091" y="553"/>
                    <a:pt x="513" y="651"/>
                  </a:cubicBezTo>
                  <a:cubicBezTo>
                    <a:pt x="336" y="651"/>
                    <a:pt x="20" y="750"/>
                    <a:pt x="1" y="4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0"/>
            <p:cNvSpPr/>
            <p:nvPr/>
          </p:nvSpPr>
          <p:spPr>
            <a:xfrm>
              <a:off x="7993788" y="1287809"/>
              <a:ext cx="96028" cy="13729"/>
            </a:xfrm>
            <a:custGeom>
              <a:avLst/>
              <a:gdLst/>
              <a:ahLst/>
              <a:cxnLst/>
              <a:rect l="l" t="t" r="r" b="b"/>
              <a:pathLst>
                <a:path w="2623" h="375" extrusionOk="0">
                  <a:moveTo>
                    <a:pt x="2386" y="375"/>
                  </a:moveTo>
                  <a:cubicBezTo>
                    <a:pt x="1676" y="355"/>
                    <a:pt x="966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966" y="0"/>
                    <a:pt x="1676" y="0"/>
                    <a:pt x="2386" y="0"/>
                  </a:cubicBezTo>
                  <a:cubicBezTo>
                    <a:pt x="2622" y="0"/>
                    <a:pt x="2622" y="355"/>
                    <a:pt x="2386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2" name="Google Shape;922;p30"/>
          <p:cNvGrpSpPr/>
          <p:nvPr/>
        </p:nvGrpSpPr>
        <p:grpSpPr>
          <a:xfrm>
            <a:off x="1476558" y="4019776"/>
            <a:ext cx="504563" cy="27457"/>
            <a:chOff x="7585253" y="1282025"/>
            <a:chExt cx="504563" cy="27458"/>
          </a:xfrm>
        </p:grpSpPr>
        <p:sp>
          <p:nvSpPr>
            <p:cNvPr id="923" name="Google Shape;923;p30"/>
            <p:cNvSpPr/>
            <p:nvPr/>
          </p:nvSpPr>
          <p:spPr>
            <a:xfrm>
              <a:off x="7585253" y="1282025"/>
              <a:ext cx="373935" cy="27458"/>
            </a:xfrm>
            <a:custGeom>
              <a:avLst/>
              <a:gdLst/>
              <a:ahLst/>
              <a:cxnLst/>
              <a:rect l="l" t="t" r="r" b="b"/>
              <a:pathLst>
                <a:path w="10214" h="750" extrusionOk="0">
                  <a:moveTo>
                    <a:pt x="1" y="494"/>
                  </a:moveTo>
                  <a:cubicBezTo>
                    <a:pt x="1" y="395"/>
                    <a:pt x="80" y="296"/>
                    <a:pt x="178" y="296"/>
                  </a:cubicBezTo>
                  <a:cubicBezTo>
                    <a:pt x="356" y="296"/>
                    <a:pt x="553" y="277"/>
                    <a:pt x="730" y="277"/>
                  </a:cubicBezTo>
                  <a:cubicBezTo>
                    <a:pt x="1322" y="237"/>
                    <a:pt x="1893" y="198"/>
                    <a:pt x="2485" y="178"/>
                  </a:cubicBezTo>
                  <a:cubicBezTo>
                    <a:pt x="3668" y="139"/>
                    <a:pt x="4870" y="139"/>
                    <a:pt x="6053" y="119"/>
                  </a:cubicBezTo>
                  <a:cubicBezTo>
                    <a:pt x="7216" y="79"/>
                    <a:pt x="8380" y="20"/>
                    <a:pt x="9543" y="1"/>
                  </a:cubicBezTo>
                  <a:cubicBezTo>
                    <a:pt x="9700" y="1"/>
                    <a:pt x="9838" y="1"/>
                    <a:pt x="9976" y="1"/>
                  </a:cubicBezTo>
                  <a:cubicBezTo>
                    <a:pt x="10213" y="1"/>
                    <a:pt x="10213" y="356"/>
                    <a:pt x="9976" y="356"/>
                  </a:cubicBezTo>
                  <a:cubicBezTo>
                    <a:pt x="8399" y="375"/>
                    <a:pt x="6822" y="474"/>
                    <a:pt x="5245" y="494"/>
                  </a:cubicBezTo>
                  <a:cubicBezTo>
                    <a:pt x="3668" y="513"/>
                    <a:pt x="2091" y="553"/>
                    <a:pt x="513" y="651"/>
                  </a:cubicBezTo>
                  <a:cubicBezTo>
                    <a:pt x="336" y="651"/>
                    <a:pt x="20" y="750"/>
                    <a:pt x="1" y="4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0"/>
            <p:cNvSpPr/>
            <p:nvPr/>
          </p:nvSpPr>
          <p:spPr>
            <a:xfrm>
              <a:off x="7993788" y="1287809"/>
              <a:ext cx="96028" cy="13729"/>
            </a:xfrm>
            <a:custGeom>
              <a:avLst/>
              <a:gdLst/>
              <a:ahLst/>
              <a:cxnLst/>
              <a:rect l="l" t="t" r="r" b="b"/>
              <a:pathLst>
                <a:path w="2623" h="375" extrusionOk="0">
                  <a:moveTo>
                    <a:pt x="2386" y="375"/>
                  </a:moveTo>
                  <a:cubicBezTo>
                    <a:pt x="1676" y="355"/>
                    <a:pt x="966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966" y="0"/>
                    <a:pt x="1676" y="0"/>
                    <a:pt x="2386" y="0"/>
                  </a:cubicBezTo>
                  <a:cubicBezTo>
                    <a:pt x="2622" y="0"/>
                    <a:pt x="2622" y="355"/>
                    <a:pt x="2386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5" name="Google Shape;925;p30"/>
          <p:cNvGrpSpPr/>
          <p:nvPr/>
        </p:nvGrpSpPr>
        <p:grpSpPr>
          <a:xfrm>
            <a:off x="5047896" y="4019776"/>
            <a:ext cx="504563" cy="27457"/>
            <a:chOff x="7585253" y="1282025"/>
            <a:chExt cx="504563" cy="27458"/>
          </a:xfrm>
        </p:grpSpPr>
        <p:sp>
          <p:nvSpPr>
            <p:cNvPr id="926" name="Google Shape;926;p30"/>
            <p:cNvSpPr/>
            <p:nvPr/>
          </p:nvSpPr>
          <p:spPr>
            <a:xfrm>
              <a:off x="7585253" y="1282025"/>
              <a:ext cx="373935" cy="27458"/>
            </a:xfrm>
            <a:custGeom>
              <a:avLst/>
              <a:gdLst/>
              <a:ahLst/>
              <a:cxnLst/>
              <a:rect l="l" t="t" r="r" b="b"/>
              <a:pathLst>
                <a:path w="10214" h="750" extrusionOk="0">
                  <a:moveTo>
                    <a:pt x="1" y="494"/>
                  </a:moveTo>
                  <a:cubicBezTo>
                    <a:pt x="1" y="395"/>
                    <a:pt x="80" y="296"/>
                    <a:pt x="178" y="296"/>
                  </a:cubicBezTo>
                  <a:cubicBezTo>
                    <a:pt x="356" y="296"/>
                    <a:pt x="553" y="277"/>
                    <a:pt x="730" y="277"/>
                  </a:cubicBezTo>
                  <a:cubicBezTo>
                    <a:pt x="1322" y="237"/>
                    <a:pt x="1893" y="198"/>
                    <a:pt x="2485" y="178"/>
                  </a:cubicBezTo>
                  <a:cubicBezTo>
                    <a:pt x="3668" y="139"/>
                    <a:pt x="4870" y="139"/>
                    <a:pt x="6053" y="119"/>
                  </a:cubicBezTo>
                  <a:cubicBezTo>
                    <a:pt x="7216" y="79"/>
                    <a:pt x="8380" y="20"/>
                    <a:pt x="9543" y="1"/>
                  </a:cubicBezTo>
                  <a:cubicBezTo>
                    <a:pt x="9700" y="1"/>
                    <a:pt x="9838" y="1"/>
                    <a:pt x="9976" y="1"/>
                  </a:cubicBezTo>
                  <a:cubicBezTo>
                    <a:pt x="10213" y="1"/>
                    <a:pt x="10213" y="356"/>
                    <a:pt x="9976" y="356"/>
                  </a:cubicBezTo>
                  <a:cubicBezTo>
                    <a:pt x="8399" y="375"/>
                    <a:pt x="6822" y="474"/>
                    <a:pt x="5245" y="494"/>
                  </a:cubicBezTo>
                  <a:cubicBezTo>
                    <a:pt x="3668" y="513"/>
                    <a:pt x="2091" y="553"/>
                    <a:pt x="513" y="651"/>
                  </a:cubicBezTo>
                  <a:cubicBezTo>
                    <a:pt x="336" y="651"/>
                    <a:pt x="20" y="750"/>
                    <a:pt x="1" y="4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0"/>
            <p:cNvSpPr/>
            <p:nvPr/>
          </p:nvSpPr>
          <p:spPr>
            <a:xfrm>
              <a:off x="7993788" y="1287809"/>
              <a:ext cx="96028" cy="13729"/>
            </a:xfrm>
            <a:custGeom>
              <a:avLst/>
              <a:gdLst/>
              <a:ahLst/>
              <a:cxnLst/>
              <a:rect l="l" t="t" r="r" b="b"/>
              <a:pathLst>
                <a:path w="2623" h="375" extrusionOk="0">
                  <a:moveTo>
                    <a:pt x="2386" y="375"/>
                  </a:moveTo>
                  <a:cubicBezTo>
                    <a:pt x="1676" y="355"/>
                    <a:pt x="966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966" y="0"/>
                    <a:pt x="1676" y="0"/>
                    <a:pt x="2386" y="0"/>
                  </a:cubicBezTo>
                  <a:cubicBezTo>
                    <a:pt x="2622" y="0"/>
                    <a:pt x="2622" y="355"/>
                    <a:pt x="2386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8" name="Google Shape;928;p30"/>
          <p:cNvSpPr/>
          <p:nvPr/>
        </p:nvSpPr>
        <p:spPr>
          <a:xfrm>
            <a:off x="3141195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30"/>
          <p:cNvSpPr/>
          <p:nvPr/>
        </p:nvSpPr>
        <p:spPr>
          <a:xfrm flipH="1">
            <a:off x="5848920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1"/>
          <p:cNvSpPr txBox="1">
            <a:spLocks noGrp="1"/>
          </p:cNvSpPr>
          <p:nvPr>
            <p:ph type="subTitle" idx="1"/>
          </p:nvPr>
        </p:nvSpPr>
        <p:spPr>
          <a:xfrm>
            <a:off x="1037938" y="2421175"/>
            <a:ext cx="3075300" cy="14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Mercurio es el planeta más cercano al Sol y el más pequeño del sistema solar. El nombre de este planeta no tiene nada que ver con el metal líquido, ya que Mercurio recibió su nombre de un dios romano</a:t>
            </a:r>
            <a:endParaRPr/>
          </a:p>
        </p:txBody>
      </p:sp>
      <p:sp>
        <p:nvSpPr>
          <p:cNvPr id="935" name="Google Shape;935;p31"/>
          <p:cNvSpPr txBox="1">
            <a:spLocks noGrp="1"/>
          </p:cNvSpPr>
          <p:nvPr>
            <p:ph type="subTitle" idx="2"/>
          </p:nvPr>
        </p:nvSpPr>
        <p:spPr>
          <a:xfrm>
            <a:off x="5030716" y="2421175"/>
            <a:ext cx="3075300" cy="14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tiene un nombre precioso y es el segundo planeta más cercano al Sol. Es un planeta caluroso. Su atmósfera es extremadamente venenosa. Es el segundo objeto natural más brillante del cielo nocturno </a:t>
            </a:r>
            <a:endParaRPr/>
          </a:p>
        </p:txBody>
      </p:sp>
      <p:sp>
        <p:nvSpPr>
          <p:cNvPr id="936" name="Google Shape;936;p3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INTRODUCCIÓN</a:t>
            </a:r>
            <a:endParaRPr/>
          </a:p>
        </p:txBody>
      </p:sp>
      <p:grpSp>
        <p:nvGrpSpPr>
          <p:cNvPr id="937" name="Google Shape;937;p31"/>
          <p:cNvGrpSpPr/>
          <p:nvPr/>
        </p:nvGrpSpPr>
        <p:grpSpPr>
          <a:xfrm>
            <a:off x="4174647" y="1782789"/>
            <a:ext cx="668600" cy="775967"/>
            <a:chOff x="4056122" y="1492814"/>
            <a:chExt cx="668600" cy="775967"/>
          </a:xfrm>
        </p:grpSpPr>
        <p:grpSp>
          <p:nvGrpSpPr>
            <p:cNvPr id="938" name="Google Shape;938;p31"/>
            <p:cNvGrpSpPr/>
            <p:nvPr/>
          </p:nvGrpSpPr>
          <p:grpSpPr>
            <a:xfrm>
              <a:off x="4431072" y="2112589"/>
              <a:ext cx="170569" cy="156192"/>
              <a:chOff x="5117325" y="2664025"/>
              <a:chExt cx="110925" cy="101575"/>
            </a:xfrm>
          </p:grpSpPr>
          <p:sp>
            <p:nvSpPr>
              <p:cNvPr id="939" name="Google Shape;939;p31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31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31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31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43" name="Google Shape;943;p31"/>
            <p:cNvSpPr/>
            <p:nvPr/>
          </p:nvSpPr>
          <p:spPr>
            <a:xfrm rot="655445">
              <a:off x="4556648" y="161045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44" name="Google Shape;944;p31"/>
            <p:cNvGrpSpPr/>
            <p:nvPr/>
          </p:nvGrpSpPr>
          <p:grpSpPr>
            <a:xfrm>
              <a:off x="4056122" y="1492814"/>
              <a:ext cx="170569" cy="156192"/>
              <a:chOff x="5117325" y="2664025"/>
              <a:chExt cx="110925" cy="101575"/>
            </a:xfrm>
          </p:grpSpPr>
          <p:sp>
            <p:nvSpPr>
              <p:cNvPr id="945" name="Google Shape;945;p31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31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31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31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49" name="Google Shape;949;p31"/>
          <p:cNvSpPr/>
          <p:nvPr/>
        </p:nvSpPr>
        <p:spPr>
          <a:xfrm>
            <a:off x="2258745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31"/>
          <p:cNvSpPr/>
          <p:nvPr/>
        </p:nvSpPr>
        <p:spPr>
          <a:xfrm flipH="1">
            <a:off x="6737673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5" name="Google Shape;955;p32"/>
          <p:cNvGrpSpPr/>
          <p:nvPr/>
        </p:nvGrpSpPr>
        <p:grpSpPr>
          <a:xfrm>
            <a:off x="5027420" y="742426"/>
            <a:ext cx="1693180" cy="3716633"/>
            <a:chOff x="5743264" y="1327240"/>
            <a:chExt cx="1323624" cy="2905435"/>
          </a:xfrm>
        </p:grpSpPr>
        <p:grpSp>
          <p:nvGrpSpPr>
            <p:cNvPr id="956" name="Google Shape;956;p32"/>
            <p:cNvGrpSpPr/>
            <p:nvPr/>
          </p:nvGrpSpPr>
          <p:grpSpPr>
            <a:xfrm>
              <a:off x="5743264" y="1327240"/>
              <a:ext cx="1323624" cy="2857997"/>
              <a:chOff x="234275" y="934200"/>
              <a:chExt cx="1761075" cy="3802550"/>
            </a:xfrm>
          </p:grpSpPr>
          <p:sp>
            <p:nvSpPr>
              <p:cNvPr id="957" name="Google Shape;957;p32"/>
              <p:cNvSpPr/>
              <p:nvPr/>
            </p:nvSpPr>
            <p:spPr>
              <a:xfrm>
                <a:off x="243850" y="945675"/>
                <a:ext cx="1741950" cy="3788200"/>
              </a:xfrm>
              <a:custGeom>
                <a:avLst/>
                <a:gdLst/>
                <a:ahLst/>
                <a:cxnLst/>
                <a:rect l="l" t="t" r="r" b="b"/>
                <a:pathLst>
                  <a:path w="69678" h="151528" extrusionOk="0">
                    <a:moveTo>
                      <a:pt x="69026" y="36600"/>
                    </a:moveTo>
                    <a:cubicBezTo>
                      <a:pt x="69447" y="37136"/>
                      <a:pt x="69179" y="37863"/>
                      <a:pt x="69218" y="38438"/>
                    </a:cubicBezTo>
                    <a:cubicBezTo>
                      <a:pt x="69179" y="40352"/>
                      <a:pt x="69218" y="42266"/>
                      <a:pt x="69218" y="44180"/>
                    </a:cubicBezTo>
                    <a:cubicBezTo>
                      <a:pt x="69218" y="48277"/>
                      <a:pt x="69179" y="52373"/>
                      <a:pt x="69218" y="56469"/>
                    </a:cubicBezTo>
                    <a:cubicBezTo>
                      <a:pt x="69256" y="66882"/>
                      <a:pt x="69333" y="77257"/>
                      <a:pt x="69026" y="87670"/>
                    </a:cubicBezTo>
                    <a:cubicBezTo>
                      <a:pt x="68911" y="97280"/>
                      <a:pt x="69677" y="106889"/>
                      <a:pt x="69026" y="116460"/>
                    </a:cubicBezTo>
                    <a:cubicBezTo>
                      <a:pt x="68682" y="124691"/>
                      <a:pt x="68911" y="132922"/>
                      <a:pt x="68605" y="141191"/>
                    </a:cubicBezTo>
                    <a:lnTo>
                      <a:pt x="68605" y="142378"/>
                    </a:lnTo>
                    <a:cubicBezTo>
                      <a:pt x="68682" y="142531"/>
                      <a:pt x="68720" y="142722"/>
                      <a:pt x="68720" y="142952"/>
                    </a:cubicBezTo>
                    <a:cubicBezTo>
                      <a:pt x="68682" y="144139"/>
                      <a:pt x="68643" y="145326"/>
                      <a:pt x="68643" y="146474"/>
                    </a:cubicBezTo>
                    <a:cubicBezTo>
                      <a:pt x="68643" y="147431"/>
                      <a:pt x="68682" y="148350"/>
                      <a:pt x="68720" y="149269"/>
                    </a:cubicBezTo>
                    <a:cubicBezTo>
                      <a:pt x="68720" y="149460"/>
                      <a:pt x="68682" y="149575"/>
                      <a:pt x="68643" y="149728"/>
                    </a:cubicBezTo>
                    <a:lnTo>
                      <a:pt x="68643" y="149805"/>
                    </a:lnTo>
                    <a:cubicBezTo>
                      <a:pt x="68643" y="150073"/>
                      <a:pt x="68567" y="150303"/>
                      <a:pt x="68414" y="150456"/>
                    </a:cubicBezTo>
                    <a:cubicBezTo>
                      <a:pt x="68376" y="150839"/>
                      <a:pt x="68108" y="151183"/>
                      <a:pt x="67686" y="151260"/>
                    </a:cubicBezTo>
                    <a:cubicBezTo>
                      <a:pt x="65849" y="151528"/>
                      <a:pt x="63973" y="151489"/>
                      <a:pt x="62097" y="151375"/>
                    </a:cubicBezTo>
                    <a:cubicBezTo>
                      <a:pt x="55857" y="150915"/>
                      <a:pt x="49578" y="151183"/>
                      <a:pt x="43338" y="151221"/>
                    </a:cubicBezTo>
                    <a:cubicBezTo>
                      <a:pt x="39088" y="151107"/>
                      <a:pt x="34839" y="151107"/>
                      <a:pt x="30589" y="151145"/>
                    </a:cubicBezTo>
                    <a:cubicBezTo>
                      <a:pt x="26455" y="151107"/>
                      <a:pt x="22320" y="151260"/>
                      <a:pt x="18224" y="151336"/>
                    </a:cubicBezTo>
                    <a:cubicBezTo>
                      <a:pt x="14051" y="151336"/>
                      <a:pt x="9878" y="150915"/>
                      <a:pt x="5705" y="150953"/>
                    </a:cubicBezTo>
                    <a:cubicBezTo>
                      <a:pt x="4480" y="150953"/>
                      <a:pt x="3217" y="150915"/>
                      <a:pt x="1991" y="150800"/>
                    </a:cubicBezTo>
                    <a:cubicBezTo>
                      <a:pt x="1647" y="150800"/>
                      <a:pt x="1379" y="150647"/>
                      <a:pt x="1226" y="150417"/>
                    </a:cubicBezTo>
                    <a:cubicBezTo>
                      <a:pt x="996" y="150188"/>
                      <a:pt x="881" y="149920"/>
                      <a:pt x="920" y="149613"/>
                    </a:cubicBezTo>
                    <a:cubicBezTo>
                      <a:pt x="881" y="149499"/>
                      <a:pt x="843" y="149384"/>
                      <a:pt x="843" y="149231"/>
                    </a:cubicBezTo>
                    <a:cubicBezTo>
                      <a:pt x="613" y="140770"/>
                      <a:pt x="230" y="132309"/>
                      <a:pt x="307" y="123849"/>
                    </a:cubicBezTo>
                    <a:cubicBezTo>
                      <a:pt x="230" y="123466"/>
                      <a:pt x="269" y="123198"/>
                      <a:pt x="345" y="122930"/>
                    </a:cubicBezTo>
                    <a:cubicBezTo>
                      <a:pt x="384" y="119867"/>
                      <a:pt x="269" y="116766"/>
                      <a:pt x="345" y="113665"/>
                    </a:cubicBezTo>
                    <a:cubicBezTo>
                      <a:pt x="269" y="113550"/>
                      <a:pt x="230" y="113397"/>
                      <a:pt x="230" y="113206"/>
                    </a:cubicBezTo>
                    <a:cubicBezTo>
                      <a:pt x="384" y="106238"/>
                      <a:pt x="77" y="99270"/>
                      <a:pt x="1" y="92303"/>
                    </a:cubicBezTo>
                    <a:cubicBezTo>
                      <a:pt x="77" y="78444"/>
                      <a:pt x="116" y="64547"/>
                      <a:pt x="77" y="50688"/>
                    </a:cubicBezTo>
                    <a:cubicBezTo>
                      <a:pt x="1" y="46056"/>
                      <a:pt x="307" y="41462"/>
                      <a:pt x="537" y="36830"/>
                    </a:cubicBezTo>
                    <a:cubicBezTo>
                      <a:pt x="613" y="32733"/>
                      <a:pt x="728" y="28675"/>
                      <a:pt x="728" y="24579"/>
                    </a:cubicBezTo>
                    <a:cubicBezTo>
                      <a:pt x="690" y="23201"/>
                      <a:pt x="652" y="21823"/>
                      <a:pt x="652" y="20406"/>
                    </a:cubicBezTo>
                    <a:cubicBezTo>
                      <a:pt x="805" y="19296"/>
                      <a:pt x="422" y="17496"/>
                      <a:pt x="766" y="16386"/>
                    </a:cubicBezTo>
                    <a:cubicBezTo>
                      <a:pt x="384" y="12558"/>
                      <a:pt x="766" y="8615"/>
                      <a:pt x="766" y="4748"/>
                    </a:cubicBezTo>
                    <a:cubicBezTo>
                      <a:pt x="766" y="3944"/>
                      <a:pt x="766" y="3140"/>
                      <a:pt x="728" y="2298"/>
                    </a:cubicBezTo>
                    <a:cubicBezTo>
                      <a:pt x="690" y="2068"/>
                      <a:pt x="652" y="1838"/>
                      <a:pt x="613" y="1570"/>
                    </a:cubicBezTo>
                    <a:cubicBezTo>
                      <a:pt x="613" y="1341"/>
                      <a:pt x="613" y="1111"/>
                      <a:pt x="652" y="881"/>
                    </a:cubicBezTo>
                    <a:cubicBezTo>
                      <a:pt x="690" y="728"/>
                      <a:pt x="728" y="575"/>
                      <a:pt x="805" y="460"/>
                    </a:cubicBezTo>
                    <a:cubicBezTo>
                      <a:pt x="1073" y="77"/>
                      <a:pt x="1532" y="1"/>
                      <a:pt x="1915" y="154"/>
                    </a:cubicBezTo>
                    <a:cubicBezTo>
                      <a:pt x="2068" y="39"/>
                      <a:pt x="2259" y="1"/>
                      <a:pt x="2451" y="1"/>
                    </a:cubicBezTo>
                    <a:cubicBezTo>
                      <a:pt x="5896" y="1"/>
                      <a:pt x="9304" y="384"/>
                      <a:pt x="12749" y="422"/>
                    </a:cubicBezTo>
                    <a:cubicBezTo>
                      <a:pt x="21133" y="460"/>
                      <a:pt x="29556" y="384"/>
                      <a:pt x="37978" y="652"/>
                    </a:cubicBezTo>
                    <a:cubicBezTo>
                      <a:pt x="45635" y="690"/>
                      <a:pt x="53292" y="460"/>
                      <a:pt x="60948" y="460"/>
                    </a:cubicBezTo>
                    <a:cubicBezTo>
                      <a:pt x="61216" y="460"/>
                      <a:pt x="61408" y="537"/>
                      <a:pt x="61561" y="652"/>
                    </a:cubicBezTo>
                    <a:lnTo>
                      <a:pt x="62939" y="652"/>
                    </a:lnTo>
                    <a:lnTo>
                      <a:pt x="63935" y="652"/>
                    </a:lnTo>
                    <a:cubicBezTo>
                      <a:pt x="64547" y="192"/>
                      <a:pt x="65810" y="537"/>
                      <a:pt x="66576" y="499"/>
                    </a:cubicBezTo>
                    <a:cubicBezTo>
                      <a:pt x="67265" y="575"/>
                      <a:pt x="68222" y="345"/>
                      <a:pt x="68643" y="1034"/>
                    </a:cubicBezTo>
                    <a:cubicBezTo>
                      <a:pt x="68797" y="1302"/>
                      <a:pt x="68797" y="1570"/>
                      <a:pt x="68720" y="1838"/>
                    </a:cubicBezTo>
                    <a:cubicBezTo>
                      <a:pt x="69294" y="10261"/>
                      <a:pt x="68911" y="18722"/>
                      <a:pt x="68835" y="27182"/>
                    </a:cubicBezTo>
                    <a:cubicBezTo>
                      <a:pt x="68873" y="30168"/>
                      <a:pt x="68950" y="33155"/>
                      <a:pt x="68911" y="36141"/>
                    </a:cubicBezTo>
                    <a:cubicBezTo>
                      <a:pt x="68911" y="36217"/>
                      <a:pt x="68873" y="36332"/>
                      <a:pt x="68873" y="36447"/>
                    </a:cubicBezTo>
                    <a:cubicBezTo>
                      <a:pt x="68950" y="36485"/>
                      <a:pt x="68988" y="36523"/>
                      <a:pt x="69026" y="3660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32"/>
              <p:cNvSpPr/>
              <p:nvPr/>
            </p:nvSpPr>
            <p:spPr>
              <a:xfrm>
                <a:off x="240975" y="1173475"/>
                <a:ext cx="1731425" cy="3012950"/>
              </a:xfrm>
              <a:custGeom>
                <a:avLst/>
                <a:gdLst/>
                <a:ahLst/>
                <a:cxnLst/>
                <a:rect l="l" t="t" r="r" b="b"/>
                <a:pathLst>
                  <a:path w="69257" h="120518" extrusionOk="0">
                    <a:moveTo>
                      <a:pt x="37098" y="1072"/>
                    </a:moveTo>
                    <a:lnTo>
                      <a:pt x="37098" y="1111"/>
                    </a:lnTo>
                    <a:close/>
                    <a:moveTo>
                      <a:pt x="68491" y="50879"/>
                    </a:moveTo>
                    <a:cubicBezTo>
                      <a:pt x="68912" y="50994"/>
                      <a:pt x="69256" y="51339"/>
                      <a:pt x="69218" y="51836"/>
                    </a:cubicBezTo>
                    <a:cubicBezTo>
                      <a:pt x="68414" y="54210"/>
                      <a:pt x="67265" y="56545"/>
                      <a:pt x="65925" y="58728"/>
                    </a:cubicBezTo>
                    <a:lnTo>
                      <a:pt x="65925" y="58728"/>
                    </a:lnTo>
                    <a:cubicBezTo>
                      <a:pt x="65772" y="59110"/>
                      <a:pt x="65581" y="59455"/>
                      <a:pt x="65390" y="59838"/>
                    </a:cubicBezTo>
                    <a:cubicBezTo>
                      <a:pt x="64892" y="60871"/>
                      <a:pt x="64279" y="61867"/>
                      <a:pt x="63896" y="62977"/>
                    </a:cubicBezTo>
                    <a:cubicBezTo>
                      <a:pt x="63858" y="63168"/>
                      <a:pt x="63782" y="63360"/>
                      <a:pt x="63667" y="63551"/>
                    </a:cubicBezTo>
                    <a:cubicBezTo>
                      <a:pt x="63207" y="65465"/>
                      <a:pt x="62748" y="67418"/>
                      <a:pt x="62212" y="69370"/>
                    </a:cubicBezTo>
                    <a:cubicBezTo>
                      <a:pt x="61867" y="70060"/>
                      <a:pt x="61791" y="71476"/>
                      <a:pt x="61178" y="72050"/>
                    </a:cubicBezTo>
                    <a:cubicBezTo>
                      <a:pt x="59724" y="75993"/>
                      <a:pt x="58001" y="79937"/>
                      <a:pt x="55397" y="83306"/>
                    </a:cubicBezTo>
                    <a:cubicBezTo>
                      <a:pt x="55091" y="83727"/>
                      <a:pt x="54747" y="84148"/>
                      <a:pt x="54440" y="84569"/>
                    </a:cubicBezTo>
                    <a:cubicBezTo>
                      <a:pt x="54249" y="87747"/>
                      <a:pt x="54364" y="91001"/>
                      <a:pt x="54287" y="94217"/>
                    </a:cubicBezTo>
                    <a:cubicBezTo>
                      <a:pt x="54287" y="94370"/>
                      <a:pt x="54249" y="94523"/>
                      <a:pt x="54172" y="94638"/>
                    </a:cubicBezTo>
                    <a:cubicBezTo>
                      <a:pt x="54211" y="95978"/>
                      <a:pt x="54249" y="97317"/>
                      <a:pt x="54326" y="98657"/>
                    </a:cubicBezTo>
                    <a:cubicBezTo>
                      <a:pt x="54440" y="100036"/>
                      <a:pt x="54708" y="101452"/>
                      <a:pt x="55015" y="102830"/>
                    </a:cubicBezTo>
                    <a:cubicBezTo>
                      <a:pt x="55015" y="102830"/>
                      <a:pt x="55015" y="102830"/>
                      <a:pt x="55053" y="102869"/>
                    </a:cubicBezTo>
                    <a:cubicBezTo>
                      <a:pt x="55436" y="103290"/>
                      <a:pt x="55321" y="103864"/>
                      <a:pt x="55589" y="104400"/>
                    </a:cubicBezTo>
                    <a:cubicBezTo>
                      <a:pt x="56316" y="106238"/>
                      <a:pt x="57044" y="108190"/>
                      <a:pt x="58307" y="109798"/>
                    </a:cubicBezTo>
                    <a:cubicBezTo>
                      <a:pt x="59379" y="110564"/>
                      <a:pt x="59264" y="111482"/>
                      <a:pt x="58766" y="111827"/>
                    </a:cubicBezTo>
                    <a:cubicBezTo>
                      <a:pt x="58728" y="111942"/>
                      <a:pt x="58690" y="112018"/>
                      <a:pt x="58613" y="112133"/>
                    </a:cubicBezTo>
                    <a:cubicBezTo>
                      <a:pt x="57044" y="114047"/>
                      <a:pt x="54747" y="115043"/>
                      <a:pt x="52564" y="116115"/>
                    </a:cubicBezTo>
                    <a:cubicBezTo>
                      <a:pt x="47588" y="118642"/>
                      <a:pt x="42151" y="120517"/>
                      <a:pt x="36524" y="120403"/>
                    </a:cubicBezTo>
                    <a:cubicBezTo>
                      <a:pt x="29020" y="120288"/>
                      <a:pt x="21593" y="117876"/>
                      <a:pt x="15467" y="113626"/>
                    </a:cubicBezTo>
                    <a:cubicBezTo>
                      <a:pt x="14664" y="112822"/>
                      <a:pt x="12252" y="111253"/>
                      <a:pt x="12213" y="110296"/>
                    </a:cubicBezTo>
                    <a:lnTo>
                      <a:pt x="12213" y="110257"/>
                    </a:lnTo>
                    <a:lnTo>
                      <a:pt x="12213" y="110257"/>
                    </a:lnTo>
                    <a:cubicBezTo>
                      <a:pt x="11984" y="109453"/>
                      <a:pt x="13132" y="108764"/>
                      <a:pt x="13515" y="108075"/>
                    </a:cubicBezTo>
                    <a:cubicBezTo>
                      <a:pt x="14893" y="106046"/>
                      <a:pt x="15353" y="103634"/>
                      <a:pt x="16233" y="101376"/>
                    </a:cubicBezTo>
                    <a:cubicBezTo>
                      <a:pt x="16271" y="101222"/>
                      <a:pt x="16386" y="101108"/>
                      <a:pt x="16501" y="100993"/>
                    </a:cubicBezTo>
                    <a:cubicBezTo>
                      <a:pt x="16961" y="98581"/>
                      <a:pt x="17190" y="96131"/>
                      <a:pt x="17382" y="93681"/>
                    </a:cubicBezTo>
                    <a:cubicBezTo>
                      <a:pt x="17458" y="91958"/>
                      <a:pt x="17458" y="90273"/>
                      <a:pt x="17305" y="88551"/>
                    </a:cubicBezTo>
                    <a:cubicBezTo>
                      <a:pt x="17305" y="88244"/>
                      <a:pt x="17267" y="87900"/>
                      <a:pt x="17229" y="87555"/>
                    </a:cubicBezTo>
                    <a:cubicBezTo>
                      <a:pt x="15276" y="85756"/>
                      <a:pt x="13209" y="83995"/>
                      <a:pt x="11716" y="81736"/>
                    </a:cubicBezTo>
                    <a:cubicBezTo>
                      <a:pt x="9610" y="78558"/>
                      <a:pt x="8423" y="74845"/>
                      <a:pt x="7581" y="71170"/>
                    </a:cubicBezTo>
                    <a:cubicBezTo>
                      <a:pt x="6777" y="67571"/>
                      <a:pt x="6088" y="63934"/>
                      <a:pt x="5514" y="60259"/>
                    </a:cubicBezTo>
                    <a:cubicBezTo>
                      <a:pt x="5437" y="59838"/>
                      <a:pt x="5361" y="59417"/>
                      <a:pt x="5246" y="58996"/>
                    </a:cubicBezTo>
                    <a:cubicBezTo>
                      <a:pt x="5093" y="59034"/>
                      <a:pt x="4901" y="59034"/>
                      <a:pt x="4671" y="58996"/>
                    </a:cubicBezTo>
                    <a:cubicBezTo>
                      <a:pt x="2298" y="59072"/>
                      <a:pt x="1149" y="56507"/>
                      <a:pt x="690" y="54555"/>
                    </a:cubicBezTo>
                    <a:cubicBezTo>
                      <a:pt x="1" y="53980"/>
                      <a:pt x="345" y="52947"/>
                      <a:pt x="231" y="52143"/>
                    </a:cubicBezTo>
                    <a:cubicBezTo>
                      <a:pt x="231" y="49731"/>
                      <a:pt x="154" y="47281"/>
                      <a:pt x="422" y="44869"/>
                    </a:cubicBezTo>
                    <a:cubicBezTo>
                      <a:pt x="1073" y="43376"/>
                      <a:pt x="3140" y="42916"/>
                      <a:pt x="4595" y="42036"/>
                    </a:cubicBezTo>
                    <a:cubicBezTo>
                      <a:pt x="4671" y="41653"/>
                      <a:pt x="4978" y="41423"/>
                      <a:pt x="5322" y="41385"/>
                    </a:cubicBezTo>
                    <a:cubicBezTo>
                      <a:pt x="6088" y="40160"/>
                      <a:pt x="7428" y="39318"/>
                      <a:pt x="8462" y="38322"/>
                    </a:cubicBezTo>
                    <a:cubicBezTo>
                      <a:pt x="8921" y="36982"/>
                      <a:pt x="10108" y="36025"/>
                      <a:pt x="10988" y="34953"/>
                    </a:cubicBezTo>
                    <a:cubicBezTo>
                      <a:pt x="12367" y="33460"/>
                      <a:pt x="13630" y="31891"/>
                      <a:pt x="14893" y="30321"/>
                    </a:cubicBezTo>
                    <a:cubicBezTo>
                      <a:pt x="16846" y="27986"/>
                      <a:pt x="18071" y="25153"/>
                      <a:pt x="19602" y="22549"/>
                    </a:cubicBezTo>
                    <a:cubicBezTo>
                      <a:pt x="19679" y="20980"/>
                      <a:pt x="20942" y="19678"/>
                      <a:pt x="21593" y="18300"/>
                    </a:cubicBezTo>
                    <a:cubicBezTo>
                      <a:pt x="23009" y="15888"/>
                      <a:pt x="24273" y="13400"/>
                      <a:pt x="25383" y="10873"/>
                    </a:cubicBezTo>
                    <a:cubicBezTo>
                      <a:pt x="27144" y="7006"/>
                      <a:pt x="29250" y="2910"/>
                      <a:pt x="33269" y="1034"/>
                    </a:cubicBezTo>
                    <a:cubicBezTo>
                      <a:pt x="34035" y="766"/>
                      <a:pt x="35413" y="0"/>
                      <a:pt x="36256" y="268"/>
                    </a:cubicBezTo>
                    <a:cubicBezTo>
                      <a:pt x="36600" y="307"/>
                      <a:pt x="36945" y="498"/>
                      <a:pt x="37098" y="881"/>
                    </a:cubicBezTo>
                    <a:cubicBezTo>
                      <a:pt x="38476" y="3446"/>
                      <a:pt x="38859" y="6394"/>
                      <a:pt x="39663" y="9188"/>
                    </a:cubicBezTo>
                    <a:cubicBezTo>
                      <a:pt x="40199" y="11256"/>
                      <a:pt x="40696" y="13361"/>
                      <a:pt x="41309" y="15429"/>
                    </a:cubicBezTo>
                    <a:cubicBezTo>
                      <a:pt x="41462" y="15697"/>
                      <a:pt x="41577" y="15965"/>
                      <a:pt x="41692" y="16233"/>
                    </a:cubicBezTo>
                    <a:cubicBezTo>
                      <a:pt x="45061" y="22894"/>
                      <a:pt x="48698" y="29402"/>
                      <a:pt x="52641" y="35757"/>
                    </a:cubicBezTo>
                    <a:cubicBezTo>
                      <a:pt x="55244" y="39471"/>
                      <a:pt x="58116" y="43031"/>
                      <a:pt x="61867" y="45635"/>
                    </a:cubicBezTo>
                    <a:cubicBezTo>
                      <a:pt x="62710" y="46362"/>
                      <a:pt x="63628" y="47051"/>
                      <a:pt x="64509" y="47778"/>
                    </a:cubicBezTo>
                    <a:cubicBezTo>
                      <a:pt x="64509" y="47778"/>
                      <a:pt x="64547" y="47778"/>
                      <a:pt x="64547" y="47778"/>
                    </a:cubicBezTo>
                    <a:cubicBezTo>
                      <a:pt x="64968" y="47740"/>
                      <a:pt x="65275" y="48085"/>
                      <a:pt x="65466" y="48429"/>
                    </a:cubicBezTo>
                    <a:cubicBezTo>
                      <a:pt x="66270" y="49233"/>
                      <a:pt x="67151" y="49961"/>
                      <a:pt x="68031" y="50650"/>
                    </a:cubicBezTo>
                    <a:cubicBezTo>
                      <a:pt x="68223" y="50688"/>
                      <a:pt x="68376" y="50803"/>
                      <a:pt x="68491" y="50879"/>
                    </a:cubicBezTo>
                    <a:close/>
                  </a:path>
                </a:pathLst>
              </a:custGeom>
              <a:solidFill>
                <a:srgbClr val="EFB3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32"/>
              <p:cNvSpPr/>
              <p:nvPr/>
            </p:nvSpPr>
            <p:spPr>
              <a:xfrm>
                <a:off x="245775" y="1163900"/>
                <a:ext cx="1714175" cy="3031125"/>
              </a:xfrm>
              <a:custGeom>
                <a:avLst/>
                <a:gdLst/>
                <a:ahLst/>
                <a:cxnLst/>
                <a:rect l="l" t="t" r="r" b="b"/>
                <a:pathLst>
                  <a:path w="68567" h="121245" extrusionOk="0">
                    <a:moveTo>
                      <a:pt x="29096" y="41462"/>
                    </a:moveTo>
                    <a:cubicBezTo>
                      <a:pt x="29479" y="42763"/>
                      <a:pt x="30474" y="52832"/>
                      <a:pt x="28254" y="52219"/>
                    </a:cubicBezTo>
                    <a:cubicBezTo>
                      <a:pt x="26761" y="51875"/>
                      <a:pt x="27871" y="49999"/>
                      <a:pt x="27794" y="48965"/>
                    </a:cubicBezTo>
                    <a:cubicBezTo>
                      <a:pt x="27794" y="46630"/>
                      <a:pt x="27794" y="44256"/>
                      <a:pt x="27335" y="41959"/>
                    </a:cubicBezTo>
                    <a:cubicBezTo>
                      <a:pt x="27029" y="40811"/>
                      <a:pt x="28790" y="40313"/>
                      <a:pt x="29096" y="41462"/>
                    </a:cubicBezTo>
                    <a:lnTo>
                      <a:pt x="29096" y="41462"/>
                    </a:lnTo>
                    <a:close/>
                    <a:moveTo>
                      <a:pt x="31355" y="82655"/>
                    </a:moveTo>
                    <a:cubicBezTo>
                      <a:pt x="31699" y="81468"/>
                      <a:pt x="34800" y="81353"/>
                      <a:pt x="35834" y="81621"/>
                    </a:cubicBezTo>
                    <a:cubicBezTo>
                      <a:pt x="36293" y="81736"/>
                      <a:pt x="36370" y="82387"/>
                      <a:pt x="35987" y="82617"/>
                    </a:cubicBezTo>
                    <a:cubicBezTo>
                      <a:pt x="35260" y="82732"/>
                      <a:pt x="34456" y="82387"/>
                      <a:pt x="33690" y="82617"/>
                    </a:cubicBezTo>
                    <a:cubicBezTo>
                      <a:pt x="32963" y="82578"/>
                      <a:pt x="31546" y="83842"/>
                      <a:pt x="31355" y="82655"/>
                    </a:cubicBezTo>
                    <a:lnTo>
                      <a:pt x="31355" y="82655"/>
                    </a:lnTo>
                    <a:close/>
                    <a:moveTo>
                      <a:pt x="47051" y="89661"/>
                    </a:moveTo>
                    <a:cubicBezTo>
                      <a:pt x="44141" y="92035"/>
                      <a:pt x="40887" y="94140"/>
                      <a:pt x="37212" y="94982"/>
                    </a:cubicBezTo>
                    <a:cubicBezTo>
                      <a:pt x="29747" y="96743"/>
                      <a:pt x="23889" y="91958"/>
                      <a:pt x="18032" y="88168"/>
                    </a:cubicBezTo>
                    <a:cubicBezTo>
                      <a:pt x="17534" y="87900"/>
                      <a:pt x="17151" y="88398"/>
                      <a:pt x="17266" y="88819"/>
                    </a:cubicBezTo>
                    <a:cubicBezTo>
                      <a:pt x="17190" y="88819"/>
                      <a:pt x="17151" y="88857"/>
                      <a:pt x="17113" y="88895"/>
                    </a:cubicBezTo>
                    <a:cubicBezTo>
                      <a:pt x="16998" y="89010"/>
                      <a:pt x="16998" y="89202"/>
                      <a:pt x="16998" y="89393"/>
                    </a:cubicBezTo>
                    <a:cubicBezTo>
                      <a:pt x="16998" y="89623"/>
                      <a:pt x="17037" y="89852"/>
                      <a:pt x="17075" y="90120"/>
                    </a:cubicBezTo>
                    <a:cubicBezTo>
                      <a:pt x="17228" y="91690"/>
                      <a:pt x="17305" y="93260"/>
                      <a:pt x="17305" y="94829"/>
                    </a:cubicBezTo>
                    <a:cubicBezTo>
                      <a:pt x="17266" y="95403"/>
                      <a:pt x="17190" y="95939"/>
                      <a:pt x="17113" y="96475"/>
                    </a:cubicBezTo>
                    <a:cubicBezTo>
                      <a:pt x="17075" y="96858"/>
                      <a:pt x="17037" y="97203"/>
                      <a:pt x="16960" y="97586"/>
                    </a:cubicBezTo>
                    <a:cubicBezTo>
                      <a:pt x="16960" y="97777"/>
                      <a:pt x="16883" y="98045"/>
                      <a:pt x="16883" y="98275"/>
                    </a:cubicBezTo>
                    <a:cubicBezTo>
                      <a:pt x="16769" y="98313"/>
                      <a:pt x="16654" y="98428"/>
                      <a:pt x="16654" y="98619"/>
                    </a:cubicBezTo>
                    <a:cubicBezTo>
                      <a:pt x="16654" y="98658"/>
                      <a:pt x="16654" y="98696"/>
                      <a:pt x="16692" y="98734"/>
                    </a:cubicBezTo>
                    <a:cubicBezTo>
                      <a:pt x="16654" y="98811"/>
                      <a:pt x="16654" y="98849"/>
                      <a:pt x="16615" y="98926"/>
                    </a:cubicBezTo>
                    <a:cubicBezTo>
                      <a:pt x="16309" y="100151"/>
                      <a:pt x="16079" y="101376"/>
                      <a:pt x="15811" y="102601"/>
                    </a:cubicBezTo>
                    <a:cubicBezTo>
                      <a:pt x="15735" y="102907"/>
                      <a:pt x="15658" y="103213"/>
                      <a:pt x="15620" y="103520"/>
                    </a:cubicBezTo>
                    <a:cubicBezTo>
                      <a:pt x="15620" y="103634"/>
                      <a:pt x="15620" y="103749"/>
                      <a:pt x="15697" y="103826"/>
                    </a:cubicBezTo>
                    <a:cubicBezTo>
                      <a:pt x="15046" y="105396"/>
                      <a:pt x="14280" y="106927"/>
                      <a:pt x="13323" y="108343"/>
                    </a:cubicBezTo>
                    <a:cubicBezTo>
                      <a:pt x="13017" y="108879"/>
                      <a:pt x="12098" y="109722"/>
                      <a:pt x="12404" y="110372"/>
                    </a:cubicBezTo>
                    <a:cubicBezTo>
                      <a:pt x="12481" y="110564"/>
                      <a:pt x="12672" y="110679"/>
                      <a:pt x="12825" y="110832"/>
                    </a:cubicBezTo>
                    <a:cubicBezTo>
                      <a:pt x="12940" y="110908"/>
                      <a:pt x="13055" y="111061"/>
                      <a:pt x="13208" y="111061"/>
                    </a:cubicBezTo>
                    <a:cubicBezTo>
                      <a:pt x="13476" y="111100"/>
                      <a:pt x="13782" y="111061"/>
                      <a:pt x="13897" y="110794"/>
                    </a:cubicBezTo>
                    <a:cubicBezTo>
                      <a:pt x="14357" y="110296"/>
                      <a:pt x="14740" y="109722"/>
                      <a:pt x="15122" y="109109"/>
                    </a:cubicBezTo>
                    <a:cubicBezTo>
                      <a:pt x="16271" y="107271"/>
                      <a:pt x="17151" y="105281"/>
                      <a:pt x="17764" y="103213"/>
                    </a:cubicBezTo>
                    <a:cubicBezTo>
                      <a:pt x="17994" y="102486"/>
                      <a:pt x="18185" y="101759"/>
                      <a:pt x="18415" y="101069"/>
                    </a:cubicBezTo>
                    <a:cubicBezTo>
                      <a:pt x="18759" y="101414"/>
                      <a:pt x="19104" y="101797"/>
                      <a:pt x="19448" y="102141"/>
                    </a:cubicBezTo>
                    <a:cubicBezTo>
                      <a:pt x="19984" y="102716"/>
                      <a:pt x="20520" y="103252"/>
                      <a:pt x="21095" y="103788"/>
                    </a:cubicBezTo>
                    <a:cubicBezTo>
                      <a:pt x="24578" y="107233"/>
                      <a:pt x="29019" y="110143"/>
                      <a:pt x="34035" y="110296"/>
                    </a:cubicBezTo>
                    <a:cubicBezTo>
                      <a:pt x="37097" y="110449"/>
                      <a:pt x="40160" y="109798"/>
                      <a:pt x="43031" y="108688"/>
                    </a:cubicBezTo>
                    <a:cubicBezTo>
                      <a:pt x="45213" y="107807"/>
                      <a:pt x="47204" y="106544"/>
                      <a:pt x="49195" y="105319"/>
                    </a:cubicBezTo>
                    <a:cubicBezTo>
                      <a:pt x="49731" y="105013"/>
                      <a:pt x="50229" y="104668"/>
                      <a:pt x="50765" y="104324"/>
                    </a:cubicBezTo>
                    <a:cubicBezTo>
                      <a:pt x="50879" y="104668"/>
                      <a:pt x="50994" y="105013"/>
                      <a:pt x="51109" y="105357"/>
                    </a:cubicBezTo>
                    <a:cubicBezTo>
                      <a:pt x="51645" y="106965"/>
                      <a:pt x="52296" y="108535"/>
                      <a:pt x="53062" y="110028"/>
                    </a:cubicBezTo>
                    <a:cubicBezTo>
                      <a:pt x="53483" y="110832"/>
                      <a:pt x="53904" y="111636"/>
                      <a:pt x="54478" y="112363"/>
                    </a:cubicBezTo>
                    <a:lnTo>
                      <a:pt x="54363" y="112516"/>
                    </a:lnTo>
                    <a:cubicBezTo>
                      <a:pt x="53253" y="114086"/>
                      <a:pt x="51760" y="115349"/>
                      <a:pt x="50075" y="116230"/>
                    </a:cubicBezTo>
                    <a:cubicBezTo>
                      <a:pt x="47625" y="117417"/>
                      <a:pt x="45022" y="118297"/>
                      <a:pt x="42380" y="118871"/>
                    </a:cubicBezTo>
                    <a:cubicBezTo>
                      <a:pt x="40198" y="119331"/>
                      <a:pt x="38054" y="119484"/>
                      <a:pt x="35872" y="119484"/>
                    </a:cubicBezTo>
                    <a:cubicBezTo>
                      <a:pt x="33001" y="119560"/>
                      <a:pt x="30130" y="119292"/>
                      <a:pt x="27297" y="118910"/>
                    </a:cubicBezTo>
                    <a:cubicBezTo>
                      <a:pt x="26684" y="118795"/>
                      <a:pt x="26148" y="118527"/>
                      <a:pt x="25612" y="118335"/>
                    </a:cubicBezTo>
                    <a:cubicBezTo>
                      <a:pt x="25421" y="118259"/>
                      <a:pt x="25229" y="118335"/>
                      <a:pt x="25153" y="118527"/>
                    </a:cubicBezTo>
                    <a:cubicBezTo>
                      <a:pt x="25076" y="118680"/>
                      <a:pt x="25153" y="118910"/>
                      <a:pt x="25306" y="118986"/>
                    </a:cubicBezTo>
                    <a:cubicBezTo>
                      <a:pt x="25918" y="119216"/>
                      <a:pt x="26531" y="119484"/>
                      <a:pt x="27143" y="119599"/>
                    </a:cubicBezTo>
                    <a:cubicBezTo>
                      <a:pt x="27641" y="119675"/>
                      <a:pt x="28139" y="119752"/>
                      <a:pt x="28637" y="119790"/>
                    </a:cubicBezTo>
                    <a:cubicBezTo>
                      <a:pt x="28522" y="119982"/>
                      <a:pt x="28637" y="120288"/>
                      <a:pt x="28943" y="120288"/>
                    </a:cubicBezTo>
                    <a:cubicBezTo>
                      <a:pt x="29938" y="120518"/>
                      <a:pt x="30934" y="120594"/>
                      <a:pt x="31967" y="120671"/>
                    </a:cubicBezTo>
                    <a:cubicBezTo>
                      <a:pt x="32695" y="120747"/>
                      <a:pt x="33422" y="120824"/>
                      <a:pt x="34188" y="120824"/>
                    </a:cubicBezTo>
                    <a:cubicBezTo>
                      <a:pt x="34571" y="120824"/>
                      <a:pt x="34992" y="120824"/>
                      <a:pt x="35413" y="120824"/>
                    </a:cubicBezTo>
                    <a:cubicBezTo>
                      <a:pt x="36293" y="120862"/>
                      <a:pt x="37174" y="120824"/>
                      <a:pt x="38054" y="120709"/>
                    </a:cubicBezTo>
                    <a:cubicBezTo>
                      <a:pt x="38016" y="120786"/>
                      <a:pt x="38016" y="120862"/>
                      <a:pt x="38016" y="120939"/>
                    </a:cubicBezTo>
                    <a:cubicBezTo>
                      <a:pt x="38093" y="121245"/>
                      <a:pt x="38437" y="121245"/>
                      <a:pt x="38667" y="121168"/>
                    </a:cubicBezTo>
                    <a:cubicBezTo>
                      <a:pt x="38897" y="121092"/>
                      <a:pt x="39126" y="121054"/>
                      <a:pt x="39356" y="120977"/>
                    </a:cubicBezTo>
                    <a:cubicBezTo>
                      <a:pt x="40428" y="120747"/>
                      <a:pt x="41462" y="120518"/>
                      <a:pt x="42534" y="120250"/>
                    </a:cubicBezTo>
                    <a:cubicBezTo>
                      <a:pt x="45290" y="119599"/>
                      <a:pt x="48046" y="118833"/>
                      <a:pt x="50573" y="117531"/>
                    </a:cubicBezTo>
                    <a:cubicBezTo>
                      <a:pt x="50879" y="117570"/>
                      <a:pt x="51033" y="117263"/>
                      <a:pt x="51301" y="117187"/>
                    </a:cubicBezTo>
                    <a:cubicBezTo>
                      <a:pt x="52679" y="116459"/>
                      <a:pt x="54019" y="115694"/>
                      <a:pt x="55205" y="114660"/>
                    </a:cubicBezTo>
                    <a:cubicBezTo>
                      <a:pt x="55550" y="114392"/>
                      <a:pt x="55895" y="114048"/>
                      <a:pt x="56201" y="113741"/>
                    </a:cubicBezTo>
                    <a:cubicBezTo>
                      <a:pt x="56239" y="113780"/>
                      <a:pt x="56316" y="113818"/>
                      <a:pt x="56392" y="113818"/>
                    </a:cubicBezTo>
                    <a:cubicBezTo>
                      <a:pt x="56507" y="113818"/>
                      <a:pt x="56584" y="113780"/>
                      <a:pt x="56660" y="113741"/>
                    </a:cubicBezTo>
                    <a:cubicBezTo>
                      <a:pt x="56928" y="113512"/>
                      <a:pt x="57196" y="113244"/>
                      <a:pt x="57464" y="112976"/>
                    </a:cubicBezTo>
                    <a:cubicBezTo>
                      <a:pt x="57847" y="112631"/>
                      <a:pt x="58192" y="112325"/>
                      <a:pt x="58574" y="111980"/>
                    </a:cubicBezTo>
                    <a:cubicBezTo>
                      <a:pt x="58881" y="111751"/>
                      <a:pt x="59225" y="111406"/>
                      <a:pt x="58996" y="110985"/>
                    </a:cubicBezTo>
                    <a:cubicBezTo>
                      <a:pt x="58689" y="110487"/>
                      <a:pt x="58306" y="110066"/>
                      <a:pt x="57962" y="109607"/>
                    </a:cubicBezTo>
                    <a:cubicBezTo>
                      <a:pt x="57388" y="108879"/>
                      <a:pt x="56967" y="108075"/>
                      <a:pt x="56545" y="107271"/>
                    </a:cubicBezTo>
                    <a:cubicBezTo>
                      <a:pt x="55665" y="105472"/>
                      <a:pt x="55052" y="103558"/>
                      <a:pt x="54478" y="101644"/>
                    </a:cubicBezTo>
                    <a:cubicBezTo>
                      <a:pt x="54478" y="101529"/>
                      <a:pt x="54440" y="101414"/>
                      <a:pt x="54401" y="101299"/>
                    </a:cubicBezTo>
                    <a:cubicBezTo>
                      <a:pt x="54440" y="101184"/>
                      <a:pt x="54440" y="101031"/>
                      <a:pt x="54363" y="100916"/>
                    </a:cubicBezTo>
                    <a:cubicBezTo>
                      <a:pt x="54401" y="100840"/>
                      <a:pt x="54401" y="100763"/>
                      <a:pt x="54363" y="100687"/>
                    </a:cubicBezTo>
                    <a:cubicBezTo>
                      <a:pt x="53866" y="99500"/>
                      <a:pt x="53866" y="98122"/>
                      <a:pt x="53827" y="96858"/>
                    </a:cubicBezTo>
                    <a:cubicBezTo>
                      <a:pt x="53827" y="93566"/>
                      <a:pt x="53980" y="90312"/>
                      <a:pt x="53789" y="87058"/>
                    </a:cubicBezTo>
                    <a:lnTo>
                      <a:pt x="53789" y="86943"/>
                    </a:lnTo>
                    <a:cubicBezTo>
                      <a:pt x="54363" y="86139"/>
                      <a:pt x="55052" y="84875"/>
                      <a:pt x="55665" y="83536"/>
                    </a:cubicBezTo>
                    <a:cubicBezTo>
                      <a:pt x="56048" y="83153"/>
                      <a:pt x="56354" y="82464"/>
                      <a:pt x="56584" y="82157"/>
                    </a:cubicBezTo>
                    <a:cubicBezTo>
                      <a:pt x="57502" y="80703"/>
                      <a:pt x="58421" y="79209"/>
                      <a:pt x="59187" y="77678"/>
                    </a:cubicBezTo>
                    <a:cubicBezTo>
                      <a:pt x="60527" y="74654"/>
                      <a:pt x="61446" y="71476"/>
                      <a:pt x="62441" y="68337"/>
                    </a:cubicBezTo>
                    <a:cubicBezTo>
                      <a:pt x="63245" y="65772"/>
                      <a:pt x="63972" y="63245"/>
                      <a:pt x="64394" y="60604"/>
                    </a:cubicBezTo>
                    <a:cubicBezTo>
                      <a:pt x="64432" y="60642"/>
                      <a:pt x="64432" y="60680"/>
                      <a:pt x="64470" y="60680"/>
                    </a:cubicBezTo>
                    <a:cubicBezTo>
                      <a:pt x="65274" y="61331"/>
                      <a:pt x="67188" y="56546"/>
                      <a:pt x="67418" y="55856"/>
                    </a:cubicBezTo>
                    <a:cubicBezTo>
                      <a:pt x="67686" y="55206"/>
                      <a:pt x="67916" y="54555"/>
                      <a:pt x="68107" y="53866"/>
                    </a:cubicBezTo>
                    <a:cubicBezTo>
                      <a:pt x="68222" y="53291"/>
                      <a:pt x="68566" y="52487"/>
                      <a:pt x="67992" y="51990"/>
                    </a:cubicBezTo>
                    <a:cubicBezTo>
                      <a:pt x="67648" y="51722"/>
                      <a:pt x="67227" y="51492"/>
                      <a:pt x="66767" y="51301"/>
                    </a:cubicBezTo>
                    <a:cubicBezTo>
                      <a:pt x="66614" y="51109"/>
                      <a:pt x="66423" y="50918"/>
                      <a:pt x="66193" y="50841"/>
                    </a:cubicBezTo>
                    <a:cubicBezTo>
                      <a:pt x="65657" y="50420"/>
                      <a:pt x="65274" y="49846"/>
                      <a:pt x="64776" y="49386"/>
                    </a:cubicBezTo>
                    <a:cubicBezTo>
                      <a:pt x="64700" y="49310"/>
                      <a:pt x="64585" y="49233"/>
                      <a:pt x="64470" y="49195"/>
                    </a:cubicBezTo>
                    <a:cubicBezTo>
                      <a:pt x="64240" y="48429"/>
                      <a:pt x="63819" y="47664"/>
                      <a:pt x="63168" y="46745"/>
                    </a:cubicBezTo>
                    <a:cubicBezTo>
                      <a:pt x="59953" y="42151"/>
                      <a:pt x="56507" y="37787"/>
                      <a:pt x="53368" y="33192"/>
                    </a:cubicBezTo>
                    <a:cubicBezTo>
                      <a:pt x="50152" y="28598"/>
                      <a:pt x="47510" y="23622"/>
                      <a:pt x="43988" y="19295"/>
                    </a:cubicBezTo>
                    <a:cubicBezTo>
                      <a:pt x="42802" y="17726"/>
                      <a:pt x="41844" y="15965"/>
                      <a:pt x="41002" y="14165"/>
                    </a:cubicBezTo>
                    <a:cubicBezTo>
                      <a:pt x="40619" y="13285"/>
                      <a:pt x="40237" y="12328"/>
                      <a:pt x="39777" y="11447"/>
                    </a:cubicBezTo>
                    <a:cubicBezTo>
                      <a:pt x="39547" y="11103"/>
                      <a:pt x="39318" y="10720"/>
                      <a:pt x="39165" y="10299"/>
                    </a:cubicBezTo>
                    <a:cubicBezTo>
                      <a:pt x="39050" y="9954"/>
                      <a:pt x="38935" y="9610"/>
                      <a:pt x="38820" y="9227"/>
                    </a:cubicBezTo>
                    <a:cubicBezTo>
                      <a:pt x="38782" y="9112"/>
                      <a:pt x="38705" y="9035"/>
                      <a:pt x="38590" y="8997"/>
                    </a:cubicBezTo>
                    <a:cubicBezTo>
                      <a:pt x="38361" y="7734"/>
                      <a:pt x="38207" y="6470"/>
                      <a:pt x="38093" y="5169"/>
                    </a:cubicBezTo>
                    <a:cubicBezTo>
                      <a:pt x="38054" y="4556"/>
                      <a:pt x="37978" y="3944"/>
                      <a:pt x="38054" y="3331"/>
                    </a:cubicBezTo>
                    <a:cubicBezTo>
                      <a:pt x="38169" y="3216"/>
                      <a:pt x="38169" y="3025"/>
                      <a:pt x="38093" y="2872"/>
                    </a:cubicBezTo>
                    <a:cubicBezTo>
                      <a:pt x="37978" y="2719"/>
                      <a:pt x="37748" y="2680"/>
                      <a:pt x="37595" y="2795"/>
                    </a:cubicBezTo>
                    <a:cubicBezTo>
                      <a:pt x="37404" y="2910"/>
                      <a:pt x="37365" y="3063"/>
                      <a:pt x="37327" y="3255"/>
                    </a:cubicBezTo>
                    <a:cubicBezTo>
                      <a:pt x="37327" y="3331"/>
                      <a:pt x="37327" y="3408"/>
                      <a:pt x="37327" y="3446"/>
                    </a:cubicBezTo>
                    <a:lnTo>
                      <a:pt x="37212" y="3446"/>
                    </a:lnTo>
                    <a:cubicBezTo>
                      <a:pt x="37250" y="2527"/>
                      <a:pt x="37250" y="1494"/>
                      <a:pt x="36638" y="766"/>
                    </a:cubicBezTo>
                    <a:cubicBezTo>
                      <a:pt x="35987" y="1"/>
                      <a:pt x="34992" y="39"/>
                      <a:pt x="34073" y="230"/>
                    </a:cubicBezTo>
                    <a:cubicBezTo>
                      <a:pt x="33154" y="422"/>
                      <a:pt x="32273" y="804"/>
                      <a:pt x="31431" y="1226"/>
                    </a:cubicBezTo>
                    <a:cubicBezTo>
                      <a:pt x="29287" y="2298"/>
                      <a:pt x="27297" y="3752"/>
                      <a:pt x="25765" y="5590"/>
                    </a:cubicBezTo>
                    <a:cubicBezTo>
                      <a:pt x="24119" y="7389"/>
                      <a:pt x="22817" y="9495"/>
                      <a:pt x="21669" y="11639"/>
                    </a:cubicBezTo>
                    <a:cubicBezTo>
                      <a:pt x="20138" y="14242"/>
                      <a:pt x="18989" y="17037"/>
                      <a:pt x="17687" y="19717"/>
                    </a:cubicBezTo>
                    <a:cubicBezTo>
                      <a:pt x="16041" y="22971"/>
                      <a:pt x="14242" y="26110"/>
                      <a:pt x="12251" y="29134"/>
                    </a:cubicBezTo>
                    <a:cubicBezTo>
                      <a:pt x="11103" y="30781"/>
                      <a:pt x="9954" y="32427"/>
                      <a:pt x="8767" y="34035"/>
                    </a:cubicBezTo>
                    <a:cubicBezTo>
                      <a:pt x="7351" y="36025"/>
                      <a:pt x="5781" y="37940"/>
                      <a:pt x="4786" y="40198"/>
                    </a:cubicBezTo>
                    <a:cubicBezTo>
                      <a:pt x="4633" y="40505"/>
                      <a:pt x="4479" y="40849"/>
                      <a:pt x="4403" y="41194"/>
                    </a:cubicBezTo>
                    <a:cubicBezTo>
                      <a:pt x="4326" y="41615"/>
                      <a:pt x="4326" y="42036"/>
                      <a:pt x="4365" y="42457"/>
                    </a:cubicBezTo>
                    <a:cubicBezTo>
                      <a:pt x="4020" y="42304"/>
                      <a:pt x="3637" y="42649"/>
                      <a:pt x="3369" y="42878"/>
                    </a:cubicBezTo>
                    <a:cubicBezTo>
                      <a:pt x="2527" y="43529"/>
                      <a:pt x="1493" y="43912"/>
                      <a:pt x="689" y="44678"/>
                    </a:cubicBezTo>
                    <a:cubicBezTo>
                      <a:pt x="0" y="45443"/>
                      <a:pt x="345" y="46553"/>
                      <a:pt x="192" y="47472"/>
                    </a:cubicBezTo>
                    <a:cubicBezTo>
                      <a:pt x="115" y="48889"/>
                      <a:pt x="153" y="50344"/>
                      <a:pt x="115" y="51798"/>
                    </a:cubicBezTo>
                    <a:cubicBezTo>
                      <a:pt x="77" y="53215"/>
                      <a:pt x="39" y="54708"/>
                      <a:pt x="689" y="56048"/>
                    </a:cubicBezTo>
                    <a:cubicBezTo>
                      <a:pt x="1838" y="58192"/>
                      <a:pt x="3522" y="59953"/>
                      <a:pt x="4747" y="62058"/>
                    </a:cubicBezTo>
                    <a:cubicBezTo>
                      <a:pt x="4901" y="62250"/>
                      <a:pt x="5207" y="62250"/>
                      <a:pt x="5360" y="62097"/>
                    </a:cubicBezTo>
                    <a:cubicBezTo>
                      <a:pt x="5437" y="62709"/>
                      <a:pt x="5513" y="63169"/>
                      <a:pt x="5551" y="63475"/>
                    </a:cubicBezTo>
                    <a:cubicBezTo>
                      <a:pt x="6355" y="68299"/>
                      <a:pt x="7389" y="73122"/>
                      <a:pt x="8882" y="77793"/>
                    </a:cubicBezTo>
                    <a:cubicBezTo>
                      <a:pt x="8997" y="78061"/>
                      <a:pt x="9342" y="78176"/>
                      <a:pt x="9609" y="78061"/>
                    </a:cubicBezTo>
                    <a:cubicBezTo>
                      <a:pt x="10413" y="77755"/>
                      <a:pt x="9227" y="75573"/>
                      <a:pt x="9188" y="74845"/>
                    </a:cubicBezTo>
                    <a:cubicBezTo>
                      <a:pt x="8691" y="72816"/>
                      <a:pt x="8270" y="70825"/>
                      <a:pt x="8002" y="68758"/>
                    </a:cubicBezTo>
                    <a:cubicBezTo>
                      <a:pt x="7159" y="61484"/>
                      <a:pt x="7044" y="53789"/>
                      <a:pt x="9035" y="46707"/>
                    </a:cubicBezTo>
                    <a:cubicBezTo>
                      <a:pt x="9686" y="45214"/>
                      <a:pt x="10490" y="43720"/>
                      <a:pt x="11332" y="42304"/>
                    </a:cubicBezTo>
                    <a:cubicBezTo>
                      <a:pt x="11792" y="41768"/>
                      <a:pt x="12251" y="41232"/>
                      <a:pt x="12710" y="40696"/>
                    </a:cubicBezTo>
                    <a:cubicBezTo>
                      <a:pt x="14242" y="38897"/>
                      <a:pt x="15620" y="36944"/>
                      <a:pt x="16845" y="34954"/>
                    </a:cubicBezTo>
                    <a:cubicBezTo>
                      <a:pt x="17611" y="35030"/>
                      <a:pt x="18376" y="35183"/>
                      <a:pt x="19104" y="35298"/>
                    </a:cubicBezTo>
                    <a:cubicBezTo>
                      <a:pt x="20750" y="35681"/>
                      <a:pt x="23889" y="35719"/>
                      <a:pt x="24196" y="33614"/>
                    </a:cubicBezTo>
                    <a:cubicBezTo>
                      <a:pt x="24310" y="32427"/>
                      <a:pt x="22549" y="32159"/>
                      <a:pt x="22358" y="33346"/>
                    </a:cubicBezTo>
                    <a:cubicBezTo>
                      <a:pt x="21286" y="33996"/>
                      <a:pt x="19984" y="33575"/>
                      <a:pt x="18836" y="33384"/>
                    </a:cubicBezTo>
                    <a:cubicBezTo>
                      <a:pt x="18530" y="33346"/>
                      <a:pt x="18185" y="33269"/>
                      <a:pt x="17879" y="33231"/>
                    </a:cubicBezTo>
                    <a:cubicBezTo>
                      <a:pt x="18185" y="32657"/>
                      <a:pt x="18491" y="32082"/>
                      <a:pt x="18798" y="31508"/>
                    </a:cubicBezTo>
                    <a:cubicBezTo>
                      <a:pt x="20559" y="28292"/>
                      <a:pt x="21860" y="24847"/>
                      <a:pt x="23430" y="21516"/>
                    </a:cubicBezTo>
                    <a:cubicBezTo>
                      <a:pt x="24578" y="18989"/>
                      <a:pt x="25536" y="16386"/>
                      <a:pt x="26799" y="13897"/>
                    </a:cubicBezTo>
                    <a:cubicBezTo>
                      <a:pt x="27909" y="11754"/>
                      <a:pt x="28981" y="9610"/>
                      <a:pt x="30436" y="7657"/>
                    </a:cubicBezTo>
                    <a:cubicBezTo>
                      <a:pt x="31546" y="6164"/>
                      <a:pt x="32809" y="4977"/>
                      <a:pt x="34647" y="4403"/>
                    </a:cubicBezTo>
                    <a:cubicBezTo>
                      <a:pt x="35413" y="4135"/>
                      <a:pt x="36293" y="3905"/>
                      <a:pt x="37097" y="4135"/>
                    </a:cubicBezTo>
                    <a:cubicBezTo>
                      <a:pt x="37174" y="4173"/>
                      <a:pt x="37250" y="4173"/>
                      <a:pt x="37289" y="4212"/>
                    </a:cubicBezTo>
                    <a:cubicBezTo>
                      <a:pt x="37327" y="5628"/>
                      <a:pt x="37557" y="7006"/>
                      <a:pt x="37748" y="8423"/>
                    </a:cubicBezTo>
                    <a:cubicBezTo>
                      <a:pt x="38093" y="10567"/>
                      <a:pt x="38590" y="12711"/>
                      <a:pt x="39126" y="14855"/>
                    </a:cubicBezTo>
                    <a:cubicBezTo>
                      <a:pt x="39586" y="16960"/>
                      <a:pt x="40351" y="18989"/>
                      <a:pt x="41194" y="21018"/>
                    </a:cubicBezTo>
                    <a:cubicBezTo>
                      <a:pt x="42802" y="25076"/>
                      <a:pt x="44601" y="29134"/>
                      <a:pt x="46745" y="32963"/>
                    </a:cubicBezTo>
                    <a:cubicBezTo>
                      <a:pt x="46362" y="33039"/>
                      <a:pt x="45979" y="33116"/>
                      <a:pt x="45596" y="33154"/>
                    </a:cubicBezTo>
                    <a:cubicBezTo>
                      <a:pt x="44065" y="33422"/>
                      <a:pt x="42457" y="34111"/>
                      <a:pt x="40887" y="33614"/>
                    </a:cubicBezTo>
                    <a:cubicBezTo>
                      <a:pt x="40887" y="32848"/>
                      <a:pt x="40007" y="32465"/>
                      <a:pt x="39433" y="32886"/>
                    </a:cubicBezTo>
                    <a:cubicBezTo>
                      <a:pt x="38667" y="33499"/>
                      <a:pt x="39050" y="34647"/>
                      <a:pt x="39777" y="35068"/>
                    </a:cubicBezTo>
                    <a:cubicBezTo>
                      <a:pt x="40390" y="35528"/>
                      <a:pt x="41232" y="35604"/>
                      <a:pt x="41998" y="35643"/>
                    </a:cubicBezTo>
                    <a:cubicBezTo>
                      <a:pt x="43950" y="35604"/>
                      <a:pt x="45826" y="34915"/>
                      <a:pt x="47740" y="34686"/>
                    </a:cubicBezTo>
                    <a:cubicBezTo>
                      <a:pt x="49080" y="36906"/>
                      <a:pt x="50535" y="39050"/>
                      <a:pt x="52181" y="41079"/>
                    </a:cubicBezTo>
                    <a:cubicBezTo>
                      <a:pt x="52908" y="41959"/>
                      <a:pt x="53712" y="42802"/>
                      <a:pt x="54516" y="43644"/>
                    </a:cubicBezTo>
                    <a:cubicBezTo>
                      <a:pt x="54937" y="44218"/>
                      <a:pt x="55320" y="44792"/>
                      <a:pt x="55665" y="45328"/>
                    </a:cubicBezTo>
                    <a:cubicBezTo>
                      <a:pt x="56660" y="47893"/>
                      <a:pt x="57464" y="50573"/>
                      <a:pt x="57579" y="53368"/>
                    </a:cubicBezTo>
                    <a:cubicBezTo>
                      <a:pt x="58460" y="66116"/>
                      <a:pt x="55933" y="80090"/>
                      <a:pt x="47051" y="89661"/>
                    </a:cubicBezTo>
                    <a:lnTo>
                      <a:pt x="47051" y="89661"/>
                    </a:lnTo>
                    <a:close/>
                    <a:moveTo>
                      <a:pt x="31584" y="64585"/>
                    </a:moveTo>
                    <a:lnTo>
                      <a:pt x="31584" y="64585"/>
                    </a:lnTo>
                    <a:cubicBezTo>
                      <a:pt x="30780" y="64585"/>
                      <a:pt x="30015" y="64623"/>
                      <a:pt x="29287" y="64662"/>
                    </a:cubicBezTo>
                    <a:cubicBezTo>
                      <a:pt x="27373" y="64738"/>
                      <a:pt x="25459" y="64126"/>
                      <a:pt x="24119" y="62709"/>
                    </a:cubicBezTo>
                    <a:cubicBezTo>
                      <a:pt x="23889" y="62365"/>
                      <a:pt x="23430" y="61790"/>
                      <a:pt x="23507" y="61369"/>
                    </a:cubicBezTo>
                    <a:cubicBezTo>
                      <a:pt x="23047" y="60718"/>
                      <a:pt x="22703" y="60029"/>
                      <a:pt x="22511" y="59340"/>
                    </a:cubicBezTo>
                    <a:cubicBezTo>
                      <a:pt x="22549" y="59264"/>
                      <a:pt x="22588" y="59149"/>
                      <a:pt x="22588" y="59072"/>
                    </a:cubicBezTo>
                    <a:cubicBezTo>
                      <a:pt x="22588" y="58766"/>
                      <a:pt x="22626" y="58498"/>
                      <a:pt x="22626" y="58230"/>
                    </a:cubicBezTo>
                    <a:cubicBezTo>
                      <a:pt x="22741" y="58307"/>
                      <a:pt x="22856" y="58383"/>
                      <a:pt x="22932" y="58421"/>
                    </a:cubicBezTo>
                    <a:cubicBezTo>
                      <a:pt x="23200" y="58613"/>
                      <a:pt x="23468" y="58728"/>
                      <a:pt x="23774" y="58766"/>
                    </a:cubicBezTo>
                    <a:cubicBezTo>
                      <a:pt x="24004" y="58804"/>
                      <a:pt x="24272" y="58804"/>
                      <a:pt x="24502" y="58766"/>
                    </a:cubicBezTo>
                    <a:cubicBezTo>
                      <a:pt x="24885" y="58728"/>
                      <a:pt x="25306" y="58651"/>
                      <a:pt x="25689" y="58651"/>
                    </a:cubicBezTo>
                    <a:cubicBezTo>
                      <a:pt x="25765" y="58651"/>
                      <a:pt x="25842" y="58651"/>
                      <a:pt x="25918" y="58651"/>
                    </a:cubicBezTo>
                    <a:cubicBezTo>
                      <a:pt x="25957" y="58651"/>
                      <a:pt x="25957" y="58651"/>
                      <a:pt x="25995" y="58651"/>
                    </a:cubicBezTo>
                    <a:cubicBezTo>
                      <a:pt x="26072" y="58689"/>
                      <a:pt x="26148" y="58728"/>
                      <a:pt x="26225" y="58728"/>
                    </a:cubicBezTo>
                    <a:cubicBezTo>
                      <a:pt x="26416" y="58804"/>
                      <a:pt x="26569" y="58881"/>
                      <a:pt x="26761" y="58996"/>
                    </a:cubicBezTo>
                    <a:cubicBezTo>
                      <a:pt x="27143" y="59225"/>
                      <a:pt x="27488" y="59455"/>
                      <a:pt x="27909" y="59685"/>
                    </a:cubicBezTo>
                    <a:cubicBezTo>
                      <a:pt x="28522" y="60029"/>
                      <a:pt x="29134" y="60297"/>
                      <a:pt x="29862" y="60374"/>
                    </a:cubicBezTo>
                    <a:cubicBezTo>
                      <a:pt x="30091" y="60412"/>
                      <a:pt x="30283" y="60412"/>
                      <a:pt x="30512" y="60412"/>
                    </a:cubicBezTo>
                    <a:cubicBezTo>
                      <a:pt x="30972" y="60412"/>
                      <a:pt x="31470" y="60374"/>
                      <a:pt x="31929" y="60297"/>
                    </a:cubicBezTo>
                    <a:cubicBezTo>
                      <a:pt x="32541" y="60182"/>
                      <a:pt x="33154" y="59991"/>
                      <a:pt x="33728" y="59761"/>
                    </a:cubicBezTo>
                    <a:cubicBezTo>
                      <a:pt x="34303" y="59532"/>
                      <a:pt x="34800" y="59187"/>
                      <a:pt x="35336" y="58881"/>
                    </a:cubicBezTo>
                    <a:cubicBezTo>
                      <a:pt x="35528" y="58766"/>
                      <a:pt x="35719" y="58651"/>
                      <a:pt x="35949" y="58575"/>
                    </a:cubicBezTo>
                    <a:cubicBezTo>
                      <a:pt x="36064" y="58536"/>
                      <a:pt x="36178" y="58498"/>
                      <a:pt x="36293" y="58460"/>
                    </a:cubicBezTo>
                    <a:cubicBezTo>
                      <a:pt x="36446" y="58421"/>
                      <a:pt x="36600" y="58383"/>
                      <a:pt x="36753" y="58345"/>
                    </a:cubicBezTo>
                    <a:cubicBezTo>
                      <a:pt x="37097" y="58307"/>
                      <a:pt x="37404" y="58307"/>
                      <a:pt x="37748" y="58268"/>
                    </a:cubicBezTo>
                    <a:lnTo>
                      <a:pt x="37748" y="58268"/>
                    </a:lnTo>
                    <a:lnTo>
                      <a:pt x="37748" y="58268"/>
                    </a:lnTo>
                    <a:lnTo>
                      <a:pt x="37748" y="58268"/>
                    </a:lnTo>
                    <a:lnTo>
                      <a:pt x="37786" y="58268"/>
                    </a:lnTo>
                    <a:lnTo>
                      <a:pt x="37786" y="58268"/>
                    </a:lnTo>
                    <a:lnTo>
                      <a:pt x="37786" y="58268"/>
                    </a:lnTo>
                    <a:cubicBezTo>
                      <a:pt x="38131" y="58268"/>
                      <a:pt x="38475" y="58268"/>
                      <a:pt x="38782" y="58268"/>
                    </a:cubicBezTo>
                    <a:cubicBezTo>
                      <a:pt x="39088" y="58230"/>
                      <a:pt x="39394" y="58192"/>
                      <a:pt x="39662" y="58077"/>
                    </a:cubicBezTo>
                    <a:cubicBezTo>
                      <a:pt x="40045" y="57924"/>
                      <a:pt x="40390" y="57694"/>
                      <a:pt x="40619" y="57388"/>
                    </a:cubicBezTo>
                    <a:cubicBezTo>
                      <a:pt x="40658" y="57426"/>
                      <a:pt x="40696" y="57464"/>
                      <a:pt x="40734" y="57541"/>
                    </a:cubicBezTo>
                    <a:cubicBezTo>
                      <a:pt x="40772" y="57962"/>
                      <a:pt x="40926" y="58230"/>
                      <a:pt x="40849" y="58613"/>
                    </a:cubicBezTo>
                    <a:cubicBezTo>
                      <a:pt x="40849" y="58651"/>
                      <a:pt x="40849" y="58766"/>
                      <a:pt x="40849" y="58766"/>
                    </a:cubicBezTo>
                    <a:cubicBezTo>
                      <a:pt x="41998" y="59379"/>
                      <a:pt x="40734" y="61905"/>
                      <a:pt x="40045" y="62556"/>
                    </a:cubicBezTo>
                    <a:cubicBezTo>
                      <a:pt x="38552" y="64049"/>
                      <a:pt x="36676" y="64394"/>
                      <a:pt x="34494" y="64509"/>
                    </a:cubicBezTo>
                    <a:lnTo>
                      <a:pt x="31584" y="64585"/>
                    </a:lnTo>
                    <a:close/>
                  </a:path>
                </a:pathLst>
              </a:custGeom>
              <a:solidFill>
                <a:srgbClr val="000000">
                  <a:alpha val="8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32"/>
              <p:cNvSpPr/>
              <p:nvPr/>
            </p:nvSpPr>
            <p:spPr>
              <a:xfrm>
                <a:off x="572150" y="2102800"/>
                <a:ext cx="960925" cy="518775"/>
              </a:xfrm>
              <a:custGeom>
                <a:avLst/>
                <a:gdLst/>
                <a:ahLst/>
                <a:cxnLst/>
                <a:rect l="l" t="t" r="r" b="b"/>
                <a:pathLst>
                  <a:path w="38437" h="20751" extrusionOk="0">
                    <a:moveTo>
                      <a:pt x="27909" y="4863"/>
                    </a:moveTo>
                    <a:cubicBezTo>
                      <a:pt x="25918" y="3217"/>
                      <a:pt x="31584" y="1"/>
                      <a:pt x="33115" y="192"/>
                    </a:cubicBezTo>
                    <a:cubicBezTo>
                      <a:pt x="34647" y="77"/>
                      <a:pt x="36140" y="728"/>
                      <a:pt x="37327" y="1647"/>
                    </a:cubicBezTo>
                    <a:cubicBezTo>
                      <a:pt x="38437" y="2489"/>
                      <a:pt x="37097" y="4250"/>
                      <a:pt x="35987" y="3370"/>
                    </a:cubicBezTo>
                    <a:cubicBezTo>
                      <a:pt x="34187" y="1838"/>
                      <a:pt x="31967" y="2260"/>
                      <a:pt x="30321" y="3791"/>
                    </a:cubicBezTo>
                    <a:cubicBezTo>
                      <a:pt x="29555" y="4442"/>
                      <a:pt x="28943" y="5629"/>
                      <a:pt x="27909" y="4863"/>
                    </a:cubicBezTo>
                    <a:lnTo>
                      <a:pt x="27909" y="4863"/>
                    </a:lnTo>
                    <a:close/>
                    <a:moveTo>
                      <a:pt x="15658" y="20597"/>
                    </a:moveTo>
                    <a:cubicBezTo>
                      <a:pt x="14356" y="20636"/>
                      <a:pt x="14203" y="18492"/>
                      <a:pt x="15275" y="18032"/>
                    </a:cubicBezTo>
                    <a:cubicBezTo>
                      <a:pt x="16615" y="17688"/>
                      <a:pt x="18453" y="17496"/>
                      <a:pt x="19563" y="18492"/>
                    </a:cubicBezTo>
                    <a:cubicBezTo>
                      <a:pt x="20712" y="20751"/>
                      <a:pt x="17075" y="20751"/>
                      <a:pt x="15658" y="20597"/>
                    </a:cubicBezTo>
                    <a:close/>
                    <a:moveTo>
                      <a:pt x="9226" y="4786"/>
                    </a:moveTo>
                    <a:cubicBezTo>
                      <a:pt x="8767" y="4595"/>
                      <a:pt x="8690" y="4289"/>
                      <a:pt x="8499" y="3944"/>
                    </a:cubicBezTo>
                    <a:cubicBezTo>
                      <a:pt x="7772" y="2719"/>
                      <a:pt x="6393" y="2221"/>
                      <a:pt x="5015" y="2336"/>
                    </a:cubicBezTo>
                    <a:cubicBezTo>
                      <a:pt x="4288" y="2413"/>
                      <a:pt x="3599" y="2566"/>
                      <a:pt x="2910" y="2796"/>
                    </a:cubicBezTo>
                    <a:cubicBezTo>
                      <a:pt x="2182" y="3178"/>
                      <a:pt x="1149" y="3446"/>
                      <a:pt x="727" y="2489"/>
                    </a:cubicBezTo>
                    <a:cubicBezTo>
                      <a:pt x="0" y="537"/>
                      <a:pt x="4441" y="116"/>
                      <a:pt x="5704" y="154"/>
                    </a:cubicBezTo>
                    <a:cubicBezTo>
                      <a:pt x="6508" y="192"/>
                      <a:pt x="7312" y="307"/>
                      <a:pt x="8001" y="613"/>
                    </a:cubicBezTo>
                    <a:cubicBezTo>
                      <a:pt x="9188" y="1188"/>
                      <a:pt x="10069" y="2221"/>
                      <a:pt x="10643" y="3331"/>
                    </a:cubicBezTo>
                    <a:cubicBezTo>
                      <a:pt x="11064" y="4212"/>
                      <a:pt x="10069" y="5169"/>
                      <a:pt x="9226" y="4786"/>
                    </a:cubicBezTo>
                    <a:close/>
                  </a:path>
                </a:pathLst>
              </a:custGeom>
              <a:solidFill>
                <a:srgbClr val="F6CB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32"/>
              <p:cNvSpPr/>
              <p:nvPr/>
            </p:nvSpPr>
            <p:spPr>
              <a:xfrm>
                <a:off x="713800" y="2862750"/>
                <a:ext cx="748450" cy="318725"/>
              </a:xfrm>
              <a:custGeom>
                <a:avLst/>
                <a:gdLst/>
                <a:ahLst/>
                <a:cxnLst/>
                <a:rect l="l" t="t" r="r" b="b"/>
                <a:pathLst>
                  <a:path w="29938" h="12749" extrusionOk="0">
                    <a:moveTo>
                      <a:pt x="29670" y="957"/>
                    </a:moveTo>
                    <a:cubicBezTo>
                      <a:pt x="29861" y="1072"/>
                      <a:pt x="29938" y="1302"/>
                      <a:pt x="29823" y="1570"/>
                    </a:cubicBezTo>
                    <a:cubicBezTo>
                      <a:pt x="29172" y="3331"/>
                      <a:pt x="27909" y="4786"/>
                      <a:pt x="26646" y="6202"/>
                    </a:cubicBezTo>
                    <a:cubicBezTo>
                      <a:pt x="22970" y="10184"/>
                      <a:pt x="17840" y="12749"/>
                      <a:pt x="12327" y="11523"/>
                    </a:cubicBezTo>
                    <a:cubicBezTo>
                      <a:pt x="9724" y="10949"/>
                      <a:pt x="7274" y="9609"/>
                      <a:pt x="5283" y="7848"/>
                    </a:cubicBezTo>
                    <a:cubicBezTo>
                      <a:pt x="4173" y="6891"/>
                      <a:pt x="957" y="3714"/>
                      <a:pt x="613" y="2029"/>
                    </a:cubicBezTo>
                    <a:cubicBezTo>
                      <a:pt x="0" y="689"/>
                      <a:pt x="1953" y="1187"/>
                      <a:pt x="3637" y="1493"/>
                    </a:cubicBezTo>
                    <a:cubicBezTo>
                      <a:pt x="4862" y="1608"/>
                      <a:pt x="6125" y="1570"/>
                      <a:pt x="7351" y="1378"/>
                    </a:cubicBezTo>
                    <a:cubicBezTo>
                      <a:pt x="9724" y="957"/>
                      <a:pt x="13093" y="38"/>
                      <a:pt x="15007" y="1799"/>
                    </a:cubicBezTo>
                    <a:cubicBezTo>
                      <a:pt x="15314" y="1570"/>
                      <a:pt x="15696" y="1378"/>
                      <a:pt x="15926" y="1263"/>
                    </a:cubicBezTo>
                    <a:cubicBezTo>
                      <a:pt x="19525" y="77"/>
                      <a:pt x="23353" y="1799"/>
                      <a:pt x="27028" y="995"/>
                    </a:cubicBezTo>
                    <a:cubicBezTo>
                      <a:pt x="27603" y="842"/>
                      <a:pt x="28215" y="727"/>
                      <a:pt x="28636" y="345"/>
                    </a:cubicBezTo>
                    <a:cubicBezTo>
                      <a:pt x="28713" y="153"/>
                      <a:pt x="28904" y="0"/>
                      <a:pt x="29134" y="0"/>
                    </a:cubicBezTo>
                    <a:cubicBezTo>
                      <a:pt x="29479" y="0"/>
                      <a:pt x="29747" y="383"/>
                      <a:pt x="29632" y="727"/>
                    </a:cubicBezTo>
                    <a:cubicBezTo>
                      <a:pt x="29670" y="804"/>
                      <a:pt x="29670" y="881"/>
                      <a:pt x="29670" y="95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32"/>
              <p:cNvSpPr/>
              <p:nvPr/>
            </p:nvSpPr>
            <p:spPr>
              <a:xfrm>
                <a:off x="774075" y="2897200"/>
                <a:ext cx="660425" cy="190475"/>
              </a:xfrm>
              <a:custGeom>
                <a:avLst/>
                <a:gdLst/>
                <a:ahLst/>
                <a:cxnLst/>
                <a:rect l="l" t="t" r="r" b="b"/>
                <a:pathLst>
                  <a:path w="26417" h="7619" extrusionOk="0">
                    <a:moveTo>
                      <a:pt x="25881" y="0"/>
                    </a:moveTo>
                    <a:cubicBezTo>
                      <a:pt x="26187" y="39"/>
                      <a:pt x="26417" y="383"/>
                      <a:pt x="26302" y="689"/>
                    </a:cubicBezTo>
                    <a:cubicBezTo>
                      <a:pt x="25345" y="1991"/>
                      <a:pt x="23813" y="2833"/>
                      <a:pt x="22550" y="3867"/>
                    </a:cubicBezTo>
                    <a:cubicBezTo>
                      <a:pt x="19564" y="6049"/>
                      <a:pt x="15965" y="7619"/>
                      <a:pt x="12175" y="7466"/>
                    </a:cubicBezTo>
                    <a:cubicBezTo>
                      <a:pt x="10606" y="7427"/>
                      <a:pt x="9112" y="7006"/>
                      <a:pt x="7658" y="6394"/>
                    </a:cubicBezTo>
                    <a:cubicBezTo>
                      <a:pt x="7122" y="6126"/>
                      <a:pt x="6279" y="6049"/>
                      <a:pt x="6011" y="5475"/>
                    </a:cubicBezTo>
                    <a:cubicBezTo>
                      <a:pt x="5131" y="4901"/>
                      <a:pt x="2068" y="4518"/>
                      <a:pt x="2183" y="3178"/>
                    </a:cubicBezTo>
                    <a:cubicBezTo>
                      <a:pt x="1494" y="2833"/>
                      <a:pt x="1" y="2412"/>
                      <a:pt x="77" y="1455"/>
                    </a:cubicBezTo>
                    <a:cubicBezTo>
                      <a:pt x="269" y="843"/>
                      <a:pt x="1035" y="1111"/>
                      <a:pt x="1532" y="1187"/>
                    </a:cubicBezTo>
                    <a:cubicBezTo>
                      <a:pt x="3982" y="1723"/>
                      <a:pt x="6433" y="2029"/>
                      <a:pt x="8959" y="2297"/>
                    </a:cubicBezTo>
                    <a:cubicBezTo>
                      <a:pt x="10491" y="2527"/>
                      <a:pt x="12137" y="2948"/>
                      <a:pt x="13668" y="2833"/>
                    </a:cubicBezTo>
                    <a:cubicBezTo>
                      <a:pt x="16693" y="2182"/>
                      <a:pt x="19794" y="1914"/>
                      <a:pt x="22818" y="1187"/>
                    </a:cubicBezTo>
                    <a:cubicBezTo>
                      <a:pt x="23469" y="1034"/>
                      <a:pt x="24081" y="843"/>
                      <a:pt x="24656" y="536"/>
                    </a:cubicBezTo>
                    <a:cubicBezTo>
                      <a:pt x="25077" y="383"/>
                      <a:pt x="25421" y="0"/>
                      <a:pt x="258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32"/>
              <p:cNvSpPr/>
              <p:nvPr/>
            </p:nvSpPr>
            <p:spPr>
              <a:xfrm>
                <a:off x="766425" y="2889550"/>
                <a:ext cx="707325" cy="113900"/>
              </a:xfrm>
              <a:custGeom>
                <a:avLst/>
                <a:gdLst/>
                <a:ahLst/>
                <a:cxnLst/>
                <a:rect l="l" t="t" r="r" b="b"/>
                <a:pathLst>
                  <a:path w="28293" h="4556" extrusionOk="0">
                    <a:moveTo>
                      <a:pt x="1762" y="2948"/>
                    </a:moveTo>
                    <a:cubicBezTo>
                      <a:pt x="1532" y="2871"/>
                      <a:pt x="1302" y="2795"/>
                      <a:pt x="1034" y="2718"/>
                    </a:cubicBezTo>
                    <a:cubicBezTo>
                      <a:pt x="843" y="2642"/>
                      <a:pt x="613" y="2565"/>
                      <a:pt x="422" y="2488"/>
                    </a:cubicBezTo>
                    <a:cubicBezTo>
                      <a:pt x="154" y="2412"/>
                      <a:pt x="1" y="2106"/>
                      <a:pt x="77" y="1838"/>
                    </a:cubicBezTo>
                    <a:cubicBezTo>
                      <a:pt x="115" y="1684"/>
                      <a:pt x="192" y="1570"/>
                      <a:pt x="383" y="1378"/>
                    </a:cubicBezTo>
                    <a:cubicBezTo>
                      <a:pt x="575" y="1263"/>
                      <a:pt x="843" y="1340"/>
                      <a:pt x="996" y="1493"/>
                    </a:cubicBezTo>
                    <a:cubicBezTo>
                      <a:pt x="1494" y="1761"/>
                      <a:pt x="2068" y="1914"/>
                      <a:pt x="2604" y="2067"/>
                    </a:cubicBezTo>
                    <a:cubicBezTo>
                      <a:pt x="5399" y="2680"/>
                      <a:pt x="8270" y="2412"/>
                      <a:pt x="11065" y="2948"/>
                    </a:cubicBezTo>
                    <a:cubicBezTo>
                      <a:pt x="13055" y="3216"/>
                      <a:pt x="15008" y="2756"/>
                      <a:pt x="16960" y="2335"/>
                    </a:cubicBezTo>
                    <a:cubicBezTo>
                      <a:pt x="18185" y="2106"/>
                      <a:pt x="19449" y="2144"/>
                      <a:pt x="20674" y="1991"/>
                    </a:cubicBezTo>
                    <a:cubicBezTo>
                      <a:pt x="22244" y="1723"/>
                      <a:pt x="23775" y="1225"/>
                      <a:pt x="25268" y="613"/>
                    </a:cubicBezTo>
                    <a:cubicBezTo>
                      <a:pt x="25727" y="459"/>
                      <a:pt x="26263" y="0"/>
                      <a:pt x="26761" y="268"/>
                    </a:cubicBezTo>
                    <a:cubicBezTo>
                      <a:pt x="28292" y="1570"/>
                      <a:pt x="21899" y="3178"/>
                      <a:pt x="21057" y="3331"/>
                    </a:cubicBezTo>
                    <a:cubicBezTo>
                      <a:pt x="19717" y="3599"/>
                      <a:pt x="18377" y="3714"/>
                      <a:pt x="17037" y="4020"/>
                    </a:cubicBezTo>
                    <a:cubicBezTo>
                      <a:pt x="15812" y="4288"/>
                      <a:pt x="14587" y="4556"/>
                      <a:pt x="13362" y="4441"/>
                    </a:cubicBezTo>
                    <a:cubicBezTo>
                      <a:pt x="12864" y="4441"/>
                      <a:pt x="12405" y="4403"/>
                      <a:pt x="11945" y="4364"/>
                    </a:cubicBezTo>
                    <a:cubicBezTo>
                      <a:pt x="8921" y="3943"/>
                      <a:pt x="5781" y="4020"/>
                      <a:pt x="2795" y="3216"/>
                    </a:cubicBezTo>
                    <a:cubicBezTo>
                      <a:pt x="2451" y="3139"/>
                      <a:pt x="2106" y="3024"/>
                      <a:pt x="1762" y="2910"/>
                    </a:cubicBezTo>
                    <a:close/>
                  </a:path>
                </a:pathLst>
              </a:custGeom>
              <a:solidFill>
                <a:srgbClr val="EADF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32"/>
              <p:cNvSpPr/>
              <p:nvPr/>
            </p:nvSpPr>
            <p:spPr>
              <a:xfrm>
                <a:off x="564475" y="2166925"/>
                <a:ext cx="293850" cy="99575"/>
              </a:xfrm>
              <a:custGeom>
                <a:avLst/>
                <a:gdLst/>
                <a:ahLst/>
                <a:cxnLst/>
                <a:rect l="l" t="t" r="r" b="b"/>
                <a:pathLst>
                  <a:path w="11754" h="3983" extrusionOk="0">
                    <a:moveTo>
                      <a:pt x="6471" y="2681"/>
                    </a:moveTo>
                    <a:cubicBezTo>
                      <a:pt x="6624" y="2681"/>
                      <a:pt x="6739" y="2642"/>
                      <a:pt x="6892" y="2642"/>
                    </a:cubicBezTo>
                    <a:cubicBezTo>
                      <a:pt x="6164" y="2642"/>
                      <a:pt x="5437" y="2528"/>
                      <a:pt x="4748" y="2489"/>
                    </a:cubicBezTo>
                    <a:cubicBezTo>
                      <a:pt x="5284" y="2642"/>
                      <a:pt x="5896" y="2719"/>
                      <a:pt x="6471" y="2681"/>
                    </a:cubicBezTo>
                    <a:lnTo>
                      <a:pt x="6471" y="2681"/>
                    </a:lnTo>
                    <a:close/>
                    <a:moveTo>
                      <a:pt x="8691" y="2145"/>
                    </a:moveTo>
                    <a:cubicBezTo>
                      <a:pt x="8347" y="2030"/>
                      <a:pt x="8002" y="1877"/>
                      <a:pt x="7619" y="1724"/>
                    </a:cubicBezTo>
                    <a:cubicBezTo>
                      <a:pt x="7619" y="1724"/>
                      <a:pt x="7619" y="1724"/>
                      <a:pt x="7619" y="1724"/>
                    </a:cubicBezTo>
                    <a:cubicBezTo>
                      <a:pt x="7696" y="1915"/>
                      <a:pt x="7658" y="2106"/>
                      <a:pt x="7581" y="2298"/>
                    </a:cubicBezTo>
                    <a:cubicBezTo>
                      <a:pt x="7466" y="2451"/>
                      <a:pt x="7351" y="2528"/>
                      <a:pt x="7160" y="2566"/>
                    </a:cubicBezTo>
                    <a:cubicBezTo>
                      <a:pt x="7696" y="2451"/>
                      <a:pt x="8193" y="2298"/>
                      <a:pt x="8691" y="2145"/>
                    </a:cubicBezTo>
                    <a:close/>
                    <a:moveTo>
                      <a:pt x="11677" y="2489"/>
                    </a:moveTo>
                    <a:cubicBezTo>
                      <a:pt x="11754" y="2757"/>
                      <a:pt x="11562" y="3064"/>
                      <a:pt x="11294" y="3140"/>
                    </a:cubicBezTo>
                    <a:cubicBezTo>
                      <a:pt x="11103" y="3217"/>
                      <a:pt x="10950" y="3178"/>
                      <a:pt x="10797" y="3102"/>
                    </a:cubicBezTo>
                    <a:cubicBezTo>
                      <a:pt x="9380" y="3714"/>
                      <a:pt x="6471" y="3982"/>
                      <a:pt x="5743" y="3906"/>
                    </a:cubicBezTo>
                    <a:cubicBezTo>
                      <a:pt x="3982" y="3753"/>
                      <a:pt x="2451" y="2757"/>
                      <a:pt x="843" y="2030"/>
                    </a:cubicBezTo>
                    <a:cubicBezTo>
                      <a:pt x="805" y="1992"/>
                      <a:pt x="728" y="1992"/>
                      <a:pt x="690" y="1953"/>
                    </a:cubicBezTo>
                    <a:cubicBezTo>
                      <a:pt x="575" y="1915"/>
                      <a:pt x="460" y="1877"/>
                      <a:pt x="345" y="1838"/>
                    </a:cubicBezTo>
                    <a:cubicBezTo>
                      <a:pt x="39" y="1647"/>
                      <a:pt x="1" y="1149"/>
                      <a:pt x="307" y="920"/>
                    </a:cubicBezTo>
                    <a:cubicBezTo>
                      <a:pt x="996" y="613"/>
                      <a:pt x="1877" y="843"/>
                      <a:pt x="2642" y="766"/>
                    </a:cubicBezTo>
                    <a:cubicBezTo>
                      <a:pt x="4633" y="1"/>
                      <a:pt x="6968" y="231"/>
                      <a:pt x="8883" y="1073"/>
                    </a:cubicBezTo>
                    <a:cubicBezTo>
                      <a:pt x="9227" y="652"/>
                      <a:pt x="10184" y="1111"/>
                      <a:pt x="10414" y="1532"/>
                    </a:cubicBezTo>
                    <a:cubicBezTo>
                      <a:pt x="10452" y="1570"/>
                      <a:pt x="10529" y="1609"/>
                      <a:pt x="10567" y="1685"/>
                    </a:cubicBezTo>
                    <a:cubicBezTo>
                      <a:pt x="10644" y="1762"/>
                      <a:pt x="10682" y="1838"/>
                      <a:pt x="10720" y="1915"/>
                    </a:cubicBezTo>
                    <a:cubicBezTo>
                      <a:pt x="11026" y="1838"/>
                      <a:pt x="11371" y="1953"/>
                      <a:pt x="11486" y="2221"/>
                    </a:cubicBezTo>
                    <a:cubicBezTo>
                      <a:pt x="11562" y="2298"/>
                      <a:pt x="11639" y="2374"/>
                      <a:pt x="11639" y="2489"/>
                    </a:cubicBezTo>
                    <a:close/>
                  </a:path>
                </a:pathLst>
              </a:custGeom>
              <a:solidFill>
                <a:srgbClr val="F5E9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32"/>
              <p:cNvSpPr/>
              <p:nvPr/>
            </p:nvSpPr>
            <p:spPr>
              <a:xfrm>
                <a:off x="1241150" y="2170750"/>
                <a:ext cx="313000" cy="107225"/>
              </a:xfrm>
              <a:custGeom>
                <a:avLst/>
                <a:gdLst/>
                <a:ahLst/>
                <a:cxnLst/>
                <a:rect l="l" t="t" r="r" b="b"/>
                <a:pathLst>
                  <a:path w="12520" h="4289" extrusionOk="0">
                    <a:moveTo>
                      <a:pt x="6011" y="2068"/>
                    </a:moveTo>
                    <a:cubicBezTo>
                      <a:pt x="7274" y="2030"/>
                      <a:pt x="8423" y="1953"/>
                      <a:pt x="9610" y="1647"/>
                    </a:cubicBezTo>
                    <a:cubicBezTo>
                      <a:pt x="7963" y="1724"/>
                      <a:pt x="6317" y="1724"/>
                      <a:pt x="4709" y="1992"/>
                    </a:cubicBezTo>
                    <a:cubicBezTo>
                      <a:pt x="5130" y="2030"/>
                      <a:pt x="5590" y="2030"/>
                      <a:pt x="6011" y="2030"/>
                    </a:cubicBezTo>
                    <a:lnTo>
                      <a:pt x="6011" y="2030"/>
                    </a:lnTo>
                    <a:close/>
                    <a:moveTo>
                      <a:pt x="9763" y="2719"/>
                    </a:moveTo>
                    <a:cubicBezTo>
                      <a:pt x="9265" y="2834"/>
                      <a:pt x="8806" y="2949"/>
                      <a:pt x="8346" y="2987"/>
                    </a:cubicBezTo>
                    <a:cubicBezTo>
                      <a:pt x="7849" y="3025"/>
                      <a:pt x="7389" y="3064"/>
                      <a:pt x="6930" y="3102"/>
                    </a:cubicBezTo>
                    <a:cubicBezTo>
                      <a:pt x="7198" y="3102"/>
                      <a:pt x="7504" y="3102"/>
                      <a:pt x="7810" y="3102"/>
                    </a:cubicBezTo>
                    <a:cubicBezTo>
                      <a:pt x="8461" y="3025"/>
                      <a:pt x="9112" y="2949"/>
                      <a:pt x="9763" y="2719"/>
                    </a:cubicBezTo>
                    <a:close/>
                    <a:moveTo>
                      <a:pt x="11141" y="1226"/>
                    </a:moveTo>
                    <a:cubicBezTo>
                      <a:pt x="11677" y="1035"/>
                      <a:pt x="12519" y="1149"/>
                      <a:pt x="12443" y="1839"/>
                    </a:cubicBezTo>
                    <a:cubicBezTo>
                      <a:pt x="12328" y="2489"/>
                      <a:pt x="11677" y="2872"/>
                      <a:pt x="11141" y="3217"/>
                    </a:cubicBezTo>
                    <a:cubicBezTo>
                      <a:pt x="9724" y="4059"/>
                      <a:pt x="8002" y="4289"/>
                      <a:pt x="6394" y="4097"/>
                    </a:cubicBezTo>
                    <a:cubicBezTo>
                      <a:pt x="4403" y="3982"/>
                      <a:pt x="2565" y="2719"/>
                      <a:pt x="536" y="3064"/>
                    </a:cubicBezTo>
                    <a:cubicBezTo>
                      <a:pt x="268" y="3064"/>
                      <a:pt x="0" y="2796"/>
                      <a:pt x="0" y="2528"/>
                    </a:cubicBezTo>
                    <a:cubicBezTo>
                      <a:pt x="39" y="1839"/>
                      <a:pt x="881" y="1992"/>
                      <a:pt x="1340" y="1915"/>
                    </a:cubicBezTo>
                    <a:cubicBezTo>
                      <a:pt x="1417" y="1149"/>
                      <a:pt x="2642" y="1149"/>
                      <a:pt x="3216" y="843"/>
                    </a:cubicBezTo>
                    <a:cubicBezTo>
                      <a:pt x="3829" y="728"/>
                      <a:pt x="4939" y="1"/>
                      <a:pt x="5398" y="613"/>
                    </a:cubicBezTo>
                    <a:cubicBezTo>
                      <a:pt x="5973" y="613"/>
                      <a:pt x="6738" y="192"/>
                      <a:pt x="7159" y="690"/>
                    </a:cubicBezTo>
                    <a:cubicBezTo>
                      <a:pt x="7925" y="767"/>
                      <a:pt x="11179" y="116"/>
                      <a:pt x="11141" y="1226"/>
                    </a:cubicBezTo>
                    <a:close/>
                  </a:path>
                </a:pathLst>
              </a:custGeom>
              <a:solidFill>
                <a:srgbClr val="F5E9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32"/>
              <p:cNvSpPr/>
              <p:nvPr/>
            </p:nvSpPr>
            <p:spPr>
              <a:xfrm>
                <a:off x="244800" y="934200"/>
                <a:ext cx="1745775" cy="1531375"/>
              </a:xfrm>
              <a:custGeom>
                <a:avLst/>
                <a:gdLst/>
                <a:ahLst/>
                <a:cxnLst/>
                <a:rect l="l" t="t" r="r" b="b"/>
                <a:pathLst>
                  <a:path w="69831" h="61255" extrusionOk="0">
                    <a:moveTo>
                      <a:pt x="69141" y="27948"/>
                    </a:moveTo>
                    <a:cubicBezTo>
                      <a:pt x="69027" y="36791"/>
                      <a:pt x="69831" y="45481"/>
                      <a:pt x="69333" y="54325"/>
                    </a:cubicBezTo>
                    <a:cubicBezTo>
                      <a:pt x="69333" y="56086"/>
                      <a:pt x="69486" y="57847"/>
                      <a:pt x="69486" y="59608"/>
                    </a:cubicBezTo>
                    <a:cubicBezTo>
                      <a:pt x="69448" y="59876"/>
                      <a:pt x="69295" y="60106"/>
                      <a:pt x="69103" y="60221"/>
                    </a:cubicBezTo>
                    <a:cubicBezTo>
                      <a:pt x="68950" y="60795"/>
                      <a:pt x="68299" y="61254"/>
                      <a:pt x="67648" y="60833"/>
                    </a:cubicBezTo>
                    <a:cubicBezTo>
                      <a:pt x="65160" y="59149"/>
                      <a:pt x="63169" y="56890"/>
                      <a:pt x="60872" y="54938"/>
                    </a:cubicBezTo>
                    <a:cubicBezTo>
                      <a:pt x="58881" y="53100"/>
                      <a:pt x="56891" y="51262"/>
                      <a:pt x="55168" y="49157"/>
                    </a:cubicBezTo>
                    <a:cubicBezTo>
                      <a:pt x="54287" y="47970"/>
                      <a:pt x="53024" y="46898"/>
                      <a:pt x="52450" y="45481"/>
                    </a:cubicBezTo>
                    <a:cubicBezTo>
                      <a:pt x="51569" y="44333"/>
                      <a:pt x="50727" y="43108"/>
                      <a:pt x="50000" y="41845"/>
                    </a:cubicBezTo>
                    <a:cubicBezTo>
                      <a:pt x="48851" y="42304"/>
                      <a:pt x="47549" y="42380"/>
                      <a:pt x="46363" y="42342"/>
                    </a:cubicBezTo>
                    <a:cubicBezTo>
                      <a:pt x="44410" y="42916"/>
                      <a:pt x="42381" y="43567"/>
                      <a:pt x="40314" y="43414"/>
                    </a:cubicBezTo>
                    <a:cubicBezTo>
                      <a:pt x="37634" y="43184"/>
                      <a:pt x="37749" y="40313"/>
                      <a:pt x="39433" y="40505"/>
                    </a:cubicBezTo>
                    <a:lnTo>
                      <a:pt x="39433" y="40505"/>
                    </a:lnTo>
                    <a:lnTo>
                      <a:pt x="39433" y="40505"/>
                    </a:lnTo>
                    <a:cubicBezTo>
                      <a:pt x="40314" y="39854"/>
                      <a:pt x="44831" y="38667"/>
                      <a:pt x="47588" y="38705"/>
                    </a:cubicBezTo>
                    <a:cubicBezTo>
                      <a:pt x="47205" y="38016"/>
                      <a:pt x="46860" y="37365"/>
                      <a:pt x="46592" y="36982"/>
                    </a:cubicBezTo>
                    <a:cubicBezTo>
                      <a:pt x="45903" y="35719"/>
                      <a:pt x="45176" y="34532"/>
                      <a:pt x="44487" y="33307"/>
                    </a:cubicBezTo>
                    <a:cubicBezTo>
                      <a:pt x="43032" y="30704"/>
                      <a:pt x="41769" y="28024"/>
                      <a:pt x="40888" y="25191"/>
                    </a:cubicBezTo>
                    <a:cubicBezTo>
                      <a:pt x="40773" y="24732"/>
                      <a:pt x="40582" y="24425"/>
                      <a:pt x="40620" y="24043"/>
                    </a:cubicBezTo>
                    <a:cubicBezTo>
                      <a:pt x="40237" y="22894"/>
                      <a:pt x="39893" y="21746"/>
                      <a:pt x="39586" y="20597"/>
                    </a:cubicBezTo>
                    <a:cubicBezTo>
                      <a:pt x="38514" y="17228"/>
                      <a:pt x="37749" y="13783"/>
                      <a:pt x="37098" y="10299"/>
                    </a:cubicBezTo>
                    <a:lnTo>
                      <a:pt x="37098" y="10299"/>
                    </a:lnTo>
                    <a:cubicBezTo>
                      <a:pt x="37060" y="10184"/>
                      <a:pt x="37021" y="10069"/>
                      <a:pt x="37021" y="9954"/>
                    </a:cubicBezTo>
                    <a:cubicBezTo>
                      <a:pt x="31279" y="9189"/>
                      <a:pt x="28484" y="14051"/>
                      <a:pt x="25804" y="18377"/>
                    </a:cubicBezTo>
                    <a:cubicBezTo>
                      <a:pt x="24732" y="20865"/>
                      <a:pt x="23584" y="23392"/>
                      <a:pt x="22282" y="25804"/>
                    </a:cubicBezTo>
                    <a:cubicBezTo>
                      <a:pt x="21019" y="28790"/>
                      <a:pt x="19449" y="31661"/>
                      <a:pt x="17726" y="34379"/>
                    </a:cubicBezTo>
                    <a:cubicBezTo>
                      <a:pt x="17305" y="35068"/>
                      <a:pt x="16884" y="35757"/>
                      <a:pt x="16463" y="36447"/>
                    </a:cubicBezTo>
                    <a:cubicBezTo>
                      <a:pt x="16310" y="36753"/>
                      <a:pt x="16080" y="37174"/>
                      <a:pt x="15812" y="37518"/>
                    </a:cubicBezTo>
                    <a:cubicBezTo>
                      <a:pt x="15812" y="37710"/>
                      <a:pt x="15774" y="37863"/>
                      <a:pt x="15659" y="38016"/>
                    </a:cubicBezTo>
                    <a:cubicBezTo>
                      <a:pt x="15468" y="38322"/>
                      <a:pt x="15085" y="38935"/>
                      <a:pt x="14625" y="39662"/>
                    </a:cubicBezTo>
                    <a:cubicBezTo>
                      <a:pt x="16272" y="39241"/>
                      <a:pt x="19526" y="39203"/>
                      <a:pt x="20023" y="39586"/>
                    </a:cubicBezTo>
                    <a:cubicBezTo>
                      <a:pt x="21593" y="39586"/>
                      <a:pt x="23354" y="39356"/>
                      <a:pt x="24732" y="40160"/>
                    </a:cubicBezTo>
                    <a:cubicBezTo>
                      <a:pt x="25460" y="40696"/>
                      <a:pt x="25536" y="41959"/>
                      <a:pt x="24694" y="42495"/>
                    </a:cubicBezTo>
                    <a:cubicBezTo>
                      <a:pt x="23967" y="42955"/>
                      <a:pt x="23010" y="43720"/>
                      <a:pt x="22091" y="43299"/>
                    </a:cubicBezTo>
                    <a:cubicBezTo>
                      <a:pt x="22091" y="43299"/>
                      <a:pt x="22052" y="43299"/>
                      <a:pt x="22052" y="43299"/>
                    </a:cubicBezTo>
                    <a:cubicBezTo>
                      <a:pt x="21440" y="43299"/>
                      <a:pt x="20751" y="43414"/>
                      <a:pt x="20215" y="43108"/>
                    </a:cubicBezTo>
                    <a:cubicBezTo>
                      <a:pt x="19602" y="43070"/>
                      <a:pt x="18875" y="43146"/>
                      <a:pt x="18454" y="42610"/>
                    </a:cubicBezTo>
                    <a:cubicBezTo>
                      <a:pt x="16731" y="42648"/>
                      <a:pt x="14817" y="42725"/>
                      <a:pt x="13209" y="42151"/>
                    </a:cubicBezTo>
                    <a:cubicBezTo>
                      <a:pt x="13056" y="42151"/>
                      <a:pt x="12903" y="42151"/>
                      <a:pt x="12788" y="42112"/>
                    </a:cubicBezTo>
                    <a:cubicBezTo>
                      <a:pt x="12635" y="42304"/>
                      <a:pt x="12443" y="42534"/>
                      <a:pt x="12252" y="42687"/>
                    </a:cubicBezTo>
                    <a:lnTo>
                      <a:pt x="12252" y="42687"/>
                    </a:lnTo>
                    <a:cubicBezTo>
                      <a:pt x="12022" y="43070"/>
                      <a:pt x="11792" y="43452"/>
                      <a:pt x="11563" y="43874"/>
                    </a:cubicBezTo>
                    <a:cubicBezTo>
                      <a:pt x="9457" y="46821"/>
                      <a:pt x="6777" y="49425"/>
                      <a:pt x="3868" y="51492"/>
                    </a:cubicBezTo>
                    <a:cubicBezTo>
                      <a:pt x="3293" y="51990"/>
                      <a:pt x="2719" y="52449"/>
                      <a:pt x="2183" y="52947"/>
                    </a:cubicBezTo>
                    <a:cubicBezTo>
                      <a:pt x="1762" y="53483"/>
                      <a:pt x="1111" y="54057"/>
                      <a:pt x="460" y="53521"/>
                    </a:cubicBezTo>
                    <a:cubicBezTo>
                      <a:pt x="1" y="53100"/>
                      <a:pt x="1" y="52679"/>
                      <a:pt x="192" y="52296"/>
                    </a:cubicBezTo>
                    <a:cubicBezTo>
                      <a:pt x="192" y="52028"/>
                      <a:pt x="231" y="51760"/>
                      <a:pt x="269" y="51492"/>
                    </a:cubicBezTo>
                    <a:cubicBezTo>
                      <a:pt x="384" y="50765"/>
                      <a:pt x="384" y="50037"/>
                      <a:pt x="346" y="49310"/>
                    </a:cubicBezTo>
                    <a:cubicBezTo>
                      <a:pt x="116" y="47510"/>
                      <a:pt x="307" y="45635"/>
                      <a:pt x="231" y="43797"/>
                    </a:cubicBezTo>
                    <a:lnTo>
                      <a:pt x="231" y="43759"/>
                    </a:lnTo>
                    <a:cubicBezTo>
                      <a:pt x="154" y="43146"/>
                      <a:pt x="269" y="42495"/>
                      <a:pt x="231" y="41883"/>
                    </a:cubicBezTo>
                    <a:cubicBezTo>
                      <a:pt x="231" y="39701"/>
                      <a:pt x="384" y="37518"/>
                      <a:pt x="422" y="35336"/>
                    </a:cubicBezTo>
                    <a:cubicBezTo>
                      <a:pt x="575" y="31202"/>
                      <a:pt x="728" y="27067"/>
                      <a:pt x="767" y="22932"/>
                    </a:cubicBezTo>
                    <a:cubicBezTo>
                      <a:pt x="843" y="20750"/>
                      <a:pt x="652" y="18491"/>
                      <a:pt x="996" y="16348"/>
                    </a:cubicBezTo>
                    <a:cubicBezTo>
                      <a:pt x="1724" y="14472"/>
                      <a:pt x="3179" y="13055"/>
                      <a:pt x="4097" y="11294"/>
                    </a:cubicBezTo>
                    <a:cubicBezTo>
                      <a:pt x="5629" y="8844"/>
                      <a:pt x="7811" y="6891"/>
                      <a:pt x="9993" y="4977"/>
                    </a:cubicBezTo>
                    <a:cubicBezTo>
                      <a:pt x="11103" y="4250"/>
                      <a:pt x="16004" y="0"/>
                      <a:pt x="17382" y="1111"/>
                    </a:cubicBezTo>
                    <a:cubicBezTo>
                      <a:pt x="17726" y="958"/>
                      <a:pt x="18224" y="881"/>
                      <a:pt x="18875" y="996"/>
                    </a:cubicBezTo>
                    <a:cubicBezTo>
                      <a:pt x="19641" y="383"/>
                      <a:pt x="20751" y="766"/>
                      <a:pt x="21631" y="728"/>
                    </a:cubicBezTo>
                    <a:cubicBezTo>
                      <a:pt x="23584" y="881"/>
                      <a:pt x="25498" y="1072"/>
                      <a:pt x="27450" y="1111"/>
                    </a:cubicBezTo>
                    <a:cubicBezTo>
                      <a:pt x="28216" y="536"/>
                      <a:pt x="29365" y="1034"/>
                      <a:pt x="30283" y="958"/>
                    </a:cubicBezTo>
                    <a:cubicBezTo>
                      <a:pt x="31777" y="1034"/>
                      <a:pt x="33231" y="1072"/>
                      <a:pt x="34724" y="1111"/>
                    </a:cubicBezTo>
                    <a:cubicBezTo>
                      <a:pt x="35337" y="613"/>
                      <a:pt x="36217" y="996"/>
                      <a:pt x="36945" y="919"/>
                    </a:cubicBezTo>
                    <a:cubicBezTo>
                      <a:pt x="38553" y="996"/>
                      <a:pt x="40161" y="1034"/>
                      <a:pt x="41769" y="1072"/>
                    </a:cubicBezTo>
                    <a:cubicBezTo>
                      <a:pt x="44755" y="1072"/>
                      <a:pt x="47703" y="1149"/>
                      <a:pt x="50650" y="1226"/>
                    </a:cubicBezTo>
                    <a:cubicBezTo>
                      <a:pt x="53560" y="1455"/>
                      <a:pt x="56546" y="613"/>
                      <a:pt x="59417" y="1340"/>
                    </a:cubicBezTo>
                    <a:cubicBezTo>
                      <a:pt x="60719" y="1876"/>
                      <a:pt x="61868" y="2757"/>
                      <a:pt x="62939" y="3676"/>
                    </a:cubicBezTo>
                    <a:cubicBezTo>
                      <a:pt x="63897" y="4441"/>
                      <a:pt x="64815" y="5284"/>
                      <a:pt x="65619" y="6202"/>
                    </a:cubicBezTo>
                    <a:cubicBezTo>
                      <a:pt x="66691" y="7313"/>
                      <a:pt x="67916" y="8385"/>
                      <a:pt x="68605" y="9763"/>
                    </a:cubicBezTo>
                    <a:cubicBezTo>
                      <a:pt x="68873" y="9916"/>
                      <a:pt x="69103" y="10146"/>
                      <a:pt x="69141" y="10528"/>
                    </a:cubicBezTo>
                    <a:cubicBezTo>
                      <a:pt x="69333" y="13247"/>
                      <a:pt x="69027" y="15965"/>
                      <a:pt x="68912" y="18683"/>
                    </a:cubicBezTo>
                    <a:cubicBezTo>
                      <a:pt x="68988" y="21784"/>
                      <a:pt x="69141" y="24847"/>
                      <a:pt x="69141" y="27948"/>
                    </a:cubicBezTo>
                    <a:close/>
                  </a:path>
                </a:pathLst>
              </a:custGeom>
              <a:solidFill>
                <a:srgbClr val="6A57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32"/>
              <p:cNvSpPr/>
              <p:nvPr/>
            </p:nvSpPr>
            <p:spPr>
              <a:xfrm>
                <a:off x="234275" y="2564125"/>
                <a:ext cx="443175" cy="1438525"/>
              </a:xfrm>
              <a:custGeom>
                <a:avLst/>
                <a:gdLst/>
                <a:ahLst/>
                <a:cxnLst/>
                <a:rect l="l" t="t" r="r" b="b"/>
                <a:pathLst>
                  <a:path w="17727" h="57541" extrusionOk="0">
                    <a:moveTo>
                      <a:pt x="17458" y="32121"/>
                    </a:moveTo>
                    <a:cubicBezTo>
                      <a:pt x="17726" y="32503"/>
                      <a:pt x="17650" y="32886"/>
                      <a:pt x="17382" y="33154"/>
                    </a:cubicBezTo>
                    <a:cubicBezTo>
                      <a:pt x="17458" y="34226"/>
                      <a:pt x="17382" y="35298"/>
                      <a:pt x="17382" y="36408"/>
                    </a:cubicBezTo>
                    <a:cubicBezTo>
                      <a:pt x="17305" y="39624"/>
                      <a:pt x="16846" y="42840"/>
                      <a:pt x="16348" y="46018"/>
                    </a:cubicBezTo>
                    <a:cubicBezTo>
                      <a:pt x="15812" y="49272"/>
                      <a:pt x="14855" y="52334"/>
                      <a:pt x="11486" y="53636"/>
                    </a:cubicBezTo>
                    <a:cubicBezTo>
                      <a:pt x="9380" y="54440"/>
                      <a:pt x="7275" y="57541"/>
                      <a:pt x="4939" y="57120"/>
                    </a:cubicBezTo>
                    <a:cubicBezTo>
                      <a:pt x="3906" y="56775"/>
                      <a:pt x="4174" y="53598"/>
                      <a:pt x="4174" y="52641"/>
                    </a:cubicBezTo>
                    <a:cubicBezTo>
                      <a:pt x="4289" y="51339"/>
                      <a:pt x="4403" y="49999"/>
                      <a:pt x="4710" y="48736"/>
                    </a:cubicBezTo>
                    <a:cubicBezTo>
                      <a:pt x="5169" y="46745"/>
                      <a:pt x="5820" y="44907"/>
                      <a:pt x="5629" y="42878"/>
                    </a:cubicBezTo>
                    <a:cubicBezTo>
                      <a:pt x="5629" y="40275"/>
                      <a:pt x="5207" y="37672"/>
                      <a:pt x="4136" y="35298"/>
                    </a:cubicBezTo>
                    <a:cubicBezTo>
                      <a:pt x="3408" y="33805"/>
                      <a:pt x="2604" y="32350"/>
                      <a:pt x="1877" y="30895"/>
                    </a:cubicBezTo>
                    <a:cubicBezTo>
                      <a:pt x="1838" y="30781"/>
                      <a:pt x="1800" y="30666"/>
                      <a:pt x="1724" y="30589"/>
                    </a:cubicBezTo>
                    <a:cubicBezTo>
                      <a:pt x="1609" y="30436"/>
                      <a:pt x="1494" y="30245"/>
                      <a:pt x="1417" y="30053"/>
                    </a:cubicBezTo>
                    <a:cubicBezTo>
                      <a:pt x="1303" y="29862"/>
                      <a:pt x="1188" y="29670"/>
                      <a:pt x="1073" y="29517"/>
                    </a:cubicBezTo>
                    <a:cubicBezTo>
                      <a:pt x="920" y="29249"/>
                      <a:pt x="767" y="29020"/>
                      <a:pt x="728" y="28752"/>
                    </a:cubicBezTo>
                    <a:lnTo>
                      <a:pt x="728" y="28713"/>
                    </a:lnTo>
                    <a:cubicBezTo>
                      <a:pt x="690" y="28560"/>
                      <a:pt x="652" y="28407"/>
                      <a:pt x="613" y="28216"/>
                    </a:cubicBezTo>
                    <a:cubicBezTo>
                      <a:pt x="575" y="27871"/>
                      <a:pt x="575" y="27527"/>
                      <a:pt x="537" y="27182"/>
                    </a:cubicBezTo>
                    <a:cubicBezTo>
                      <a:pt x="537" y="26646"/>
                      <a:pt x="537" y="26110"/>
                      <a:pt x="499" y="25536"/>
                    </a:cubicBezTo>
                    <a:cubicBezTo>
                      <a:pt x="499" y="25497"/>
                      <a:pt x="499" y="25421"/>
                      <a:pt x="460" y="25344"/>
                    </a:cubicBezTo>
                    <a:cubicBezTo>
                      <a:pt x="422" y="25153"/>
                      <a:pt x="460" y="24923"/>
                      <a:pt x="460" y="24732"/>
                    </a:cubicBezTo>
                    <a:cubicBezTo>
                      <a:pt x="460" y="24579"/>
                      <a:pt x="460" y="24387"/>
                      <a:pt x="460" y="24234"/>
                    </a:cubicBezTo>
                    <a:cubicBezTo>
                      <a:pt x="460" y="23890"/>
                      <a:pt x="460" y="23545"/>
                      <a:pt x="499" y="23200"/>
                    </a:cubicBezTo>
                    <a:cubicBezTo>
                      <a:pt x="537" y="22511"/>
                      <a:pt x="575" y="21822"/>
                      <a:pt x="613" y="21133"/>
                    </a:cubicBezTo>
                    <a:cubicBezTo>
                      <a:pt x="613" y="20559"/>
                      <a:pt x="613" y="19985"/>
                      <a:pt x="652" y="19410"/>
                    </a:cubicBezTo>
                    <a:cubicBezTo>
                      <a:pt x="613" y="19372"/>
                      <a:pt x="575" y="19334"/>
                      <a:pt x="575" y="19257"/>
                    </a:cubicBezTo>
                    <a:cubicBezTo>
                      <a:pt x="460" y="19066"/>
                      <a:pt x="460" y="18836"/>
                      <a:pt x="460" y="18606"/>
                    </a:cubicBezTo>
                    <a:cubicBezTo>
                      <a:pt x="422" y="18377"/>
                      <a:pt x="422" y="18147"/>
                      <a:pt x="422" y="17956"/>
                    </a:cubicBezTo>
                    <a:cubicBezTo>
                      <a:pt x="422" y="17573"/>
                      <a:pt x="422" y="17228"/>
                      <a:pt x="422" y="16884"/>
                    </a:cubicBezTo>
                    <a:cubicBezTo>
                      <a:pt x="422" y="16156"/>
                      <a:pt x="460" y="15467"/>
                      <a:pt x="537" y="14740"/>
                    </a:cubicBezTo>
                    <a:cubicBezTo>
                      <a:pt x="575" y="14051"/>
                      <a:pt x="613" y="13362"/>
                      <a:pt x="613" y="12672"/>
                    </a:cubicBezTo>
                    <a:cubicBezTo>
                      <a:pt x="613" y="12022"/>
                      <a:pt x="613" y="11409"/>
                      <a:pt x="613" y="10758"/>
                    </a:cubicBezTo>
                    <a:cubicBezTo>
                      <a:pt x="613" y="10261"/>
                      <a:pt x="652" y="9725"/>
                      <a:pt x="652" y="9227"/>
                    </a:cubicBezTo>
                    <a:cubicBezTo>
                      <a:pt x="613" y="8423"/>
                      <a:pt x="499" y="7619"/>
                      <a:pt x="499" y="6815"/>
                    </a:cubicBezTo>
                    <a:cubicBezTo>
                      <a:pt x="499" y="6394"/>
                      <a:pt x="537" y="5973"/>
                      <a:pt x="537" y="5552"/>
                    </a:cubicBezTo>
                    <a:cubicBezTo>
                      <a:pt x="537" y="5169"/>
                      <a:pt x="575" y="4824"/>
                      <a:pt x="575" y="4441"/>
                    </a:cubicBezTo>
                    <a:cubicBezTo>
                      <a:pt x="575" y="4403"/>
                      <a:pt x="613" y="4327"/>
                      <a:pt x="613" y="4288"/>
                    </a:cubicBezTo>
                    <a:cubicBezTo>
                      <a:pt x="460" y="3408"/>
                      <a:pt x="384" y="2374"/>
                      <a:pt x="269" y="1570"/>
                    </a:cubicBezTo>
                    <a:cubicBezTo>
                      <a:pt x="1" y="307"/>
                      <a:pt x="1609" y="1"/>
                      <a:pt x="1953" y="1187"/>
                    </a:cubicBezTo>
                    <a:cubicBezTo>
                      <a:pt x="2719" y="3102"/>
                      <a:pt x="4289" y="4518"/>
                      <a:pt x="5361" y="6241"/>
                    </a:cubicBezTo>
                    <a:cubicBezTo>
                      <a:pt x="5437" y="6317"/>
                      <a:pt x="5475" y="6394"/>
                      <a:pt x="5475" y="6470"/>
                    </a:cubicBezTo>
                    <a:cubicBezTo>
                      <a:pt x="5705" y="6547"/>
                      <a:pt x="5897" y="6700"/>
                      <a:pt x="6011" y="6968"/>
                    </a:cubicBezTo>
                    <a:cubicBezTo>
                      <a:pt x="6356" y="7581"/>
                      <a:pt x="6547" y="8270"/>
                      <a:pt x="6701" y="8921"/>
                    </a:cubicBezTo>
                    <a:cubicBezTo>
                      <a:pt x="7696" y="13744"/>
                      <a:pt x="8385" y="18721"/>
                      <a:pt x="10567" y="23239"/>
                    </a:cubicBezTo>
                    <a:cubicBezTo>
                      <a:pt x="11639" y="25765"/>
                      <a:pt x="13438" y="27871"/>
                      <a:pt x="15353" y="29785"/>
                    </a:cubicBezTo>
                    <a:cubicBezTo>
                      <a:pt x="16042" y="30589"/>
                      <a:pt x="16769" y="31317"/>
                      <a:pt x="17458" y="32121"/>
                    </a:cubicBezTo>
                    <a:close/>
                  </a:path>
                </a:pathLst>
              </a:custGeom>
              <a:solidFill>
                <a:srgbClr val="6A57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32"/>
              <p:cNvSpPr/>
              <p:nvPr/>
            </p:nvSpPr>
            <p:spPr>
              <a:xfrm>
                <a:off x="1590475" y="2482775"/>
                <a:ext cx="388625" cy="1545725"/>
              </a:xfrm>
              <a:custGeom>
                <a:avLst/>
                <a:gdLst/>
                <a:ahLst/>
                <a:cxnLst/>
                <a:rect l="l" t="t" r="r" b="b"/>
                <a:pathLst>
                  <a:path w="15545" h="61829" extrusionOk="0">
                    <a:moveTo>
                      <a:pt x="15161" y="22818"/>
                    </a:moveTo>
                    <a:cubicBezTo>
                      <a:pt x="15200" y="25497"/>
                      <a:pt x="15544" y="28177"/>
                      <a:pt x="15506" y="30857"/>
                    </a:cubicBezTo>
                    <a:cubicBezTo>
                      <a:pt x="15391" y="33575"/>
                      <a:pt x="15314" y="36255"/>
                      <a:pt x="15123" y="38935"/>
                    </a:cubicBezTo>
                    <a:cubicBezTo>
                      <a:pt x="15046" y="40734"/>
                      <a:pt x="15161" y="42572"/>
                      <a:pt x="14932" y="44371"/>
                    </a:cubicBezTo>
                    <a:cubicBezTo>
                      <a:pt x="15161" y="47510"/>
                      <a:pt x="14855" y="50650"/>
                      <a:pt x="14855" y="53827"/>
                    </a:cubicBezTo>
                    <a:cubicBezTo>
                      <a:pt x="14893" y="54593"/>
                      <a:pt x="14893" y="55359"/>
                      <a:pt x="14932" y="56124"/>
                    </a:cubicBezTo>
                    <a:cubicBezTo>
                      <a:pt x="14970" y="56354"/>
                      <a:pt x="14893" y="56545"/>
                      <a:pt x="14778" y="56699"/>
                    </a:cubicBezTo>
                    <a:cubicBezTo>
                      <a:pt x="14778" y="57426"/>
                      <a:pt x="14817" y="58192"/>
                      <a:pt x="14855" y="58919"/>
                    </a:cubicBezTo>
                    <a:cubicBezTo>
                      <a:pt x="14893" y="59493"/>
                      <a:pt x="14970" y="60106"/>
                      <a:pt x="15046" y="60680"/>
                    </a:cubicBezTo>
                    <a:cubicBezTo>
                      <a:pt x="15238" y="61254"/>
                      <a:pt x="14778" y="61829"/>
                      <a:pt x="14243" y="61752"/>
                    </a:cubicBezTo>
                    <a:lnTo>
                      <a:pt x="14281" y="61752"/>
                    </a:lnTo>
                    <a:cubicBezTo>
                      <a:pt x="14166" y="61752"/>
                      <a:pt x="14051" y="61752"/>
                      <a:pt x="13975" y="61714"/>
                    </a:cubicBezTo>
                    <a:cubicBezTo>
                      <a:pt x="13745" y="61829"/>
                      <a:pt x="13477" y="61829"/>
                      <a:pt x="13209" y="61675"/>
                    </a:cubicBezTo>
                    <a:cubicBezTo>
                      <a:pt x="12290" y="61101"/>
                      <a:pt x="11103" y="61178"/>
                      <a:pt x="10184" y="60527"/>
                    </a:cubicBezTo>
                    <a:cubicBezTo>
                      <a:pt x="9495" y="60106"/>
                      <a:pt x="9304" y="59302"/>
                      <a:pt x="8768" y="58689"/>
                    </a:cubicBezTo>
                    <a:cubicBezTo>
                      <a:pt x="7619" y="57196"/>
                      <a:pt x="6012" y="56507"/>
                      <a:pt x="4136" y="56354"/>
                    </a:cubicBezTo>
                    <a:cubicBezTo>
                      <a:pt x="2834" y="55895"/>
                      <a:pt x="2298" y="53062"/>
                      <a:pt x="1762" y="51837"/>
                    </a:cubicBezTo>
                    <a:cubicBezTo>
                      <a:pt x="958" y="49118"/>
                      <a:pt x="537" y="46324"/>
                      <a:pt x="269" y="43529"/>
                    </a:cubicBezTo>
                    <a:cubicBezTo>
                      <a:pt x="154" y="41998"/>
                      <a:pt x="78" y="40466"/>
                      <a:pt x="116" y="38935"/>
                    </a:cubicBezTo>
                    <a:cubicBezTo>
                      <a:pt x="116" y="38782"/>
                      <a:pt x="116" y="38590"/>
                      <a:pt x="231" y="38437"/>
                    </a:cubicBezTo>
                    <a:cubicBezTo>
                      <a:pt x="192" y="37518"/>
                      <a:pt x="269" y="36600"/>
                      <a:pt x="307" y="35681"/>
                    </a:cubicBezTo>
                    <a:cubicBezTo>
                      <a:pt x="269" y="35260"/>
                      <a:pt x="231" y="34839"/>
                      <a:pt x="192" y="34379"/>
                    </a:cubicBezTo>
                    <a:cubicBezTo>
                      <a:pt x="1" y="33958"/>
                      <a:pt x="116" y="33460"/>
                      <a:pt x="78" y="33001"/>
                    </a:cubicBezTo>
                    <a:cubicBezTo>
                      <a:pt x="154" y="32312"/>
                      <a:pt x="728" y="31814"/>
                      <a:pt x="1111" y="31278"/>
                    </a:cubicBezTo>
                    <a:cubicBezTo>
                      <a:pt x="1800" y="30474"/>
                      <a:pt x="2375" y="29632"/>
                      <a:pt x="2911" y="28751"/>
                    </a:cubicBezTo>
                    <a:cubicBezTo>
                      <a:pt x="4327" y="26416"/>
                      <a:pt x="5476" y="23928"/>
                      <a:pt x="6509" y="21401"/>
                    </a:cubicBezTo>
                    <a:cubicBezTo>
                      <a:pt x="7466" y="18606"/>
                      <a:pt x="8615" y="15926"/>
                      <a:pt x="9380" y="13093"/>
                    </a:cubicBezTo>
                    <a:cubicBezTo>
                      <a:pt x="9687" y="11868"/>
                      <a:pt x="9802" y="10605"/>
                      <a:pt x="10184" y="9418"/>
                    </a:cubicBezTo>
                    <a:cubicBezTo>
                      <a:pt x="11027" y="6968"/>
                      <a:pt x="12788" y="4977"/>
                      <a:pt x="13668" y="2565"/>
                    </a:cubicBezTo>
                    <a:cubicBezTo>
                      <a:pt x="13821" y="2183"/>
                      <a:pt x="13936" y="1608"/>
                      <a:pt x="14204" y="1302"/>
                    </a:cubicBezTo>
                    <a:cubicBezTo>
                      <a:pt x="14243" y="1034"/>
                      <a:pt x="14281" y="766"/>
                      <a:pt x="14357" y="498"/>
                    </a:cubicBezTo>
                    <a:cubicBezTo>
                      <a:pt x="14549" y="154"/>
                      <a:pt x="14855" y="0"/>
                      <a:pt x="15123" y="39"/>
                    </a:cubicBezTo>
                    <a:lnTo>
                      <a:pt x="15123" y="77"/>
                    </a:lnTo>
                    <a:cubicBezTo>
                      <a:pt x="15123" y="383"/>
                      <a:pt x="15123" y="728"/>
                      <a:pt x="15123" y="1034"/>
                    </a:cubicBezTo>
                    <a:lnTo>
                      <a:pt x="15123" y="1111"/>
                    </a:lnTo>
                    <a:cubicBezTo>
                      <a:pt x="15123" y="1608"/>
                      <a:pt x="15123" y="2068"/>
                      <a:pt x="15123" y="2565"/>
                    </a:cubicBezTo>
                    <a:lnTo>
                      <a:pt x="15123" y="3216"/>
                    </a:lnTo>
                    <a:lnTo>
                      <a:pt x="15123" y="3293"/>
                    </a:lnTo>
                    <a:lnTo>
                      <a:pt x="15123" y="3293"/>
                    </a:lnTo>
                    <a:cubicBezTo>
                      <a:pt x="15123" y="4633"/>
                      <a:pt x="15123" y="5973"/>
                      <a:pt x="15123" y="7313"/>
                    </a:cubicBezTo>
                    <a:cubicBezTo>
                      <a:pt x="15123" y="7657"/>
                      <a:pt x="15276" y="7963"/>
                      <a:pt x="15506" y="8193"/>
                    </a:cubicBezTo>
                    <a:lnTo>
                      <a:pt x="15506" y="9571"/>
                    </a:lnTo>
                    <a:cubicBezTo>
                      <a:pt x="15506" y="10796"/>
                      <a:pt x="15468" y="12060"/>
                      <a:pt x="15429" y="13323"/>
                    </a:cubicBezTo>
                    <a:cubicBezTo>
                      <a:pt x="15429" y="13515"/>
                      <a:pt x="15353" y="13706"/>
                      <a:pt x="15238" y="13821"/>
                    </a:cubicBezTo>
                    <a:lnTo>
                      <a:pt x="15238" y="13897"/>
                    </a:lnTo>
                    <a:cubicBezTo>
                      <a:pt x="15008" y="16845"/>
                      <a:pt x="15276" y="19831"/>
                      <a:pt x="15161" y="22818"/>
                    </a:cubicBezTo>
                    <a:close/>
                  </a:path>
                </a:pathLst>
              </a:custGeom>
              <a:solidFill>
                <a:srgbClr val="6A57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32"/>
              <p:cNvSpPr/>
              <p:nvPr/>
            </p:nvSpPr>
            <p:spPr>
              <a:xfrm>
                <a:off x="238125" y="952375"/>
                <a:ext cx="1757225" cy="3033050"/>
              </a:xfrm>
              <a:custGeom>
                <a:avLst/>
                <a:gdLst/>
                <a:ahLst/>
                <a:cxnLst/>
                <a:rect l="l" t="t" r="r" b="b"/>
                <a:pathLst>
                  <a:path w="70289" h="121322" extrusionOk="0">
                    <a:moveTo>
                      <a:pt x="23353" y="22703"/>
                    </a:moveTo>
                    <a:cubicBezTo>
                      <a:pt x="23659" y="22856"/>
                      <a:pt x="23813" y="23239"/>
                      <a:pt x="23621" y="23584"/>
                    </a:cubicBezTo>
                    <a:cubicBezTo>
                      <a:pt x="21745" y="29173"/>
                      <a:pt x="18070" y="33844"/>
                      <a:pt x="15084" y="38820"/>
                    </a:cubicBezTo>
                    <a:cubicBezTo>
                      <a:pt x="14969" y="38974"/>
                      <a:pt x="14892" y="39127"/>
                      <a:pt x="14816" y="39242"/>
                    </a:cubicBezTo>
                    <a:cubicBezTo>
                      <a:pt x="14892" y="39242"/>
                      <a:pt x="14931" y="39242"/>
                      <a:pt x="15007" y="39242"/>
                    </a:cubicBezTo>
                    <a:cubicBezTo>
                      <a:pt x="15505" y="38935"/>
                      <a:pt x="16500" y="38285"/>
                      <a:pt x="16845" y="39127"/>
                    </a:cubicBezTo>
                    <a:cubicBezTo>
                      <a:pt x="17304" y="39050"/>
                      <a:pt x="17840" y="38438"/>
                      <a:pt x="18261" y="38782"/>
                    </a:cubicBezTo>
                    <a:cubicBezTo>
                      <a:pt x="18414" y="38591"/>
                      <a:pt x="18644" y="38514"/>
                      <a:pt x="18874" y="38591"/>
                    </a:cubicBezTo>
                    <a:cubicBezTo>
                      <a:pt x="19180" y="38476"/>
                      <a:pt x="19410" y="38591"/>
                      <a:pt x="19563" y="39088"/>
                    </a:cubicBezTo>
                    <a:cubicBezTo>
                      <a:pt x="19486" y="39586"/>
                      <a:pt x="18644" y="40122"/>
                      <a:pt x="18261" y="40543"/>
                    </a:cubicBezTo>
                    <a:cubicBezTo>
                      <a:pt x="20214" y="40926"/>
                      <a:pt x="22243" y="41385"/>
                      <a:pt x="23238" y="41194"/>
                    </a:cubicBezTo>
                    <a:cubicBezTo>
                      <a:pt x="24310" y="41271"/>
                      <a:pt x="24616" y="40275"/>
                      <a:pt x="25229" y="40696"/>
                    </a:cubicBezTo>
                    <a:cubicBezTo>
                      <a:pt x="26263" y="41883"/>
                      <a:pt x="22664" y="43032"/>
                      <a:pt x="21783" y="42802"/>
                    </a:cubicBezTo>
                    <a:cubicBezTo>
                      <a:pt x="20214" y="42496"/>
                      <a:pt x="18644" y="42075"/>
                      <a:pt x="17036" y="41768"/>
                    </a:cubicBezTo>
                    <a:cubicBezTo>
                      <a:pt x="16807" y="41921"/>
                      <a:pt x="16539" y="41998"/>
                      <a:pt x="16309" y="41768"/>
                    </a:cubicBezTo>
                    <a:cubicBezTo>
                      <a:pt x="16271" y="41730"/>
                      <a:pt x="16232" y="41692"/>
                      <a:pt x="16194" y="41653"/>
                    </a:cubicBezTo>
                    <a:cubicBezTo>
                      <a:pt x="15773" y="41577"/>
                      <a:pt x="15314" y="41539"/>
                      <a:pt x="14892" y="41500"/>
                    </a:cubicBezTo>
                    <a:cubicBezTo>
                      <a:pt x="14471" y="41500"/>
                      <a:pt x="14088" y="41500"/>
                      <a:pt x="13706" y="41539"/>
                    </a:cubicBezTo>
                    <a:cubicBezTo>
                      <a:pt x="13552" y="41539"/>
                      <a:pt x="13438" y="41539"/>
                      <a:pt x="13361" y="41462"/>
                    </a:cubicBezTo>
                    <a:cubicBezTo>
                      <a:pt x="11677" y="43759"/>
                      <a:pt x="9724" y="45826"/>
                      <a:pt x="7542" y="47626"/>
                    </a:cubicBezTo>
                    <a:cubicBezTo>
                      <a:pt x="6240" y="48545"/>
                      <a:pt x="2795" y="52641"/>
                      <a:pt x="1187" y="52641"/>
                    </a:cubicBezTo>
                    <a:cubicBezTo>
                      <a:pt x="1072" y="52641"/>
                      <a:pt x="995" y="52603"/>
                      <a:pt x="881" y="52564"/>
                    </a:cubicBezTo>
                    <a:cubicBezTo>
                      <a:pt x="230" y="51760"/>
                      <a:pt x="727" y="50497"/>
                      <a:pt x="651" y="49502"/>
                    </a:cubicBezTo>
                    <a:cubicBezTo>
                      <a:pt x="727" y="47855"/>
                      <a:pt x="766" y="46209"/>
                      <a:pt x="727" y="44525"/>
                    </a:cubicBezTo>
                    <a:cubicBezTo>
                      <a:pt x="421" y="39586"/>
                      <a:pt x="919" y="34609"/>
                      <a:pt x="1110" y="29671"/>
                    </a:cubicBezTo>
                    <a:cubicBezTo>
                      <a:pt x="1072" y="26378"/>
                      <a:pt x="689" y="23124"/>
                      <a:pt x="1072" y="19832"/>
                    </a:cubicBezTo>
                    <a:cubicBezTo>
                      <a:pt x="1302" y="17803"/>
                      <a:pt x="766" y="15544"/>
                      <a:pt x="2144" y="13821"/>
                    </a:cubicBezTo>
                    <a:cubicBezTo>
                      <a:pt x="3178" y="12098"/>
                      <a:pt x="4403" y="10491"/>
                      <a:pt x="5589" y="8844"/>
                    </a:cubicBezTo>
                    <a:cubicBezTo>
                      <a:pt x="6202" y="8194"/>
                      <a:pt x="6776" y="6815"/>
                      <a:pt x="7695" y="6739"/>
                    </a:cubicBezTo>
                    <a:cubicBezTo>
                      <a:pt x="8231" y="6203"/>
                      <a:pt x="8844" y="4480"/>
                      <a:pt x="9762" y="5093"/>
                    </a:cubicBezTo>
                    <a:cubicBezTo>
                      <a:pt x="9954" y="5284"/>
                      <a:pt x="9954" y="5629"/>
                      <a:pt x="9762" y="5858"/>
                    </a:cubicBezTo>
                    <a:cubicBezTo>
                      <a:pt x="8193" y="7619"/>
                      <a:pt x="6968" y="9840"/>
                      <a:pt x="5896" y="11907"/>
                    </a:cubicBezTo>
                    <a:cubicBezTo>
                      <a:pt x="4096" y="15199"/>
                      <a:pt x="2488" y="22397"/>
                      <a:pt x="7925" y="22818"/>
                    </a:cubicBezTo>
                    <a:cubicBezTo>
                      <a:pt x="10337" y="22741"/>
                      <a:pt x="12404" y="20980"/>
                      <a:pt x="14050" y="19334"/>
                    </a:cubicBezTo>
                    <a:cubicBezTo>
                      <a:pt x="14624" y="18875"/>
                      <a:pt x="14892" y="17573"/>
                      <a:pt x="15696" y="17650"/>
                    </a:cubicBezTo>
                    <a:cubicBezTo>
                      <a:pt x="16653" y="18071"/>
                      <a:pt x="15543" y="19143"/>
                      <a:pt x="15314" y="19755"/>
                    </a:cubicBezTo>
                    <a:cubicBezTo>
                      <a:pt x="14433" y="21287"/>
                      <a:pt x="13629" y="22894"/>
                      <a:pt x="13284" y="24656"/>
                    </a:cubicBezTo>
                    <a:cubicBezTo>
                      <a:pt x="12672" y="26646"/>
                      <a:pt x="13591" y="28867"/>
                      <a:pt x="15658" y="26953"/>
                    </a:cubicBezTo>
                    <a:cubicBezTo>
                      <a:pt x="15773" y="26876"/>
                      <a:pt x="15849" y="26799"/>
                      <a:pt x="15926" y="26685"/>
                    </a:cubicBezTo>
                    <a:cubicBezTo>
                      <a:pt x="16194" y="26531"/>
                      <a:pt x="16424" y="26302"/>
                      <a:pt x="16653" y="26072"/>
                    </a:cubicBezTo>
                    <a:cubicBezTo>
                      <a:pt x="17036" y="25651"/>
                      <a:pt x="17381" y="25230"/>
                      <a:pt x="17649" y="24732"/>
                    </a:cubicBezTo>
                    <a:cubicBezTo>
                      <a:pt x="17879" y="24924"/>
                      <a:pt x="18070" y="25191"/>
                      <a:pt x="18376" y="25306"/>
                    </a:cubicBezTo>
                    <a:cubicBezTo>
                      <a:pt x="18414" y="25383"/>
                      <a:pt x="18491" y="25459"/>
                      <a:pt x="18606" y="25536"/>
                    </a:cubicBezTo>
                    <a:cubicBezTo>
                      <a:pt x="18836" y="25727"/>
                      <a:pt x="19104" y="25766"/>
                      <a:pt x="19372" y="25766"/>
                    </a:cubicBezTo>
                    <a:cubicBezTo>
                      <a:pt x="19869" y="25766"/>
                      <a:pt x="20405" y="25536"/>
                      <a:pt x="20826" y="25268"/>
                    </a:cubicBezTo>
                    <a:cubicBezTo>
                      <a:pt x="21133" y="25038"/>
                      <a:pt x="21477" y="24809"/>
                      <a:pt x="21783" y="24541"/>
                    </a:cubicBezTo>
                    <a:cubicBezTo>
                      <a:pt x="22051" y="24311"/>
                      <a:pt x="22281" y="24043"/>
                      <a:pt x="22549" y="23775"/>
                    </a:cubicBezTo>
                    <a:cubicBezTo>
                      <a:pt x="22817" y="23430"/>
                      <a:pt x="23123" y="23086"/>
                      <a:pt x="23353" y="22703"/>
                    </a:cubicBezTo>
                    <a:lnTo>
                      <a:pt x="23353" y="22703"/>
                    </a:lnTo>
                    <a:close/>
                    <a:moveTo>
                      <a:pt x="46362" y="39969"/>
                    </a:moveTo>
                    <a:cubicBezTo>
                      <a:pt x="45022" y="40237"/>
                      <a:pt x="43682" y="40696"/>
                      <a:pt x="42304" y="41079"/>
                    </a:cubicBezTo>
                    <a:cubicBezTo>
                      <a:pt x="41346" y="41309"/>
                      <a:pt x="40313" y="41156"/>
                      <a:pt x="39356" y="41079"/>
                    </a:cubicBezTo>
                    <a:cubicBezTo>
                      <a:pt x="38820" y="41156"/>
                      <a:pt x="38705" y="41845"/>
                      <a:pt x="39164" y="42113"/>
                    </a:cubicBezTo>
                    <a:cubicBezTo>
                      <a:pt x="39471" y="42228"/>
                      <a:pt x="39815" y="42151"/>
                      <a:pt x="40160" y="42228"/>
                    </a:cubicBezTo>
                    <a:cubicBezTo>
                      <a:pt x="40198" y="42419"/>
                      <a:pt x="40351" y="42534"/>
                      <a:pt x="40504" y="42611"/>
                    </a:cubicBezTo>
                    <a:cubicBezTo>
                      <a:pt x="40657" y="42649"/>
                      <a:pt x="40810" y="42649"/>
                      <a:pt x="40964" y="42649"/>
                    </a:cubicBezTo>
                    <a:cubicBezTo>
                      <a:pt x="42954" y="42725"/>
                      <a:pt x="44907" y="42343"/>
                      <a:pt x="46821" y="41845"/>
                    </a:cubicBezTo>
                    <a:cubicBezTo>
                      <a:pt x="47319" y="41730"/>
                      <a:pt x="47778" y="41653"/>
                      <a:pt x="48276" y="41615"/>
                    </a:cubicBezTo>
                    <a:cubicBezTo>
                      <a:pt x="48659" y="41615"/>
                      <a:pt x="49233" y="41577"/>
                      <a:pt x="49233" y="41041"/>
                    </a:cubicBezTo>
                    <a:cubicBezTo>
                      <a:pt x="49348" y="41003"/>
                      <a:pt x="49463" y="40964"/>
                      <a:pt x="49501" y="40926"/>
                    </a:cubicBezTo>
                    <a:cubicBezTo>
                      <a:pt x="54516" y="48698"/>
                      <a:pt x="61101" y="55321"/>
                      <a:pt x="68681" y="60566"/>
                    </a:cubicBezTo>
                    <a:cubicBezTo>
                      <a:pt x="70289" y="60987"/>
                      <a:pt x="69179" y="58422"/>
                      <a:pt x="69294" y="57541"/>
                    </a:cubicBezTo>
                    <a:cubicBezTo>
                      <a:pt x="69102" y="55742"/>
                      <a:pt x="69102" y="53904"/>
                      <a:pt x="69217" y="52067"/>
                    </a:cubicBezTo>
                    <a:cubicBezTo>
                      <a:pt x="69408" y="47894"/>
                      <a:pt x="69102" y="43683"/>
                      <a:pt x="69370" y="39471"/>
                    </a:cubicBezTo>
                    <a:cubicBezTo>
                      <a:pt x="69370" y="36791"/>
                      <a:pt x="69102" y="34112"/>
                      <a:pt x="69064" y="31432"/>
                    </a:cubicBezTo>
                    <a:cubicBezTo>
                      <a:pt x="68911" y="29288"/>
                      <a:pt x="69332" y="27144"/>
                      <a:pt x="69140" y="25038"/>
                    </a:cubicBezTo>
                    <a:cubicBezTo>
                      <a:pt x="67265" y="23201"/>
                      <a:pt x="69370" y="28943"/>
                      <a:pt x="63398" y="29250"/>
                    </a:cubicBezTo>
                    <a:cubicBezTo>
                      <a:pt x="60412" y="29326"/>
                      <a:pt x="58038" y="27221"/>
                      <a:pt x="55818" y="25574"/>
                    </a:cubicBezTo>
                    <a:cubicBezTo>
                      <a:pt x="54669" y="25459"/>
                      <a:pt x="55014" y="26378"/>
                      <a:pt x="55511" y="27259"/>
                    </a:cubicBezTo>
                    <a:cubicBezTo>
                      <a:pt x="55588" y="27450"/>
                      <a:pt x="55703" y="27642"/>
                      <a:pt x="55856" y="27795"/>
                    </a:cubicBezTo>
                    <a:lnTo>
                      <a:pt x="55856" y="27795"/>
                    </a:lnTo>
                    <a:cubicBezTo>
                      <a:pt x="56047" y="28139"/>
                      <a:pt x="56239" y="28446"/>
                      <a:pt x="56315" y="28637"/>
                    </a:cubicBezTo>
                    <a:cubicBezTo>
                      <a:pt x="56392" y="28752"/>
                      <a:pt x="56507" y="28828"/>
                      <a:pt x="56622" y="28867"/>
                    </a:cubicBezTo>
                    <a:lnTo>
                      <a:pt x="56622" y="28905"/>
                    </a:lnTo>
                    <a:cubicBezTo>
                      <a:pt x="58536" y="32083"/>
                      <a:pt x="60527" y="35566"/>
                      <a:pt x="61177" y="39280"/>
                    </a:cubicBezTo>
                    <a:cubicBezTo>
                      <a:pt x="62058" y="42955"/>
                      <a:pt x="60029" y="45597"/>
                      <a:pt x="56354" y="43491"/>
                    </a:cubicBezTo>
                    <a:cubicBezTo>
                      <a:pt x="53559" y="41998"/>
                      <a:pt x="51530" y="39471"/>
                      <a:pt x="49616" y="36983"/>
                    </a:cubicBezTo>
                    <a:cubicBezTo>
                      <a:pt x="45749" y="31432"/>
                      <a:pt x="42342" y="25383"/>
                      <a:pt x="40236" y="18875"/>
                    </a:cubicBezTo>
                    <a:cubicBezTo>
                      <a:pt x="39739" y="17190"/>
                      <a:pt x="39241" y="15506"/>
                      <a:pt x="38973" y="13783"/>
                    </a:cubicBezTo>
                    <a:cubicBezTo>
                      <a:pt x="38781" y="13209"/>
                      <a:pt x="38437" y="10223"/>
                      <a:pt x="37824" y="9189"/>
                    </a:cubicBezTo>
                    <a:cubicBezTo>
                      <a:pt x="37710" y="8423"/>
                      <a:pt x="36255" y="7887"/>
                      <a:pt x="35604" y="7772"/>
                    </a:cubicBezTo>
                    <a:cubicBezTo>
                      <a:pt x="33001" y="5054"/>
                      <a:pt x="25803" y="8002"/>
                      <a:pt x="25114" y="11448"/>
                    </a:cubicBezTo>
                    <a:cubicBezTo>
                      <a:pt x="23506" y="13132"/>
                      <a:pt x="22434" y="15161"/>
                      <a:pt x="21286" y="17152"/>
                    </a:cubicBezTo>
                    <a:cubicBezTo>
                      <a:pt x="20980" y="17764"/>
                      <a:pt x="19640" y="18913"/>
                      <a:pt x="20673" y="19411"/>
                    </a:cubicBezTo>
                    <a:cubicBezTo>
                      <a:pt x="20712" y="19411"/>
                      <a:pt x="20712" y="19411"/>
                      <a:pt x="20750" y="19411"/>
                    </a:cubicBezTo>
                    <a:cubicBezTo>
                      <a:pt x="20826" y="19411"/>
                      <a:pt x="20865" y="19411"/>
                      <a:pt x="20941" y="19411"/>
                    </a:cubicBezTo>
                    <a:cubicBezTo>
                      <a:pt x="21133" y="19181"/>
                      <a:pt x="21324" y="18951"/>
                      <a:pt x="21515" y="18722"/>
                    </a:cubicBezTo>
                    <a:cubicBezTo>
                      <a:pt x="21630" y="18530"/>
                      <a:pt x="21745" y="18377"/>
                      <a:pt x="21860" y="18186"/>
                    </a:cubicBezTo>
                    <a:cubicBezTo>
                      <a:pt x="21898" y="18147"/>
                      <a:pt x="21937" y="18109"/>
                      <a:pt x="21975" y="18071"/>
                    </a:cubicBezTo>
                    <a:lnTo>
                      <a:pt x="22051" y="17918"/>
                    </a:lnTo>
                    <a:cubicBezTo>
                      <a:pt x="22741" y="16846"/>
                      <a:pt x="23430" y="15774"/>
                      <a:pt x="24195" y="14778"/>
                    </a:cubicBezTo>
                    <a:cubicBezTo>
                      <a:pt x="26263" y="12098"/>
                      <a:pt x="29172" y="9763"/>
                      <a:pt x="32503" y="8921"/>
                    </a:cubicBezTo>
                    <a:cubicBezTo>
                      <a:pt x="33805" y="8730"/>
                      <a:pt x="35298" y="8500"/>
                      <a:pt x="36484" y="9265"/>
                    </a:cubicBezTo>
                    <a:cubicBezTo>
                      <a:pt x="36638" y="9342"/>
                      <a:pt x="36752" y="9495"/>
                      <a:pt x="36906" y="9610"/>
                    </a:cubicBezTo>
                    <a:cubicBezTo>
                      <a:pt x="37174" y="10644"/>
                      <a:pt x="37480" y="11677"/>
                      <a:pt x="37671" y="12749"/>
                    </a:cubicBezTo>
                    <a:cubicBezTo>
                      <a:pt x="38245" y="16386"/>
                      <a:pt x="39317" y="19947"/>
                      <a:pt x="40734" y="23354"/>
                    </a:cubicBezTo>
                    <a:cubicBezTo>
                      <a:pt x="40351" y="23852"/>
                      <a:pt x="41078" y="24694"/>
                      <a:pt x="41155" y="25306"/>
                    </a:cubicBezTo>
                    <a:cubicBezTo>
                      <a:pt x="42648" y="29824"/>
                      <a:pt x="45519" y="33767"/>
                      <a:pt x="47740" y="37940"/>
                    </a:cubicBezTo>
                    <a:cubicBezTo>
                      <a:pt x="47816" y="38093"/>
                      <a:pt x="47893" y="38246"/>
                      <a:pt x="48008" y="38399"/>
                    </a:cubicBezTo>
                    <a:cubicBezTo>
                      <a:pt x="47893" y="38438"/>
                      <a:pt x="47778" y="38476"/>
                      <a:pt x="47663" y="38552"/>
                    </a:cubicBezTo>
                    <a:lnTo>
                      <a:pt x="47663" y="38552"/>
                    </a:lnTo>
                    <a:cubicBezTo>
                      <a:pt x="47395" y="38246"/>
                      <a:pt x="46859" y="37978"/>
                      <a:pt x="46515" y="38361"/>
                    </a:cubicBezTo>
                    <a:cubicBezTo>
                      <a:pt x="46362" y="37825"/>
                      <a:pt x="45519" y="37787"/>
                      <a:pt x="45443" y="38399"/>
                    </a:cubicBezTo>
                    <a:cubicBezTo>
                      <a:pt x="45558" y="38935"/>
                      <a:pt x="45941" y="39471"/>
                      <a:pt x="46362" y="39969"/>
                    </a:cubicBezTo>
                    <a:lnTo>
                      <a:pt x="46362" y="39969"/>
                    </a:lnTo>
                    <a:close/>
                    <a:moveTo>
                      <a:pt x="51645" y="18798"/>
                    </a:moveTo>
                    <a:cubicBezTo>
                      <a:pt x="50879" y="17841"/>
                      <a:pt x="50879" y="16501"/>
                      <a:pt x="50496" y="15391"/>
                    </a:cubicBezTo>
                    <a:cubicBezTo>
                      <a:pt x="49807" y="12979"/>
                      <a:pt x="49118" y="10529"/>
                      <a:pt x="48008" y="8270"/>
                    </a:cubicBezTo>
                    <a:cubicBezTo>
                      <a:pt x="46821" y="5399"/>
                      <a:pt x="44026" y="4442"/>
                      <a:pt x="41193" y="4097"/>
                    </a:cubicBezTo>
                    <a:cubicBezTo>
                      <a:pt x="40734" y="4289"/>
                      <a:pt x="39853" y="4671"/>
                      <a:pt x="39739" y="3944"/>
                    </a:cubicBezTo>
                    <a:cubicBezTo>
                      <a:pt x="40083" y="3829"/>
                      <a:pt x="40389" y="3676"/>
                      <a:pt x="40734" y="3523"/>
                    </a:cubicBezTo>
                    <a:cubicBezTo>
                      <a:pt x="41346" y="3293"/>
                      <a:pt x="41921" y="3064"/>
                      <a:pt x="42533" y="2910"/>
                    </a:cubicBezTo>
                    <a:cubicBezTo>
                      <a:pt x="43069" y="2757"/>
                      <a:pt x="43605" y="2642"/>
                      <a:pt x="44141" y="2566"/>
                    </a:cubicBezTo>
                    <a:cubicBezTo>
                      <a:pt x="44486" y="2528"/>
                      <a:pt x="44830" y="2528"/>
                      <a:pt x="45175" y="2528"/>
                    </a:cubicBezTo>
                    <a:cubicBezTo>
                      <a:pt x="45251" y="2528"/>
                      <a:pt x="45328" y="2528"/>
                      <a:pt x="45443" y="2528"/>
                    </a:cubicBezTo>
                    <a:cubicBezTo>
                      <a:pt x="46438" y="2719"/>
                      <a:pt x="47395" y="3178"/>
                      <a:pt x="48199" y="3906"/>
                    </a:cubicBezTo>
                    <a:cubicBezTo>
                      <a:pt x="51224" y="6164"/>
                      <a:pt x="51262" y="10184"/>
                      <a:pt x="51415" y="13592"/>
                    </a:cubicBezTo>
                    <a:cubicBezTo>
                      <a:pt x="51453" y="14242"/>
                      <a:pt x="51530" y="14931"/>
                      <a:pt x="51683" y="15621"/>
                    </a:cubicBezTo>
                    <a:cubicBezTo>
                      <a:pt x="51721" y="16080"/>
                      <a:pt x="51760" y="16578"/>
                      <a:pt x="51874" y="17037"/>
                    </a:cubicBezTo>
                    <a:cubicBezTo>
                      <a:pt x="51989" y="17611"/>
                      <a:pt x="52142" y="18224"/>
                      <a:pt x="52334" y="18760"/>
                    </a:cubicBezTo>
                    <a:cubicBezTo>
                      <a:pt x="52296" y="18836"/>
                      <a:pt x="52181" y="18875"/>
                      <a:pt x="52066" y="18875"/>
                    </a:cubicBezTo>
                    <a:cubicBezTo>
                      <a:pt x="51951" y="18875"/>
                      <a:pt x="51798" y="18875"/>
                      <a:pt x="51645" y="18798"/>
                    </a:cubicBezTo>
                    <a:lnTo>
                      <a:pt x="51645" y="18798"/>
                    </a:lnTo>
                    <a:close/>
                    <a:moveTo>
                      <a:pt x="4824" y="121130"/>
                    </a:moveTo>
                    <a:cubicBezTo>
                      <a:pt x="4058" y="120250"/>
                      <a:pt x="4058" y="118872"/>
                      <a:pt x="4288" y="117800"/>
                    </a:cubicBezTo>
                    <a:cubicBezTo>
                      <a:pt x="3331" y="117225"/>
                      <a:pt x="4249" y="115809"/>
                      <a:pt x="4900" y="116804"/>
                    </a:cubicBezTo>
                    <a:cubicBezTo>
                      <a:pt x="4977" y="116804"/>
                      <a:pt x="5053" y="116804"/>
                      <a:pt x="5092" y="116804"/>
                    </a:cubicBezTo>
                    <a:cubicBezTo>
                      <a:pt x="6585" y="115809"/>
                      <a:pt x="7274" y="113895"/>
                      <a:pt x="7580" y="112172"/>
                    </a:cubicBezTo>
                    <a:cubicBezTo>
                      <a:pt x="7542" y="111598"/>
                      <a:pt x="7925" y="111292"/>
                      <a:pt x="8269" y="111368"/>
                    </a:cubicBezTo>
                    <a:cubicBezTo>
                      <a:pt x="8308" y="111598"/>
                      <a:pt x="8308" y="111827"/>
                      <a:pt x="8384" y="112057"/>
                    </a:cubicBezTo>
                    <a:cubicBezTo>
                      <a:pt x="8461" y="112478"/>
                      <a:pt x="8614" y="112938"/>
                      <a:pt x="8844" y="113282"/>
                    </a:cubicBezTo>
                    <a:cubicBezTo>
                      <a:pt x="8997" y="113818"/>
                      <a:pt x="9265" y="114278"/>
                      <a:pt x="9954" y="114392"/>
                    </a:cubicBezTo>
                    <a:cubicBezTo>
                      <a:pt x="11523" y="114737"/>
                      <a:pt x="12825" y="113665"/>
                      <a:pt x="13744" y="112402"/>
                    </a:cubicBezTo>
                    <a:cubicBezTo>
                      <a:pt x="14165" y="112019"/>
                      <a:pt x="14586" y="111598"/>
                      <a:pt x="14931" y="111138"/>
                    </a:cubicBezTo>
                    <a:cubicBezTo>
                      <a:pt x="15122" y="110832"/>
                      <a:pt x="15314" y="110564"/>
                      <a:pt x="15505" y="110258"/>
                    </a:cubicBezTo>
                    <a:cubicBezTo>
                      <a:pt x="15696" y="109952"/>
                      <a:pt x="15849" y="109645"/>
                      <a:pt x="16003" y="109339"/>
                    </a:cubicBezTo>
                    <a:cubicBezTo>
                      <a:pt x="16041" y="109224"/>
                      <a:pt x="16079" y="109148"/>
                      <a:pt x="16117" y="109071"/>
                    </a:cubicBezTo>
                    <a:cubicBezTo>
                      <a:pt x="16845" y="109645"/>
                      <a:pt x="15773" y="112172"/>
                      <a:pt x="15620" y="112823"/>
                    </a:cubicBezTo>
                    <a:cubicBezTo>
                      <a:pt x="14433" y="116115"/>
                      <a:pt x="14471" y="115732"/>
                      <a:pt x="11370" y="116766"/>
                    </a:cubicBezTo>
                    <a:cubicBezTo>
                      <a:pt x="10145" y="117379"/>
                      <a:pt x="9073" y="118259"/>
                      <a:pt x="8193" y="119293"/>
                    </a:cubicBezTo>
                    <a:cubicBezTo>
                      <a:pt x="7580" y="119982"/>
                      <a:pt x="6508" y="121322"/>
                      <a:pt x="5436" y="121322"/>
                    </a:cubicBezTo>
                    <a:cubicBezTo>
                      <a:pt x="5245" y="121322"/>
                      <a:pt x="5053" y="121245"/>
                      <a:pt x="4824" y="121130"/>
                    </a:cubicBezTo>
                    <a:lnTo>
                      <a:pt x="4824" y="121130"/>
                    </a:lnTo>
                    <a:close/>
                    <a:moveTo>
                      <a:pt x="62403" y="119676"/>
                    </a:moveTo>
                    <a:cubicBezTo>
                      <a:pt x="60029" y="117379"/>
                      <a:pt x="59378" y="113933"/>
                      <a:pt x="59876" y="110756"/>
                    </a:cubicBezTo>
                    <a:cubicBezTo>
                      <a:pt x="59991" y="109913"/>
                      <a:pt x="60144" y="109033"/>
                      <a:pt x="60373" y="108191"/>
                    </a:cubicBezTo>
                    <a:cubicBezTo>
                      <a:pt x="60144" y="108382"/>
                      <a:pt x="59876" y="108344"/>
                      <a:pt x="59570" y="107923"/>
                    </a:cubicBezTo>
                    <a:cubicBezTo>
                      <a:pt x="59570" y="106621"/>
                      <a:pt x="59991" y="105358"/>
                      <a:pt x="59914" y="104056"/>
                    </a:cubicBezTo>
                    <a:cubicBezTo>
                      <a:pt x="59570" y="102103"/>
                      <a:pt x="57349" y="106391"/>
                      <a:pt x="57081" y="106965"/>
                    </a:cubicBezTo>
                    <a:cubicBezTo>
                      <a:pt x="56660" y="107884"/>
                      <a:pt x="56277" y="108803"/>
                      <a:pt x="55971" y="109760"/>
                    </a:cubicBezTo>
                    <a:cubicBezTo>
                      <a:pt x="56009" y="110028"/>
                      <a:pt x="55856" y="110296"/>
                      <a:pt x="55626" y="110373"/>
                    </a:cubicBezTo>
                    <a:cubicBezTo>
                      <a:pt x="54325" y="110602"/>
                      <a:pt x="54861" y="107425"/>
                      <a:pt x="54669" y="106621"/>
                    </a:cubicBezTo>
                    <a:cubicBezTo>
                      <a:pt x="54440" y="103367"/>
                      <a:pt x="54172" y="100074"/>
                      <a:pt x="54210" y="96782"/>
                    </a:cubicBezTo>
                    <a:cubicBezTo>
                      <a:pt x="54210" y="95940"/>
                      <a:pt x="54057" y="94983"/>
                      <a:pt x="54478" y="94179"/>
                    </a:cubicBezTo>
                    <a:cubicBezTo>
                      <a:pt x="56660" y="91078"/>
                      <a:pt x="58344" y="87670"/>
                      <a:pt x="59952" y="84225"/>
                    </a:cubicBezTo>
                    <a:cubicBezTo>
                      <a:pt x="60909" y="82311"/>
                      <a:pt x="61867" y="80435"/>
                      <a:pt x="62441" y="78406"/>
                    </a:cubicBezTo>
                    <a:cubicBezTo>
                      <a:pt x="63360" y="75611"/>
                      <a:pt x="63589" y="72548"/>
                      <a:pt x="64700" y="69869"/>
                    </a:cubicBezTo>
                    <a:cubicBezTo>
                      <a:pt x="65772" y="68452"/>
                      <a:pt x="66614" y="66844"/>
                      <a:pt x="67226" y="65198"/>
                    </a:cubicBezTo>
                    <a:cubicBezTo>
                      <a:pt x="67686" y="64471"/>
                      <a:pt x="68260" y="61752"/>
                      <a:pt x="69370" y="62518"/>
                    </a:cubicBezTo>
                    <a:cubicBezTo>
                      <a:pt x="69638" y="62748"/>
                      <a:pt x="69562" y="63169"/>
                      <a:pt x="69523" y="63513"/>
                    </a:cubicBezTo>
                    <a:cubicBezTo>
                      <a:pt x="69370" y="65045"/>
                      <a:pt x="69217" y="66614"/>
                      <a:pt x="69179" y="68146"/>
                    </a:cubicBezTo>
                    <a:cubicBezTo>
                      <a:pt x="69179" y="73812"/>
                      <a:pt x="69217" y="79478"/>
                      <a:pt x="69485" y="85144"/>
                    </a:cubicBezTo>
                    <a:cubicBezTo>
                      <a:pt x="69638" y="92992"/>
                      <a:pt x="68987" y="100840"/>
                      <a:pt x="69638" y="108650"/>
                    </a:cubicBezTo>
                    <a:cubicBezTo>
                      <a:pt x="69715" y="110909"/>
                      <a:pt x="69370" y="113129"/>
                      <a:pt x="69332" y="115350"/>
                    </a:cubicBezTo>
                    <a:cubicBezTo>
                      <a:pt x="69179" y="116268"/>
                      <a:pt x="69600" y="121016"/>
                      <a:pt x="67801" y="119369"/>
                    </a:cubicBezTo>
                    <a:cubicBezTo>
                      <a:pt x="65580" y="115771"/>
                      <a:pt x="63819" y="111330"/>
                      <a:pt x="65044" y="107080"/>
                    </a:cubicBezTo>
                    <a:cubicBezTo>
                      <a:pt x="65236" y="106200"/>
                      <a:pt x="65580" y="104936"/>
                      <a:pt x="65006" y="104171"/>
                    </a:cubicBezTo>
                    <a:cubicBezTo>
                      <a:pt x="64968" y="104171"/>
                      <a:pt x="64929" y="104132"/>
                      <a:pt x="64929" y="104132"/>
                    </a:cubicBezTo>
                    <a:cubicBezTo>
                      <a:pt x="64929" y="104132"/>
                      <a:pt x="64929" y="104132"/>
                      <a:pt x="64968" y="104132"/>
                    </a:cubicBezTo>
                    <a:cubicBezTo>
                      <a:pt x="64968" y="104132"/>
                      <a:pt x="64968" y="104171"/>
                      <a:pt x="64968" y="104171"/>
                    </a:cubicBezTo>
                    <a:cubicBezTo>
                      <a:pt x="60986" y="104094"/>
                      <a:pt x="60029" y="113550"/>
                      <a:pt x="61445" y="116307"/>
                    </a:cubicBezTo>
                    <a:cubicBezTo>
                      <a:pt x="61675" y="117532"/>
                      <a:pt x="62824" y="118259"/>
                      <a:pt x="63283" y="119293"/>
                    </a:cubicBezTo>
                    <a:cubicBezTo>
                      <a:pt x="63321" y="119752"/>
                      <a:pt x="62709" y="120020"/>
                      <a:pt x="62403" y="119676"/>
                    </a:cubicBezTo>
                    <a:lnTo>
                      <a:pt x="62403" y="119676"/>
                    </a:lnTo>
                    <a:close/>
                    <a:moveTo>
                      <a:pt x="16845" y="103443"/>
                    </a:moveTo>
                    <a:cubicBezTo>
                      <a:pt x="16424" y="103022"/>
                      <a:pt x="16577" y="102295"/>
                      <a:pt x="16385" y="101759"/>
                    </a:cubicBezTo>
                    <a:cubicBezTo>
                      <a:pt x="15735" y="99653"/>
                      <a:pt x="14969" y="97356"/>
                      <a:pt x="13323" y="95787"/>
                    </a:cubicBezTo>
                    <a:cubicBezTo>
                      <a:pt x="12021" y="94600"/>
                      <a:pt x="9915" y="95098"/>
                      <a:pt x="9226" y="96744"/>
                    </a:cubicBezTo>
                    <a:cubicBezTo>
                      <a:pt x="9112" y="97012"/>
                      <a:pt x="9035" y="97318"/>
                      <a:pt x="8997" y="97624"/>
                    </a:cubicBezTo>
                    <a:cubicBezTo>
                      <a:pt x="8844" y="97969"/>
                      <a:pt x="8729" y="98313"/>
                      <a:pt x="8690" y="98658"/>
                    </a:cubicBezTo>
                    <a:cubicBezTo>
                      <a:pt x="8614" y="99347"/>
                      <a:pt x="8614" y="100074"/>
                      <a:pt x="8614" y="100763"/>
                    </a:cubicBezTo>
                    <a:cubicBezTo>
                      <a:pt x="8614" y="100878"/>
                      <a:pt x="8614" y="100955"/>
                      <a:pt x="8614" y="101070"/>
                    </a:cubicBezTo>
                    <a:cubicBezTo>
                      <a:pt x="8576" y="101606"/>
                      <a:pt x="8576" y="102142"/>
                      <a:pt x="8576" y="102678"/>
                    </a:cubicBezTo>
                    <a:cubicBezTo>
                      <a:pt x="8499" y="102639"/>
                      <a:pt x="8384" y="102601"/>
                      <a:pt x="8308" y="102525"/>
                    </a:cubicBezTo>
                    <a:cubicBezTo>
                      <a:pt x="7695" y="100840"/>
                      <a:pt x="7695" y="98849"/>
                      <a:pt x="6815" y="97203"/>
                    </a:cubicBezTo>
                    <a:cubicBezTo>
                      <a:pt x="5934" y="95557"/>
                      <a:pt x="3522" y="93949"/>
                      <a:pt x="3943" y="97088"/>
                    </a:cubicBezTo>
                    <a:cubicBezTo>
                      <a:pt x="4020" y="97586"/>
                      <a:pt x="4096" y="98045"/>
                      <a:pt x="4249" y="98505"/>
                    </a:cubicBezTo>
                    <a:cubicBezTo>
                      <a:pt x="4326" y="98888"/>
                      <a:pt x="3982" y="99156"/>
                      <a:pt x="3637" y="99117"/>
                    </a:cubicBezTo>
                    <a:cubicBezTo>
                      <a:pt x="3446" y="98734"/>
                      <a:pt x="3292" y="98390"/>
                      <a:pt x="3101" y="98007"/>
                    </a:cubicBezTo>
                    <a:cubicBezTo>
                      <a:pt x="2603" y="95519"/>
                      <a:pt x="1608" y="95327"/>
                      <a:pt x="536" y="92992"/>
                    </a:cubicBezTo>
                    <a:cubicBezTo>
                      <a:pt x="0" y="90312"/>
                      <a:pt x="536" y="87517"/>
                      <a:pt x="268" y="84799"/>
                    </a:cubicBezTo>
                    <a:cubicBezTo>
                      <a:pt x="38" y="80320"/>
                      <a:pt x="613" y="75841"/>
                      <a:pt x="536" y="71362"/>
                    </a:cubicBezTo>
                    <a:cubicBezTo>
                      <a:pt x="727" y="70098"/>
                      <a:pt x="38" y="65887"/>
                      <a:pt x="881" y="65351"/>
                    </a:cubicBezTo>
                    <a:cubicBezTo>
                      <a:pt x="1646" y="64509"/>
                      <a:pt x="5283" y="71170"/>
                      <a:pt x="5743" y="71936"/>
                    </a:cubicBezTo>
                    <a:cubicBezTo>
                      <a:pt x="7006" y="74731"/>
                      <a:pt x="7236" y="77946"/>
                      <a:pt x="7618" y="80933"/>
                    </a:cubicBezTo>
                    <a:cubicBezTo>
                      <a:pt x="8422" y="83689"/>
                      <a:pt x="9494" y="86407"/>
                      <a:pt x="10796" y="88934"/>
                    </a:cubicBezTo>
                    <a:cubicBezTo>
                      <a:pt x="11791" y="90695"/>
                      <a:pt x="13131" y="92226"/>
                      <a:pt x="14510" y="93719"/>
                    </a:cubicBezTo>
                    <a:cubicBezTo>
                      <a:pt x="15849" y="95212"/>
                      <a:pt x="17879" y="96514"/>
                      <a:pt x="17572" y="98811"/>
                    </a:cubicBezTo>
                    <a:cubicBezTo>
                      <a:pt x="17611" y="99883"/>
                      <a:pt x="17649" y="100955"/>
                      <a:pt x="17687" y="102027"/>
                    </a:cubicBezTo>
                    <a:cubicBezTo>
                      <a:pt x="17725" y="102525"/>
                      <a:pt x="17764" y="103520"/>
                      <a:pt x="17189" y="103520"/>
                    </a:cubicBezTo>
                    <a:cubicBezTo>
                      <a:pt x="17113" y="103520"/>
                      <a:pt x="16998" y="103520"/>
                      <a:pt x="16845" y="103443"/>
                    </a:cubicBezTo>
                    <a:lnTo>
                      <a:pt x="16845" y="103443"/>
                    </a:lnTo>
                    <a:close/>
                    <a:moveTo>
                      <a:pt x="67609" y="7772"/>
                    </a:moveTo>
                    <a:cubicBezTo>
                      <a:pt x="68566" y="8997"/>
                      <a:pt x="69447" y="10376"/>
                      <a:pt x="69408" y="12022"/>
                    </a:cubicBezTo>
                    <a:cubicBezTo>
                      <a:pt x="69370" y="12864"/>
                      <a:pt x="70098" y="18722"/>
                      <a:pt x="68260" y="17114"/>
                    </a:cubicBezTo>
                    <a:cubicBezTo>
                      <a:pt x="65925" y="12941"/>
                      <a:pt x="63168" y="8921"/>
                      <a:pt x="60106" y="5207"/>
                    </a:cubicBezTo>
                    <a:cubicBezTo>
                      <a:pt x="59034" y="3944"/>
                      <a:pt x="57808" y="2834"/>
                      <a:pt x="56430" y="1877"/>
                    </a:cubicBezTo>
                    <a:cubicBezTo>
                      <a:pt x="56162" y="1647"/>
                      <a:pt x="55665" y="1532"/>
                      <a:pt x="55550" y="1111"/>
                    </a:cubicBezTo>
                    <a:cubicBezTo>
                      <a:pt x="54975" y="920"/>
                      <a:pt x="55205" y="1"/>
                      <a:pt x="55818" y="116"/>
                    </a:cubicBezTo>
                    <a:cubicBezTo>
                      <a:pt x="56047" y="154"/>
                      <a:pt x="56315" y="192"/>
                      <a:pt x="56545" y="192"/>
                    </a:cubicBezTo>
                    <a:cubicBezTo>
                      <a:pt x="58344" y="154"/>
                      <a:pt x="59761" y="690"/>
                      <a:pt x="61024" y="1532"/>
                    </a:cubicBezTo>
                    <a:cubicBezTo>
                      <a:pt x="61867" y="1494"/>
                      <a:pt x="63513" y="3178"/>
                      <a:pt x="64010" y="3561"/>
                    </a:cubicBezTo>
                    <a:cubicBezTo>
                      <a:pt x="64317" y="3829"/>
                      <a:pt x="66001" y="5552"/>
                      <a:pt x="66958" y="6968"/>
                    </a:cubicBezTo>
                    <a:lnTo>
                      <a:pt x="66958" y="6968"/>
                    </a:lnTo>
                    <a:cubicBezTo>
                      <a:pt x="67188" y="7236"/>
                      <a:pt x="67379" y="7504"/>
                      <a:pt x="67571" y="7811"/>
                    </a:cubicBezTo>
                    <a:close/>
                  </a:path>
                </a:pathLst>
              </a:custGeom>
              <a:solidFill>
                <a:srgbClr val="5946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32"/>
              <p:cNvSpPr/>
              <p:nvPr/>
            </p:nvSpPr>
            <p:spPr>
              <a:xfrm>
                <a:off x="567350" y="976300"/>
                <a:ext cx="960950" cy="741775"/>
              </a:xfrm>
              <a:custGeom>
                <a:avLst/>
                <a:gdLst/>
                <a:ahLst/>
                <a:cxnLst/>
                <a:rect l="l" t="t" r="r" b="b"/>
                <a:pathLst>
                  <a:path w="38438" h="29671" extrusionOk="0">
                    <a:moveTo>
                      <a:pt x="2374" y="14740"/>
                    </a:moveTo>
                    <a:cubicBezTo>
                      <a:pt x="1877" y="14319"/>
                      <a:pt x="2336" y="13324"/>
                      <a:pt x="2451" y="12788"/>
                    </a:cubicBezTo>
                    <a:cubicBezTo>
                      <a:pt x="2680" y="12137"/>
                      <a:pt x="2948" y="11486"/>
                      <a:pt x="3255" y="10835"/>
                    </a:cubicBezTo>
                    <a:cubicBezTo>
                      <a:pt x="3638" y="10070"/>
                      <a:pt x="4059" y="9380"/>
                      <a:pt x="4288" y="8538"/>
                    </a:cubicBezTo>
                    <a:cubicBezTo>
                      <a:pt x="3484" y="9036"/>
                      <a:pt x="2719" y="9648"/>
                      <a:pt x="1991" y="10261"/>
                    </a:cubicBezTo>
                    <a:cubicBezTo>
                      <a:pt x="1685" y="10491"/>
                      <a:pt x="1379" y="10797"/>
                      <a:pt x="996" y="10873"/>
                    </a:cubicBezTo>
                    <a:cubicBezTo>
                      <a:pt x="1" y="10988"/>
                      <a:pt x="575" y="9648"/>
                      <a:pt x="766" y="9151"/>
                    </a:cubicBezTo>
                    <a:cubicBezTo>
                      <a:pt x="1264" y="8079"/>
                      <a:pt x="2106" y="7237"/>
                      <a:pt x="2757" y="6279"/>
                    </a:cubicBezTo>
                    <a:cubicBezTo>
                      <a:pt x="2106" y="6356"/>
                      <a:pt x="192" y="7466"/>
                      <a:pt x="383" y="6050"/>
                    </a:cubicBezTo>
                    <a:cubicBezTo>
                      <a:pt x="537" y="5437"/>
                      <a:pt x="919" y="4901"/>
                      <a:pt x="1264" y="4365"/>
                    </a:cubicBezTo>
                    <a:cubicBezTo>
                      <a:pt x="1455" y="4021"/>
                      <a:pt x="1800" y="3676"/>
                      <a:pt x="1838" y="3293"/>
                    </a:cubicBezTo>
                    <a:cubicBezTo>
                      <a:pt x="1494" y="3178"/>
                      <a:pt x="1111" y="3255"/>
                      <a:pt x="805" y="3025"/>
                    </a:cubicBezTo>
                    <a:cubicBezTo>
                      <a:pt x="383" y="2719"/>
                      <a:pt x="728" y="2221"/>
                      <a:pt x="996" y="1953"/>
                    </a:cubicBezTo>
                    <a:cubicBezTo>
                      <a:pt x="1455" y="1494"/>
                      <a:pt x="2987" y="1"/>
                      <a:pt x="3523" y="843"/>
                    </a:cubicBezTo>
                    <a:cubicBezTo>
                      <a:pt x="3676" y="1111"/>
                      <a:pt x="3408" y="1379"/>
                      <a:pt x="3484" y="1647"/>
                    </a:cubicBezTo>
                    <a:cubicBezTo>
                      <a:pt x="4212" y="1571"/>
                      <a:pt x="5360" y="690"/>
                      <a:pt x="6049" y="1073"/>
                    </a:cubicBezTo>
                    <a:cubicBezTo>
                      <a:pt x="6317" y="1226"/>
                      <a:pt x="6356" y="1571"/>
                      <a:pt x="6279" y="1839"/>
                    </a:cubicBezTo>
                    <a:cubicBezTo>
                      <a:pt x="6088" y="2336"/>
                      <a:pt x="5743" y="2796"/>
                      <a:pt x="5667" y="3370"/>
                    </a:cubicBezTo>
                    <a:cubicBezTo>
                      <a:pt x="5628" y="3446"/>
                      <a:pt x="5590" y="3561"/>
                      <a:pt x="5667" y="3600"/>
                    </a:cubicBezTo>
                    <a:lnTo>
                      <a:pt x="5667" y="3600"/>
                    </a:lnTo>
                    <a:lnTo>
                      <a:pt x="5667" y="3600"/>
                    </a:lnTo>
                    <a:cubicBezTo>
                      <a:pt x="5935" y="3638"/>
                      <a:pt x="6203" y="3485"/>
                      <a:pt x="6432" y="3408"/>
                    </a:cubicBezTo>
                    <a:cubicBezTo>
                      <a:pt x="7160" y="3025"/>
                      <a:pt x="7887" y="2528"/>
                      <a:pt x="8691" y="2375"/>
                    </a:cubicBezTo>
                    <a:cubicBezTo>
                      <a:pt x="9418" y="2260"/>
                      <a:pt x="9495" y="3064"/>
                      <a:pt x="9112" y="3485"/>
                    </a:cubicBezTo>
                    <a:cubicBezTo>
                      <a:pt x="8844" y="3829"/>
                      <a:pt x="8538" y="4174"/>
                      <a:pt x="8232" y="4480"/>
                    </a:cubicBezTo>
                    <a:cubicBezTo>
                      <a:pt x="7887" y="4901"/>
                      <a:pt x="7428" y="5361"/>
                      <a:pt x="7543" y="5935"/>
                    </a:cubicBezTo>
                    <a:cubicBezTo>
                      <a:pt x="8193" y="5667"/>
                      <a:pt x="11141" y="3446"/>
                      <a:pt x="11524" y="4557"/>
                    </a:cubicBezTo>
                    <a:cubicBezTo>
                      <a:pt x="11562" y="4672"/>
                      <a:pt x="11562" y="4748"/>
                      <a:pt x="11524" y="4863"/>
                    </a:cubicBezTo>
                    <a:cubicBezTo>
                      <a:pt x="10720" y="5246"/>
                      <a:pt x="9993" y="5782"/>
                      <a:pt x="9342" y="6356"/>
                    </a:cubicBezTo>
                    <a:cubicBezTo>
                      <a:pt x="8768" y="6739"/>
                      <a:pt x="8232" y="7122"/>
                      <a:pt x="7734" y="7543"/>
                    </a:cubicBezTo>
                    <a:cubicBezTo>
                      <a:pt x="7198" y="8002"/>
                      <a:pt x="6739" y="8462"/>
                      <a:pt x="6279" y="8998"/>
                    </a:cubicBezTo>
                    <a:cubicBezTo>
                      <a:pt x="5781" y="9495"/>
                      <a:pt x="5322" y="10031"/>
                      <a:pt x="4901" y="10567"/>
                    </a:cubicBezTo>
                    <a:cubicBezTo>
                      <a:pt x="4671" y="10873"/>
                      <a:pt x="4442" y="11141"/>
                      <a:pt x="4250" y="11448"/>
                    </a:cubicBezTo>
                    <a:cubicBezTo>
                      <a:pt x="4059" y="11754"/>
                      <a:pt x="3829" y="12060"/>
                      <a:pt x="3638" y="12405"/>
                    </a:cubicBezTo>
                    <a:cubicBezTo>
                      <a:pt x="3293" y="13017"/>
                      <a:pt x="2948" y="13668"/>
                      <a:pt x="2680" y="14357"/>
                    </a:cubicBezTo>
                    <a:cubicBezTo>
                      <a:pt x="2604" y="14510"/>
                      <a:pt x="2566" y="14664"/>
                      <a:pt x="2489" y="14778"/>
                    </a:cubicBezTo>
                    <a:cubicBezTo>
                      <a:pt x="2451" y="14778"/>
                      <a:pt x="2412" y="14778"/>
                      <a:pt x="2374" y="14740"/>
                    </a:cubicBezTo>
                    <a:lnTo>
                      <a:pt x="2374" y="14740"/>
                    </a:lnTo>
                    <a:close/>
                    <a:moveTo>
                      <a:pt x="38361" y="23507"/>
                    </a:moveTo>
                    <a:cubicBezTo>
                      <a:pt x="38438" y="23775"/>
                      <a:pt x="38361" y="24158"/>
                      <a:pt x="38055" y="24120"/>
                    </a:cubicBezTo>
                    <a:cubicBezTo>
                      <a:pt x="37404" y="23967"/>
                      <a:pt x="36791" y="22895"/>
                      <a:pt x="36408" y="22397"/>
                    </a:cubicBezTo>
                    <a:cubicBezTo>
                      <a:pt x="36600" y="23775"/>
                      <a:pt x="36983" y="25077"/>
                      <a:pt x="37289" y="26455"/>
                    </a:cubicBezTo>
                    <a:cubicBezTo>
                      <a:pt x="37366" y="26838"/>
                      <a:pt x="37289" y="27450"/>
                      <a:pt x="36791" y="27412"/>
                    </a:cubicBezTo>
                    <a:cubicBezTo>
                      <a:pt x="36026" y="27182"/>
                      <a:pt x="34686" y="24656"/>
                      <a:pt x="34188" y="23928"/>
                    </a:cubicBezTo>
                    <a:cubicBezTo>
                      <a:pt x="34456" y="25268"/>
                      <a:pt x="34839" y="26608"/>
                      <a:pt x="35260" y="27948"/>
                    </a:cubicBezTo>
                    <a:cubicBezTo>
                      <a:pt x="35375" y="28407"/>
                      <a:pt x="35605" y="28829"/>
                      <a:pt x="35605" y="29326"/>
                    </a:cubicBezTo>
                    <a:cubicBezTo>
                      <a:pt x="35528" y="29671"/>
                      <a:pt x="35107" y="29671"/>
                      <a:pt x="34915" y="29441"/>
                    </a:cubicBezTo>
                    <a:cubicBezTo>
                      <a:pt x="34379" y="28943"/>
                      <a:pt x="34073" y="28293"/>
                      <a:pt x="33652" y="27680"/>
                    </a:cubicBezTo>
                    <a:cubicBezTo>
                      <a:pt x="33040" y="26608"/>
                      <a:pt x="32427" y="25536"/>
                      <a:pt x="31853" y="24426"/>
                    </a:cubicBezTo>
                    <a:cubicBezTo>
                      <a:pt x="31010" y="22895"/>
                      <a:pt x="30436" y="21287"/>
                      <a:pt x="29824" y="19679"/>
                    </a:cubicBezTo>
                    <a:cubicBezTo>
                      <a:pt x="29556" y="18913"/>
                      <a:pt x="28292" y="15621"/>
                      <a:pt x="28713" y="15008"/>
                    </a:cubicBezTo>
                    <a:cubicBezTo>
                      <a:pt x="29020" y="14740"/>
                      <a:pt x="29288" y="15046"/>
                      <a:pt x="29441" y="15314"/>
                    </a:cubicBezTo>
                    <a:cubicBezTo>
                      <a:pt x="30092" y="16463"/>
                      <a:pt x="30628" y="17688"/>
                      <a:pt x="31393" y="18760"/>
                    </a:cubicBezTo>
                    <a:cubicBezTo>
                      <a:pt x="31240" y="18224"/>
                      <a:pt x="30857" y="15774"/>
                      <a:pt x="32044" y="16616"/>
                    </a:cubicBezTo>
                    <a:cubicBezTo>
                      <a:pt x="32733" y="17535"/>
                      <a:pt x="33269" y="18683"/>
                      <a:pt x="34226" y="19372"/>
                    </a:cubicBezTo>
                    <a:cubicBezTo>
                      <a:pt x="34418" y="18683"/>
                      <a:pt x="33767" y="16731"/>
                      <a:pt x="34494" y="16310"/>
                    </a:cubicBezTo>
                    <a:cubicBezTo>
                      <a:pt x="34992" y="16118"/>
                      <a:pt x="35183" y="16807"/>
                      <a:pt x="35337" y="17152"/>
                    </a:cubicBezTo>
                    <a:cubicBezTo>
                      <a:pt x="35834" y="18262"/>
                      <a:pt x="36294" y="19372"/>
                      <a:pt x="36830" y="20483"/>
                    </a:cubicBezTo>
                    <a:cubicBezTo>
                      <a:pt x="37327" y="21478"/>
                      <a:pt x="37940" y="22473"/>
                      <a:pt x="38361" y="23507"/>
                    </a:cubicBezTo>
                    <a:close/>
                  </a:path>
                </a:pathLst>
              </a:custGeom>
              <a:solidFill>
                <a:srgbClr val="8B7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32"/>
              <p:cNvSpPr/>
              <p:nvPr/>
            </p:nvSpPr>
            <p:spPr>
              <a:xfrm>
                <a:off x="251500" y="2632075"/>
                <a:ext cx="164650" cy="120625"/>
              </a:xfrm>
              <a:custGeom>
                <a:avLst/>
                <a:gdLst/>
                <a:ahLst/>
                <a:cxnLst/>
                <a:rect l="l" t="t" r="r" b="b"/>
                <a:pathLst>
                  <a:path w="6586" h="4825" extrusionOk="0">
                    <a:moveTo>
                      <a:pt x="4404" y="805"/>
                    </a:moveTo>
                    <a:cubicBezTo>
                      <a:pt x="6586" y="2030"/>
                      <a:pt x="5590" y="4824"/>
                      <a:pt x="3140" y="4480"/>
                    </a:cubicBezTo>
                    <a:cubicBezTo>
                      <a:pt x="1" y="3906"/>
                      <a:pt x="1877" y="1"/>
                      <a:pt x="4404" y="805"/>
                    </a:cubicBezTo>
                    <a:close/>
                  </a:path>
                </a:pathLst>
              </a:custGeom>
              <a:solidFill>
                <a:srgbClr val="98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32"/>
              <p:cNvSpPr/>
              <p:nvPr/>
            </p:nvSpPr>
            <p:spPr>
              <a:xfrm>
                <a:off x="1833600" y="2637825"/>
                <a:ext cx="99550" cy="125400"/>
              </a:xfrm>
              <a:custGeom>
                <a:avLst/>
                <a:gdLst/>
                <a:ahLst/>
                <a:cxnLst/>
                <a:rect l="l" t="t" r="r" b="b"/>
                <a:pathLst>
                  <a:path w="3982" h="5016" extrusionOk="0">
                    <a:moveTo>
                      <a:pt x="3752" y="2029"/>
                    </a:moveTo>
                    <a:cubicBezTo>
                      <a:pt x="3982" y="3484"/>
                      <a:pt x="2603" y="5016"/>
                      <a:pt x="1149" y="4862"/>
                    </a:cubicBezTo>
                    <a:cubicBezTo>
                      <a:pt x="0" y="4709"/>
                      <a:pt x="268" y="3369"/>
                      <a:pt x="651" y="2604"/>
                    </a:cubicBezTo>
                    <a:cubicBezTo>
                      <a:pt x="613" y="1838"/>
                      <a:pt x="1110" y="957"/>
                      <a:pt x="1876" y="766"/>
                    </a:cubicBezTo>
                    <a:cubicBezTo>
                      <a:pt x="2680" y="0"/>
                      <a:pt x="3637" y="1264"/>
                      <a:pt x="3752" y="2029"/>
                    </a:cubicBezTo>
                    <a:close/>
                  </a:path>
                </a:pathLst>
              </a:custGeom>
              <a:solidFill>
                <a:srgbClr val="98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32"/>
              <p:cNvSpPr/>
              <p:nvPr/>
            </p:nvSpPr>
            <p:spPr>
              <a:xfrm>
                <a:off x="290750" y="2637825"/>
                <a:ext cx="77550" cy="71800"/>
              </a:xfrm>
              <a:custGeom>
                <a:avLst/>
                <a:gdLst/>
                <a:ahLst/>
                <a:cxnLst/>
                <a:rect l="l" t="t" r="r" b="b"/>
                <a:pathLst>
                  <a:path w="3102" h="2872" extrusionOk="0">
                    <a:moveTo>
                      <a:pt x="1570" y="2719"/>
                    </a:moveTo>
                    <a:cubicBezTo>
                      <a:pt x="1" y="2604"/>
                      <a:pt x="843" y="0"/>
                      <a:pt x="2144" y="843"/>
                    </a:cubicBezTo>
                    <a:cubicBezTo>
                      <a:pt x="3102" y="1302"/>
                      <a:pt x="2604" y="2872"/>
                      <a:pt x="1570" y="2719"/>
                    </a:cubicBezTo>
                    <a:close/>
                  </a:path>
                </a:pathLst>
              </a:custGeom>
              <a:solidFill>
                <a:srgbClr val="D2EB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32"/>
              <p:cNvSpPr/>
              <p:nvPr/>
            </p:nvSpPr>
            <p:spPr>
              <a:xfrm>
                <a:off x="1840300" y="2644525"/>
                <a:ext cx="87100" cy="81375"/>
              </a:xfrm>
              <a:custGeom>
                <a:avLst/>
                <a:gdLst/>
                <a:ahLst/>
                <a:cxnLst/>
                <a:rect l="l" t="t" r="r" b="b"/>
                <a:pathLst>
                  <a:path w="3484" h="3255" extrusionOk="0">
                    <a:moveTo>
                      <a:pt x="804" y="2336"/>
                    </a:moveTo>
                    <a:cubicBezTo>
                      <a:pt x="0" y="1532"/>
                      <a:pt x="1493" y="0"/>
                      <a:pt x="2335" y="651"/>
                    </a:cubicBezTo>
                    <a:cubicBezTo>
                      <a:pt x="3484" y="1532"/>
                      <a:pt x="1799" y="3254"/>
                      <a:pt x="804" y="2336"/>
                    </a:cubicBezTo>
                    <a:close/>
                  </a:path>
                </a:pathLst>
              </a:custGeom>
              <a:solidFill>
                <a:srgbClr val="D2EB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32"/>
              <p:cNvSpPr/>
              <p:nvPr/>
            </p:nvSpPr>
            <p:spPr>
              <a:xfrm>
                <a:off x="245775" y="3857150"/>
                <a:ext cx="1722800" cy="869075"/>
              </a:xfrm>
              <a:custGeom>
                <a:avLst/>
                <a:gdLst/>
                <a:ahLst/>
                <a:cxnLst/>
                <a:rect l="l" t="t" r="r" b="b"/>
                <a:pathLst>
                  <a:path w="68912" h="34763" extrusionOk="0">
                    <a:moveTo>
                      <a:pt x="2489" y="34494"/>
                    </a:moveTo>
                    <a:cubicBezTo>
                      <a:pt x="1953" y="34571"/>
                      <a:pt x="1608" y="34303"/>
                      <a:pt x="1455" y="33997"/>
                    </a:cubicBezTo>
                    <a:cubicBezTo>
                      <a:pt x="1417" y="33997"/>
                      <a:pt x="1378" y="33997"/>
                      <a:pt x="1340" y="33958"/>
                    </a:cubicBezTo>
                    <a:cubicBezTo>
                      <a:pt x="996" y="33767"/>
                      <a:pt x="881" y="33422"/>
                      <a:pt x="957" y="33078"/>
                    </a:cubicBezTo>
                    <a:cubicBezTo>
                      <a:pt x="613" y="32351"/>
                      <a:pt x="843" y="31432"/>
                      <a:pt x="728" y="30628"/>
                    </a:cubicBezTo>
                    <a:cubicBezTo>
                      <a:pt x="689" y="28522"/>
                      <a:pt x="651" y="26417"/>
                      <a:pt x="536" y="24311"/>
                    </a:cubicBezTo>
                    <a:cubicBezTo>
                      <a:pt x="345" y="19602"/>
                      <a:pt x="77" y="14855"/>
                      <a:pt x="153" y="10146"/>
                    </a:cubicBezTo>
                    <a:cubicBezTo>
                      <a:pt x="115" y="9878"/>
                      <a:pt x="115" y="9648"/>
                      <a:pt x="153" y="9457"/>
                    </a:cubicBezTo>
                    <a:cubicBezTo>
                      <a:pt x="77" y="9342"/>
                      <a:pt x="39" y="9227"/>
                      <a:pt x="39" y="9112"/>
                    </a:cubicBezTo>
                    <a:cubicBezTo>
                      <a:pt x="0" y="8729"/>
                      <a:pt x="192" y="8423"/>
                      <a:pt x="498" y="8155"/>
                    </a:cubicBezTo>
                    <a:cubicBezTo>
                      <a:pt x="1034" y="7007"/>
                      <a:pt x="4747" y="6011"/>
                      <a:pt x="6049" y="5169"/>
                    </a:cubicBezTo>
                    <a:cubicBezTo>
                      <a:pt x="6355" y="4595"/>
                      <a:pt x="7044" y="4365"/>
                      <a:pt x="7542" y="3906"/>
                    </a:cubicBezTo>
                    <a:cubicBezTo>
                      <a:pt x="7772" y="2834"/>
                      <a:pt x="9954" y="1264"/>
                      <a:pt x="11256" y="575"/>
                    </a:cubicBezTo>
                    <a:cubicBezTo>
                      <a:pt x="11332" y="460"/>
                      <a:pt x="11447" y="384"/>
                      <a:pt x="11562" y="307"/>
                    </a:cubicBezTo>
                    <a:cubicBezTo>
                      <a:pt x="12175" y="1"/>
                      <a:pt x="12940" y="728"/>
                      <a:pt x="12634" y="1379"/>
                    </a:cubicBezTo>
                    <a:cubicBezTo>
                      <a:pt x="12481" y="1724"/>
                      <a:pt x="12328" y="2106"/>
                      <a:pt x="12251" y="2489"/>
                    </a:cubicBezTo>
                    <a:cubicBezTo>
                      <a:pt x="12328" y="3293"/>
                      <a:pt x="13361" y="3867"/>
                      <a:pt x="13782" y="4480"/>
                    </a:cubicBezTo>
                    <a:cubicBezTo>
                      <a:pt x="13859" y="4595"/>
                      <a:pt x="13936" y="4710"/>
                      <a:pt x="13974" y="4786"/>
                    </a:cubicBezTo>
                    <a:cubicBezTo>
                      <a:pt x="14931" y="5705"/>
                      <a:pt x="16003" y="6432"/>
                      <a:pt x="17113" y="7122"/>
                    </a:cubicBezTo>
                    <a:cubicBezTo>
                      <a:pt x="17305" y="7160"/>
                      <a:pt x="17496" y="7236"/>
                      <a:pt x="17649" y="7351"/>
                    </a:cubicBezTo>
                    <a:cubicBezTo>
                      <a:pt x="19602" y="8155"/>
                      <a:pt x="21363" y="9304"/>
                      <a:pt x="23124" y="10414"/>
                    </a:cubicBezTo>
                    <a:cubicBezTo>
                      <a:pt x="23583" y="10605"/>
                      <a:pt x="24042" y="10797"/>
                      <a:pt x="24387" y="10835"/>
                    </a:cubicBezTo>
                    <a:cubicBezTo>
                      <a:pt x="25957" y="11409"/>
                      <a:pt x="27488" y="11907"/>
                      <a:pt x="29096" y="12328"/>
                    </a:cubicBezTo>
                    <a:cubicBezTo>
                      <a:pt x="29134" y="12328"/>
                      <a:pt x="29172" y="12290"/>
                      <a:pt x="29211" y="12290"/>
                    </a:cubicBezTo>
                    <a:cubicBezTo>
                      <a:pt x="30704" y="12290"/>
                      <a:pt x="32197" y="12290"/>
                      <a:pt x="33652" y="12405"/>
                    </a:cubicBezTo>
                    <a:cubicBezTo>
                      <a:pt x="35106" y="12520"/>
                      <a:pt x="36523" y="12634"/>
                      <a:pt x="37939" y="12749"/>
                    </a:cubicBezTo>
                    <a:cubicBezTo>
                      <a:pt x="38054" y="12634"/>
                      <a:pt x="38207" y="12596"/>
                      <a:pt x="38361" y="12558"/>
                    </a:cubicBezTo>
                    <a:cubicBezTo>
                      <a:pt x="39815" y="12405"/>
                      <a:pt x="41308" y="12290"/>
                      <a:pt x="42802" y="12098"/>
                    </a:cubicBezTo>
                    <a:cubicBezTo>
                      <a:pt x="44371" y="11907"/>
                      <a:pt x="45903" y="11677"/>
                      <a:pt x="47472" y="11409"/>
                    </a:cubicBezTo>
                    <a:cubicBezTo>
                      <a:pt x="47549" y="11409"/>
                      <a:pt x="47625" y="11371"/>
                      <a:pt x="47702" y="11333"/>
                    </a:cubicBezTo>
                    <a:cubicBezTo>
                      <a:pt x="48085" y="10797"/>
                      <a:pt x="49271" y="10567"/>
                      <a:pt x="49846" y="10223"/>
                    </a:cubicBezTo>
                    <a:cubicBezTo>
                      <a:pt x="50382" y="9993"/>
                      <a:pt x="50918" y="9725"/>
                      <a:pt x="51454" y="9495"/>
                    </a:cubicBezTo>
                    <a:cubicBezTo>
                      <a:pt x="51760" y="9342"/>
                      <a:pt x="52066" y="9189"/>
                      <a:pt x="52334" y="8997"/>
                    </a:cubicBezTo>
                    <a:cubicBezTo>
                      <a:pt x="53253" y="8462"/>
                      <a:pt x="54210" y="7926"/>
                      <a:pt x="55091" y="7313"/>
                    </a:cubicBezTo>
                    <a:cubicBezTo>
                      <a:pt x="55627" y="6394"/>
                      <a:pt x="57617" y="5284"/>
                      <a:pt x="58421" y="3982"/>
                    </a:cubicBezTo>
                    <a:cubicBezTo>
                      <a:pt x="58804" y="3944"/>
                      <a:pt x="59072" y="3561"/>
                      <a:pt x="59072" y="3217"/>
                    </a:cubicBezTo>
                    <a:cubicBezTo>
                      <a:pt x="59072" y="3025"/>
                      <a:pt x="58957" y="2834"/>
                      <a:pt x="58842" y="2719"/>
                    </a:cubicBezTo>
                    <a:lnTo>
                      <a:pt x="58842" y="2719"/>
                    </a:lnTo>
                    <a:cubicBezTo>
                      <a:pt x="58728" y="2489"/>
                      <a:pt x="58498" y="2336"/>
                      <a:pt x="58268" y="2298"/>
                    </a:cubicBezTo>
                    <a:cubicBezTo>
                      <a:pt x="58383" y="1877"/>
                      <a:pt x="58842" y="1532"/>
                      <a:pt x="59493" y="1685"/>
                    </a:cubicBezTo>
                    <a:cubicBezTo>
                      <a:pt x="59953" y="1800"/>
                      <a:pt x="60335" y="2030"/>
                      <a:pt x="60718" y="2298"/>
                    </a:cubicBezTo>
                    <a:cubicBezTo>
                      <a:pt x="60795" y="2336"/>
                      <a:pt x="60833" y="2413"/>
                      <a:pt x="60871" y="2451"/>
                    </a:cubicBezTo>
                    <a:cubicBezTo>
                      <a:pt x="61446" y="2681"/>
                      <a:pt x="61982" y="3064"/>
                      <a:pt x="62211" y="3408"/>
                    </a:cubicBezTo>
                    <a:cubicBezTo>
                      <a:pt x="62633" y="3829"/>
                      <a:pt x="62939" y="4327"/>
                      <a:pt x="63207" y="4863"/>
                    </a:cubicBezTo>
                    <a:cubicBezTo>
                      <a:pt x="63322" y="4978"/>
                      <a:pt x="63436" y="5131"/>
                      <a:pt x="63551" y="5246"/>
                    </a:cubicBezTo>
                    <a:cubicBezTo>
                      <a:pt x="64394" y="6126"/>
                      <a:pt x="65848" y="5782"/>
                      <a:pt x="66882" y="6318"/>
                    </a:cubicBezTo>
                    <a:cubicBezTo>
                      <a:pt x="67916" y="6509"/>
                      <a:pt x="68299" y="7083"/>
                      <a:pt x="68222" y="7543"/>
                    </a:cubicBezTo>
                    <a:cubicBezTo>
                      <a:pt x="68605" y="7658"/>
                      <a:pt x="68911" y="8040"/>
                      <a:pt x="68796" y="8500"/>
                    </a:cubicBezTo>
                    <a:cubicBezTo>
                      <a:pt x="68758" y="9916"/>
                      <a:pt x="68758" y="11333"/>
                      <a:pt x="68681" y="12711"/>
                    </a:cubicBezTo>
                    <a:cubicBezTo>
                      <a:pt x="68490" y="14931"/>
                      <a:pt x="68605" y="17114"/>
                      <a:pt x="68643" y="19334"/>
                    </a:cubicBezTo>
                    <a:cubicBezTo>
                      <a:pt x="68643" y="19487"/>
                      <a:pt x="68605" y="19602"/>
                      <a:pt x="68566" y="19717"/>
                    </a:cubicBezTo>
                    <a:cubicBezTo>
                      <a:pt x="68452" y="22933"/>
                      <a:pt x="68528" y="26149"/>
                      <a:pt x="68490" y="29364"/>
                    </a:cubicBezTo>
                    <a:cubicBezTo>
                      <a:pt x="68452" y="30704"/>
                      <a:pt x="68337" y="32006"/>
                      <a:pt x="68337" y="33346"/>
                    </a:cubicBezTo>
                    <a:cubicBezTo>
                      <a:pt x="68452" y="33729"/>
                      <a:pt x="68184" y="34188"/>
                      <a:pt x="67763" y="34303"/>
                    </a:cubicBezTo>
                    <a:cubicBezTo>
                      <a:pt x="67686" y="34418"/>
                      <a:pt x="67495" y="34533"/>
                      <a:pt x="67303" y="34533"/>
                    </a:cubicBezTo>
                    <a:cubicBezTo>
                      <a:pt x="64126" y="34648"/>
                      <a:pt x="60986" y="34609"/>
                      <a:pt x="57809" y="34571"/>
                    </a:cubicBezTo>
                    <a:cubicBezTo>
                      <a:pt x="55550" y="34571"/>
                      <a:pt x="53291" y="34533"/>
                      <a:pt x="51033" y="34571"/>
                    </a:cubicBezTo>
                    <a:cubicBezTo>
                      <a:pt x="39586" y="34533"/>
                      <a:pt x="28139" y="34686"/>
                      <a:pt x="16654" y="34762"/>
                    </a:cubicBezTo>
                    <a:cubicBezTo>
                      <a:pt x="11945" y="34648"/>
                      <a:pt x="7236" y="34571"/>
                      <a:pt x="2489" y="3449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32"/>
              <p:cNvSpPr/>
              <p:nvPr/>
            </p:nvSpPr>
            <p:spPr>
              <a:xfrm>
                <a:off x="248650" y="3862900"/>
                <a:ext cx="1714175" cy="639375"/>
              </a:xfrm>
              <a:custGeom>
                <a:avLst/>
                <a:gdLst/>
                <a:ahLst/>
                <a:cxnLst/>
                <a:rect l="l" t="t" r="r" b="b"/>
                <a:pathLst>
                  <a:path w="68567" h="25575" extrusionOk="0">
                    <a:moveTo>
                      <a:pt x="14548" y="4633"/>
                    </a:moveTo>
                    <a:cubicBezTo>
                      <a:pt x="14586" y="4824"/>
                      <a:pt x="14510" y="5054"/>
                      <a:pt x="14280" y="5054"/>
                    </a:cubicBezTo>
                    <a:cubicBezTo>
                      <a:pt x="14089" y="5054"/>
                      <a:pt x="13974" y="4939"/>
                      <a:pt x="13974" y="4748"/>
                    </a:cubicBezTo>
                    <a:cubicBezTo>
                      <a:pt x="13476" y="4633"/>
                      <a:pt x="12940" y="4863"/>
                      <a:pt x="12481" y="5054"/>
                    </a:cubicBezTo>
                    <a:cubicBezTo>
                      <a:pt x="11141" y="5743"/>
                      <a:pt x="10375" y="7236"/>
                      <a:pt x="10030" y="8614"/>
                    </a:cubicBezTo>
                    <a:cubicBezTo>
                      <a:pt x="9954" y="9303"/>
                      <a:pt x="9112" y="9342"/>
                      <a:pt x="8614" y="9571"/>
                    </a:cubicBezTo>
                    <a:cubicBezTo>
                      <a:pt x="7465" y="9954"/>
                      <a:pt x="6355" y="10529"/>
                      <a:pt x="5322" y="11141"/>
                    </a:cubicBezTo>
                    <a:cubicBezTo>
                      <a:pt x="4288" y="11754"/>
                      <a:pt x="3331" y="12366"/>
                      <a:pt x="2450" y="13132"/>
                    </a:cubicBezTo>
                    <a:cubicBezTo>
                      <a:pt x="2029" y="13515"/>
                      <a:pt x="1608" y="13936"/>
                      <a:pt x="1225" y="14357"/>
                    </a:cubicBezTo>
                    <a:cubicBezTo>
                      <a:pt x="957" y="14587"/>
                      <a:pt x="651" y="15084"/>
                      <a:pt x="268" y="14816"/>
                    </a:cubicBezTo>
                    <a:cubicBezTo>
                      <a:pt x="0" y="14587"/>
                      <a:pt x="115" y="14127"/>
                      <a:pt x="77" y="13821"/>
                    </a:cubicBezTo>
                    <a:cubicBezTo>
                      <a:pt x="115" y="12672"/>
                      <a:pt x="153" y="11524"/>
                      <a:pt x="153" y="10375"/>
                    </a:cubicBezTo>
                    <a:cubicBezTo>
                      <a:pt x="153" y="9878"/>
                      <a:pt x="153" y="9418"/>
                      <a:pt x="153" y="8921"/>
                    </a:cubicBezTo>
                    <a:cubicBezTo>
                      <a:pt x="115" y="8576"/>
                      <a:pt x="38" y="8193"/>
                      <a:pt x="345" y="7887"/>
                    </a:cubicBezTo>
                    <a:cubicBezTo>
                      <a:pt x="728" y="7466"/>
                      <a:pt x="1263" y="7236"/>
                      <a:pt x="1761" y="6930"/>
                    </a:cubicBezTo>
                    <a:cubicBezTo>
                      <a:pt x="2680" y="6394"/>
                      <a:pt x="3675" y="5858"/>
                      <a:pt x="4594" y="5399"/>
                    </a:cubicBezTo>
                    <a:cubicBezTo>
                      <a:pt x="5398" y="4977"/>
                      <a:pt x="6202" y="4671"/>
                      <a:pt x="6968" y="4212"/>
                    </a:cubicBezTo>
                    <a:cubicBezTo>
                      <a:pt x="7121" y="3791"/>
                      <a:pt x="7580" y="3293"/>
                      <a:pt x="7772" y="3101"/>
                    </a:cubicBezTo>
                    <a:cubicBezTo>
                      <a:pt x="8193" y="2642"/>
                      <a:pt x="8691" y="2298"/>
                      <a:pt x="9150" y="1953"/>
                    </a:cubicBezTo>
                    <a:cubicBezTo>
                      <a:pt x="9877" y="1417"/>
                      <a:pt x="10566" y="843"/>
                      <a:pt x="11370" y="460"/>
                    </a:cubicBezTo>
                    <a:cubicBezTo>
                      <a:pt x="11485" y="422"/>
                      <a:pt x="11562" y="460"/>
                      <a:pt x="11638" y="498"/>
                    </a:cubicBezTo>
                    <a:cubicBezTo>
                      <a:pt x="11753" y="422"/>
                      <a:pt x="11906" y="307"/>
                      <a:pt x="12060" y="230"/>
                    </a:cubicBezTo>
                    <a:cubicBezTo>
                      <a:pt x="12213" y="1"/>
                      <a:pt x="12595" y="1"/>
                      <a:pt x="12634" y="345"/>
                    </a:cubicBezTo>
                    <a:cubicBezTo>
                      <a:pt x="12634" y="498"/>
                      <a:pt x="12519" y="575"/>
                      <a:pt x="12442" y="651"/>
                    </a:cubicBezTo>
                    <a:cubicBezTo>
                      <a:pt x="12289" y="843"/>
                      <a:pt x="12251" y="1072"/>
                      <a:pt x="12213" y="1302"/>
                    </a:cubicBezTo>
                    <a:cubicBezTo>
                      <a:pt x="12213" y="1991"/>
                      <a:pt x="12519" y="2642"/>
                      <a:pt x="12902" y="3216"/>
                    </a:cubicBezTo>
                    <a:cubicBezTo>
                      <a:pt x="13055" y="3446"/>
                      <a:pt x="13246" y="3676"/>
                      <a:pt x="13399" y="3867"/>
                    </a:cubicBezTo>
                    <a:cubicBezTo>
                      <a:pt x="13476" y="3944"/>
                      <a:pt x="13553" y="4059"/>
                      <a:pt x="13514" y="4173"/>
                    </a:cubicBezTo>
                    <a:cubicBezTo>
                      <a:pt x="13897" y="4097"/>
                      <a:pt x="14471" y="4173"/>
                      <a:pt x="14548" y="4633"/>
                    </a:cubicBezTo>
                    <a:lnTo>
                      <a:pt x="14548" y="4633"/>
                    </a:lnTo>
                    <a:close/>
                    <a:moveTo>
                      <a:pt x="59149" y="15352"/>
                    </a:moveTo>
                    <a:cubicBezTo>
                      <a:pt x="58881" y="15314"/>
                      <a:pt x="58651" y="15237"/>
                      <a:pt x="58383" y="15199"/>
                    </a:cubicBezTo>
                    <a:cubicBezTo>
                      <a:pt x="57579" y="15773"/>
                      <a:pt x="56775" y="16271"/>
                      <a:pt x="55933" y="16692"/>
                    </a:cubicBezTo>
                    <a:cubicBezTo>
                      <a:pt x="50764" y="19525"/>
                      <a:pt x="44792" y="20214"/>
                      <a:pt x="39011" y="20329"/>
                    </a:cubicBezTo>
                    <a:cubicBezTo>
                      <a:pt x="34379" y="20253"/>
                      <a:pt x="29708" y="19908"/>
                      <a:pt x="25267" y="18453"/>
                    </a:cubicBezTo>
                    <a:cubicBezTo>
                      <a:pt x="23009" y="17764"/>
                      <a:pt x="20980" y="16654"/>
                      <a:pt x="18912" y="15582"/>
                    </a:cubicBezTo>
                    <a:cubicBezTo>
                      <a:pt x="18108" y="15161"/>
                      <a:pt x="17304" y="14701"/>
                      <a:pt x="16539" y="14165"/>
                    </a:cubicBezTo>
                    <a:cubicBezTo>
                      <a:pt x="16079" y="13783"/>
                      <a:pt x="15543" y="13476"/>
                      <a:pt x="15237" y="13017"/>
                    </a:cubicBezTo>
                    <a:cubicBezTo>
                      <a:pt x="15160" y="12864"/>
                      <a:pt x="15237" y="12672"/>
                      <a:pt x="15352" y="12634"/>
                    </a:cubicBezTo>
                    <a:cubicBezTo>
                      <a:pt x="15543" y="12519"/>
                      <a:pt x="15696" y="12672"/>
                      <a:pt x="15773" y="12826"/>
                    </a:cubicBezTo>
                    <a:cubicBezTo>
                      <a:pt x="15964" y="12979"/>
                      <a:pt x="16118" y="13132"/>
                      <a:pt x="16309" y="13247"/>
                    </a:cubicBezTo>
                    <a:cubicBezTo>
                      <a:pt x="16424" y="13208"/>
                      <a:pt x="16577" y="13208"/>
                      <a:pt x="16654" y="13362"/>
                    </a:cubicBezTo>
                    <a:cubicBezTo>
                      <a:pt x="16960" y="13668"/>
                      <a:pt x="17343" y="13897"/>
                      <a:pt x="17687" y="14127"/>
                    </a:cubicBezTo>
                    <a:cubicBezTo>
                      <a:pt x="21707" y="16654"/>
                      <a:pt x="26454" y="17496"/>
                      <a:pt x="31087" y="18070"/>
                    </a:cubicBezTo>
                    <a:cubicBezTo>
                      <a:pt x="35374" y="18530"/>
                      <a:pt x="39700" y="18683"/>
                      <a:pt x="43950" y="18032"/>
                    </a:cubicBezTo>
                    <a:cubicBezTo>
                      <a:pt x="47166" y="17611"/>
                      <a:pt x="50267" y="16539"/>
                      <a:pt x="53100" y="15046"/>
                    </a:cubicBezTo>
                    <a:cubicBezTo>
                      <a:pt x="54057" y="14472"/>
                      <a:pt x="55014" y="13936"/>
                      <a:pt x="55933" y="13323"/>
                    </a:cubicBezTo>
                    <a:cubicBezTo>
                      <a:pt x="55933" y="13247"/>
                      <a:pt x="55933" y="13132"/>
                      <a:pt x="56009" y="13094"/>
                    </a:cubicBezTo>
                    <a:cubicBezTo>
                      <a:pt x="55780" y="12902"/>
                      <a:pt x="55856" y="12481"/>
                      <a:pt x="55741" y="12251"/>
                    </a:cubicBezTo>
                    <a:cubicBezTo>
                      <a:pt x="54937" y="10031"/>
                      <a:pt x="52602" y="9763"/>
                      <a:pt x="50535" y="9954"/>
                    </a:cubicBezTo>
                    <a:cubicBezTo>
                      <a:pt x="50037" y="10337"/>
                      <a:pt x="49731" y="9457"/>
                      <a:pt x="50496" y="9380"/>
                    </a:cubicBezTo>
                    <a:cubicBezTo>
                      <a:pt x="50803" y="9342"/>
                      <a:pt x="51147" y="9342"/>
                      <a:pt x="51453" y="9342"/>
                    </a:cubicBezTo>
                    <a:cubicBezTo>
                      <a:pt x="51645" y="9150"/>
                      <a:pt x="52066" y="9074"/>
                      <a:pt x="52334" y="8921"/>
                    </a:cubicBezTo>
                    <a:cubicBezTo>
                      <a:pt x="52985" y="8576"/>
                      <a:pt x="53674" y="8193"/>
                      <a:pt x="54286" y="7772"/>
                    </a:cubicBezTo>
                    <a:cubicBezTo>
                      <a:pt x="55205" y="7160"/>
                      <a:pt x="55971" y="6432"/>
                      <a:pt x="56737" y="5667"/>
                    </a:cubicBezTo>
                    <a:cubicBezTo>
                      <a:pt x="57464" y="5016"/>
                      <a:pt x="58115" y="4327"/>
                      <a:pt x="58651" y="3561"/>
                    </a:cubicBezTo>
                    <a:cubicBezTo>
                      <a:pt x="58957" y="3101"/>
                      <a:pt x="58919" y="2834"/>
                      <a:pt x="58651" y="2336"/>
                    </a:cubicBezTo>
                    <a:cubicBezTo>
                      <a:pt x="58536" y="2106"/>
                      <a:pt x="58383" y="1876"/>
                      <a:pt x="58306" y="1608"/>
                    </a:cubicBezTo>
                    <a:cubicBezTo>
                      <a:pt x="58268" y="1111"/>
                      <a:pt x="58842" y="1226"/>
                      <a:pt x="59149" y="1340"/>
                    </a:cubicBezTo>
                    <a:cubicBezTo>
                      <a:pt x="59914" y="1570"/>
                      <a:pt x="60603" y="1953"/>
                      <a:pt x="61292" y="2374"/>
                    </a:cubicBezTo>
                    <a:cubicBezTo>
                      <a:pt x="62135" y="2948"/>
                      <a:pt x="62824" y="3829"/>
                      <a:pt x="63321" y="4748"/>
                    </a:cubicBezTo>
                    <a:cubicBezTo>
                      <a:pt x="63360" y="4977"/>
                      <a:pt x="63321" y="5245"/>
                      <a:pt x="63245" y="5475"/>
                    </a:cubicBezTo>
                    <a:lnTo>
                      <a:pt x="63245" y="5475"/>
                    </a:lnTo>
                    <a:cubicBezTo>
                      <a:pt x="64661" y="5590"/>
                      <a:pt x="66040" y="5934"/>
                      <a:pt x="67303" y="6585"/>
                    </a:cubicBezTo>
                    <a:cubicBezTo>
                      <a:pt x="68413" y="7006"/>
                      <a:pt x="68490" y="7160"/>
                      <a:pt x="68528" y="8308"/>
                    </a:cubicBezTo>
                    <a:cubicBezTo>
                      <a:pt x="68566" y="9380"/>
                      <a:pt x="68451" y="10490"/>
                      <a:pt x="68413" y="11562"/>
                    </a:cubicBezTo>
                    <a:cubicBezTo>
                      <a:pt x="68413" y="13017"/>
                      <a:pt x="68451" y="14472"/>
                      <a:pt x="68375" y="15927"/>
                    </a:cubicBezTo>
                    <a:cubicBezTo>
                      <a:pt x="68337" y="17113"/>
                      <a:pt x="68337" y="18262"/>
                      <a:pt x="68298" y="19449"/>
                    </a:cubicBezTo>
                    <a:cubicBezTo>
                      <a:pt x="68260" y="20444"/>
                      <a:pt x="68184" y="21439"/>
                      <a:pt x="68222" y="22435"/>
                    </a:cubicBezTo>
                    <a:cubicBezTo>
                      <a:pt x="68260" y="23124"/>
                      <a:pt x="68222" y="23813"/>
                      <a:pt x="68260" y="24502"/>
                    </a:cubicBezTo>
                    <a:cubicBezTo>
                      <a:pt x="68222" y="24847"/>
                      <a:pt x="68490" y="25536"/>
                      <a:pt x="67992" y="25574"/>
                    </a:cubicBezTo>
                    <a:cubicBezTo>
                      <a:pt x="67801" y="25536"/>
                      <a:pt x="67724" y="25344"/>
                      <a:pt x="67648" y="25191"/>
                    </a:cubicBezTo>
                    <a:cubicBezTo>
                      <a:pt x="67456" y="24808"/>
                      <a:pt x="67265" y="24426"/>
                      <a:pt x="67035" y="24081"/>
                    </a:cubicBezTo>
                    <a:cubicBezTo>
                      <a:pt x="66308" y="22971"/>
                      <a:pt x="65504" y="21861"/>
                      <a:pt x="64661" y="20827"/>
                    </a:cubicBezTo>
                    <a:cubicBezTo>
                      <a:pt x="63283" y="19142"/>
                      <a:pt x="61752" y="17534"/>
                      <a:pt x="60067" y="16118"/>
                    </a:cubicBezTo>
                    <a:cubicBezTo>
                      <a:pt x="59761" y="15850"/>
                      <a:pt x="59455" y="15620"/>
                      <a:pt x="59149" y="15352"/>
                    </a:cubicBezTo>
                    <a:close/>
                  </a:path>
                </a:pathLst>
              </a:custGeom>
              <a:solidFill>
                <a:srgbClr val="000000">
                  <a:alpha val="8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32"/>
              <p:cNvSpPr/>
              <p:nvPr/>
            </p:nvSpPr>
            <p:spPr>
              <a:xfrm>
                <a:off x="1845075" y="3296300"/>
                <a:ext cx="140725" cy="585775"/>
              </a:xfrm>
              <a:custGeom>
                <a:avLst/>
                <a:gdLst/>
                <a:ahLst/>
                <a:cxnLst/>
                <a:rect l="l" t="t" r="r" b="b"/>
                <a:pathLst>
                  <a:path w="5629" h="23431" extrusionOk="0">
                    <a:moveTo>
                      <a:pt x="4212" y="23124"/>
                    </a:moveTo>
                    <a:cubicBezTo>
                      <a:pt x="3523" y="21325"/>
                      <a:pt x="2374" y="19717"/>
                      <a:pt x="1647" y="17879"/>
                    </a:cubicBezTo>
                    <a:cubicBezTo>
                      <a:pt x="0" y="14012"/>
                      <a:pt x="1800" y="9993"/>
                      <a:pt x="3255" y="6356"/>
                    </a:cubicBezTo>
                    <a:cubicBezTo>
                      <a:pt x="3944" y="4595"/>
                      <a:pt x="4556" y="2795"/>
                      <a:pt x="4709" y="919"/>
                    </a:cubicBezTo>
                    <a:cubicBezTo>
                      <a:pt x="4748" y="575"/>
                      <a:pt x="4594" y="39"/>
                      <a:pt x="5054" y="1"/>
                    </a:cubicBezTo>
                    <a:cubicBezTo>
                      <a:pt x="5628" y="39"/>
                      <a:pt x="5398" y="919"/>
                      <a:pt x="5398" y="1302"/>
                    </a:cubicBezTo>
                    <a:cubicBezTo>
                      <a:pt x="5284" y="2412"/>
                      <a:pt x="4977" y="3523"/>
                      <a:pt x="4633" y="4633"/>
                    </a:cubicBezTo>
                    <a:cubicBezTo>
                      <a:pt x="3484" y="8308"/>
                      <a:pt x="1111" y="11983"/>
                      <a:pt x="1838" y="16003"/>
                    </a:cubicBezTo>
                    <a:cubicBezTo>
                      <a:pt x="2183" y="17802"/>
                      <a:pt x="3178" y="19410"/>
                      <a:pt x="4020" y="20980"/>
                    </a:cubicBezTo>
                    <a:cubicBezTo>
                      <a:pt x="4327" y="21593"/>
                      <a:pt x="4633" y="22205"/>
                      <a:pt x="4862" y="22856"/>
                    </a:cubicBezTo>
                    <a:cubicBezTo>
                      <a:pt x="4977" y="23047"/>
                      <a:pt x="4901" y="23315"/>
                      <a:pt x="4633" y="23392"/>
                    </a:cubicBezTo>
                    <a:cubicBezTo>
                      <a:pt x="4480" y="23430"/>
                      <a:pt x="4250" y="23315"/>
                      <a:pt x="4212" y="231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32"/>
              <p:cNvSpPr/>
              <p:nvPr/>
            </p:nvSpPr>
            <p:spPr>
              <a:xfrm>
                <a:off x="1224875" y="1047125"/>
                <a:ext cx="512075" cy="695850"/>
              </a:xfrm>
              <a:custGeom>
                <a:avLst/>
                <a:gdLst/>
                <a:ahLst/>
                <a:cxnLst/>
                <a:rect l="l" t="t" r="r" b="b"/>
                <a:pathLst>
                  <a:path w="20483" h="27834" extrusionOk="0">
                    <a:moveTo>
                      <a:pt x="20176" y="26991"/>
                    </a:moveTo>
                    <a:cubicBezTo>
                      <a:pt x="20482" y="27335"/>
                      <a:pt x="20023" y="27833"/>
                      <a:pt x="19678" y="27489"/>
                    </a:cubicBezTo>
                    <a:cubicBezTo>
                      <a:pt x="18645" y="26340"/>
                      <a:pt x="17573" y="25153"/>
                      <a:pt x="16692" y="23852"/>
                    </a:cubicBezTo>
                    <a:cubicBezTo>
                      <a:pt x="15008" y="21401"/>
                      <a:pt x="13591" y="18798"/>
                      <a:pt x="12404" y="16080"/>
                    </a:cubicBezTo>
                    <a:cubicBezTo>
                      <a:pt x="11333" y="13477"/>
                      <a:pt x="10567" y="10759"/>
                      <a:pt x="9648" y="8117"/>
                    </a:cubicBezTo>
                    <a:cubicBezTo>
                      <a:pt x="8423" y="4825"/>
                      <a:pt x="6777" y="1073"/>
                      <a:pt x="2795" y="767"/>
                    </a:cubicBezTo>
                    <a:cubicBezTo>
                      <a:pt x="2259" y="728"/>
                      <a:pt x="1685" y="767"/>
                      <a:pt x="1149" y="843"/>
                    </a:cubicBezTo>
                    <a:cubicBezTo>
                      <a:pt x="766" y="843"/>
                      <a:pt x="77" y="1188"/>
                      <a:pt x="1" y="575"/>
                    </a:cubicBezTo>
                    <a:cubicBezTo>
                      <a:pt x="1" y="384"/>
                      <a:pt x="154" y="231"/>
                      <a:pt x="345" y="231"/>
                    </a:cubicBezTo>
                    <a:cubicBezTo>
                      <a:pt x="690" y="192"/>
                      <a:pt x="1034" y="154"/>
                      <a:pt x="1379" y="116"/>
                    </a:cubicBezTo>
                    <a:cubicBezTo>
                      <a:pt x="2259" y="1"/>
                      <a:pt x="3178" y="1"/>
                      <a:pt x="4059" y="231"/>
                    </a:cubicBezTo>
                    <a:cubicBezTo>
                      <a:pt x="5935" y="767"/>
                      <a:pt x="7466" y="2107"/>
                      <a:pt x="8423" y="3829"/>
                    </a:cubicBezTo>
                    <a:cubicBezTo>
                      <a:pt x="10031" y="6471"/>
                      <a:pt x="10797" y="9495"/>
                      <a:pt x="11792" y="12443"/>
                    </a:cubicBezTo>
                    <a:cubicBezTo>
                      <a:pt x="12404" y="14281"/>
                      <a:pt x="13094" y="16157"/>
                      <a:pt x="14012" y="17918"/>
                    </a:cubicBezTo>
                    <a:cubicBezTo>
                      <a:pt x="15123" y="20100"/>
                      <a:pt x="16348" y="22282"/>
                      <a:pt x="17841" y="24234"/>
                    </a:cubicBezTo>
                    <a:cubicBezTo>
                      <a:pt x="18568" y="25192"/>
                      <a:pt x="19372" y="26110"/>
                      <a:pt x="20176" y="270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32"/>
              <p:cNvSpPr/>
              <p:nvPr/>
            </p:nvSpPr>
            <p:spPr>
              <a:xfrm>
                <a:off x="1724475" y="1631925"/>
                <a:ext cx="260350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10414" h="9801" extrusionOk="0">
                    <a:moveTo>
                      <a:pt x="10031" y="8959"/>
                    </a:moveTo>
                    <a:cubicBezTo>
                      <a:pt x="10414" y="9227"/>
                      <a:pt x="10069" y="9801"/>
                      <a:pt x="9648" y="9571"/>
                    </a:cubicBezTo>
                    <a:cubicBezTo>
                      <a:pt x="8500" y="8882"/>
                      <a:pt x="7428" y="7963"/>
                      <a:pt x="6394" y="7083"/>
                    </a:cubicBezTo>
                    <a:cubicBezTo>
                      <a:pt x="5016" y="5858"/>
                      <a:pt x="3599" y="4633"/>
                      <a:pt x="2336" y="3254"/>
                    </a:cubicBezTo>
                    <a:cubicBezTo>
                      <a:pt x="1609" y="2450"/>
                      <a:pt x="958" y="1608"/>
                      <a:pt x="307" y="804"/>
                    </a:cubicBezTo>
                    <a:cubicBezTo>
                      <a:pt x="1" y="421"/>
                      <a:pt x="537" y="0"/>
                      <a:pt x="843" y="345"/>
                    </a:cubicBezTo>
                    <a:cubicBezTo>
                      <a:pt x="1685" y="1378"/>
                      <a:pt x="2489" y="2412"/>
                      <a:pt x="3408" y="3369"/>
                    </a:cubicBezTo>
                    <a:cubicBezTo>
                      <a:pt x="4442" y="4403"/>
                      <a:pt x="5628" y="5437"/>
                      <a:pt x="6739" y="6432"/>
                    </a:cubicBezTo>
                    <a:cubicBezTo>
                      <a:pt x="7619" y="7198"/>
                      <a:pt x="8538" y="7963"/>
                      <a:pt x="9495" y="8652"/>
                    </a:cubicBezTo>
                    <a:cubicBezTo>
                      <a:pt x="9686" y="8767"/>
                      <a:pt x="9840" y="8882"/>
                      <a:pt x="10031" y="89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32"/>
              <p:cNvSpPr/>
              <p:nvPr/>
            </p:nvSpPr>
            <p:spPr>
              <a:xfrm>
                <a:off x="255350" y="947600"/>
                <a:ext cx="406775" cy="407750"/>
              </a:xfrm>
              <a:custGeom>
                <a:avLst/>
                <a:gdLst/>
                <a:ahLst/>
                <a:cxnLst/>
                <a:rect l="l" t="t" r="r" b="b"/>
                <a:pathLst>
                  <a:path w="16271" h="16310" extrusionOk="0">
                    <a:moveTo>
                      <a:pt x="16003" y="77"/>
                    </a:moveTo>
                    <a:cubicBezTo>
                      <a:pt x="16156" y="154"/>
                      <a:pt x="16271" y="383"/>
                      <a:pt x="16194" y="536"/>
                    </a:cubicBezTo>
                    <a:cubicBezTo>
                      <a:pt x="15964" y="996"/>
                      <a:pt x="15428" y="1072"/>
                      <a:pt x="15046" y="1302"/>
                    </a:cubicBezTo>
                    <a:cubicBezTo>
                      <a:pt x="10452" y="3790"/>
                      <a:pt x="6355" y="7313"/>
                      <a:pt x="3407" y="11600"/>
                    </a:cubicBezTo>
                    <a:cubicBezTo>
                      <a:pt x="2603" y="12787"/>
                      <a:pt x="1838" y="14012"/>
                      <a:pt x="1149" y="15276"/>
                    </a:cubicBezTo>
                    <a:cubicBezTo>
                      <a:pt x="1034" y="15467"/>
                      <a:pt x="919" y="15697"/>
                      <a:pt x="804" y="15926"/>
                    </a:cubicBezTo>
                    <a:cubicBezTo>
                      <a:pt x="727" y="16118"/>
                      <a:pt x="498" y="16309"/>
                      <a:pt x="268" y="16233"/>
                    </a:cubicBezTo>
                    <a:cubicBezTo>
                      <a:pt x="115" y="16156"/>
                      <a:pt x="0" y="15926"/>
                      <a:pt x="77" y="15773"/>
                    </a:cubicBezTo>
                    <a:cubicBezTo>
                      <a:pt x="727" y="14472"/>
                      <a:pt x="1493" y="13285"/>
                      <a:pt x="2221" y="12098"/>
                    </a:cubicBezTo>
                    <a:cubicBezTo>
                      <a:pt x="5245" y="7351"/>
                      <a:pt x="9609" y="3446"/>
                      <a:pt x="14548" y="766"/>
                    </a:cubicBezTo>
                    <a:cubicBezTo>
                      <a:pt x="14854" y="575"/>
                      <a:pt x="15237" y="460"/>
                      <a:pt x="15543" y="268"/>
                    </a:cubicBezTo>
                    <a:cubicBezTo>
                      <a:pt x="15620" y="115"/>
                      <a:pt x="15811" y="0"/>
                      <a:pt x="16003" y="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32"/>
              <p:cNvSpPr/>
              <p:nvPr/>
            </p:nvSpPr>
            <p:spPr>
              <a:xfrm>
                <a:off x="1696725" y="947600"/>
                <a:ext cx="278550" cy="258425"/>
              </a:xfrm>
              <a:custGeom>
                <a:avLst/>
                <a:gdLst/>
                <a:ahLst/>
                <a:cxnLst/>
                <a:rect l="l" t="t" r="r" b="b"/>
                <a:pathLst>
                  <a:path w="11142" h="10337" extrusionOk="0">
                    <a:moveTo>
                      <a:pt x="10950" y="9610"/>
                    </a:moveTo>
                    <a:cubicBezTo>
                      <a:pt x="11141" y="10031"/>
                      <a:pt x="10528" y="10337"/>
                      <a:pt x="10299" y="9954"/>
                    </a:cubicBezTo>
                    <a:cubicBezTo>
                      <a:pt x="9533" y="8385"/>
                      <a:pt x="8461" y="7159"/>
                      <a:pt x="7351" y="5896"/>
                    </a:cubicBezTo>
                    <a:cubicBezTo>
                      <a:pt x="6815" y="5322"/>
                      <a:pt x="6279" y="4786"/>
                      <a:pt x="5743" y="4250"/>
                    </a:cubicBezTo>
                    <a:cubicBezTo>
                      <a:pt x="4212" y="2872"/>
                      <a:pt x="2565" y="1608"/>
                      <a:pt x="651" y="881"/>
                    </a:cubicBezTo>
                    <a:cubicBezTo>
                      <a:pt x="536" y="843"/>
                      <a:pt x="422" y="804"/>
                      <a:pt x="345" y="766"/>
                    </a:cubicBezTo>
                    <a:cubicBezTo>
                      <a:pt x="0" y="498"/>
                      <a:pt x="345" y="0"/>
                      <a:pt x="690" y="154"/>
                    </a:cubicBezTo>
                    <a:lnTo>
                      <a:pt x="690" y="154"/>
                    </a:lnTo>
                    <a:cubicBezTo>
                      <a:pt x="3408" y="1111"/>
                      <a:pt x="5705" y="3101"/>
                      <a:pt x="7657" y="5169"/>
                    </a:cubicBezTo>
                    <a:cubicBezTo>
                      <a:pt x="8882" y="6547"/>
                      <a:pt x="10107" y="7925"/>
                      <a:pt x="10950" y="96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32"/>
              <p:cNvSpPr/>
              <p:nvPr/>
            </p:nvSpPr>
            <p:spPr>
              <a:xfrm>
                <a:off x="938700" y="2167900"/>
                <a:ext cx="53625" cy="311075"/>
              </a:xfrm>
              <a:custGeom>
                <a:avLst/>
                <a:gdLst/>
                <a:ahLst/>
                <a:cxnLst/>
                <a:rect l="l" t="t" r="r" b="b"/>
                <a:pathLst>
                  <a:path w="2145" h="12443" extrusionOk="0">
                    <a:moveTo>
                      <a:pt x="843" y="421"/>
                    </a:moveTo>
                    <a:cubicBezTo>
                      <a:pt x="1991" y="3139"/>
                      <a:pt x="2145" y="6164"/>
                      <a:pt x="1915" y="9073"/>
                    </a:cubicBezTo>
                    <a:cubicBezTo>
                      <a:pt x="1838" y="10069"/>
                      <a:pt x="1685" y="11102"/>
                      <a:pt x="1494" y="12098"/>
                    </a:cubicBezTo>
                    <a:cubicBezTo>
                      <a:pt x="1455" y="12289"/>
                      <a:pt x="1302" y="12442"/>
                      <a:pt x="1111" y="12404"/>
                    </a:cubicBezTo>
                    <a:cubicBezTo>
                      <a:pt x="920" y="12404"/>
                      <a:pt x="766" y="12213"/>
                      <a:pt x="805" y="12021"/>
                    </a:cubicBezTo>
                    <a:cubicBezTo>
                      <a:pt x="1034" y="10873"/>
                      <a:pt x="1149" y="9724"/>
                      <a:pt x="1264" y="8537"/>
                    </a:cubicBezTo>
                    <a:cubicBezTo>
                      <a:pt x="1379" y="5896"/>
                      <a:pt x="1264" y="3139"/>
                      <a:pt x="192" y="727"/>
                    </a:cubicBezTo>
                    <a:cubicBezTo>
                      <a:pt x="1" y="268"/>
                      <a:pt x="652" y="0"/>
                      <a:pt x="843" y="4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32"/>
              <p:cNvSpPr/>
              <p:nvPr/>
            </p:nvSpPr>
            <p:spPr>
              <a:xfrm>
                <a:off x="800875" y="2617725"/>
                <a:ext cx="93825" cy="120625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4825" extrusionOk="0">
                    <a:moveTo>
                      <a:pt x="3485" y="4059"/>
                    </a:moveTo>
                    <a:cubicBezTo>
                      <a:pt x="3676" y="4135"/>
                      <a:pt x="3753" y="4250"/>
                      <a:pt x="3753" y="4403"/>
                    </a:cubicBezTo>
                    <a:cubicBezTo>
                      <a:pt x="3753" y="4633"/>
                      <a:pt x="3600" y="4824"/>
                      <a:pt x="3332" y="4748"/>
                    </a:cubicBezTo>
                    <a:cubicBezTo>
                      <a:pt x="1800" y="4326"/>
                      <a:pt x="728" y="3063"/>
                      <a:pt x="307" y="1570"/>
                    </a:cubicBezTo>
                    <a:cubicBezTo>
                      <a:pt x="192" y="1187"/>
                      <a:pt x="1" y="728"/>
                      <a:pt x="116" y="307"/>
                    </a:cubicBezTo>
                    <a:cubicBezTo>
                      <a:pt x="154" y="115"/>
                      <a:pt x="384" y="0"/>
                      <a:pt x="575" y="39"/>
                    </a:cubicBezTo>
                    <a:cubicBezTo>
                      <a:pt x="767" y="115"/>
                      <a:pt x="843" y="307"/>
                      <a:pt x="805" y="498"/>
                    </a:cubicBezTo>
                    <a:cubicBezTo>
                      <a:pt x="805" y="575"/>
                      <a:pt x="805" y="690"/>
                      <a:pt x="805" y="766"/>
                    </a:cubicBezTo>
                    <a:cubicBezTo>
                      <a:pt x="1111" y="1876"/>
                      <a:pt x="1532" y="2987"/>
                      <a:pt x="2566" y="3637"/>
                    </a:cubicBezTo>
                    <a:cubicBezTo>
                      <a:pt x="2604" y="3637"/>
                      <a:pt x="2642" y="3676"/>
                      <a:pt x="2681" y="3714"/>
                    </a:cubicBezTo>
                    <a:cubicBezTo>
                      <a:pt x="2949" y="3867"/>
                      <a:pt x="3217" y="3982"/>
                      <a:pt x="3523" y="40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32"/>
              <p:cNvSpPr/>
              <p:nvPr/>
            </p:nvSpPr>
            <p:spPr>
              <a:xfrm>
                <a:off x="860225" y="2670375"/>
                <a:ext cx="348400" cy="88075"/>
              </a:xfrm>
              <a:custGeom>
                <a:avLst/>
                <a:gdLst/>
                <a:ahLst/>
                <a:cxnLst/>
                <a:rect l="l" t="t" r="r" b="b"/>
                <a:pathLst>
                  <a:path w="13936" h="3523" extrusionOk="0">
                    <a:moveTo>
                      <a:pt x="12711" y="115"/>
                    </a:moveTo>
                    <a:cubicBezTo>
                      <a:pt x="13591" y="115"/>
                      <a:pt x="13936" y="957"/>
                      <a:pt x="13668" y="1608"/>
                    </a:cubicBezTo>
                    <a:cubicBezTo>
                      <a:pt x="13591" y="1799"/>
                      <a:pt x="13438" y="1991"/>
                      <a:pt x="13247" y="2144"/>
                    </a:cubicBezTo>
                    <a:cubicBezTo>
                      <a:pt x="12826" y="2450"/>
                      <a:pt x="12251" y="2527"/>
                      <a:pt x="11715" y="2565"/>
                    </a:cubicBezTo>
                    <a:cubicBezTo>
                      <a:pt x="11677" y="2565"/>
                      <a:pt x="11639" y="2565"/>
                      <a:pt x="11600" y="2603"/>
                    </a:cubicBezTo>
                    <a:cubicBezTo>
                      <a:pt x="11409" y="2603"/>
                      <a:pt x="11218" y="2488"/>
                      <a:pt x="11218" y="2297"/>
                    </a:cubicBezTo>
                    <a:cubicBezTo>
                      <a:pt x="11179" y="2106"/>
                      <a:pt x="11332" y="1914"/>
                      <a:pt x="11524" y="1876"/>
                    </a:cubicBezTo>
                    <a:cubicBezTo>
                      <a:pt x="11868" y="1876"/>
                      <a:pt x="12175" y="1838"/>
                      <a:pt x="12519" y="1723"/>
                    </a:cubicBezTo>
                    <a:cubicBezTo>
                      <a:pt x="13093" y="1570"/>
                      <a:pt x="13323" y="804"/>
                      <a:pt x="12558" y="804"/>
                    </a:cubicBezTo>
                    <a:cubicBezTo>
                      <a:pt x="11064" y="995"/>
                      <a:pt x="10031" y="2182"/>
                      <a:pt x="8691" y="2795"/>
                    </a:cubicBezTo>
                    <a:cubicBezTo>
                      <a:pt x="7427" y="3446"/>
                      <a:pt x="5820" y="3522"/>
                      <a:pt x="4480" y="3063"/>
                    </a:cubicBezTo>
                    <a:cubicBezTo>
                      <a:pt x="3867" y="2833"/>
                      <a:pt x="3293" y="2488"/>
                      <a:pt x="2795" y="2029"/>
                    </a:cubicBezTo>
                    <a:cubicBezTo>
                      <a:pt x="2259" y="1646"/>
                      <a:pt x="1685" y="651"/>
                      <a:pt x="881" y="957"/>
                    </a:cubicBezTo>
                    <a:cubicBezTo>
                      <a:pt x="843" y="1225"/>
                      <a:pt x="996" y="1455"/>
                      <a:pt x="1149" y="1608"/>
                    </a:cubicBezTo>
                    <a:cubicBezTo>
                      <a:pt x="1340" y="1570"/>
                      <a:pt x="1570" y="1761"/>
                      <a:pt x="1570" y="1953"/>
                    </a:cubicBezTo>
                    <a:cubicBezTo>
                      <a:pt x="1570" y="2106"/>
                      <a:pt x="1494" y="2220"/>
                      <a:pt x="1379" y="2297"/>
                    </a:cubicBezTo>
                    <a:cubicBezTo>
                      <a:pt x="1264" y="2374"/>
                      <a:pt x="1149" y="2412"/>
                      <a:pt x="996" y="2374"/>
                    </a:cubicBezTo>
                    <a:cubicBezTo>
                      <a:pt x="690" y="2259"/>
                      <a:pt x="460" y="1953"/>
                      <a:pt x="307" y="1608"/>
                    </a:cubicBezTo>
                    <a:cubicBezTo>
                      <a:pt x="268" y="1493"/>
                      <a:pt x="230" y="1378"/>
                      <a:pt x="192" y="1263"/>
                    </a:cubicBezTo>
                    <a:cubicBezTo>
                      <a:pt x="0" y="230"/>
                      <a:pt x="1111" y="0"/>
                      <a:pt x="1838" y="345"/>
                    </a:cubicBezTo>
                    <a:cubicBezTo>
                      <a:pt x="2412" y="613"/>
                      <a:pt x="2795" y="1110"/>
                      <a:pt x="3255" y="1531"/>
                    </a:cubicBezTo>
                    <a:cubicBezTo>
                      <a:pt x="4671" y="2795"/>
                      <a:pt x="6853" y="2986"/>
                      <a:pt x="8499" y="2106"/>
                    </a:cubicBezTo>
                    <a:cubicBezTo>
                      <a:pt x="9112" y="1838"/>
                      <a:pt x="9610" y="1417"/>
                      <a:pt x="10184" y="1034"/>
                    </a:cubicBezTo>
                    <a:cubicBezTo>
                      <a:pt x="10911" y="574"/>
                      <a:pt x="11792" y="115"/>
                      <a:pt x="12711" y="1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32"/>
              <p:cNvSpPr/>
              <p:nvPr/>
            </p:nvSpPr>
            <p:spPr>
              <a:xfrm>
                <a:off x="1151175" y="2498075"/>
                <a:ext cx="127325" cy="243150"/>
              </a:xfrm>
              <a:custGeom>
                <a:avLst/>
                <a:gdLst/>
                <a:ahLst/>
                <a:cxnLst/>
                <a:rect l="l" t="t" r="r" b="b"/>
                <a:pathLst>
                  <a:path w="5093" h="9726" extrusionOk="0">
                    <a:moveTo>
                      <a:pt x="4633" y="3293"/>
                    </a:moveTo>
                    <a:cubicBezTo>
                      <a:pt x="4901" y="3982"/>
                      <a:pt x="5092" y="4710"/>
                      <a:pt x="4978" y="5476"/>
                    </a:cubicBezTo>
                    <a:cubicBezTo>
                      <a:pt x="4671" y="6892"/>
                      <a:pt x="3944" y="8385"/>
                      <a:pt x="2566" y="9036"/>
                    </a:cubicBezTo>
                    <a:cubicBezTo>
                      <a:pt x="2068" y="9266"/>
                      <a:pt x="1494" y="9457"/>
                      <a:pt x="920" y="9534"/>
                    </a:cubicBezTo>
                    <a:cubicBezTo>
                      <a:pt x="652" y="9572"/>
                      <a:pt x="230" y="9725"/>
                      <a:pt x="77" y="9457"/>
                    </a:cubicBezTo>
                    <a:cubicBezTo>
                      <a:pt x="77" y="9419"/>
                      <a:pt x="39" y="9380"/>
                      <a:pt x="39" y="9304"/>
                    </a:cubicBezTo>
                    <a:cubicBezTo>
                      <a:pt x="1" y="9112"/>
                      <a:pt x="154" y="8959"/>
                      <a:pt x="345" y="8921"/>
                    </a:cubicBezTo>
                    <a:cubicBezTo>
                      <a:pt x="805" y="8845"/>
                      <a:pt x="1302" y="8768"/>
                      <a:pt x="1723" y="8577"/>
                    </a:cubicBezTo>
                    <a:cubicBezTo>
                      <a:pt x="1838" y="8577"/>
                      <a:pt x="1953" y="8538"/>
                      <a:pt x="2030" y="8500"/>
                    </a:cubicBezTo>
                    <a:cubicBezTo>
                      <a:pt x="2795" y="8194"/>
                      <a:pt x="3408" y="7581"/>
                      <a:pt x="3714" y="6815"/>
                    </a:cubicBezTo>
                    <a:cubicBezTo>
                      <a:pt x="4059" y="6203"/>
                      <a:pt x="4327" y="5514"/>
                      <a:pt x="4288" y="4786"/>
                    </a:cubicBezTo>
                    <a:cubicBezTo>
                      <a:pt x="4174" y="4021"/>
                      <a:pt x="3944" y="3293"/>
                      <a:pt x="3485" y="2681"/>
                    </a:cubicBezTo>
                    <a:cubicBezTo>
                      <a:pt x="2795" y="1992"/>
                      <a:pt x="1991" y="1456"/>
                      <a:pt x="1264" y="843"/>
                    </a:cubicBezTo>
                    <a:cubicBezTo>
                      <a:pt x="881" y="537"/>
                      <a:pt x="1302" y="1"/>
                      <a:pt x="1685" y="269"/>
                    </a:cubicBezTo>
                    <a:cubicBezTo>
                      <a:pt x="2221" y="728"/>
                      <a:pt x="2795" y="1149"/>
                      <a:pt x="3370" y="1609"/>
                    </a:cubicBezTo>
                    <a:cubicBezTo>
                      <a:pt x="3906" y="2030"/>
                      <a:pt x="4365" y="2604"/>
                      <a:pt x="4633" y="32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32"/>
              <p:cNvSpPr/>
              <p:nvPr/>
            </p:nvSpPr>
            <p:spPr>
              <a:xfrm>
                <a:off x="240025" y="1109350"/>
                <a:ext cx="1737150" cy="3224475"/>
              </a:xfrm>
              <a:custGeom>
                <a:avLst/>
                <a:gdLst/>
                <a:ahLst/>
                <a:cxnLst/>
                <a:rect l="l" t="t" r="r" b="b"/>
                <a:pathLst>
                  <a:path w="69486" h="128979" extrusionOk="0">
                    <a:moveTo>
                      <a:pt x="5513" y="64126"/>
                    </a:moveTo>
                    <a:cubicBezTo>
                      <a:pt x="5399" y="63513"/>
                      <a:pt x="5322" y="62900"/>
                      <a:pt x="5245" y="62250"/>
                    </a:cubicBezTo>
                    <a:cubicBezTo>
                      <a:pt x="5054" y="62364"/>
                      <a:pt x="4748" y="62288"/>
                      <a:pt x="4709" y="61982"/>
                    </a:cubicBezTo>
                    <a:cubicBezTo>
                      <a:pt x="4097" y="61790"/>
                      <a:pt x="3331" y="61790"/>
                      <a:pt x="2795" y="62250"/>
                    </a:cubicBezTo>
                    <a:cubicBezTo>
                      <a:pt x="1991" y="62977"/>
                      <a:pt x="1800" y="64432"/>
                      <a:pt x="2834" y="65044"/>
                    </a:cubicBezTo>
                    <a:cubicBezTo>
                      <a:pt x="3599" y="65580"/>
                      <a:pt x="4671" y="65236"/>
                      <a:pt x="5207" y="64585"/>
                    </a:cubicBezTo>
                    <a:cubicBezTo>
                      <a:pt x="5322" y="64470"/>
                      <a:pt x="5399" y="64279"/>
                      <a:pt x="5513" y="64126"/>
                    </a:cubicBezTo>
                    <a:lnTo>
                      <a:pt x="5513" y="64126"/>
                    </a:lnTo>
                    <a:close/>
                    <a:moveTo>
                      <a:pt x="25076" y="33958"/>
                    </a:moveTo>
                    <a:lnTo>
                      <a:pt x="25076" y="33958"/>
                    </a:lnTo>
                    <a:cubicBezTo>
                      <a:pt x="22741" y="32580"/>
                      <a:pt x="18836" y="32771"/>
                      <a:pt x="16156" y="32809"/>
                    </a:cubicBezTo>
                    <a:cubicBezTo>
                      <a:pt x="15888" y="32809"/>
                      <a:pt x="15620" y="32848"/>
                      <a:pt x="15314" y="32886"/>
                    </a:cubicBezTo>
                    <a:lnTo>
                      <a:pt x="15238" y="32886"/>
                    </a:lnTo>
                    <a:cubicBezTo>
                      <a:pt x="14778" y="33613"/>
                      <a:pt x="14280" y="34303"/>
                      <a:pt x="13783" y="34992"/>
                    </a:cubicBezTo>
                    <a:cubicBezTo>
                      <a:pt x="14357" y="34915"/>
                      <a:pt x="14893" y="34915"/>
                      <a:pt x="15467" y="34992"/>
                    </a:cubicBezTo>
                    <a:cubicBezTo>
                      <a:pt x="16999" y="35145"/>
                      <a:pt x="18492" y="35528"/>
                      <a:pt x="19985" y="35834"/>
                    </a:cubicBezTo>
                    <a:cubicBezTo>
                      <a:pt x="21516" y="36102"/>
                      <a:pt x="24617" y="36676"/>
                      <a:pt x="25000" y="34609"/>
                    </a:cubicBezTo>
                    <a:cubicBezTo>
                      <a:pt x="25076" y="34379"/>
                      <a:pt x="25000" y="34149"/>
                      <a:pt x="25076" y="33958"/>
                    </a:cubicBezTo>
                    <a:lnTo>
                      <a:pt x="25076" y="33958"/>
                    </a:lnTo>
                    <a:close/>
                    <a:moveTo>
                      <a:pt x="49463" y="34877"/>
                    </a:moveTo>
                    <a:cubicBezTo>
                      <a:pt x="49004" y="34149"/>
                      <a:pt x="48544" y="33422"/>
                      <a:pt x="48047" y="32733"/>
                    </a:cubicBezTo>
                    <a:cubicBezTo>
                      <a:pt x="47932" y="32541"/>
                      <a:pt x="47817" y="32388"/>
                      <a:pt x="47702" y="32197"/>
                    </a:cubicBezTo>
                    <a:cubicBezTo>
                      <a:pt x="47549" y="32273"/>
                      <a:pt x="47281" y="32235"/>
                      <a:pt x="47051" y="32197"/>
                    </a:cubicBezTo>
                    <a:cubicBezTo>
                      <a:pt x="45750" y="32120"/>
                      <a:pt x="44448" y="32312"/>
                      <a:pt x="43146" y="32541"/>
                    </a:cubicBezTo>
                    <a:cubicBezTo>
                      <a:pt x="41998" y="32809"/>
                      <a:pt x="40849" y="33116"/>
                      <a:pt x="39739" y="33499"/>
                    </a:cubicBezTo>
                    <a:cubicBezTo>
                      <a:pt x="39433" y="33613"/>
                      <a:pt x="39127" y="33728"/>
                      <a:pt x="38820" y="33843"/>
                    </a:cubicBezTo>
                    <a:cubicBezTo>
                      <a:pt x="38820" y="33881"/>
                      <a:pt x="38782" y="33881"/>
                      <a:pt x="38782" y="33881"/>
                    </a:cubicBezTo>
                    <a:cubicBezTo>
                      <a:pt x="38897" y="34877"/>
                      <a:pt x="39165" y="35949"/>
                      <a:pt x="40275" y="36178"/>
                    </a:cubicBezTo>
                    <a:cubicBezTo>
                      <a:pt x="42764" y="36446"/>
                      <a:pt x="45099" y="35413"/>
                      <a:pt x="47472" y="35030"/>
                    </a:cubicBezTo>
                    <a:cubicBezTo>
                      <a:pt x="48123" y="34915"/>
                      <a:pt x="48774" y="34877"/>
                      <a:pt x="49425" y="34877"/>
                    </a:cubicBezTo>
                    <a:lnTo>
                      <a:pt x="49425" y="34877"/>
                    </a:lnTo>
                    <a:close/>
                    <a:moveTo>
                      <a:pt x="52220" y="42304"/>
                    </a:moveTo>
                    <a:cubicBezTo>
                      <a:pt x="53138" y="42457"/>
                      <a:pt x="54019" y="42534"/>
                      <a:pt x="54899" y="42457"/>
                    </a:cubicBezTo>
                    <a:cubicBezTo>
                      <a:pt x="54631" y="42112"/>
                      <a:pt x="54325" y="41768"/>
                      <a:pt x="54057" y="41423"/>
                    </a:cubicBezTo>
                    <a:cubicBezTo>
                      <a:pt x="53866" y="41538"/>
                      <a:pt x="53636" y="41653"/>
                      <a:pt x="53406" y="41768"/>
                    </a:cubicBezTo>
                    <a:cubicBezTo>
                      <a:pt x="53062" y="41998"/>
                      <a:pt x="52641" y="42151"/>
                      <a:pt x="52220" y="42304"/>
                    </a:cubicBezTo>
                    <a:lnTo>
                      <a:pt x="52220" y="42304"/>
                    </a:lnTo>
                    <a:close/>
                    <a:moveTo>
                      <a:pt x="58728" y="113473"/>
                    </a:moveTo>
                    <a:cubicBezTo>
                      <a:pt x="58804" y="113397"/>
                      <a:pt x="58881" y="113282"/>
                      <a:pt x="58958" y="113167"/>
                    </a:cubicBezTo>
                    <a:cubicBezTo>
                      <a:pt x="56967" y="111214"/>
                      <a:pt x="55933" y="108496"/>
                      <a:pt x="55167" y="105855"/>
                    </a:cubicBezTo>
                    <a:cubicBezTo>
                      <a:pt x="54555" y="103673"/>
                      <a:pt x="54096" y="101452"/>
                      <a:pt x="53904" y="99232"/>
                    </a:cubicBezTo>
                    <a:cubicBezTo>
                      <a:pt x="53636" y="96207"/>
                      <a:pt x="53866" y="93221"/>
                      <a:pt x="53866" y="90197"/>
                    </a:cubicBezTo>
                    <a:cubicBezTo>
                      <a:pt x="53866" y="89622"/>
                      <a:pt x="53904" y="89048"/>
                      <a:pt x="53904" y="88474"/>
                    </a:cubicBezTo>
                    <a:cubicBezTo>
                      <a:pt x="52334" y="90312"/>
                      <a:pt x="50573" y="91958"/>
                      <a:pt x="48889" y="93681"/>
                    </a:cubicBezTo>
                    <a:cubicBezTo>
                      <a:pt x="44946" y="97356"/>
                      <a:pt x="39892" y="100686"/>
                      <a:pt x="34265" y="99997"/>
                    </a:cubicBezTo>
                    <a:cubicBezTo>
                      <a:pt x="30819" y="99691"/>
                      <a:pt x="26991" y="98045"/>
                      <a:pt x="24081" y="96207"/>
                    </a:cubicBezTo>
                    <a:cubicBezTo>
                      <a:pt x="22588" y="95135"/>
                      <a:pt x="21095" y="94025"/>
                      <a:pt x="19640" y="92877"/>
                    </a:cubicBezTo>
                    <a:cubicBezTo>
                      <a:pt x="18913" y="92302"/>
                      <a:pt x="18224" y="91690"/>
                      <a:pt x="17573" y="91077"/>
                    </a:cubicBezTo>
                    <a:cubicBezTo>
                      <a:pt x="17611" y="91766"/>
                      <a:pt x="17688" y="92455"/>
                      <a:pt x="17688" y="93145"/>
                    </a:cubicBezTo>
                    <a:cubicBezTo>
                      <a:pt x="17726" y="96131"/>
                      <a:pt x="17458" y="99117"/>
                      <a:pt x="16922" y="102026"/>
                    </a:cubicBezTo>
                    <a:cubicBezTo>
                      <a:pt x="16386" y="104898"/>
                      <a:pt x="15697" y="107845"/>
                      <a:pt x="14089" y="110334"/>
                    </a:cubicBezTo>
                    <a:cubicBezTo>
                      <a:pt x="13668" y="110908"/>
                      <a:pt x="13247" y="111444"/>
                      <a:pt x="12749" y="111980"/>
                    </a:cubicBezTo>
                    <a:cubicBezTo>
                      <a:pt x="12749" y="111980"/>
                      <a:pt x="12749" y="111980"/>
                      <a:pt x="12711" y="111980"/>
                    </a:cubicBezTo>
                    <a:cubicBezTo>
                      <a:pt x="12749" y="112172"/>
                      <a:pt x="12902" y="112325"/>
                      <a:pt x="13017" y="112478"/>
                    </a:cubicBezTo>
                    <a:cubicBezTo>
                      <a:pt x="13323" y="112861"/>
                      <a:pt x="13668" y="113205"/>
                      <a:pt x="13974" y="113550"/>
                    </a:cubicBezTo>
                    <a:cubicBezTo>
                      <a:pt x="14778" y="114354"/>
                      <a:pt x="15544" y="115119"/>
                      <a:pt x="16386" y="115809"/>
                    </a:cubicBezTo>
                    <a:cubicBezTo>
                      <a:pt x="17535" y="116651"/>
                      <a:pt x="18798" y="117225"/>
                      <a:pt x="20023" y="117952"/>
                    </a:cubicBezTo>
                    <a:cubicBezTo>
                      <a:pt x="21669" y="118871"/>
                      <a:pt x="23354" y="119790"/>
                      <a:pt x="25153" y="120403"/>
                    </a:cubicBezTo>
                    <a:cubicBezTo>
                      <a:pt x="28216" y="121474"/>
                      <a:pt x="31393" y="122010"/>
                      <a:pt x="34609" y="122278"/>
                    </a:cubicBezTo>
                    <a:cubicBezTo>
                      <a:pt x="37557" y="122623"/>
                      <a:pt x="40467" y="122202"/>
                      <a:pt x="43338" y="121704"/>
                    </a:cubicBezTo>
                    <a:cubicBezTo>
                      <a:pt x="46822" y="121168"/>
                      <a:pt x="50152" y="119828"/>
                      <a:pt x="53177" y="118029"/>
                    </a:cubicBezTo>
                    <a:cubicBezTo>
                      <a:pt x="55282" y="116842"/>
                      <a:pt x="57158" y="115234"/>
                      <a:pt x="58728" y="113473"/>
                    </a:cubicBezTo>
                    <a:lnTo>
                      <a:pt x="58728" y="113473"/>
                    </a:lnTo>
                    <a:close/>
                    <a:moveTo>
                      <a:pt x="63552" y="115005"/>
                    </a:moveTo>
                    <a:cubicBezTo>
                      <a:pt x="63513" y="115043"/>
                      <a:pt x="63513" y="115081"/>
                      <a:pt x="63513" y="115119"/>
                    </a:cubicBezTo>
                    <a:cubicBezTo>
                      <a:pt x="63475" y="115158"/>
                      <a:pt x="63398" y="115196"/>
                      <a:pt x="63360" y="115273"/>
                    </a:cubicBezTo>
                    <a:cubicBezTo>
                      <a:pt x="63092" y="115770"/>
                      <a:pt x="62824" y="116268"/>
                      <a:pt x="62556" y="116766"/>
                    </a:cubicBezTo>
                    <a:cubicBezTo>
                      <a:pt x="60910" y="119445"/>
                      <a:pt x="58575" y="121589"/>
                      <a:pt x="55895" y="123197"/>
                    </a:cubicBezTo>
                    <a:cubicBezTo>
                      <a:pt x="49463" y="127562"/>
                      <a:pt x="41117" y="128595"/>
                      <a:pt x="33499" y="127983"/>
                    </a:cubicBezTo>
                    <a:cubicBezTo>
                      <a:pt x="29785" y="127562"/>
                      <a:pt x="25957" y="127179"/>
                      <a:pt x="22397" y="125915"/>
                    </a:cubicBezTo>
                    <a:cubicBezTo>
                      <a:pt x="19832" y="124997"/>
                      <a:pt x="17420" y="123695"/>
                      <a:pt x="15123" y="122202"/>
                    </a:cubicBezTo>
                    <a:cubicBezTo>
                      <a:pt x="13208" y="121053"/>
                      <a:pt x="11524" y="119599"/>
                      <a:pt x="10107" y="117838"/>
                    </a:cubicBezTo>
                    <a:cubicBezTo>
                      <a:pt x="9380" y="116995"/>
                      <a:pt x="8653" y="116115"/>
                      <a:pt x="8117" y="115119"/>
                    </a:cubicBezTo>
                    <a:cubicBezTo>
                      <a:pt x="7925" y="114737"/>
                      <a:pt x="7734" y="114392"/>
                      <a:pt x="7542" y="114047"/>
                    </a:cubicBezTo>
                    <a:cubicBezTo>
                      <a:pt x="7696" y="113933"/>
                      <a:pt x="7849" y="113703"/>
                      <a:pt x="8002" y="113588"/>
                    </a:cubicBezTo>
                    <a:cubicBezTo>
                      <a:pt x="8270" y="113320"/>
                      <a:pt x="8576" y="113052"/>
                      <a:pt x="8921" y="112746"/>
                    </a:cubicBezTo>
                    <a:cubicBezTo>
                      <a:pt x="9801" y="111942"/>
                      <a:pt x="11677" y="110487"/>
                      <a:pt x="12902" y="110411"/>
                    </a:cubicBezTo>
                    <a:cubicBezTo>
                      <a:pt x="12940" y="110487"/>
                      <a:pt x="12979" y="110525"/>
                      <a:pt x="13017" y="110564"/>
                    </a:cubicBezTo>
                    <a:cubicBezTo>
                      <a:pt x="12902" y="110717"/>
                      <a:pt x="12787" y="110870"/>
                      <a:pt x="12672" y="110985"/>
                    </a:cubicBezTo>
                    <a:cubicBezTo>
                      <a:pt x="12519" y="111253"/>
                      <a:pt x="11983" y="111559"/>
                      <a:pt x="12022" y="111865"/>
                    </a:cubicBezTo>
                    <a:cubicBezTo>
                      <a:pt x="11907" y="112669"/>
                      <a:pt x="13400" y="113894"/>
                      <a:pt x="13859" y="114430"/>
                    </a:cubicBezTo>
                    <a:cubicBezTo>
                      <a:pt x="14510" y="115081"/>
                      <a:pt x="15199" y="115770"/>
                      <a:pt x="15927" y="116344"/>
                    </a:cubicBezTo>
                    <a:cubicBezTo>
                      <a:pt x="16731" y="116957"/>
                      <a:pt x="17611" y="117416"/>
                      <a:pt x="18492" y="117914"/>
                    </a:cubicBezTo>
                    <a:cubicBezTo>
                      <a:pt x="21095" y="119407"/>
                      <a:pt x="23737" y="120824"/>
                      <a:pt x="26646" y="121628"/>
                    </a:cubicBezTo>
                    <a:cubicBezTo>
                      <a:pt x="30092" y="122546"/>
                      <a:pt x="33690" y="123044"/>
                      <a:pt x="37251" y="123121"/>
                    </a:cubicBezTo>
                    <a:cubicBezTo>
                      <a:pt x="39050" y="123082"/>
                      <a:pt x="40849" y="122814"/>
                      <a:pt x="42610" y="122546"/>
                    </a:cubicBezTo>
                    <a:cubicBezTo>
                      <a:pt x="44103" y="122317"/>
                      <a:pt x="45558" y="122010"/>
                      <a:pt x="46975" y="121589"/>
                    </a:cubicBezTo>
                    <a:cubicBezTo>
                      <a:pt x="49808" y="120709"/>
                      <a:pt x="52449" y="119369"/>
                      <a:pt x="54899" y="117761"/>
                    </a:cubicBezTo>
                    <a:cubicBezTo>
                      <a:pt x="56086" y="116995"/>
                      <a:pt x="57158" y="116038"/>
                      <a:pt x="58192" y="115043"/>
                    </a:cubicBezTo>
                    <a:cubicBezTo>
                      <a:pt x="58728" y="114545"/>
                      <a:pt x="59264" y="114009"/>
                      <a:pt x="59685" y="113397"/>
                    </a:cubicBezTo>
                    <a:cubicBezTo>
                      <a:pt x="59723" y="113320"/>
                      <a:pt x="59723" y="113243"/>
                      <a:pt x="59723" y="113167"/>
                    </a:cubicBezTo>
                    <a:cubicBezTo>
                      <a:pt x="59762" y="113052"/>
                      <a:pt x="59723" y="112937"/>
                      <a:pt x="59647" y="112822"/>
                    </a:cubicBezTo>
                    <a:cubicBezTo>
                      <a:pt x="59455" y="112669"/>
                      <a:pt x="59264" y="112478"/>
                      <a:pt x="59111" y="112325"/>
                    </a:cubicBezTo>
                    <a:cubicBezTo>
                      <a:pt x="58958" y="112133"/>
                      <a:pt x="58843" y="111980"/>
                      <a:pt x="58690" y="111827"/>
                    </a:cubicBezTo>
                    <a:cubicBezTo>
                      <a:pt x="58728" y="111789"/>
                      <a:pt x="58766" y="111750"/>
                      <a:pt x="58804" y="111712"/>
                    </a:cubicBezTo>
                    <a:cubicBezTo>
                      <a:pt x="59685" y="111597"/>
                      <a:pt x="60527" y="112057"/>
                      <a:pt x="61293" y="112440"/>
                    </a:cubicBezTo>
                    <a:cubicBezTo>
                      <a:pt x="62288" y="113014"/>
                      <a:pt x="62977" y="113971"/>
                      <a:pt x="63552" y="114966"/>
                    </a:cubicBezTo>
                    <a:cubicBezTo>
                      <a:pt x="63552" y="114966"/>
                      <a:pt x="63552" y="115005"/>
                      <a:pt x="63552" y="115005"/>
                    </a:cubicBezTo>
                    <a:lnTo>
                      <a:pt x="63552" y="115005"/>
                    </a:lnTo>
                    <a:close/>
                    <a:moveTo>
                      <a:pt x="64317" y="59378"/>
                    </a:moveTo>
                    <a:cubicBezTo>
                      <a:pt x="64164" y="61829"/>
                      <a:pt x="64049" y="64317"/>
                      <a:pt x="63513" y="66729"/>
                    </a:cubicBezTo>
                    <a:cubicBezTo>
                      <a:pt x="62939" y="69485"/>
                      <a:pt x="62097" y="72203"/>
                      <a:pt x="61025" y="74768"/>
                    </a:cubicBezTo>
                    <a:cubicBezTo>
                      <a:pt x="60336" y="76453"/>
                      <a:pt x="59685" y="78099"/>
                      <a:pt x="58881" y="79707"/>
                    </a:cubicBezTo>
                    <a:cubicBezTo>
                      <a:pt x="57732" y="82004"/>
                      <a:pt x="56354" y="84186"/>
                      <a:pt x="54746" y="86215"/>
                    </a:cubicBezTo>
                    <a:cubicBezTo>
                      <a:pt x="53445" y="88053"/>
                      <a:pt x="51913" y="89699"/>
                      <a:pt x="50267" y="91269"/>
                    </a:cubicBezTo>
                    <a:cubicBezTo>
                      <a:pt x="48927" y="92647"/>
                      <a:pt x="47587" y="94025"/>
                      <a:pt x="46056" y="95174"/>
                    </a:cubicBezTo>
                    <a:cubicBezTo>
                      <a:pt x="42802" y="97700"/>
                      <a:pt x="38859" y="99729"/>
                      <a:pt x="34647" y="99347"/>
                    </a:cubicBezTo>
                    <a:cubicBezTo>
                      <a:pt x="33078" y="99270"/>
                      <a:pt x="31470" y="98811"/>
                      <a:pt x="30015" y="98275"/>
                    </a:cubicBezTo>
                    <a:cubicBezTo>
                      <a:pt x="28484" y="97777"/>
                      <a:pt x="26991" y="97049"/>
                      <a:pt x="25574" y="96284"/>
                    </a:cubicBezTo>
                    <a:cubicBezTo>
                      <a:pt x="24655" y="95786"/>
                      <a:pt x="23851" y="95174"/>
                      <a:pt x="23009" y="94561"/>
                    </a:cubicBezTo>
                    <a:cubicBezTo>
                      <a:pt x="21669" y="93604"/>
                      <a:pt x="20329" y="92609"/>
                      <a:pt x="19104" y="91537"/>
                    </a:cubicBezTo>
                    <a:cubicBezTo>
                      <a:pt x="17458" y="90044"/>
                      <a:pt x="15850" y="88512"/>
                      <a:pt x="14319" y="86904"/>
                    </a:cubicBezTo>
                    <a:cubicBezTo>
                      <a:pt x="12979" y="85296"/>
                      <a:pt x="11830" y="83497"/>
                      <a:pt x="10873" y="81621"/>
                    </a:cubicBezTo>
                    <a:cubicBezTo>
                      <a:pt x="8959" y="77984"/>
                      <a:pt x="8002" y="73964"/>
                      <a:pt x="7160" y="69945"/>
                    </a:cubicBezTo>
                    <a:cubicBezTo>
                      <a:pt x="6777" y="68069"/>
                      <a:pt x="6471" y="66155"/>
                      <a:pt x="6203" y="64279"/>
                    </a:cubicBezTo>
                    <a:cubicBezTo>
                      <a:pt x="6241" y="64164"/>
                      <a:pt x="6241" y="64011"/>
                      <a:pt x="6164" y="63934"/>
                    </a:cubicBezTo>
                    <a:cubicBezTo>
                      <a:pt x="5781" y="61139"/>
                      <a:pt x="5475" y="58306"/>
                      <a:pt x="5284" y="55473"/>
                    </a:cubicBezTo>
                    <a:cubicBezTo>
                      <a:pt x="5092" y="52985"/>
                      <a:pt x="5131" y="50458"/>
                      <a:pt x="5016" y="47932"/>
                    </a:cubicBezTo>
                    <a:cubicBezTo>
                      <a:pt x="4977" y="46783"/>
                      <a:pt x="4863" y="45673"/>
                      <a:pt x="4863" y="44524"/>
                    </a:cubicBezTo>
                    <a:lnTo>
                      <a:pt x="4863" y="44486"/>
                    </a:lnTo>
                    <a:cubicBezTo>
                      <a:pt x="5092" y="44295"/>
                      <a:pt x="5322" y="44065"/>
                      <a:pt x="5552" y="43873"/>
                    </a:cubicBezTo>
                    <a:cubicBezTo>
                      <a:pt x="7772" y="42036"/>
                      <a:pt x="9801" y="40007"/>
                      <a:pt x="11562" y="37786"/>
                    </a:cubicBezTo>
                    <a:cubicBezTo>
                      <a:pt x="12137" y="37097"/>
                      <a:pt x="12711" y="36370"/>
                      <a:pt x="13247" y="35681"/>
                    </a:cubicBezTo>
                    <a:cubicBezTo>
                      <a:pt x="13323" y="35719"/>
                      <a:pt x="13400" y="35719"/>
                      <a:pt x="13476" y="35719"/>
                    </a:cubicBezTo>
                    <a:cubicBezTo>
                      <a:pt x="16348" y="35336"/>
                      <a:pt x="19104" y="36638"/>
                      <a:pt x="21937" y="36829"/>
                    </a:cubicBezTo>
                    <a:cubicBezTo>
                      <a:pt x="23392" y="36906"/>
                      <a:pt x="25306" y="36523"/>
                      <a:pt x="25651" y="34877"/>
                    </a:cubicBezTo>
                    <a:cubicBezTo>
                      <a:pt x="25727" y="34609"/>
                      <a:pt x="25842" y="34188"/>
                      <a:pt x="25689" y="33920"/>
                    </a:cubicBezTo>
                    <a:cubicBezTo>
                      <a:pt x="25727" y="33881"/>
                      <a:pt x="25727" y="33843"/>
                      <a:pt x="25727" y="33805"/>
                    </a:cubicBezTo>
                    <a:cubicBezTo>
                      <a:pt x="25689" y="33192"/>
                      <a:pt x="24272" y="32848"/>
                      <a:pt x="23775" y="32656"/>
                    </a:cubicBezTo>
                    <a:cubicBezTo>
                      <a:pt x="22320" y="32235"/>
                      <a:pt x="20827" y="32159"/>
                      <a:pt x="19334" y="32082"/>
                    </a:cubicBezTo>
                    <a:cubicBezTo>
                      <a:pt x="18147" y="32082"/>
                      <a:pt x="16922" y="32006"/>
                      <a:pt x="15735" y="32159"/>
                    </a:cubicBezTo>
                    <a:cubicBezTo>
                      <a:pt x="16539" y="30934"/>
                      <a:pt x="17267" y="29708"/>
                      <a:pt x="17956" y="28445"/>
                    </a:cubicBezTo>
                    <a:cubicBezTo>
                      <a:pt x="19793" y="25114"/>
                      <a:pt x="21669" y="21784"/>
                      <a:pt x="23239" y="18338"/>
                    </a:cubicBezTo>
                    <a:cubicBezTo>
                      <a:pt x="24426" y="15812"/>
                      <a:pt x="25498" y="13323"/>
                      <a:pt x="26876" y="10949"/>
                    </a:cubicBezTo>
                    <a:cubicBezTo>
                      <a:pt x="27641" y="9648"/>
                      <a:pt x="28484" y="8384"/>
                      <a:pt x="29364" y="7198"/>
                    </a:cubicBezTo>
                    <a:cubicBezTo>
                      <a:pt x="30934" y="4824"/>
                      <a:pt x="33614" y="2604"/>
                      <a:pt x="36600" y="3561"/>
                    </a:cubicBezTo>
                    <a:cubicBezTo>
                      <a:pt x="36715" y="3752"/>
                      <a:pt x="36868" y="3790"/>
                      <a:pt x="37021" y="3752"/>
                    </a:cubicBezTo>
                    <a:cubicBezTo>
                      <a:pt x="37212" y="4939"/>
                      <a:pt x="37366" y="6126"/>
                      <a:pt x="37595" y="7274"/>
                    </a:cubicBezTo>
                    <a:cubicBezTo>
                      <a:pt x="38476" y="11830"/>
                      <a:pt x="39777" y="16309"/>
                      <a:pt x="41462" y="20597"/>
                    </a:cubicBezTo>
                    <a:cubicBezTo>
                      <a:pt x="42381" y="22741"/>
                      <a:pt x="43453" y="24770"/>
                      <a:pt x="44563" y="26799"/>
                    </a:cubicBezTo>
                    <a:cubicBezTo>
                      <a:pt x="45443" y="28407"/>
                      <a:pt x="46324" y="29976"/>
                      <a:pt x="47281" y="31508"/>
                    </a:cubicBezTo>
                    <a:cubicBezTo>
                      <a:pt x="47051" y="31508"/>
                      <a:pt x="46822" y="31508"/>
                      <a:pt x="46554" y="31470"/>
                    </a:cubicBezTo>
                    <a:cubicBezTo>
                      <a:pt x="45099" y="31470"/>
                      <a:pt x="43644" y="31699"/>
                      <a:pt x="42266" y="32044"/>
                    </a:cubicBezTo>
                    <a:cubicBezTo>
                      <a:pt x="41156" y="32312"/>
                      <a:pt x="40084" y="32618"/>
                      <a:pt x="39050" y="33001"/>
                    </a:cubicBezTo>
                    <a:cubicBezTo>
                      <a:pt x="38897" y="33077"/>
                      <a:pt x="38744" y="33116"/>
                      <a:pt x="38552" y="33192"/>
                    </a:cubicBezTo>
                    <a:cubicBezTo>
                      <a:pt x="38323" y="33039"/>
                      <a:pt x="37901" y="33231"/>
                      <a:pt x="38016" y="33652"/>
                    </a:cubicBezTo>
                    <a:cubicBezTo>
                      <a:pt x="38131" y="35221"/>
                      <a:pt x="38591" y="36714"/>
                      <a:pt x="40428" y="36906"/>
                    </a:cubicBezTo>
                    <a:cubicBezTo>
                      <a:pt x="42917" y="37136"/>
                      <a:pt x="45290" y="36102"/>
                      <a:pt x="47702" y="35719"/>
                    </a:cubicBezTo>
                    <a:cubicBezTo>
                      <a:pt x="48430" y="35604"/>
                      <a:pt x="49119" y="35604"/>
                      <a:pt x="49846" y="35566"/>
                    </a:cubicBezTo>
                    <a:lnTo>
                      <a:pt x="49884" y="35566"/>
                    </a:lnTo>
                    <a:cubicBezTo>
                      <a:pt x="50535" y="36561"/>
                      <a:pt x="51148" y="37557"/>
                      <a:pt x="51837" y="38514"/>
                    </a:cubicBezTo>
                    <a:cubicBezTo>
                      <a:pt x="52373" y="39318"/>
                      <a:pt x="52947" y="40083"/>
                      <a:pt x="53560" y="40849"/>
                    </a:cubicBezTo>
                    <a:cubicBezTo>
                      <a:pt x="53330" y="41002"/>
                      <a:pt x="53100" y="41155"/>
                      <a:pt x="52832" y="41232"/>
                    </a:cubicBezTo>
                    <a:cubicBezTo>
                      <a:pt x="51798" y="41538"/>
                      <a:pt x="50727" y="41653"/>
                      <a:pt x="49655" y="41806"/>
                    </a:cubicBezTo>
                    <a:cubicBezTo>
                      <a:pt x="49578" y="41806"/>
                      <a:pt x="49463" y="41806"/>
                      <a:pt x="49387" y="41806"/>
                    </a:cubicBezTo>
                    <a:cubicBezTo>
                      <a:pt x="48506" y="41653"/>
                      <a:pt x="47587" y="41576"/>
                      <a:pt x="46668" y="41615"/>
                    </a:cubicBezTo>
                    <a:cubicBezTo>
                      <a:pt x="44103" y="41730"/>
                      <a:pt x="41462" y="42763"/>
                      <a:pt x="39777" y="44754"/>
                    </a:cubicBezTo>
                    <a:cubicBezTo>
                      <a:pt x="39777" y="44754"/>
                      <a:pt x="39739" y="44792"/>
                      <a:pt x="39701" y="44831"/>
                    </a:cubicBezTo>
                    <a:cubicBezTo>
                      <a:pt x="39548" y="44907"/>
                      <a:pt x="39471" y="45137"/>
                      <a:pt x="39586" y="45290"/>
                    </a:cubicBezTo>
                    <a:cubicBezTo>
                      <a:pt x="39854" y="45711"/>
                      <a:pt x="40237" y="45328"/>
                      <a:pt x="40428" y="45060"/>
                    </a:cubicBezTo>
                    <a:cubicBezTo>
                      <a:pt x="40620" y="44831"/>
                      <a:pt x="40849" y="44639"/>
                      <a:pt x="41079" y="44448"/>
                    </a:cubicBezTo>
                    <a:cubicBezTo>
                      <a:pt x="42151" y="43491"/>
                      <a:pt x="43491" y="42878"/>
                      <a:pt x="44907" y="42572"/>
                    </a:cubicBezTo>
                    <a:cubicBezTo>
                      <a:pt x="44410" y="43414"/>
                      <a:pt x="44218" y="44601"/>
                      <a:pt x="44793" y="45481"/>
                    </a:cubicBezTo>
                    <a:cubicBezTo>
                      <a:pt x="45329" y="46247"/>
                      <a:pt x="46247" y="46783"/>
                      <a:pt x="47166" y="46821"/>
                    </a:cubicBezTo>
                    <a:cubicBezTo>
                      <a:pt x="49233" y="46936"/>
                      <a:pt x="51071" y="45022"/>
                      <a:pt x="50152" y="42993"/>
                    </a:cubicBezTo>
                    <a:cubicBezTo>
                      <a:pt x="50076" y="42878"/>
                      <a:pt x="49961" y="42725"/>
                      <a:pt x="49846" y="42610"/>
                    </a:cubicBezTo>
                    <a:cubicBezTo>
                      <a:pt x="49961" y="42610"/>
                      <a:pt x="50037" y="42648"/>
                      <a:pt x="50114" y="42648"/>
                    </a:cubicBezTo>
                    <a:cubicBezTo>
                      <a:pt x="50152" y="42725"/>
                      <a:pt x="50229" y="42802"/>
                      <a:pt x="50344" y="42840"/>
                    </a:cubicBezTo>
                    <a:cubicBezTo>
                      <a:pt x="50688" y="42878"/>
                      <a:pt x="51033" y="42993"/>
                      <a:pt x="51416" y="43108"/>
                    </a:cubicBezTo>
                    <a:cubicBezTo>
                      <a:pt x="51454" y="43146"/>
                      <a:pt x="51492" y="43184"/>
                      <a:pt x="51531" y="43223"/>
                    </a:cubicBezTo>
                    <a:cubicBezTo>
                      <a:pt x="51798" y="43376"/>
                      <a:pt x="52066" y="43491"/>
                      <a:pt x="52373" y="43605"/>
                    </a:cubicBezTo>
                    <a:cubicBezTo>
                      <a:pt x="53483" y="43988"/>
                      <a:pt x="54708" y="44027"/>
                      <a:pt x="55780" y="43529"/>
                    </a:cubicBezTo>
                    <a:cubicBezTo>
                      <a:pt x="55857" y="43644"/>
                      <a:pt x="55933" y="43720"/>
                      <a:pt x="56010" y="43797"/>
                    </a:cubicBezTo>
                    <a:cubicBezTo>
                      <a:pt x="57158" y="45060"/>
                      <a:pt x="58345" y="46324"/>
                      <a:pt x="59570" y="47510"/>
                    </a:cubicBezTo>
                    <a:cubicBezTo>
                      <a:pt x="60833" y="48621"/>
                      <a:pt x="62097" y="49693"/>
                      <a:pt x="63360" y="50765"/>
                    </a:cubicBezTo>
                    <a:cubicBezTo>
                      <a:pt x="63820" y="51147"/>
                      <a:pt x="64241" y="51492"/>
                      <a:pt x="64700" y="51875"/>
                    </a:cubicBezTo>
                    <a:cubicBezTo>
                      <a:pt x="64470" y="51951"/>
                      <a:pt x="64470" y="52258"/>
                      <a:pt x="64509" y="52526"/>
                    </a:cubicBezTo>
                    <a:cubicBezTo>
                      <a:pt x="64509" y="54823"/>
                      <a:pt x="64470" y="57120"/>
                      <a:pt x="64317" y="59378"/>
                    </a:cubicBezTo>
                    <a:lnTo>
                      <a:pt x="64317" y="59378"/>
                    </a:lnTo>
                    <a:close/>
                    <a:moveTo>
                      <a:pt x="65504" y="65619"/>
                    </a:moveTo>
                    <a:cubicBezTo>
                      <a:pt x="67189" y="65312"/>
                      <a:pt x="68107" y="63551"/>
                      <a:pt x="66729" y="62288"/>
                    </a:cubicBezTo>
                    <a:cubicBezTo>
                      <a:pt x="66231" y="61790"/>
                      <a:pt x="65428" y="61829"/>
                      <a:pt x="64853" y="62250"/>
                    </a:cubicBezTo>
                    <a:cubicBezTo>
                      <a:pt x="64853" y="62250"/>
                      <a:pt x="64853" y="62250"/>
                      <a:pt x="64853" y="62250"/>
                    </a:cubicBezTo>
                    <a:cubicBezTo>
                      <a:pt x="64738" y="63360"/>
                      <a:pt x="64624" y="64508"/>
                      <a:pt x="64432" y="65619"/>
                    </a:cubicBezTo>
                    <a:cubicBezTo>
                      <a:pt x="64470" y="65619"/>
                      <a:pt x="64470" y="65619"/>
                      <a:pt x="64470" y="65619"/>
                    </a:cubicBezTo>
                    <a:cubicBezTo>
                      <a:pt x="64815" y="65733"/>
                      <a:pt x="65160" y="65695"/>
                      <a:pt x="65504" y="65619"/>
                    </a:cubicBezTo>
                    <a:lnTo>
                      <a:pt x="65504" y="65619"/>
                    </a:lnTo>
                    <a:close/>
                    <a:moveTo>
                      <a:pt x="68337" y="55359"/>
                    </a:moveTo>
                    <a:cubicBezTo>
                      <a:pt x="68414" y="55129"/>
                      <a:pt x="68452" y="54861"/>
                      <a:pt x="68529" y="54593"/>
                    </a:cubicBezTo>
                    <a:cubicBezTo>
                      <a:pt x="67457" y="53789"/>
                      <a:pt x="66308" y="53023"/>
                      <a:pt x="65236" y="52219"/>
                    </a:cubicBezTo>
                    <a:cubicBezTo>
                      <a:pt x="65236" y="54861"/>
                      <a:pt x="65198" y="57541"/>
                      <a:pt x="64968" y="60182"/>
                    </a:cubicBezTo>
                    <a:cubicBezTo>
                      <a:pt x="64968" y="60603"/>
                      <a:pt x="64930" y="60986"/>
                      <a:pt x="64892" y="61407"/>
                    </a:cubicBezTo>
                    <a:cubicBezTo>
                      <a:pt x="65236" y="61254"/>
                      <a:pt x="65542" y="61216"/>
                      <a:pt x="65887" y="61216"/>
                    </a:cubicBezTo>
                    <a:cubicBezTo>
                      <a:pt x="65849" y="61101"/>
                      <a:pt x="65887" y="60986"/>
                      <a:pt x="65963" y="60910"/>
                    </a:cubicBezTo>
                    <a:cubicBezTo>
                      <a:pt x="66270" y="60412"/>
                      <a:pt x="66538" y="59876"/>
                      <a:pt x="66806" y="59340"/>
                    </a:cubicBezTo>
                    <a:cubicBezTo>
                      <a:pt x="67457" y="58038"/>
                      <a:pt x="67954" y="56737"/>
                      <a:pt x="68337" y="55359"/>
                    </a:cubicBezTo>
                    <a:lnTo>
                      <a:pt x="68337" y="55359"/>
                    </a:lnTo>
                    <a:close/>
                    <a:moveTo>
                      <a:pt x="68720" y="53827"/>
                    </a:moveTo>
                    <a:cubicBezTo>
                      <a:pt x="68873" y="53483"/>
                      <a:pt x="69486" y="53674"/>
                      <a:pt x="69371" y="54095"/>
                    </a:cubicBezTo>
                    <a:cubicBezTo>
                      <a:pt x="68950" y="56124"/>
                      <a:pt x="68261" y="58115"/>
                      <a:pt x="67303" y="59953"/>
                    </a:cubicBezTo>
                    <a:cubicBezTo>
                      <a:pt x="67112" y="60374"/>
                      <a:pt x="66882" y="60757"/>
                      <a:pt x="66653" y="61139"/>
                    </a:cubicBezTo>
                    <a:cubicBezTo>
                      <a:pt x="66653" y="61216"/>
                      <a:pt x="66576" y="61293"/>
                      <a:pt x="66538" y="61369"/>
                    </a:cubicBezTo>
                    <a:cubicBezTo>
                      <a:pt x="66882" y="61484"/>
                      <a:pt x="67150" y="61675"/>
                      <a:pt x="67418" y="61982"/>
                    </a:cubicBezTo>
                    <a:cubicBezTo>
                      <a:pt x="68299" y="62862"/>
                      <a:pt x="68337" y="64432"/>
                      <a:pt x="67457" y="65351"/>
                    </a:cubicBezTo>
                    <a:cubicBezTo>
                      <a:pt x="66691" y="66155"/>
                      <a:pt x="65428" y="66576"/>
                      <a:pt x="64317" y="66308"/>
                    </a:cubicBezTo>
                    <a:cubicBezTo>
                      <a:pt x="64279" y="66576"/>
                      <a:pt x="64202" y="66844"/>
                      <a:pt x="64164" y="67112"/>
                    </a:cubicBezTo>
                    <a:cubicBezTo>
                      <a:pt x="63284" y="71323"/>
                      <a:pt x="61676" y="75304"/>
                      <a:pt x="59915" y="79209"/>
                    </a:cubicBezTo>
                    <a:cubicBezTo>
                      <a:pt x="58536" y="82195"/>
                      <a:pt x="56661" y="84952"/>
                      <a:pt x="54631" y="87517"/>
                    </a:cubicBezTo>
                    <a:cubicBezTo>
                      <a:pt x="54670" y="87555"/>
                      <a:pt x="54670" y="87593"/>
                      <a:pt x="54670" y="87632"/>
                    </a:cubicBezTo>
                    <a:cubicBezTo>
                      <a:pt x="54670" y="87670"/>
                      <a:pt x="54631" y="87747"/>
                      <a:pt x="54631" y="87823"/>
                    </a:cubicBezTo>
                    <a:cubicBezTo>
                      <a:pt x="54593" y="88512"/>
                      <a:pt x="54593" y="89240"/>
                      <a:pt x="54593" y="89967"/>
                    </a:cubicBezTo>
                    <a:cubicBezTo>
                      <a:pt x="54555" y="92838"/>
                      <a:pt x="54364" y="95748"/>
                      <a:pt x="54593" y="98619"/>
                    </a:cubicBezTo>
                    <a:cubicBezTo>
                      <a:pt x="54708" y="100648"/>
                      <a:pt x="55053" y="102639"/>
                      <a:pt x="55589" y="104591"/>
                    </a:cubicBezTo>
                    <a:cubicBezTo>
                      <a:pt x="56163" y="106888"/>
                      <a:pt x="56890" y="109224"/>
                      <a:pt x="58230" y="111176"/>
                    </a:cubicBezTo>
                    <a:cubicBezTo>
                      <a:pt x="58268" y="111176"/>
                      <a:pt x="58268" y="111176"/>
                      <a:pt x="58307" y="111138"/>
                    </a:cubicBezTo>
                    <a:cubicBezTo>
                      <a:pt x="59417" y="110640"/>
                      <a:pt x="61293" y="111521"/>
                      <a:pt x="62212" y="112210"/>
                    </a:cubicBezTo>
                    <a:cubicBezTo>
                      <a:pt x="63054" y="112861"/>
                      <a:pt x="63628" y="113741"/>
                      <a:pt x="64164" y="114583"/>
                    </a:cubicBezTo>
                    <a:cubicBezTo>
                      <a:pt x="64202" y="114698"/>
                      <a:pt x="64241" y="114813"/>
                      <a:pt x="64202" y="114890"/>
                    </a:cubicBezTo>
                    <a:cubicBezTo>
                      <a:pt x="64241" y="114966"/>
                      <a:pt x="64241" y="115043"/>
                      <a:pt x="64241" y="115119"/>
                    </a:cubicBezTo>
                    <a:cubicBezTo>
                      <a:pt x="64279" y="115196"/>
                      <a:pt x="64279" y="115234"/>
                      <a:pt x="64279" y="115311"/>
                    </a:cubicBezTo>
                    <a:cubicBezTo>
                      <a:pt x="64892" y="115464"/>
                      <a:pt x="65542" y="115655"/>
                      <a:pt x="66193" y="115847"/>
                    </a:cubicBezTo>
                    <a:cubicBezTo>
                      <a:pt x="67112" y="116076"/>
                      <a:pt x="68031" y="116383"/>
                      <a:pt x="68911" y="116842"/>
                    </a:cubicBezTo>
                    <a:cubicBezTo>
                      <a:pt x="69332" y="117072"/>
                      <a:pt x="68988" y="117684"/>
                      <a:pt x="68567" y="117455"/>
                    </a:cubicBezTo>
                    <a:cubicBezTo>
                      <a:pt x="67878" y="117072"/>
                      <a:pt x="67150" y="116842"/>
                      <a:pt x="66423" y="116651"/>
                    </a:cubicBezTo>
                    <a:cubicBezTo>
                      <a:pt x="65504" y="116421"/>
                      <a:pt x="64700" y="116076"/>
                      <a:pt x="63820" y="115962"/>
                    </a:cubicBezTo>
                    <a:lnTo>
                      <a:pt x="63820" y="115962"/>
                    </a:lnTo>
                    <a:cubicBezTo>
                      <a:pt x="62135" y="119216"/>
                      <a:pt x="59455" y="121896"/>
                      <a:pt x="56316" y="123810"/>
                    </a:cubicBezTo>
                    <a:cubicBezTo>
                      <a:pt x="50497" y="127753"/>
                      <a:pt x="43223" y="128978"/>
                      <a:pt x="36294" y="128863"/>
                    </a:cubicBezTo>
                    <a:cubicBezTo>
                      <a:pt x="34533" y="128863"/>
                      <a:pt x="32771" y="128634"/>
                      <a:pt x="31010" y="128442"/>
                    </a:cubicBezTo>
                    <a:cubicBezTo>
                      <a:pt x="29211" y="128174"/>
                      <a:pt x="27373" y="127944"/>
                      <a:pt x="25612" y="127562"/>
                    </a:cubicBezTo>
                    <a:cubicBezTo>
                      <a:pt x="22626" y="126949"/>
                      <a:pt x="19793" y="125762"/>
                      <a:pt x="17152" y="124307"/>
                    </a:cubicBezTo>
                    <a:cubicBezTo>
                      <a:pt x="14663" y="122776"/>
                      <a:pt x="12060" y="121283"/>
                      <a:pt x="10184" y="119024"/>
                    </a:cubicBezTo>
                    <a:cubicBezTo>
                      <a:pt x="9610" y="118335"/>
                      <a:pt x="8997" y="117646"/>
                      <a:pt x="8423" y="116957"/>
                    </a:cubicBezTo>
                    <a:cubicBezTo>
                      <a:pt x="7925" y="116268"/>
                      <a:pt x="7504" y="115502"/>
                      <a:pt x="7083" y="114737"/>
                    </a:cubicBezTo>
                    <a:cubicBezTo>
                      <a:pt x="7083" y="114775"/>
                      <a:pt x="7045" y="114775"/>
                      <a:pt x="7045" y="114775"/>
                    </a:cubicBezTo>
                    <a:lnTo>
                      <a:pt x="6585" y="115005"/>
                    </a:lnTo>
                    <a:cubicBezTo>
                      <a:pt x="5207" y="115694"/>
                      <a:pt x="3791" y="116268"/>
                      <a:pt x="2489" y="117110"/>
                    </a:cubicBezTo>
                    <a:cubicBezTo>
                      <a:pt x="2221" y="117302"/>
                      <a:pt x="1953" y="117455"/>
                      <a:pt x="1685" y="117684"/>
                    </a:cubicBezTo>
                    <a:cubicBezTo>
                      <a:pt x="1417" y="117838"/>
                      <a:pt x="1073" y="118335"/>
                      <a:pt x="728" y="117991"/>
                    </a:cubicBezTo>
                    <a:cubicBezTo>
                      <a:pt x="460" y="117570"/>
                      <a:pt x="996" y="117302"/>
                      <a:pt x="1264" y="117110"/>
                    </a:cubicBezTo>
                    <a:cubicBezTo>
                      <a:pt x="2106" y="116459"/>
                      <a:pt x="3102" y="115923"/>
                      <a:pt x="4059" y="115426"/>
                    </a:cubicBezTo>
                    <a:cubicBezTo>
                      <a:pt x="3063" y="111980"/>
                      <a:pt x="4212" y="107922"/>
                      <a:pt x="4939" y="104477"/>
                    </a:cubicBezTo>
                    <a:cubicBezTo>
                      <a:pt x="5590" y="101261"/>
                      <a:pt x="5322" y="97853"/>
                      <a:pt x="4250" y="94752"/>
                    </a:cubicBezTo>
                    <a:cubicBezTo>
                      <a:pt x="3561" y="92723"/>
                      <a:pt x="2336" y="90924"/>
                      <a:pt x="1302" y="89048"/>
                    </a:cubicBezTo>
                    <a:cubicBezTo>
                      <a:pt x="958" y="88474"/>
                      <a:pt x="613" y="87861"/>
                      <a:pt x="269" y="87287"/>
                    </a:cubicBezTo>
                    <a:cubicBezTo>
                      <a:pt x="154" y="87096"/>
                      <a:pt x="1" y="86866"/>
                      <a:pt x="1" y="86636"/>
                    </a:cubicBezTo>
                    <a:cubicBezTo>
                      <a:pt x="1" y="86215"/>
                      <a:pt x="613" y="86139"/>
                      <a:pt x="690" y="86598"/>
                    </a:cubicBezTo>
                    <a:cubicBezTo>
                      <a:pt x="1034" y="87211"/>
                      <a:pt x="1417" y="87785"/>
                      <a:pt x="1762" y="88436"/>
                    </a:cubicBezTo>
                    <a:cubicBezTo>
                      <a:pt x="2680" y="90082"/>
                      <a:pt x="3714" y="91690"/>
                      <a:pt x="4518" y="93413"/>
                    </a:cubicBezTo>
                    <a:cubicBezTo>
                      <a:pt x="5131" y="94791"/>
                      <a:pt x="5475" y="96284"/>
                      <a:pt x="5743" y="97777"/>
                    </a:cubicBezTo>
                    <a:cubicBezTo>
                      <a:pt x="5973" y="99232"/>
                      <a:pt x="6049" y="100725"/>
                      <a:pt x="5973" y="102218"/>
                    </a:cubicBezTo>
                    <a:cubicBezTo>
                      <a:pt x="5858" y="104362"/>
                      <a:pt x="5169" y="106391"/>
                      <a:pt x="4824" y="108496"/>
                    </a:cubicBezTo>
                    <a:cubicBezTo>
                      <a:pt x="4518" y="110104"/>
                      <a:pt x="4327" y="111750"/>
                      <a:pt x="4403" y="113397"/>
                    </a:cubicBezTo>
                    <a:cubicBezTo>
                      <a:pt x="4480" y="113971"/>
                      <a:pt x="4518" y="114583"/>
                      <a:pt x="4709" y="115119"/>
                    </a:cubicBezTo>
                    <a:cubicBezTo>
                      <a:pt x="4786" y="115081"/>
                      <a:pt x="4901" y="115043"/>
                      <a:pt x="5016" y="115005"/>
                    </a:cubicBezTo>
                    <a:cubicBezTo>
                      <a:pt x="5628" y="114698"/>
                      <a:pt x="6241" y="114392"/>
                      <a:pt x="6853" y="114086"/>
                    </a:cubicBezTo>
                    <a:cubicBezTo>
                      <a:pt x="6853" y="114086"/>
                      <a:pt x="6853" y="114086"/>
                      <a:pt x="6892" y="114047"/>
                    </a:cubicBezTo>
                    <a:cubicBezTo>
                      <a:pt x="6930" y="114009"/>
                      <a:pt x="6968" y="113971"/>
                      <a:pt x="7006" y="113933"/>
                    </a:cubicBezTo>
                    <a:cubicBezTo>
                      <a:pt x="6930" y="113818"/>
                      <a:pt x="6968" y="113665"/>
                      <a:pt x="7045" y="113550"/>
                    </a:cubicBezTo>
                    <a:cubicBezTo>
                      <a:pt x="8078" y="112516"/>
                      <a:pt x="9150" y="111482"/>
                      <a:pt x="10375" y="110717"/>
                    </a:cubicBezTo>
                    <a:cubicBezTo>
                      <a:pt x="11026" y="110334"/>
                      <a:pt x="12826" y="109224"/>
                      <a:pt x="13438" y="109989"/>
                    </a:cubicBezTo>
                    <a:cubicBezTo>
                      <a:pt x="13744" y="109568"/>
                      <a:pt x="13974" y="109109"/>
                      <a:pt x="14204" y="108688"/>
                    </a:cubicBezTo>
                    <a:cubicBezTo>
                      <a:pt x="15084" y="106888"/>
                      <a:pt x="15582" y="105051"/>
                      <a:pt x="15965" y="103137"/>
                    </a:cubicBezTo>
                    <a:cubicBezTo>
                      <a:pt x="16654" y="99997"/>
                      <a:pt x="16999" y="96782"/>
                      <a:pt x="16960" y="93604"/>
                    </a:cubicBezTo>
                    <a:cubicBezTo>
                      <a:pt x="16960" y="92953"/>
                      <a:pt x="16922" y="92226"/>
                      <a:pt x="16884" y="91575"/>
                    </a:cubicBezTo>
                    <a:cubicBezTo>
                      <a:pt x="16884" y="91307"/>
                      <a:pt x="16769" y="90771"/>
                      <a:pt x="16845" y="90388"/>
                    </a:cubicBezTo>
                    <a:cubicBezTo>
                      <a:pt x="16386" y="89967"/>
                      <a:pt x="15965" y="89584"/>
                      <a:pt x="15544" y="89163"/>
                    </a:cubicBezTo>
                    <a:cubicBezTo>
                      <a:pt x="12366" y="86215"/>
                      <a:pt x="10146" y="82349"/>
                      <a:pt x="8653" y="78290"/>
                    </a:cubicBezTo>
                    <a:cubicBezTo>
                      <a:pt x="7389" y="74768"/>
                      <a:pt x="6585" y="71093"/>
                      <a:pt x="5973" y="67380"/>
                    </a:cubicBezTo>
                    <a:cubicBezTo>
                      <a:pt x="5858" y="66652"/>
                      <a:pt x="5743" y="65925"/>
                      <a:pt x="5628" y="65197"/>
                    </a:cubicBezTo>
                    <a:cubicBezTo>
                      <a:pt x="5399" y="65427"/>
                      <a:pt x="5092" y="65657"/>
                      <a:pt x="4748" y="65810"/>
                    </a:cubicBezTo>
                    <a:cubicBezTo>
                      <a:pt x="4403" y="65963"/>
                      <a:pt x="4020" y="66040"/>
                      <a:pt x="3638" y="66040"/>
                    </a:cubicBezTo>
                    <a:cubicBezTo>
                      <a:pt x="2680" y="66040"/>
                      <a:pt x="1762" y="65351"/>
                      <a:pt x="1494" y="64394"/>
                    </a:cubicBezTo>
                    <a:cubicBezTo>
                      <a:pt x="1187" y="63398"/>
                      <a:pt x="1685" y="62288"/>
                      <a:pt x="2451" y="61637"/>
                    </a:cubicBezTo>
                    <a:cubicBezTo>
                      <a:pt x="1685" y="60757"/>
                      <a:pt x="1073" y="59761"/>
                      <a:pt x="498" y="58766"/>
                    </a:cubicBezTo>
                    <a:cubicBezTo>
                      <a:pt x="345" y="58460"/>
                      <a:pt x="192" y="58153"/>
                      <a:pt x="39" y="57809"/>
                    </a:cubicBezTo>
                    <a:cubicBezTo>
                      <a:pt x="1" y="57656"/>
                      <a:pt x="77" y="57426"/>
                      <a:pt x="230" y="57349"/>
                    </a:cubicBezTo>
                    <a:cubicBezTo>
                      <a:pt x="422" y="57273"/>
                      <a:pt x="651" y="57388"/>
                      <a:pt x="690" y="57541"/>
                    </a:cubicBezTo>
                    <a:cubicBezTo>
                      <a:pt x="996" y="58230"/>
                      <a:pt x="1340" y="58881"/>
                      <a:pt x="1762" y="59493"/>
                    </a:cubicBezTo>
                    <a:cubicBezTo>
                      <a:pt x="2183" y="60106"/>
                      <a:pt x="2604" y="60757"/>
                      <a:pt x="3063" y="61293"/>
                    </a:cubicBezTo>
                    <a:cubicBezTo>
                      <a:pt x="3293" y="61216"/>
                      <a:pt x="3561" y="61178"/>
                      <a:pt x="3791" y="61178"/>
                    </a:cubicBezTo>
                    <a:cubicBezTo>
                      <a:pt x="4212" y="61178"/>
                      <a:pt x="4786" y="61178"/>
                      <a:pt x="5131" y="61446"/>
                    </a:cubicBezTo>
                    <a:cubicBezTo>
                      <a:pt x="4939" y="59685"/>
                      <a:pt x="4748" y="57924"/>
                      <a:pt x="4633" y="56163"/>
                    </a:cubicBezTo>
                    <a:cubicBezTo>
                      <a:pt x="4633" y="56124"/>
                      <a:pt x="4633" y="56124"/>
                      <a:pt x="4633" y="56086"/>
                    </a:cubicBezTo>
                    <a:cubicBezTo>
                      <a:pt x="4518" y="56048"/>
                      <a:pt x="4403" y="55971"/>
                      <a:pt x="4365" y="55856"/>
                    </a:cubicBezTo>
                    <a:cubicBezTo>
                      <a:pt x="3829" y="54095"/>
                      <a:pt x="2872" y="52449"/>
                      <a:pt x="1532" y="51186"/>
                    </a:cubicBezTo>
                    <a:cubicBezTo>
                      <a:pt x="1379" y="51147"/>
                      <a:pt x="1226" y="50994"/>
                      <a:pt x="1226" y="50841"/>
                    </a:cubicBezTo>
                    <a:cubicBezTo>
                      <a:pt x="1226" y="50458"/>
                      <a:pt x="1685" y="50382"/>
                      <a:pt x="1915" y="50573"/>
                    </a:cubicBezTo>
                    <a:cubicBezTo>
                      <a:pt x="3025" y="51492"/>
                      <a:pt x="3752" y="52755"/>
                      <a:pt x="4441" y="54019"/>
                    </a:cubicBezTo>
                    <a:cubicBezTo>
                      <a:pt x="4441" y="54095"/>
                      <a:pt x="4480" y="54172"/>
                      <a:pt x="4518" y="54210"/>
                    </a:cubicBezTo>
                    <a:cubicBezTo>
                      <a:pt x="4441" y="52334"/>
                      <a:pt x="4403" y="50458"/>
                      <a:pt x="4365" y="48582"/>
                    </a:cubicBezTo>
                    <a:cubicBezTo>
                      <a:pt x="4327" y="47396"/>
                      <a:pt x="4212" y="46247"/>
                      <a:pt x="4173" y="45060"/>
                    </a:cubicBezTo>
                    <a:cubicBezTo>
                      <a:pt x="3523" y="45596"/>
                      <a:pt x="2795" y="46094"/>
                      <a:pt x="2030" y="46477"/>
                    </a:cubicBezTo>
                    <a:cubicBezTo>
                      <a:pt x="1570" y="46783"/>
                      <a:pt x="1073" y="47013"/>
                      <a:pt x="575" y="47281"/>
                    </a:cubicBezTo>
                    <a:cubicBezTo>
                      <a:pt x="422" y="47396"/>
                      <a:pt x="192" y="47357"/>
                      <a:pt x="77" y="47166"/>
                    </a:cubicBezTo>
                    <a:cubicBezTo>
                      <a:pt x="1" y="47013"/>
                      <a:pt x="39" y="46783"/>
                      <a:pt x="230" y="46668"/>
                    </a:cubicBezTo>
                    <a:cubicBezTo>
                      <a:pt x="690" y="46438"/>
                      <a:pt x="1111" y="46209"/>
                      <a:pt x="1570" y="45941"/>
                    </a:cubicBezTo>
                    <a:cubicBezTo>
                      <a:pt x="2948" y="45213"/>
                      <a:pt x="4135" y="44218"/>
                      <a:pt x="5322" y="43184"/>
                    </a:cubicBezTo>
                    <a:cubicBezTo>
                      <a:pt x="8921" y="40160"/>
                      <a:pt x="11907" y="36523"/>
                      <a:pt x="14587" y="32656"/>
                    </a:cubicBezTo>
                    <a:cubicBezTo>
                      <a:pt x="16156" y="30283"/>
                      <a:pt x="17535" y="27794"/>
                      <a:pt x="18913" y="25306"/>
                    </a:cubicBezTo>
                    <a:cubicBezTo>
                      <a:pt x="19678" y="23889"/>
                      <a:pt x="20482" y="22435"/>
                      <a:pt x="21210" y="21018"/>
                    </a:cubicBezTo>
                    <a:cubicBezTo>
                      <a:pt x="22473" y="18491"/>
                      <a:pt x="23583" y="15888"/>
                      <a:pt x="24808" y="13323"/>
                    </a:cubicBezTo>
                    <a:cubicBezTo>
                      <a:pt x="26034" y="10758"/>
                      <a:pt x="27603" y="8346"/>
                      <a:pt x="29326" y="6087"/>
                    </a:cubicBezTo>
                    <a:cubicBezTo>
                      <a:pt x="30781" y="4058"/>
                      <a:pt x="33154" y="2374"/>
                      <a:pt x="35758" y="2642"/>
                    </a:cubicBezTo>
                    <a:cubicBezTo>
                      <a:pt x="36064" y="2680"/>
                      <a:pt x="36408" y="2757"/>
                      <a:pt x="36715" y="2872"/>
                    </a:cubicBezTo>
                    <a:cubicBezTo>
                      <a:pt x="36791" y="2872"/>
                      <a:pt x="36830" y="2910"/>
                      <a:pt x="36906" y="2910"/>
                    </a:cubicBezTo>
                    <a:lnTo>
                      <a:pt x="36868" y="2718"/>
                    </a:lnTo>
                    <a:cubicBezTo>
                      <a:pt x="36753" y="2642"/>
                      <a:pt x="36638" y="2489"/>
                      <a:pt x="36485" y="2412"/>
                    </a:cubicBezTo>
                    <a:cubicBezTo>
                      <a:pt x="34839" y="1379"/>
                      <a:pt x="32810" y="689"/>
                      <a:pt x="30857" y="1034"/>
                    </a:cubicBezTo>
                    <a:cubicBezTo>
                      <a:pt x="26225" y="2029"/>
                      <a:pt x="23966" y="6738"/>
                      <a:pt x="21975" y="10605"/>
                    </a:cubicBezTo>
                    <a:cubicBezTo>
                      <a:pt x="19564" y="15276"/>
                      <a:pt x="17305" y="19984"/>
                      <a:pt x="15084" y="24770"/>
                    </a:cubicBezTo>
                    <a:cubicBezTo>
                      <a:pt x="13936" y="27373"/>
                      <a:pt x="12826" y="30015"/>
                      <a:pt x="11447" y="32541"/>
                    </a:cubicBezTo>
                    <a:cubicBezTo>
                      <a:pt x="9725" y="35796"/>
                      <a:pt x="7657" y="38935"/>
                      <a:pt x="5169" y="41691"/>
                    </a:cubicBezTo>
                    <a:cubicBezTo>
                      <a:pt x="4212" y="42725"/>
                      <a:pt x="3178" y="43720"/>
                      <a:pt x="2030" y="44601"/>
                    </a:cubicBezTo>
                    <a:cubicBezTo>
                      <a:pt x="1647" y="44907"/>
                      <a:pt x="1264" y="45175"/>
                      <a:pt x="843" y="45443"/>
                    </a:cubicBezTo>
                    <a:cubicBezTo>
                      <a:pt x="651" y="45558"/>
                      <a:pt x="422" y="45481"/>
                      <a:pt x="345" y="45290"/>
                    </a:cubicBezTo>
                    <a:cubicBezTo>
                      <a:pt x="115" y="44869"/>
                      <a:pt x="690" y="44716"/>
                      <a:pt x="958" y="44524"/>
                    </a:cubicBezTo>
                    <a:cubicBezTo>
                      <a:pt x="2030" y="43759"/>
                      <a:pt x="2987" y="42916"/>
                      <a:pt x="3906" y="41998"/>
                    </a:cubicBezTo>
                    <a:cubicBezTo>
                      <a:pt x="7198" y="38667"/>
                      <a:pt x="9648" y="34609"/>
                      <a:pt x="11754" y="30436"/>
                    </a:cubicBezTo>
                    <a:cubicBezTo>
                      <a:pt x="13017" y="27909"/>
                      <a:pt x="14012" y="25229"/>
                      <a:pt x="15276" y="22664"/>
                    </a:cubicBezTo>
                    <a:cubicBezTo>
                      <a:pt x="17305" y="18300"/>
                      <a:pt x="19410" y="14012"/>
                      <a:pt x="21631" y="9763"/>
                    </a:cubicBezTo>
                    <a:cubicBezTo>
                      <a:pt x="23583" y="5858"/>
                      <a:pt x="26072" y="1302"/>
                      <a:pt x="30704" y="345"/>
                    </a:cubicBezTo>
                    <a:cubicBezTo>
                      <a:pt x="32542" y="0"/>
                      <a:pt x="34456" y="536"/>
                      <a:pt x="36102" y="1379"/>
                    </a:cubicBezTo>
                    <a:cubicBezTo>
                      <a:pt x="36294" y="1493"/>
                      <a:pt x="36523" y="1608"/>
                      <a:pt x="36715" y="1723"/>
                    </a:cubicBezTo>
                    <a:cubicBezTo>
                      <a:pt x="36638" y="1340"/>
                      <a:pt x="36600" y="996"/>
                      <a:pt x="36600" y="651"/>
                    </a:cubicBezTo>
                    <a:cubicBezTo>
                      <a:pt x="36600" y="460"/>
                      <a:pt x="36753" y="230"/>
                      <a:pt x="36944" y="230"/>
                    </a:cubicBezTo>
                    <a:cubicBezTo>
                      <a:pt x="37174" y="230"/>
                      <a:pt x="37327" y="421"/>
                      <a:pt x="37327" y="613"/>
                    </a:cubicBezTo>
                    <a:cubicBezTo>
                      <a:pt x="37327" y="1225"/>
                      <a:pt x="37442" y="1838"/>
                      <a:pt x="37557" y="2451"/>
                    </a:cubicBezTo>
                    <a:cubicBezTo>
                      <a:pt x="37863" y="4441"/>
                      <a:pt x="38169" y="6509"/>
                      <a:pt x="38591" y="8499"/>
                    </a:cubicBezTo>
                    <a:cubicBezTo>
                      <a:pt x="39395" y="12328"/>
                      <a:pt x="40543" y="16079"/>
                      <a:pt x="41921" y="19755"/>
                    </a:cubicBezTo>
                    <a:cubicBezTo>
                      <a:pt x="43223" y="23047"/>
                      <a:pt x="45022" y="26110"/>
                      <a:pt x="46707" y="29211"/>
                    </a:cubicBezTo>
                    <a:cubicBezTo>
                      <a:pt x="47894" y="31240"/>
                      <a:pt x="49195" y="33192"/>
                      <a:pt x="50459" y="35145"/>
                    </a:cubicBezTo>
                    <a:cubicBezTo>
                      <a:pt x="51607" y="36982"/>
                      <a:pt x="52832" y="38782"/>
                      <a:pt x="54172" y="40466"/>
                    </a:cubicBezTo>
                    <a:cubicBezTo>
                      <a:pt x="54440" y="40275"/>
                      <a:pt x="54823" y="40351"/>
                      <a:pt x="54823" y="40696"/>
                    </a:cubicBezTo>
                    <a:cubicBezTo>
                      <a:pt x="54823" y="40849"/>
                      <a:pt x="54746" y="40964"/>
                      <a:pt x="54631" y="41040"/>
                    </a:cubicBezTo>
                    <a:cubicBezTo>
                      <a:pt x="54976" y="41500"/>
                      <a:pt x="55321" y="41921"/>
                      <a:pt x="55703" y="42342"/>
                    </a:cubicBezTo>
                    <a:cubicBezTo>
                      <a:pt x="56010" y="42266"/>
                      <a:pt x="56354" y="42151"/>
                      <a:pt x="56661" y="41998"/>
                    </a:cubicBezTo>
                    <a:cubicBezTo>
                      <a:pt x="56852" y="41921"/>
                      <a:pt x="57043" y="41844"/>
                      <a:pt x="57235" y="41998"/>
                    </a:cubicBezTo>
                    <a:cubicBezTo>
                      <a:pt x="57350" y="42074"/>
                      <a:pt x="57388" y="42266"/>
                      <a:pt x="57350" y="42419"/>
                    </a:cubicBezTo>
                    <a:cubicBezTo>
                      <a:pt x="57120" y="42763"/>
                      <a:pt x="56814" y="42993"/>
                      <a:pt x="56469" y="43223"/>
                    </a:cubicBezTo>
                    <a:cubicBezTo>
                      <a:pt x="57771" y="44639"/>
                      <a:pt x="59072" y="46094"/>
                      <a:pt x="60527" y="47396"/>
                    </a:cubicBezTo>
                    <a:cubicBezTo>
                      <a:pt x="61791" y="48429"/>
                      <a:pt x="63016" y="49539"/>
                      <a:pt x="64279" y="50611"/>
                    </a:cubicBezTo>
                    <a:cubicBezTo>
                      <a:pt x="65696" y="51760"/>
                      <a:pt x="67227" y="52794"/>
                      <a:pt x="68720" y="538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32"/>
              <p:cNvSpPr/>
              <p:nvPr/>
            </p:nvSpPr>
            <p:spPr>
              <a:xfrm>
                <a:off x="443900" y="2139175"/>
                <a:ext cx="418275" cy="146450"/>
              </a:xfrm>
              <a:custGeom>
                <a:avLst/>
                <a:gdLst/>
                <a:ahLst/>
                <a:cxnLst/>
                <a:rect l="l" t="t" r="r" b="b"/>
                <a:pathLst>
                  <a:path w="16731" h="5858" extrusionOk="0">
                    <a:moveTo>
                      <a:pt x="16692" y="3752"/>
                    </a:moveTo>
                    <a:cubicBezTo>
                      <a:pt x="16692" y="4212"/>
                      <a:pt x="16003" y="4212"/>
                      <a:pt x="16003" y="3752"/>
                    </a:cubicBezTo>
                    <a:cubicBezTo>
                      <a:pt x="15773" y="3102"/>
                      <a:pt x="15314" y="2489"/>
                      <a:pt x="14739" y="2068"/>
                    </a:cubicBezTo>
                    <a:cubicBezTo>
                      <a:pt x="14548" y="1953"/>
                      <a:pt x="14318" y="1800"/>
                      <a:pt x="14088" y="1723"/>
                    </a:cubicBezTo>
                    <a:cubicBezTo>
                      <a:pt x="14471" y="2451"/>
                      <a:pt x="14395" y="3370"/>
                      <a:pt x="13974" y="4097"/>
                    </a:cubicBezTo>
                    <a:cubicBezTo>
                      <a:pt x="13284" y="5284"/>
                      <a:pt x="11715" y="5858"/>
                      <a:pt x="10413" y="5475"/>
                    </a:cubicBezTo>
                    <a:cubicBezTo>
                      <a:pt x="8461" y="4863"/>
                      <a:pt x="7695" y="2642"/>
                      <a:pt x="8958" y="1111"/>
                    </a:cubicBezTo>
                    <a:cubicBezTo>
                      <a:pt x="8461" y="1149"/>
                      <a:pt x="7925" y="1302"/>
                      <a:pt x="7427" y="1455"/>
                    </a:cubicBezTo>
                    <a:cubicBezTo>
                      <a:pt x="6432" y="1800"/>
                      <a:pt x="5513" y="2336"/>
                      <a:pt x="4479" y="2566"/>
                    </a:cubicBezTo>
                    <a:cubicBezTo>
                      <a:pt x="3599" y="2795"/>
                      <a:pt x="2680" y="2910"/>
                      <a:pt x="1799" y="2795"/>
                    </a:cubicBezTo>
                    <a:cubicBezTo>
                      <a:pt x="1417" y="2757"/>
                      <a:pt x="1034" y="2642"/>
                      <a:pt x="689" y="2527"/>
                    </a:cubicBezTo>
                    <a:cubicBezTo>
                      <a:pt x="383" y="2451"/>
                      <a:pt x="0" y="2221"/>
                      <a:pt x="191" y="1876"/>
                    </a:cubicBezTo>
                    <a:cubicBezTo>
                      <a:pt x="268" y="1762"/>
                      <a:pt x="345" y="1723"/>
                      <a:pt x="459" y="1685"/>
                    </a:cubicBezTo>
                    <a:cubicBezTo>
                      <a:pt x="1608" y="1762"/>
                      <a:pt x="2756" y="1647"/>
                      <a:pt x="3905" y="1417"/>
                    </a:cubicBezTo>
                    <a:cubicBezTo>
                      <a:pt x="3292" y="1341"/>
                      <a:pt x="2718" y="1187"/>
                      <a:pt x="2182" y="996"/>
                    </a:cubicBezTo>
                    <a:cubicBezTo>
                      <a:pt x="1876" y="919"/>
                      <a:pt x="1608" y="651"/>
                      <a:pt x="1799" y="345"/>
                    </a:cubicBezTo>
                    <a:cubicBezTo>
                      <a:pt x="2029" y="1"/>
                      <a:pt x="2680" y="230"/>
                      <a:pt x="3024" y="269"/>
                    </a:cubicBezTo>
                    <a:cubicBezTo>
                      <a:pt x="4058" y="422"/>
                      <a:pt x="5092" y="383"/>
                      <a:pt x="6125" y="345"/>
                    </a:cubicBezTo>
                    <a:cubicBezTo>
                      <a:pt x="7542" y="269"/>
                      <a:pt x="8920" y="154"/>
                      <a:pt x="10337" y="230"/>
                    </a:cubicBezTo>
                    <a:cubicBezTo>
                      <a:pt x="10413" y="230"/>
                      <a:pt x="10490" y="230"/>
                      <a:pt x="10566" y="307"/>
                    </a:cubicBezTo>
                    <a:cubicBezTo>
                      <a:pt x="11830" y="307"/>
                      <a:pt x="13131" y="537"/>
                      <a:pt x="14242" y="996"/>
                    </a:cubicBezTo>
                    <a:cubicBezTo>
                      <a:pt x="14931" y="1302"/>
                      <a:pt x="15543" y="1723"/>
                      <a:pt x="16003" y="2298"/>
                    </a:cubicBezTo>
                    <a:cubicBezTo>
                      <a:pt x="16271" y="2757"/>
                      <a:pt x="16692" y="3216"/>
                      <a:pt x="16730" y="375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32"/>
              <p:cNvSpPr/>
              <p:nvPr/>
            </p:nvSpPr>
            <p:spPr>
              <a:xfrm>
                <a:off x="715700" y="2876150"/>
                <a:ext cx="738900" cy="102425"/>
              </a:xfrm>
              <a:custGeom>
                <a:avLst/>
                <a:gdLst/>
                <a:ahLst/>
                <a:cxnLst/>
                <a:rect l="l" t="t" r="r" b="b"/>
                <a:pathLst>
                  <a:path w="29556" h="4097" extrusionOk="0">
                    <a:moveTo>
                      <a:pt x="14587" y="3867"/>
                    </a:moveTo>
                    <a:cubicBezTo>
                      <a:pt x="13132" y="3369"/>
                      <a:pt x="11601" y="3407"/>
                      <a:pt x="10069" y="3331"/>
                    </a:cubicBezTo>
                    <a:cubicBezTo>
                      <a:pt x="7887" y="3254"/>
                      <a:pt x="5667" y="3024"/>
                      <a:pt x="3561" y="2450"/>
                    </a:cubicBezTo>
                    <a:cubicBezTo>
                      <a:pt x="2642" y="2182"/>
                      <a:pt x="1723" y="1799"/>
                      <a:pt x="881" y="1531"/>
                    </a:cubicBezTo>
                    <a:cubicBezTo>
                      <a:pt x="537" y="1378"/>
                      <a:pt x="1" y="1417"/>
                      <a:pt x="39" y="957"/>
                    </a:cubicBezTo>
                    <a:cubicBezTo>
                      <a:pt x="154" y="498"/>
                      <a:pt x="537" y="651"/>
                      <a:pt x="843" y="766"/>
                    </a:cubicBezTo>
                    <a:cubicBezTo>
                      <a:pt x="1455" y="995"/>
                      <a:pt x="2068" y="1225"/>
                      <a:pt x="2680" y="1417"/>
                    </a:cubicBezTo>
                    <a:cubicBezTo>
                      <a:pt x="3484" y="1723"/>
                      <a:pt x="4327" y="1914"/>
                      <a:pt x="5207" y="2106"/>
                    </a:cubicBezTo>
                    <a:cubicBezTo>
                      <a:pt x="7083" y="2488"/>
                      <a:pt x="8997" y="2603"/>
                      <a:pt x="10911" y="2642"/>
                    </a:cubicBezTo>
                    <a:cubicBezTo>
                      <a:pt x="12251" y="2680"/>
                      <a:pt x="13553" y="2756"/>
                      <a:pt x="14855" y="3178"/>
                    </a:cubicBezTo>
                    <a:cubicBezTo>
                      <a:pt x="15467" y="3292"/>
                      <a:pt x="16080" y="3024"/>
                      <a:pt x="16654" y="2910"/>
                    </a:cubicBezTo>
                    <a:cubicBezTo>
                      <a:pt x="17420" y="2756"/>
                      <a:pt x="18224" y="2642"/>
                      <a:pt x="18989" y="2565"/>
                    </a:cubicBezTo>
                    <a:cubicBezTo>
                      <a:pt x="20482" y="2374"/>
                      <a:pt x="21975" y="2335"/>
                      <a:pt x="23469" y="2029"/>
                    </a:cubicBezTo>
                    <a:cubicBezTo>
                      <a:pt x="25383" y="1646"/>
                      <a:pt x="27259" y="1072"/>
                      <a:pt x="28943" y="115"/>
                    </a:cubicBezTo>
                    <a:cubicBezTo>
                      <a:pt x="29135" y="0"/>
                      <a:pt x="29326" y="38"/>
                      <a:pt x="29441" y="230"/>
                    </a:cubicBezTo>
                    <a:cubicBezTo>
                      <a:pt x="29556" y="383"/>
                      <a:pt x="29479" y="613"/>
                      <a:pt x="29326" y="727"/>
                    </a:cubicBezTo>
                    <a:cubicBezTo>
                      <a:pt x="28713" y="1034"/>
                      <a:pt x="28101" y="1378"/>
                      <a:pt x="27450" y="1646"/>
                    </a:cubicBezTo>
                    <a:cubicBezTo>
                      <a:pt x="26072" y="2144"/>
                      <a:pt x="24617" y="2565"/>
                      <a:pt x="23162" y="2833"/>
                    </a:cubicBezTo>
                    <a:cubicBezTo>
                      <a:pt x="21095" y="3139"/>
                      <a:pt x="18989" y="3178"/>
                      <a:pt x="16960" y="3599"/>
                    </a:cubicBezTo>
                    <a:cubicBezTo>
                      <a:pt x="16156" y="3714"/>
                      <a:pt x="15352" y="4096"/>
                      <a:pt x="14587" y="386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32"/>
              <p:cNvSpPr/>
              <p:nvPr/>
            </p:nvSpPr>
            <p:spPr>
              <a:xfrm>
                <a:off x="730050" y="2881875"/>
                <a:ext cx="728375" cy="209625"/>
              </a:xfrm>
              <a:custGeom>
                <a:avLst/>
                <a:gdLst/>
                <a:ahLst/>
                <a:cxnLst/>
                <a:rect l="l" t="t" r="r" b="b"/>
                <a:pathLst>
                  <a:path w="29135" h="8385" extrusionOk="0">
                    <a:moveTo>
                      <a:pt x="14089" y="8308"/>
                    </a:moveTo>
                    <a:cubicBezTo>
                      <a:pt x="11448" y="8270"/>
                      <a:pt x="8883" y="7543"/>
                      <a:pt x="6586" y="6318"/>
                    </a:cubicBezTo>
                    <a:cubicBezTo>
                      <a:pt x="5552" y="5858"/>
                      <a:pt x="4595" y="5246"/>
                      <a:pt x="3753" y="4556"/>
                    </a:cubicBezTo>
                    <a:cubicBezTo>
                      <a:pt x="2566" y="3638"/>
                      <a:pt x="1417" y="2719"/>
                      <a:pt x="460" y="1570"/>
                    </a:cubicBezTo>
                    <a:cubicBezTo>
                      <a:pt x="345" y="1417"/>
                      <a:pt x="231" y="1302"/>
                      <a:pt x="116" y="1149"/>
                    </a:cubicBezTo>
                    <a:cubicBezTo>
                      <a:pt x="39" y="1073"/>
                      <a:pt x="1" y="996"/>
                      <a:pt x="1" y="881"/>
                    </a:cubicBezTo>
                    <a:cubicBezTo>
                      <a:pt x="1" y="690"/>
                      <a:pt x="154" y="498"/>
                      <a:pt x="345" y="498"/>
                    </a:cubicBezTo>
                    <a:cubicBezTo>
                      <a:pt x="537" y="498"/>
                      <a:pt x="690" y="690"/>
                      <a:pt x="805" y="843"/>
                    </a:cubicBezTo>
                    <a:cubicBezTo>
                      <a:pt x="1953" y="2336"/>
                      <a:pt x="3523" y="3485"/>
                      <a:pt x="5054" y="4633"/>
                    </a:cubicBezTo>
                    <a:cubicBezTo>
                      <a:pt x="8194" y="6700"/>
                      <a:pt x="11831" y="7811"/>
                      <a:pt x="15621" y="7581"/>
                    </a:cubicBezTo>
                    <a:cubicBezTo>
                      <a:pt x="16846" y="7504"/>
                      <a:pt x="18071" y="7313"/>
                      <a:pt x="19258" y="6930"/>
                    </a:cubicBezTo>
                    <a:cubicBezTo>
                      <a:pt x="20100" y="6624"/>
                      <a:pt x="20980" y="6203"/>
                      <a:pt x="21784" y="5820"/>
                    </a:cubicBezTo>
                    <a:cubicBezTo>
                      <a:pt x="23431" y="4978"/>
                      <a:pt x="24962" y="3944"/>
                      <a:pt x="26340" y="2719"/>
                    </a:cubicBezTo>
                    <a:cubicBezTo>
                      <a:pt x="26914" y="2183"/>
                      <a:pt x="27374" y="1685"/>
                      <a:pt x="27871" y="1073"/>
                    </a:cubicBezTo>
                    <a:cubicBezTo>
                      <a:pt x="27986" y="920"/>
                      <a:pt x="28139" y="728"/>
                      <a:pt x="28254" y="498"/>
                    </a:cubicBezTo>
                    <a:cubicBezTo>
                      <a:pt x="28407" y="307"/>
                      <a:pt x="28599" y="1"/>
                      <a:pt x="28905" y="154"/>
                    </a:cubicBezTo>
                    <a:cubicBezTo>
                      <a:pt x="29058" y="269"/>
                      <a:pt x="29135" y="498"/>
                      <a:pt x="29020" y="652"/>
                    </a:cubicBezTo>
                    <a:cubicBezTo>
                      <a:pt x="28867" y="920"/>
                      <a:pt x="28675" y="1188"/>
                      <a:pt x="28484" y="1456"/>
                    </a:cubicBezTo>
                    <a:cubicBezTo>
                      <a:pt x="27833" y="2298"/>
                      <a:pt x="27067" y="3102"/>
                      <a:pt x="26225" y="3791"/>
                    </a:cubicBezTo>
                    <a:cubicBezTo>
                      <a:pt x="24273" y="5399"/>
                      <a:pt x="22014" y="6624"/>
                      <a:pt x="19679" y="7543"/>
                    </a:cubicBezTo>
                    <a:cubicBezTo>
                      <a:pt x="17879" y="8155"/>
                      <a:pt x="15965" y="8385"/>
                      <a:pt x="14089" y="83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32"/>
              <p:cNvSpPr/>
              <p:nvPr/>
            </p:nvSpPr>
            <p:spPr>
              <a:xfrm>
                <a:off x="1436400" y="2836900"/>
                <a:ext cx="29700" cy="77550"/>
              </a:xfrm>
              <a:custGeom>
                <a:avLst/>
                <a:gdLst/>
                <a:ahLst/>
                <a:cxnLst/>
                <a:rect l="l" t="t" r="r" b="b"/>
                <a:pathLst>
                  <a:path w="1188" h="3102" extrusionOk="0">
                    <a:moveTo>
                      <a:pt x="460" y="2757"/>
                    </a:moveTo>
                    <a:cubicBezTo>
                      <a:pt x="421" y="2029"/>
                      <a:pt x="230" y="1302"/>
                      <a:pt x="39" y="575"/>
                    </a:cubicBezTo>
                    <a:cubicBezTo>
                      <a:pt x="0" y="115"/>
                      <a:pt x="689" y="0"/>
                      <a:pt x="766" y="460"/>
                    </a:cubicBezTo>
                    <a:cubicBezTo>
                      <a:pt x="957" y="1187"/>
                      <a:pt x="1111" y="1915"/>
                      <a:pt x="1187" y="2680"/>
                    </a:cubicBezTo>
                    <a:cubicBezTo>
                      <a:pt x="1187" y="2872"/>
                      <a:pt x="1072" y="3063"/>
                      <a:pt x="881" y="3063"/>
                    </a:cubicBezTo>
                    <a:cubicBezTo>
                      <a:pt x="689" y="3101"/>
                      <a:pt x="498" y="2987"/>
                      <a:pt x="460" y="27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32"/>
              <p:cNvSpPr/>
              <p:nvPr/>
            </p:nvSpPr>
            <p:spPr>
              <a:xfrm>
                <a:off x="711875" y="2843600"/>
                <a:ext cx="33525" cy="84250"/>
              </a:xfrm>
              <a:custGeom>
                <a:avLst/>
                <a:gdLst/>
                <a:ahLst/>
                <a:cxnLst/>
                <a:rect l="l" t="t" r="r" b="b"/>
                <a:pathLst>
                  <a:path w="1341" h="3370" extrusionOk="0">
                    <a:moveTo>
                      <a:pt x="0" y="2910"/>
                    </a:moveTo>
                    <a:cubicBezTo>
                      <a:pt x="39" y="2412"/>
                      <a:pt x="383" y="0"/>
                      <a:pt x="1187" y="498"/>
                    </a:cubicBezTo>
                    <a:cubicBezTo>
                      <a:pt x="1302" y="613"/>
                      <a:pt x="1340" y="843"/>
                      <a:pt x="1264" y="957"/>
                    </a:cubicBezTo>
                    <a:cubicBezTo>
                      <a:pt x="919" y="1532"/>
                      <a:pt x="804" y="2221"/>
                      <a:pt x="728" y="2872"/>
                    </a:cubicBezTo>
                    <a:cubicBezTo>
                      <a:pt x="728" y="2987"/>
                      <a:pt x="690" y="3063"/>
                      <a:pt x="613" y="3140"/>
                    </a:cubicBezTo>
                    <a:cubicBezTo>
                      <a:pt x="422" y="3369"/>
                      <a:pt x="0" y="3216"/>
                      <a:pt x="0" y="2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32"/>
              <p:cNvSpPr/>
              <p:nvPr/>
            </p:nvSpPr>
            <p:spPr>
              <a:xfrm>
                <a:off x="1735000" y="2151625"/>
                <a:ext cx="233575" cy="223025"/>
              </a:xfrm>
              <a:custGeom>
                <a:avLst/>
                <a:gdLst/>
                <a:ahLst/>
                <a:cxnLst/>
                <a:rect l="l" t="t" r="r" b="b"/>
                <a:pathLst>
                  <a:path w="9343" h="8921" extrusionOk="0">
                    <a:moveTo>
                      <a:pt x="8576" y="8691"/>
                    </a:moveTo>
                    <a:cubicBezTo>
                      <a:pt x="6624" y="7542"/>
                      <a:pt x="4978" y="5934"/>
                      <a:pt x="3408" y="4326"/>
                    </a:cubicBezTo>
                    <a:cubicBezTo>
                      <a:pt x="2336" y="3140"/>
                      <a:pt x="1111" y="2068"/>
                      <a:pt x="231" y="766"/>
                    </a:cubicBezTo>
                    <a:cubicBezTo>
                      <a:pt x="1" y="345"/>
                      <a:pt x="613" y="0"/>
                      <a:pt x="881" y="421"/>
                    </a:cubicBezTo>
                    <a:cubicBezTo>
                      <a:pt x="1494" y="1340"/>
                      <a:pt x="2298" y="2144"/>
                      <a:pt x="3064" y="2948"/>
                    </a:cubicBezTo>
                    <a:cubicBezTo>
                      <a:pt x="4135" y="4058"/>
                      <a:pt x="5169" y="5130"/>
                      <a:pt x="6279" y="6126"/>
                    </a:cubicBezTo>
                    <a:cubicBezTo>
                      <a:pt x="7122" y="6853"/>
                      <a:pt x="7964" y="7542"/>
                      <a:pt x="8921" y="8078"/>
                    </a:cubicBezTo>
                    <a:cubicBezTo>
                      <a:pt x="9342" y="8308"/>
                      <a:pt x="8997" y="8920"/>
                      <a:pt x="8576" y="86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32"/>
              <p:cNvSpPr/>
              <p:nvPr/>
            </p:nvSpPr>
            <p:spPr>
              <a:xfrm>
                <a:off x="1890050" y="2235850"/>
                <a:ext cx="96700" cy="93825"/>
              </a:xfrm>
              <a:custGeom>
                <a:avLst/>
                <a:gdLst/>
                <a:ahLst/>
                <a:cxnLst/>
                <a:rect l="l" t="t" r="r" b="b"/>
                <a:pathLst>
                  <a:path w="3868" h="3753" extrusionOk="0">
                    <a:moveTo>
                      <a:pt x="3063" y="3446"/>
                    </a:moveTo>
                    <a:cubicBezTo>
                      <a:pt x="1992" y="2642"/>
                      <a:pt x="996" y="1761"/>
                      <a:pt x="116" y="728"/>
                    </a:cubicBezTo>
                    <a:cubicBezTo>
                      <a:pt x="1" y="575"/>
                      <a:pt x="39" y="345"/>
                      <a:pt x="192" y="230"/>
                    </a:cubicBezTo>
                    <a:cubicBezTo>
                      <a:pt x="498" y="0"/>
                      <a:pt x="728" y="345"/>
                      <a:pt x="920" y="575"/>
                    </a:cubicBezTo>
                    <a:cubicBezTo>
                      <a:pt x="1724" y="1455"/>
                      <a:pt x="2566" y="2182"/>
                      <a:pt x="3523" y="2910"/>
                    </a:cubicBezTo>
                    <a:cubicBezTo>
                      <a:pt x="3867" y="3178"/>
                      <a:pt x="3446" y="3752"/>
                      <a:pt x="3063" y="34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32"/>
              <p:cNvSpPr/>
              <p:nvPr/>
            </p:nvSpPr>
            <p:spPr>
              <a:xfrm>
                <a:off x="1952275" y="2356425"/>
                <a:ext cx="27775" cy="25875"/>
              </a:xfrm>
              <a:custGeom>
                <a:avLst/>
                <a:gdLst/>
                <a:ahLst/>
                <a:cxnLst/>
                <a:rect l="l" t="t" r="r" b="b"/>
                <a:pathLst>
                  <a:path w="1111" h="1035" extrusionOk="0">
                    <a:moveTo>
                      <a:pt x="345" y="843"/>
                    </a:moveTo>
                    <a:cubicBezTo>
                      <a:pt x="0" y="537"/>
                      <a:pt x="421" y="1"/>
                      <a:pt x="766" y="269"/>
                    </a:cubicBezTo>
                    <a:cubicBezTo>
                      <a:pt x="919" y="384"/>
                      <a:pt x="1110" y="460"/>
                      <a:pt x="1110" y="690"/>
                    </a:cubicBezTo>
                    <a:cubicBezTo>
                      <a:pt x="1110" y="882"/>
                      <a:pt x="957" y="1035"/>
                      <a:pt x="766" y="1035"/>
                    </a:cubicBezTo>
                    <a:cubicBezTo>
                      <a:pt x="613" y="1035"/>
                      <a:pt x="460" y="920"/>
                      <a:pt x="345" y="805"/>
                    </a:cubicBezTo>
                    <a:close/>
                  </a:path>
                </a:pathLst>
              </a:custGeom>
              <a:solidFill>
                <a:srgbClr val="5729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32"/>
              <p:cNvSpPr/>
              <p:nvPr/>
            </p:nvSpPr>
            <p:spPr>
              <a:xfrm>
                <a:off x="1715875" y="3403500"/>
                <a:ext cx="136875" cy="531200"/>
              </a:xfrm>
              <a:custGeom>
                <a:avLst/>
                <a:gdLst/>
                <a:ahLst/>
                <a:cxnLst/>
                <a:rect l="l" t="t" r="r" b="b"/>
                <a:pathLst>
                  <a:path w="5475" h="21248" extrusionOk="0">
                    <a:moveTo>
                      <a:pt x="2795" y="20827"/>
                    </a:moveTo>
                    <a:cubicBezTo>
                      <a:pt x="2182" y="19295"/>
                      <a:pt x="1034" y="18032"/>
                      <a:pt x="536" y="16424"/>
                    </a:cubicBezTo>
                    <a:cubicBezTo>
                      <a:pt x="0" y="14625"/>
                      <a:pt x="115" y="12711"/>
                      <a:pt x="498" y="10873"/>
                    </a:cubicBezTo>
                    <a:cubicBezTo>
                      <a:pt x="957" y="8193"/>
                      <a:pt x="1991" y="5666"/>
                      <a:pt x="3254" y="3293"/>
                    </a:cubicBezTo>
                    <a:cubicBezTo>
                      <a:pt x="3637" y="2565"/>
                      <a:pt x="4020" y="1838"/>
                      <a:pt x="4364" y="1111"/>
                    </a:cubicBezTo>
                    <a:cubicBezTo>
                      <a:pt x="4518" y="804"/>
                      <a:pt x="4632" y="536"/>
                      <a:pt x="4747" y="268"/>
                    </a:cubicBezTo>
                    <a:cubicBezTo>
                      <a:pt x="4824" y="77"/>
                      <a:pt x="5054" y="0"/>
                      <a:pt x="5207" y="77"/>
                    </a:cubicBezTo>
                    <a:cubicBezTo>
                      <a:pt x="5398" y="153"/>
                      <a:pt x="5475" y="345"/>
                      <a:pt x="5398" y="536"/>
                    </a:cubicBezTo>
                    <a:cubicBezTo>
                      <a:pt x="5245" y="843"/>
                      <a:pt x="5130" y="1187"/>
                      <a:pt x="4977" y="1532"/>
                    </a:cubicBezTo>
                    <a:cubicBezTo>
                      <a:pt x="4518" y="2489"/>
                      <a:pt x="3982" y="3446"/>
                      <a:pt x="3484" y="4403"/>
                    </a:cubicBezTo>
                    <a:cubicBezTo>
                      <a:pt x="2489" y="6355"/>
                      <a:pt x="1685" y="8384"/>
                      <a:pt x="1263" y="10528"/>
                    </a:cubicBezTo>
                    <a:cubicBezTo>
                      <a:pt x="919" y="12213"/>
                      <a:pt x="728" y="13974"/>
                      <a:pt x="1072" y="15658"/>
                    </a:cubicBezTo>
                    <a:cubicBezTo>
                      <a:pt x="1378" y="17151"/>
                      <a:pt x="2374" y="18338"/>
                      <a:pt x="3063" y="19678"/>
                    </a:cubicBezTo>
                    <a:cubicBezTo>
                      <a:pt x="3178" y="19984"/>
                      <a:pt x="3331" y="20252"/>
                      <a:pt x="3446" y="20559"/>
                    </a:cubicBezTo>
                    <a:cubicBezTo>
                      <a:pt x="3599" y="20980"/>
                      <a:pt x="2986" y="21248"/>
                      <a:pt x="2795" y="208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32"/>
              <p:cNvSpPr/>
              <p:nvPr/>
            </p:nvSpPr>
            <p:spPr>
              <a:xfrm>
                <a:off x="1864225" y="3271425"/>
                <a:ext cx="38300" cy="83275"/>
              </a:xfrm>
              <a:custGeom>
                <a:avLst/>
                <a:gdLst/>
                <a:ahLst/>
                <a:cxnLst/>
                <a:rect l="l" t="t" r="r" b="b"/>
                <a:pathLst>
                  <a:path w="1532" h="3331" extrusionOk="0">
                    <a:moveTo>
                      <a:pt x="230" y="3254"/>
                    </a:moveTo>
                    <a:cubicBezTo>
                      <a:pt x="77" y="3178"/>
                      <a:pt x="0" y="2948"/>
                      <a:pt x="77" y="2795"/>
                    </a:cubicBezTo>
                    <a:cubicBezTo>
                      <a:pt x="153" y="2527"/>
                      <a:pt x="268" y="2259"/>
                      <a:pt x="345" y="1991"/>
                    </a:cubicBezTo>
                    <a:cubicBezTo>
                      <a:pt x="536" y="1417"/>
                      <a:pt x="689" y="881"/>
                      <a:pt x="804" y="306"/>
                    </a:cubicBezTo>
                    <a:cubicBezTo>
                      <a:pt x="881" y="115"/>
                      <a:pt x="1072" y="0"/>
                      <a:pt x="1263" y="38"/>
                    </a:cubicBezTo>
                    <a:cubicBezTo>
                      <a:pt x="1455" y="115"/>
                      <a:pt x="1531" y="306"/>
                      <a:pt x="1493" y="498"/>
                    </a:cubicBezTo>
                    <a:cubicBezTo>
                      <a:pt x="1378" y="957"/>
                      <a:pt x="1263" y="1417"/>
                      <a:pt x="1149" y="1876"/>
                    </a:cubicBezTo>
                    <a:cubicBezTo>
                      <a:pt x="1034" y="2259"/>
                      <a:pt x="881" y="2680"/>
                      <a:pt x="728" y="3063"/>
                    </a:cubicBezTo>
                    <a:cubicBezTo>
                      <a:pt x="651" y="3254"/>
                      <a:pt x="421" y="3331"/>
                      <a:pt x="268" y="32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32"/>
              <p:cNvSpPr/>
              <p:nvPr/>
            </p:nvSpPr>
            <p:spPr>
              <a:xfrm>
                <a:off x="1620150" y="3543225"/>
                <a:ext cx="80425" cy="199100"/>
              </a:xfrm>
              <a:custGeom>
                <a:avLst/>
                <a:gdLst/>
                <a:ahLst/>
                <a:cxnLst/>
                <a:rect l="l" t="t" r="r" b="b"/>
                <a:pathLst>
                  <a:path w="3217" h="7964" extrusionOk="0">
                    <a:moveTo>
                      <a:pt x="1" y="7466"/>
                    </a:moveTo>
                    <a:cubicBezTo>
                      <a:pt x="39" y="5590"/>
                      <a:pt x="766" y="3714"/>
                      <a:pt x="1647" y="2068"/>
                    </a:cubicBezTo>
                    <a:cubicBezTo>
                      <a:pt x="1953" y="1456"/>
                      <a:pt x="2221" y="881"/>
                      <a:pt x="2489" y="269"/>
                    </a:cubicBezTo>
                    <a:cubicBezTo>
                      <a:pt x="2566" y="77"/>
                      <a:pt x="2757" y="1"/>
                      <a:pt x="2949" y="77"/>
                    </a:cubicBezTo>
                    <a:cubicBezTo>
                      <a:pt x="3140" y="154"/>
                      <a:pt x="3217" y="345"/>
                      <a:pt x="3140" y="537"/>
                    </a:cubicBezTo>
                    <a:cubicBezTo>
                      <a:pt x="2566" y="1877"/>
                      <a:pt x="1800" y="3102"/>
                      <a:pt x="1341" y="4480"/>
                    </a:cubicBezTo>
                    <a:cubicBezTo>
                      <a:pt x="996" y="5437"/>
                      <a:pt x="728" y="6432"/>
                      <a:pt x="690" y="7466"/>
                    </a:cubicBezTo>
                    <a:cubicBezTo>
                      <a:pt x="690" y="7925"/>
                      <a:pt x="1" y="7964"/>
                      <a:pt x="1" y="746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32"/>
              <p:cNvSpPr/>
              <p:nvPr/>
            </p:nvSpPr>
            <p:spPr>
              <a:xfrm>
                <a:off x="245775" y="3057975"/>
                <a:ext cx="219200" cy="576200"/>
              </a:xfrm>
              <a:custGeom>
                <a:avLst/>
                <a:gdLst/>
                <a:ahLst/>
                <a:cxnLst/>
                <a:rect l="l" t="t" r="r" b="b"/>
                <a:pathLst>
                  <a:path w="8768" h="23048" extrusionOk="0">
                    <a:moveTo>
                      <a:pt x="8040" y="22588"/>
                    </a:moveTo>
                    <a:cubicBezTo>
                      <a:pt x="8231" y="14817"/>
                      <a:pt x="6355" y="11448"/>
                      <a:pt x="2297" y="5093"/>
                    </a:cubicBezTo>
                    <a:cubicBezTo>
                      <a:pt x="1723" y="4174"/>
                      <a:pt x="1149" y="3255"/>
                      <a:pt x="689" y="2298"/>
                    </a:cubicBezTo>
                    <a:cubicBezTo>
                      <a:pt x="421" y="1685"/>
                      <a:pt x="77" y="1111"/>
                      <a:pt x="0" y="460"/>
                    </a:cubicBezTo>
                    <a:cubicBezTo>
                      <a:pt x="0" y="1"/>
                      <a:pt x="689" y="1"/>
                      <a:pt x="689" y="460"/>
                    </a:cubicBezTo>
                    <a:cubicBezTo>
                      <a:pt x="804" y="881"/>
                      <a:pt x="996" y="1264"/>
                      <a:pt x="1149" y="1647"/>
                    </a:cubicBezTo>
                    <a:cubicBezTo>
                      <a:pt x="2604" y="4557"/>
                      <a:pt x="4556" y="7160"/>
                      <a:pt x="6087" y="10031"/>
                    </a:cubicBezTo>
                    <a:cubicBezTo>
                      <a:pt x="7504" y="12711"/>
                      <a:pt x="8461" y="15659"/>
                      <a:pt x="8652" y="18722"/>
                    </a:cubicBezTo>
                    <a:cubicBezTo>
                      <a:pt x="8729" y="19985"/>
                      <a:pt x="8767" y="21287"/>
                      <a:pt x="8729" y="22588"/>
                    </a:cubicBezTo>
                    <a:cubicBezTo>
                      <a:pt x="8729" y="23048"/>
                      <a:pt x="8040" y="23048"/>
                      <a:pt x="8040" y="2258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32"/>
              <p:cNvSpPr/>
              <p:nvPr/>
            </p:nvSpPr>
            <p:spPr>
              <a:xfrm>
                <a:off x="428575" y="3682000"/>
                <a:ext cx="31600" cy="67025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2681" extrusionOk="0">
                    <a:moveTo>
                      <a:pt x="345" y="2642"/>
                    </a:moveTo>
                    <a:cubicBezTo>
                      <a:pt x="154" y="2604"/>
                      <a:pt x="0" y="2413"/>
                      <a:pt x="39" y="2221"/>
                    </a:cubicBezTo>
                    <a:cubicBezTo>
                      <a:pt x="115" y="1877"/>
                      <a:pt x="154" y="1494"/>
                      <a:pt x="230" y="1111"/>
                    </a:cubicBezTo>
                    <a:cubicBezTo>
                      <a:pt x="230" y="843"/>
                      <a:pt x="268" y="575"/>
                      <a:pt x="307" y="345"/>
                    </a:cubicBezTo>
                    <a:cubicBezTo>
                      <a:pt x="307" y="154"/>
                      <a:pt x="536" y="1"/>
                      <a:pt x="690" y="39"/>
                    </a:cubicBezTo>
                    <a:cubicBezTo>
                      <a:pt x="1264" y="116"/>
                      <a:pt x="919" y="843"/>
                      <a:pt x="919" y="1226"/>
                    </a:cubicBezTo>
                    <a:cubicBezTo>
                      <a:pt x="881" y="1571"/>
                      <a:pt x="804" y="1953"/>
                      <a:pt x="728" y="2336"/>
                    </a:cubicBezTo>
                    <a:cubicBezTo>
                      <a:pt x="728" y="2528"/>
                      <a:pt x="536" y="2681"/>
                      <a:pt x="345" y="26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32"/>
              <p:cNvSpPr/>
              <p:nvPr/>
            </p:nvSpPr>
            <p:spPr>
              <a:xfrm>
                <a:off x="1851775" y="3568125"/>
                <a:ext cx="118700" cy="412525"/>
              </a:xfrm>
              <a:custGeom>
                <a:avLst/>
                <a:gdLst/>
                <a:ahLst/>
                <a:cxnLst/>
                <a:rect l="l" t="t" r="r" b="b"/>
                <a:pathLst>
                  <a:path w="4748" h="16501" extrusionOk="0">
                    <a:moveTo>
                      <a:pt x="3905" y="16156"/>
                    </a:moveTo>
                    <a:cubicBezTo>
                      <a:pt x="2987" y="15007"/>
                      <a:pt x="2297" y="13667"/>
                      <a:pt x="1723" y="12289"/>
                    </a:cubicBezTo>
                    <a:cubicBezTo>
                      <a:pt x="1111" y="10949"/>
                      <a:pt x="651" y="9533"/>
                      <a:pt x="383" y="8040"/>
                    </a:cubicBezTo>
                    <a:cubicBezTo>
                      <a:pt x="0" y="5934"/>
                      <a:pt x="307" y="3752"/>
                      <a:pt x="843" y="1685"/>
                    </a:cubicBezTo>
                    <a:cubicBezTo>
                      <a:pt x="958" y="1264"/>
                      <a:pt x="1111" y="842"/>
                      <a:pt x="1264" y="421"/>
                    </a:cubicBezTo>
                    <a:cubicBezTo>
                      <a:pt x="1379" y="115"/>
                      <a:pt x="1761" y="0"/>
                      <a:pt x="1953" y="306"/>
                    </a:cubicBezTo>
                    <a:cubicBezTo>
                      <a:pt x="2029" y="421"/>
                      <a:pt x="2029" y="613"/>
                      <a:pt x="1915" y="728"/>
                    </a:cubicBezTo>
                    <a:cubicBezTo>
                      <a:pt x="1723" y="1149"/>
                      <a:pt x="1608" y="1608"/>
                      <a:pt x="1455" y="2029"/>
                    </a:cubicBezTo>
                    <a:cubicBezTo>
                      <a:pt x="728" y="5054"/>
                      <a:pt x="690" y="7504"/>
                      <a:pt x="1723" y="10413"/>
                    </a:cubicBezTo>
                    <a:cubicBezTo>
                      <a:pt x="2412" y="12289"/>
                      <a:pt x="3216" y="14127"/>
                      <a:pt x="4441" y="15696"/>
                    </a:cubicBezTo>
                    <a:cubicBezTo>
                      <a:pt x="4748" y="16079"/>
                      <a:pt x="4212" y="16500"/>
                      <a:pt x="3905" y="161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32"/>
              <p:cNvSpPr/>
              <p:nvPr/>
            </p:nvSpPr>
            <p:spPr>
              <a:xfrm>
                <a:off x="244800" y="1549600"/>
                <a:ext cx="335025" cy="536950"/>
              </a:xfrm>
              <a:custGeom>
                <a:avLst/>
                <a:gdLst/>
                <a:ahLst/>
                <a:cxnLst/>
                <a:rect l="l" t="t" r="r" b="b"/>
                <a:pathLst>
                  <a:path w="13401" h="21478" extrusionOk="0">
                    <a:moveTo>
                      <a:pt x="384" y="21478"/>
                    </a:moveTo>
                    <a:cubicBezTo>
                      <a:pt x="116" y="21440"/>
                      <a:pt x="1" y="21133"/>
                      <a:pt x="116" y="20904"/>
                    </a:cubicBezTo>
                    <a:cubicBezTo>
                      <a:pt x="460" y="20483"/>
                      <a:pt x="882" y="20176"/>
                      <a:pt x="1264" y="19832"/>
                    </a:cubicBezTo>
                    <a:cubicBezTo>
                      <a:pt x="2872" y="18224"/>
                      <a:pt x="4250" y="16501"/>
                      <a:pt x="5514" y="14663"/>
                    </a:cubicBezTo>
                    <a:cubicBezTo>
                      <a:pt x="6815" y="12788"/>
                      <a:pt x="7887" y="10720"/>
                      <a:pt x="8921" y="8691"/>
                    </a:cubicBezTo>
                    <a:cubicBezTo>
                      <a:pt x="9955" y="6624"/>
                      <a:pt x="10988" y="4595"/>
                      <a:pt x="11869" y="2489"/>
                    </a:cubicBezTo>
                    <a:cubicBezTo>
                      <a:pt x="12137" y="1762"/>
                      <a:pt x="12405" y="996"/>
                      <a:pt x="12673" y="269"/>
                    </a:cubicBezTo>
                    <a:cubicBezTo>
                      <a:pt x="12749" y="77"/>
                      <a:pt x="12979" y="1"/>
                      <a:pt x="13132" y="77"/>
                    </a:cubicBezTo>
                    <a:cubicBezTo>
                      <a:pt x="13324" y="154"/>
                      <a:pt x="13400" y="384"/>
                      <a:pt x="13324" y="537"/>
                    </a:cubicBezTo>
                    <a:cubicBezTo>
                      <a:pt x="13056" y="1302"/>
                      <a:pt x="12788" y="2030"/>
                      <a:pt x="12520" y="2757"/>
                    </a:cubicBezTo>
                    <a:cubicBezTo>
                      <a:pt x="11678" y="4901"/>
                      <a:pt x="10606" y="6930"/>
                      <a:pt x="9572" y="8998"/>
                    </a:cubicBezTo>
                    <a:cubicBezTo>
                      <a:pt x="8194" y="11716"/>
                      <a:pt x="6701" y="14434"/>
                      <a:pt x="4786" y="16884"/>
                    </a:cubicBezTo>
                    <a:cubicBezTo>
                      <a:pt x="3600" y="18454"/>
                      <a:pt x="2221" y="19908"/>
                      <a:pt x="767" y="21248"/>
                    </a:cubicBezTo>
                    <a:cubicBezTo>
                      <a:pt x="690" y="21401"/>
                      <a:pt x="537" y="21478"/>
                      <a:pt x="384" y="21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32"/>
              <p:cNvSpPr/>
              <p:nvPr/>
            </p:nvSpPr>
            <p:spPr>
              <a:xfrm>
                <a:off x="583625" y="1378300"/>
                <a:ext cx="69900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796" h="5092" extrusionOk="0">
                    <a:moveTo>
                      <a:pt x="0" y="4747"/>
                    </a:moveTo>
                    <a:cubicBezTo>
                      <a:pt x="77" y="4020"/>
                      <a:pt x="498" y="3369"/>
                      <a:pt x="766" y="2718"/>
                    </a:cubicBezTo>
                    <a:cubicBezTo>
                      <a:pt x="1111" y="2067"/>
                      <a:pt x="1455" y="1417"/>
                      <a:pt x="1838" y="766"/>
                    </a:cubicBezTo>
                    <a:cubicBezTo>
                      <a:pt x="1991" y="498"/>
                      <a:pt x="2183" y="0"/>
                      <a:pt x="2565" y="191"/>
                    </a:cubicBezTo>
                    <a:cubicBezTo>
                      <a:pt x="2757" y="306"/>
                      <a:pt x="2795" y="536"/>
                      <a:pt x="2719" y="689"/>
                    </a:cubicBezTo>
                    <a:cubicBezTo>
                      <a:pt x="1991" y="1914"/>
                      <a:pt x="1302" y="3101"/>
                      <a:pt x="804" y="4403"/>
                    </a:cubicBezTo>
                    <a:cubicBezTo>
                      <a:pt x="766" y="4518"/>
                      <a:pt x="728" y="4632"/>
                      <a:pt x="728" y="4747"/>
                    </a:cubicBezTo>
                    <a:cubicBezTo>
                      <a:pt x="728" y="4939"/>
                      <a:pt x="575" y="5092"/>
                      <a:pt x="383" y="5092"/>
                    </a:cubicBezTo>
                    <a:cubicBezTo>
                      <a:pt x="192" y="5092"/>
                      <a:pt x="0" y="4939"/>
                      <a:pt x="0" y="47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32"/>
              <p:cNvSpPr/>
              <p:nvPr/>
            </p:nvSpPr>
            <p:spPr>
              <a:xfrm>
                <a:off x="1563700" y="939950"/>
                <a:ext cx="298625" cy="302450"/>
              </a:xfrm>
              <a:custGeom>
                <a:avLst/>
                <a:gdLst/>
                <a:ahLst/>
                <a:cxnLst/>
                <a:rect l="l" t="t" r="r" b="b"/>
                <a:pathLst>
                  <a:path w="11945" h="12098" extrusionOk="0">
                    <a:moveTo>
                      <a:pt x="11102" y="11715"/>
                    </a:moveTo>
                    <a:cubicBezTo>
                      <a:pt x="8997" y="8078"/>
                      <a:pt x="6508" y="4632"/>
                      <a:pt x="3024" y="2259"/>
                    </a:cubicBezTo>
                    <a:cubicBezTo>
                      <a:pt x="2603" y="1991"/>
                      <a:pt x="2220" y="1761"/>
                      <a:pt x="1799" y="1531"/>
                    </a:cubicBezTo>
                    <a:cubicBezTo>
                      <a:pt x="1455" y="1378"/>
                      <a:pt x="1072" y="1149"/>
                      <a:pt x="689" y="1187"/>
                    </a:cubicBezTo>
                    <a:cubicBezTo>
                      <a:pt x="0" y="1263"/>
                      <a:pt x="0" y="0"/>
                      <a:pt x="1493" y="613"/>
                    </a:cubicBezTo>
                    <a:cubicBezTo>
                      <a:pt x="3828" y="1608"/>
                      <a:pt x="5972" y="3599"/>
                      <a:pt x="7657" y="5513"/>
                    </a:cubicBezTo>
                    <a:cubicBezTo>
                      <a:pt x="9226" y="7312"/>
                      <a:pt x="10490" y="9303"/>
                      <a:pt x="11715" y="11332"/>
                    </a:cubicBezTo>
                    <a:cubicBezTo>
                      <a:pt x="11945" y="11753"/>
                      <a:pt x="11370" y="12098"/>
                      <a:pt x="11102" y="11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32"/>
              <p:cNvSpPr/>
              <p:nvPr/>
            </p:nvSpPr>
            <p:spPr>
              <a:xfrm>
                <a:off x="1888150" y="1285450"/>
                <a:ext cx="93825" cy="13975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5590" extrusionOk="0">
                    <a:moveTo>
                      <a:pt x="2910" y="5169"/>
                    </a:moveTo>
                    <a:cubicBezTo>
                      <a:pt x="2221" y="3599"/>
                      <a:pt x="1378" y="2106"/>
                      <a:pt x="268" y="805"/>
                    </a:cubicBezTo>
                    <a:cubicBezTo>
                      <a:pt x="0" y="422"/>
                      <a:pt x="536" y="1"/>
                      <a:pt x="842" y="345"/>
                    </a:cubicBezTo>
                    <a:cubicBezTo>
                      <a:pt x="1953" y="1723"/>
                      <a:pt x="2871" y="3255"/>
                      <a:pt x="3561" y="4863"/>
                    </a:cubicBezTo>
                    <a:cubicBezTo>
                      <a:pt x="3752" y="5322"/>
                      <a:pt x="3101" y="5590"/>
                      <a:pt x="2910" y="51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32"/>
              <p:cNvSpPr/>
              <p:nvPr/>
            </p:nvSpPr>
            <p:spPr>
              <a:xfrm>
                <a:off x="1215300" y="1974550"/>
                <a:ext cx="82350" cy="63200"/>
              </a:xfrm>
              <a:custGeom>
                <a:avLst/>
                <a:gdLst/>
                <a:ahLst/>
                <a:cxnLst/>
                <a:rect l="l" t="t" r="r" b="b"/>
                <a:pathLst>
                  <a:path w="3294" h="2528" extrusionOk="0">
                    <a:moveTo>
                      <a:pt x="2527" y="2298"/>
                    </a:moveTo>
                    <a:cubicBezTo>
                      <a:pt x="2106" y="2068"/>
                      <a:pt x="1" y="460"/>
                      <a:pt x="996" y="39"/>
                    </a:cubicBezTo>
                    <a:cubicBezTo>
                      <a:pt x="1188" y="1"/>
                      <a:pt x="1379" y="116"/>
                      <a:pt x="1417" y="269"/>
                    </a:cubicBezTo>
                    <a:cubicBezTo>
                      <a:pt x="1723" y="920"/>
                      <a:pt x="2336" y="1302"/>
                      <a:pt x="2910" y="1685"/>
                    </a:cubicBezTo>
                    <a:cubicBezTo>
                      <a:pt x="3293" y="1953"/>
                      <a:pt x="2949" y="2528"/>
                      <a:pt x="2527" y="22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32"/>
              <p:cNvSpPr/>
              <p:nvPr/>
            </p:nvSpPr>
            <p:spPr>
              <a:xfrm>
                <a:off x="1285175" y="1978375"/>
                <a:ext cx="57450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298" h="1916" extrusionOk="0">
                    <a:moveTo>
                      <a:pt x="1570" y="1762"/>
                    </a:moveTo>
                    <a:cubicBezTo>
                      <a:pt x="996" y="1456"/>
                      <a:pt x="230" y="1188"/>
                      <a:pt x="77" y="499"/>
                    </a:cubicBezTo>
                    <a:cubicBezTo>
                      <a:pt x="0" y="307"/>
                      <a:pt x="115" y="116"/>
                      <a:pt x="307" y="39"/>
                    </a:cubicBezTo>
                    <a:cubicBezTo>
                      <a:pt x="498" y="1"/>
                      <a:pt x="690" y="116"/>
                      <a:pt x="728" y="307"/>
                    </a:cubicBezTo>
                    <a:cubicBezTo>
                      <a:pt x="766" y="460"/>
                      <a:pt x="919" y="575"/>
                      <a:pt x="1072" y="690"/>
                    </a:cubicBezTo>
                    <a:cubicBezTo>
                      <a:pt x="1302" y="843"/>
                      <a:pt x="1570" y="958"/>
                      <a:pt x="1838" y="1111"/>
                    </a:cubicBezTo>
                    <a:cubicBezTo>
                      <a:pt x="2297" y="1303"/>
                      <a:pt x="1991" y="1915"/>
                      <a:pt x="1570" y="1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32"/>
              <p:cNvSpPr/>
              <p:nvPr/>
            </p:nvSpPr>
            <p:spPr>
              <a:xfrm>
                <a:off x="1235400" y="2163100"/>
                <a:ext cx="392450" cy="81375"/>
              </a:xfrm>
              <a:custGeom>
                <a:avLst/>
                <a:gdLst/>
                <a:ahLst/>
                <a:cxnLst/>
                <a:rect l="l" t="t" r="r" b="b"/>
                <a:pathLst>
                  <a:path w="15698" h="3255" extrusionOk="0">
                    <a:moveTo>
                      <a:pt x="1" y="2795"/>
                    </a:moveTo>
                    <a:cubicBezTo>
                      <a:pt x="39" y="2451"/>
                      <a:pt x="345" y="2259"/>
                      <a:pt x="537" y="2068"/>
                    </a:cubicBezTo>
                    <a:cubicBezTo>
                      <a:pt x="1111" y="1609"/>
                      <a:pt x="1762" y="1226"/>
                      <a:pt x="2451" y="958"/>
                    </a:cubicBezTo>
                    <a:cubicBezTo>
                      <a:pt x="4633" y="77"/>
                      <a:pt x="7045" y="1"/>
                      <a:pt x="9265" y="575"/>
                    </a:cubicBezTo>
                    <a:cubicBezTo>
                      <a:pt x="9265" y="384"/>
                      <a:pt x="9380" y="192"/>
                      <a:pt x="9572" y="154"/>
                    </a:cubicBezTo>
                    <a:cubicBezTo>
                      <a:pt x="9954" y="192"/>
                      <a:pt x="10337" y="345"/>
                      <a:pt x="10682" y="422"/>
                    </a:cubicBezTo>
                    <a:cubicBezTo>
                      <a:pt x="11256" y="575"/>
                      <a:pt x="11792" y="690"/>
                      <a:pt x="12366" y="728"/>
                    </a:cubicBezTo>
                    <a:cubicBezTo>
                      <a:pt x="12519" y="728"/>
                      <a:pt x="12711" y="805"/>
                      <a:pt x="12749" y="958"/>
                    </a:cubicBezTo>
                    <a:cubicBezTo>
                      <a:pt x="13630" y="1073"/>
                      <a:pt x="14472" y="881"/>
                      <a:pt x="15314" y="919"/>
                    </a:cubicBezTo>
                    <a:cubicBezTo>
                      <a:pt x="15582" y="958"/>
                      <a:pt x="15697" y="1302"/>
                      <a:pt x="15506" y="1494"/>
                    </a:cubicBezTo>
                    <a:cubicBezTo>
                      <a:pt x="15352" y="1647"/>
                      <a:pt x="15161" y="1685"/>
                      <a:pt x="14970" y="1723"/>
                    </a:cubicBezTo>
                    <a:cubicBezTo>
                      <a:pt x="14472" y="1877"/>
                      <a:pt x="13974" y="1991"/>
                      <a:pt x="13477" y="2030"/>
                    </a:cubicBezTo>
                    <a:cubicBezTo>
                      <a:pt x="12251" y="2145"/>
                      <a:pt x="11065" y="1838"/>
                      <a:pt x="9954" y="1455"/>
                    </a:cubicBezTo>
                    <a:cubicBezTo>
                      <a:pt x="8576" y="1073"/>
                      <a:pt x="7198" y="805"/>
                      <a:pt x="5782" y="919"/>
                    </a:cubicBezTo>
                    <a:cubicBezTo>
                      <a:pt x="4288" y="1034"/>
                      <a:pt x="2795" y="1379"/>
                      <a:pt x="1570" y="2183"/>
                    </a:cubicBezTo>
                    <a:cubicBezTo>
                      <a:pt x="1264" y="2413"/>
                      <a:pt x="958" y="2642"/>
                      <a:pt x="690" y="2910"/>
                    </a:cubicBezTo>
                    <a:cubicBezTo>
                      <a:pt x="575" y="3255"/>
                      <a:pt x="1" y="3140"/>
                      <a:pt x="39" y="27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32"/>
              <p:cNvSpPr/>
              <p:nvPr/>
            </p:nvSpPr>
            <p:spPr>
              <a:xfrm>
                <a:off x="508025" y="2156400"/>
                <a:ext cx="362750" cy="92875"/>
              </a:xfrm>
              <a:custGeom>
                <a:avLst/>
                <a:gdLst/>
                <a:ahLst/>
                <a:cxnLst/>
                <a:rect l="l" t="t" r="r" b="b"/>
                <a:pathLst>
                  <a:path w="14510" h="3715" extrusionOk="0">
                    <a:moveTo>
                      <a:pt x="13438" y="3178"/>
                    </a:moveTo>
                    <a:cubicBezTo>
                      <a:pt x="13323" y="2910"/>
                      <a:pt x="13093" y="2604"/>
                      <a:pt x="12863" y="2413"/>
                    </a:cubicBezTo>
                    <a:cubicBezTo>
                      <a:pt x="12327" y="1953"/>
                      <a:pt x="11753" y="1532"/>
                      <a:pt x="11102" y="1302"/>
                    </a:cubicBezTo>
                    <a:cubicBezTo>
                      <a:pt x="8576" y="498"/>
                      <a:pt x="5857" y="690"/>
                      <a:pt x="3407" y="1609"/>
                    </a:cubicBezTo>
                    <a:cubicBezTo>
                      <a:pt x="2718" y="1838"/>
                      <a:pt x="842" y="2451"/>
                      <a:pt x="230" y="2068"/>
                    </a:cubicBezTo>
                    <a:cubicBezTo>
                      <a:pt x="0" y="1877"/>
                      <a:pt x="153" y="1455"/>
                      <a:pt x="459" y="1455"/>
                    </a:cubicBezTo>
                    <a:cubicBezTo>
                      <a:pt x="881" y="1494"/>
                      <a:pt x="1302" y="1417"/>
                      <a:pt x="1646" y="1341"/>
                    </a:cubicBezTo>
                    <a:cubicBezTo>
                      <a:pt x="2335" y="1226"/>
                      <a:pt x="2986" y="996"/>
                      <a:pt x="3637" y="766"/>
                    </a:cubicBezTo>
                    <a:cubicBezTo>
                      <a:pt x="4709" y="384"/>
                      <a:pt x="5857" y="192"/>
                      <a:pt x="7006" y="116"/>
                    </a:cubicBezTo>
                    <a:cubicBezTo>
                      <a:pt x="8269" y="1"/>
                      <a:pt x="9533" y="154"/>
                      <a:pt x="10796" y="460"/>
                    </a:cubicBezTo>
                    <a:cubicBezTo>
                      <a:pt x="11485" y="613"/>
                      <a:pt x="12098" y="958"/>
                      <a:pt x="12672" y="1379"/>
                    </a:cubicBezTo>
                    <a:cubicBezTo>
                      <a:pt x="13208" y="1723"/>
                      <a:pt x="13782" y="2145"/>
                      <a:pt x="14012" y="2757"/>
                    </a:cubicBezTo>
                    <a:cubicBezTo>
                      <a:pt x="14510" y="3178"/>
                      <a:pt x="13782" y="3714"/>
                      <a:pt x="13438" y="31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32"/>
              <p:cNvSpPr/>
              <p:nvPr/>
            </p:nvSpPr>
            <p:spPr>
              <a:xfrm>
                <a:off x="436225" y="2172675"/>
                <a:ext cx="175175" cy="40225"/>
              </a:xfrm>
              <a:custGeom>
                <a:avLst/>
                <a:gdLst/>
                <a:ahLst/>
                <a:cxnLst/>
                <a:rect l="l" t="t" r="r" b="b"/>
                <a:pathLst>
                  <a:path w="7007" h="1609" extrusionOk="0">
                    <a:moveTo>
                      <a:pt x="2604" y="1532"/>
                    </a:moveTo>
                    <a:cubicBezTo>
                      <a:pt x="1800" y="1494"/>
                      <a:pt x="996" y="1264"/>
                      <a:pt x="230" y="919"/>
                    </a:cubicBezTo>
                    <a:cubicBezTo>
                      <a:pt x="116" y="843"/>
                      <a:pt x="1" y="690"/>
                      <a:pt x="39" y="536"/>
                    </a:cubicBezTo>
                    <a:cubicBezTo>
                      <a:pt x="39" y="345"/>
                      <a:pt x="192" y="230"/>
                      <a:pt x="384" y="230"/>
                    </a:cubicBezTo>
                    <a:cubicBezTo>
                      <a:pt x="1226" y="536"/>
                      <a:pt x="1953" y="804"/>
                      <a:pt x="2834" y="843"/>
                    </a:cubicBezTo>
                    <a:cubicBezTo>
                      <a:pt x="3867" y="958"/>
                      <a:pt x="4901" y="843"/>
                      <a:pt x="5896" y="460"/>
                    </a:cubicBezTo>
                    <a:cubicBezTo>
                      <a:pt x="6241" y="383"/>
                      <a:pt x="6739" y="1"/>
                      <a:pt x="6968" y="460"/>
                    </a:cubicBezTo>
                    <a:cubicBezTo>
                      <a:pt x="7007" y="613"/>
                      <a:pt x="6930" y="843"/>
                      <a:pt x="6777" y="919"/>
                    </a:cubicBezTo>
                    <a:cubicBezTo>
                      <a:pt x="6050" y="1187"/>
                      <a:pt x="5322" y="1417"/>
                      <a:pt x="4595" y="1532"/>
                    </a:cubicBezTo>
                    <a:cubicBezTo>
                      <a:pt x="3944" y="1608"/>
                      <a:pt x="3255" y="1608"/>
                      <a:pt x="2604" y="15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32"/>
              <p:cNvSpPr/>
              <p:nvPr/>
            </p:nvSpPr>
            <p:spPr>
              <a:xfrm>
                <a:off x="552050" y="2153525"/>
                <a:ext cx="173250" cy="51725"/>
              </a:xfrm>
              <a:custGeom>
                <a:avLst/>
                <a:gdLst/>
                <a:ahLst/>
                <a:cxnLst/>
                <a:rect l="l" t="t" r="r" b="b"/>
                <a:pathLst>
                  <a:path w="6930" h="2069" extrusionOk="0">
                    <a:moveTo>
                      <a:pt x="0" y="1647"/>
                    </a:moveTo>
                    <a:cubicBezTo>
                      <a:pt x="38" y="1341"/>
                      <a:pt x="306" y="1302"/>
                      <a:pt x="574" y="1264"/>
                    </a:cubicBezTo>
                    <a:cubicBezTo>
                      <a:pt x="919" y="1188"/>
                      <a:pt x="1263" y="1111"/>
                      <a:pt x="1608" y="1073"/>
                    </a:cubicBezTo>
                    <a:cubicBezTo>
                      <a:pt x="2986" y="767"/>
                      <a:pt x="4326" y="307"/>
                      <a:pt x="5704" y="231"/>
                    </a:cubicBezTo>
                    <a:cubicBezTo>
                      <a:pt x="6087" y="231"/>
                      <a:pt x="6891" y="1"/>
                      <a:pt x="6929" y="537"/>
                    </a:cubicBezTo>
                    <a:cubicBezTo>
                      <a:pt x="6929" y="728"/>
                      <a:pt x="6776" y="881"/>
                      <a:pt x="6585" y="881"/>
                    </a:cubicBezTo>
                    <a:cubicBezTo>
                      <a:pt x="5896" y="881"/>
                      <a:pt x="5207" y="958"/>
                      <a:pt x="4556" y="1073"/>
                    </a:cubicBezTo>
                    <a:cubicBezTo>
                      <a:pt x="3522" y="1302"/>
                      <a:pt x="2489" y="1609"/>
                      <a:pt x="1417" y="1800"/>
                    </a:cubicBezTo>
                    <a:cubicBezTo>
                      <a:pt x="1110" y="1877"/>
                      <a:pt x="804" y="1953"/>
                      <a:pt x="459" y="1992"/>
                    </a:cubicBezTo>
                    <a:cubicBezTo>
                      <a:pt x="230" y="2068"/>
                      <a:pt x="0" y="1877"/>
                      <a:pt x="0" y="16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32"/>
              <p:cNvSpPr/>
              <p:nvPr/>
            </p:nvSpPr>
            <p:spPr>
              <a:xfrm>
                <a:off x="1662275" y="4175875"/>
                <a:ext cx="136875" cy="94775"/>
              </a:xfrm>
              <a:custGeom>
                <a:avLst/>
                <a:gdLst/>
                <a:ahLst/>
                <a:cxnLst/>
                <a:rect l="l" t="t" r="r" b="b"/>
                <a:pathLst>
                  <a:path w="5475" h="3791" extrusionOk="0">
                    <a:moveTo>
                      <a:pt x="4633" y="3484"/>
                    </a:moveTo>
                    <a:cubicBezTo>
                      <a:pt x="3369" y="2297"/>
                      <a:pt x="1876" y="1302"/>
                      <a:pt x="230" y="689"/>
                    </a:cubicBezTo>
                    <a:cubicBezTo>
                      <a:pt x="0" y="460"/>
                      <a:pt x="230" y="0"/>
                      <a:pt x="574" y="77"/>
                    </a:cubicBezTo>
                    <a:cubicBezTo>
                      <a:pt x="2297" y="651"/>
                      <a:pt x="3790" y="1761"/>
                      <a:pt x="5169" y="2986"/>
                    </a:cubicBezTo>
                    <a:cubicBezTo>
                      <a:pt x="5475" y="3293"/>
                      <a:pt x="4977" y="3790"/>
                      <a:pt x="4633" y="348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32"/>
              <p:cNvSpPr/>
              <p:nvPr/>
            </p:nvSpPr>
            <p:spPr>
              <a:xfrm>
                <a:off x="1739800" y="4105050"/>
                <a:ext cx="92850" cy="51700"/>
              </a:xfrm>
              <a:custGeom>
                <a:avLst/>
                <a:gdLst/>
                <a:ahLst/>
                <a:cxnLst/>
                <a:rect l="l" t="t" r="r" b="b"/>
                <a:pathLst>
                  <a:path w="3714" h="2068" extrusionOk="0">
                    <a:moveTo>
                      <a:pt x="3139" y="1991"/>
                    </a:moveTo>
                    <a:cubicBezTo>
                      <a:pt x="2259" y="1570"/>
                      <a:pt x="1378" y="1149"/>
                      <a:pt x="460" y="804"/>
                    </a:cubicBezTo>
                    <a:cubicBezTo>
                      <a:pt x="0" y="651"/>
                      <a:pt x="192" y="0"/>
                      <a:pt x="651" y="115"/>
                    </a:cubicBezTo>
                    <a:cubicBezTo>
                      <a:pt x="1608" y="460"/>
                      <a:pt x="2527" y="881"/>
                      <a:pt x="3446" y="1340"/>
                    </a:cubicBezTo>
                    <a:cubicBezTo>
                      <a:pt x="3599" y="1417"/>
                      <a:pt x="3714" y="1608"/>
                      <a:pt x="3637" y="1800"/>
                    </a:cubicBezTo>
                    <a:cubicBezTo>
                      <a:pt x="3561" y="1953"/>
                      <a:pt x="3331" y="2068"/>
                      <a:pt x="3139" y="19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32"/>
              <p:cNvSpPr/>
              <p:nvPr/>
            </p:nvSpPr>
            <p:spPr>
              <a:xfrm>
                <a:off x="1384700" y="1708475"/>
                <a:ext cx="306300" cy="404875"/>
              </a:xfrm>
              <a:custGeom>
                <a:avLst/>
                <a:gdLst/>
                <a:ahLst/>
                <a:cxnLst/>
                <a:rect l="l" t="t" r="r" b="b"/>
                <a:pathLst>
                  <a:path w="12252" h="16195" extrusionOk="0">
                    <a:moveTo>
                      <a:pt x="11448" y="15850"/>
                    </a:moveTo>
                    <a:cubicBezTo>
                      <a:pt x="9266" y="13630"/>
                      <a:pt x="7313" y="11256"/>
                      <a:pt x="5361" y="8844"/>
                    </a:cubicBezTo>
                    <a:cubicBezTo>
                      <a:pt x="3370" y="6318"/>
                      <a:pt x="1571" y="3638"/>
                      <a:pt x="192" y="728"/>
                    </a:cubicBezTo>
                    <a:cubicBezTo>
                      <a:pt x="1" y="307"/>
                      <a:pt x="652" y="1"/>
                      <a:pt x="843" y="460"/>
                    </a:cubicBezTo>
                    <a:cubicBezTo>
                      <a:pt x="2949" y="4978"/>
                      <a:pt x="6165" y="8806"/>
                      <a:pt x="9380" y="12558"/>
                    </a:cubicBezTo>
                    <a:cubicBezTo>
                      <a:pt x="10223" y="13515"/>
                      <a:pt x="11065" y="14472"/>
                      <a:pt x="11945" y="15353"/>
                    </a:cubicBezTo>
                    <a:cubicBezTo>
                      <a:pt x="12252" y="15697"/>
                      <a:pt x="11792" y="16195"/>
                      <a:pt x="11448" y="158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32"/>
              <p:cNvSpPr/>
              <p:nvPr/>
            </p:nvSpPr>
            <p:spPr>
              <a:xfrm>
                <a:off x="1658450" y="2001350"/>
                <a:ext cx="128275" cy="13020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5208" extrusionOk="0">
                    <a:moveTo>
                      <a:pt x="4326" y="4901"/>
                    </a:moveTo>
                    <a:cubicBezTo>
                      <a:pt x="2833" y="3676"/>
                      <a:pt x="1378" y="2298"/>
                      <a:pt x="153" y="805"/>
                    </a:cubicBezTo>
                    <a:cubicBezTo>
                      <a:pt x="0" y="652"/>
                      <a:pt x="38" y="422"/>
                      <a:pt x="192" y="307"/>
                    </a:cubicBezTo>
                    <a:cubicBezTo>
                      <a:pt x="651" y="1"/>
                      <a:pt x="881" y="652"/>
                      <a:pt x="1149" y="881"/>
                    </a:cubicBezTo>
                    <a:cubicBezTo>
                      <a:pt x="2029" y="1877"/>
                      <a:pt x="2986" y="2795"/>
                      <a:pt x="3943" y="3676"/>
                    </a:cubicBezTo>
                    <a:cubicBezTo>
                      <a:pt x="4211" y="3906"/>
                      <a:pt x="4479" y="4135"/>
                      <a:pt x="4786" y="4365"/>
                    </a:cubicBezTo>
                    <a:cubicBezTo>
                      <a:pt x="5130" y="4633"/>
                      <a:pt x="4709" y="5207"/>
                      <a:pt x="4326" y="49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32"/>
              <p:cNvSpPr/>
              <p:nvPr/>
            </p:nvSpPr>
            <p:spPr>
              <a:xfrm>
                <a:off x="1651750" y="1524725"/>
                <a:ext cx="69875" cy="85200"/>
              </a:xfrm>
              <a:custGeom>
                <a:avLst/>
                <a:gdLst/>
                <a:ahLst/>
                <a:cxnLst/>
                <a:rect l="l" t="t" r="r" b="b"/>
                <a:pathLst>
                  <a:path w="2795" h="3408" extrusionOk="0">
                    <a:moveTo>
                      <a:pt x="1991" y="3101"/>
                    </a:moveTo>
                    <a:cubicBezTo>
                      <a:pt x="1340" y="2374"/>
                      <a:pt x="766" y="1570"/>
                      <a:pt x="230" y="766"/>
                    </a:cubicBezTo>
                    <a:cubicBezTo>
                      <a:pt x="0" y="345"/>
                      <a:pt x="613" y="0"/>
                      <a:pt x="842" y="383"/>
                    </a:cubicBezTo>
                    <a:cubicBezTo>
                      <a:pt x="1340" y="1187"/>
                      <a:pt x="1876" y="1915"/>
                      <a:pt x="2489" y="2604"/>
                    </a:cubicBezTo>
                    <a:cubicBezTo>
                      <a:pt x="2795" y="2948"/>
                      <a:pt x="2335" y="3408"/>
                      <a:pt x="1991" y="31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32"/>
              <p:cNvSpPr/>
              <p:nvPr/>
            </p:nvSpPr>
            <p:spPr>
              <a:xfrm>
                <a:off x="656375" y="1285450"/>
                <a:ext cx="45000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00" h="1839" extrusionOk="0">
                    <a:moveTo>
                      <a:pt x="613" y="1762"/>
                    </a:moveTo>
                    <a:cubicBezTo>
                      <a:pt x="0" y="1494"/>
                      <a:pt x="727" y="728"/>
                      <a:pt x="957" y="383"/>
                    </a:cubicBezTo>
                    <a:cubicBezTo>
                      <a:pt x="1225" y="1"/>
                      <a:pt x="1799" y="422"/>
                      <a:pt x="1493" y="805"/>
                    </a:cubicBezTo>
                    <a:cubicBezTo>
                      <a:pt x="1340" y="1034"/>
                      <a:pt x="1225" y="1226"/>
                      <a:pt x="1110" y="1455"/>
                    </a:cubicBezTo>
                    <a:cubicBezTo>
                      <a:pt x="1034" y="1647"/>
                      <a:pt x="881" y="1838"/>
                      <a:pt x="613" y="1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32"/>
              <p:cNvSpPr/>
              <p:nvPr/>
            </p:nvSpPr>
            <p:spPr>
              <a:xfrm>
                <a:off x="261075" y="1196450"/>
                <a:ext cx="157950" cy="230675"/>
              </a:xfrm>
              <a:custGeom>
                <a:avLst/>
                <a:gdLst/>
                <a:ahLst/>
                <a:cxnLst/>
                <a:rect l="l" t="t" r="r" b="b"/>
                <a:pathLst>
                  <a:path w="6318" h="9227" extrusionOk="0">
                    <a:moveTo>
                      <a:pt x="307" y="9150"/>
                    </a:moveTo>
                    <a:cubicBezTo>
                      <a:pt x="77" y="9112"/>
                      <a:pt x="1" y="8767"/>
                      <a:pt x="154" y="8576"/>
                    </a:cubicBezTo>
                    <a:cubicBezTo>
                      <a:pt x="269" y="8308"/>
                      <a:pt x="384" y="8078"/>
                      <a:pt x="537" y="7810"/>
                    </a:cubicBezTo>
                    <a:cubicBezTo>
                      <a:pt x="1111" y="6815"/>
                      <a:pt x="1685" y="5781"/>
                      <a:pt x="2298" y="4786"/>
                    </a:cubicBezTo>
                    <a:cubicBezTo>
                      <a:pt x="3064" y="3484"/>
                      <a:pt x="3906" y="2182"/>
                      <a:pt x="4863" y="996"/>
                    </a:cubicBezTo>
                    <a:cubicBezTo>
                      <a:pt x="5093" y="728"/>
                      <a:pt x="5322" y="460"/>
                      <a:pt x="5552" y="192"/>
                    </a:cubicBezTo>
                    <a:cubicBezTo>
                      <a:pt x="5590" y="153"/>
                      <a:pt x="5667" y="77"/>
                      <a:pt x="5782" y="77"/>
                    </a:cubicBezTo>
                    <a:cubicBezTo>
                      <a:pt x="6050" y="0"/>
                      <a:pt x="6318" y="421"/>
                      <a:pt x="6088" y="651"/>
                    </a:cubicBezTo>
                    <a:cubicBezTo>
                      <a:pt x="4327" y="2642"/>
                      <a:pt x="2949" y="4939"/>
                      <a:pt x="1647" y="7274"/>
                    </a:cubicBezTo>
                    <a:cubicBezTo>
                      <a:pt x="1341" y="7810"/>
                      <a:pt x="1073" y="8308"/>
                      <a:pt x="805" y="8844"/>
                    </a:cubicBezTo>
                    <a:cubicBezTo>
                      <a:pt x="728" y="9035"/>
                      <a:pt x="537" y="9227"/>
                      <a:pt x="307" y="91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32"/>
              <p:cNvSpPr/>
              <p:nvPr/>
            </p:nvSpPr>
            <p:spPr>
              <a:xfrm>
                <a:off x="444850" y="1121800"/>
                <a:ext cx="58400" cy="53600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2144" extrusionOk="0">
                    <a:moveTo>
                      <a:pt x="421" y="1991"/>
                    </a:moveTo>
                    <a:cubicBezTo>
                      <a:pt x="0" y="1685"/>
                      <a:pt x="575" y="1149"/>
                      <a:pt x="766" y="881"/>
                    </a:cubicBezTo>
                    <a:cubicBezTo>
                      <a:pt x="996" y="613"/>
                      <a:pt x="1225" y="345"/>
                      <a:pt x="1493" y="115"/>
                    </a:cubicBezTo>
                    <a:cubicBezTo>
                      <a:pt x="1608" y="0"/>
                      <a:pt x="1838" y="0"/>
                      <a:pt x="1991" y="115"/>
                    </a:cubicBezTo>
                    <a:cubicBezTo>
                      <a:pt x="2336" y="536"/>
                      <a:pt x="1646" y="842"/>
                      <a:pt x="1455" y="1149"/>
                    </a:cubicBezTo>
                    <a:cubicBezTo>
                      <a:pt x="1302" y="1340"/>
                      <a:pt x="1149" y="1531"/>
                      <a:pt x="1034" y="1685"/>
                    </a:cubicBezTo>
                    <a:cubicBezTo>
                      <a:pt x="919" y="1953"/>
                      <a:pt x="728" y="2144"/>
                      <a:pt x="421" y="19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32"/>
              <p:cNvSpPr/>
              <p:nvPr/>
            </p:nvSpPr>
            <p:spPr>
              <a:xfrm>
                <a:off x="1739800" y="1165825"/>
                <a:ext cx="223975" cy="326375"/>
              </a:xfrm>
              <a:custGeom>
                <a:avLst/>
                <a:gdLst/>
                <a:ahLst/>
                <a:cxnLst/>
                <a:rect l="l" t="t" r="r" b="b"/>
                <a:pathLst>
                  <a:path w="8959" h="13055" extrusionOk="0">
                    <a:moveTo>
                      <a:pt x="8116" y="12749"/>
                    </a:moveTo>
                    <a:cubicBezTo>
                      <a:pt x="6508" y="11102"/>
                      <a:pt x="5283" y="9112"/>
                      <a:pt x="4135" y="7121"/>
                    </a:cubicBezTo>
                    <a:cubicBezTo>
                      <a:pt x="2910" y="4977"/>
                      <a:pt x="1646" y="2795"/>
                      <a:pt x="230" y="766"/>
                    </a:cubicBezTo>
                    <a:cubicBezTo>
                      <a:pt x="0" y="345"/>
                      <a:pt x="574" y="0"/>
                      <a:pt x="842" y="383"/>
                    </a:cubicBezTo>
                    <a:cubicBezTo>
                      <a:pt x="2680" y="2986"/>
                      <a:pt x="4135" y="5819"/>
                      <a:pt x="5781" y="8499"/>
                    </a:cubicBezTo>
                    <a:cubicBezTo>
                      <a:pt x="6623" y="9839"/>
                      <a:pt x="7504" y="11141"/>
                      <a:pt x="8614" y="12251"/>
                    </a:cubicBezTo>
                    <a:cubicBezTo>
                      <a:pt x="8959" y="12557"/>
                      <a:pt x="8461" y="13055"/>
                      <a:pt x="8116" y="127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32"/>
              <p:cNvSpPr/>
              <p:nvPr/>
            </p:nvSpPr>
            <p:spPr>
              <a:xfrm>
                <a:off x="276400" y="3471450"/>
                <a:ext cx="114875" cy="56852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22741" extrusionOk="0">
                    <a:moveTo>
                      <a:pt x="651" y="22282"/>
                    </a:moveTo>
                    <a:cubicBezTo>
                      <a:pt x="0" y="19372"/>
                      <a:pt x="804" y="16386"/>
                      <a:pt x="1417" y="13515"/>
                    </a:cubicBezTo>
                    <a:cubicBezTo>
                      <a:pt x="1953" y="11256"/>
                      <a:pt x="2489" y="8997"/>
                      <a:pt x="2872" y="6738"/>
                    </a:cubicBezTo>
                    <a:cubicBezTo>
                      <a:pt x="3178" y="4901"/>
                      <a:pt x="3254" y="2987"/>
                      <a:pt x="2910" y="1149"/>
                    </a:cubicBezTo>
                    <a:cubicBezTo>
                      <a:pt x="2872" y="804"/>
                      <a:pt x="2489" y="230"/>
                      <a:pt x="2986" y="39"/>
                    </a:cubicBezTo>
                    <a:cubicBezTo>
                      <a:pt x="3178" y="0"/>
                      <a:pt x="3369" y="115"/>
                      <a:pt x="3408" y="307"/>
                    </a:cubicBezTo>
                    <a:cubicBezTo>
                      <a:pt x="4594" y="4748"/>
                      <a:pt x="3025" y="9265"/>
                      <a:pt x="2106" y="13591"/>
                    </a:cubicBezTo>
                    <a:cubicBezTo>
                      <a:pt x="1570" y="15965"/>
                      <a:pt x="996" y="18453"/>
                      <a:pt x="1149" y="20903"/>
                    </a:cubicBezTo>
                    <a:cubicBezTo>
                      <a:pt x="1149" y="21325"/>
                      <a:pt x="1225" y="21707"/>
                      <a:pt x="1340" y="22090"/>
                    </a:cubicBezTo>
                    <a:cubicBezTo>
                      <a:pt x="1455" y="22550"/>
                      <a:pt x="766" y="22741"/>
                      <a:pt x="651" y="222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32"/>
              <p:cNvSpPr/>
              <p:nvPr/>
            </p:nvSpPr>
            <p:spPr>
              <a:xfrm>
                <a:off x="419000" y="4049525"/>
                <a:ext cx="321600" cy="252700"/>
              </a:xfrm>
              <a:custGeom>
                <a:avLst/>
                <a:gdLst/>
                <a:ahLst/>
                <a:cxnLst/>
                <a:rect l="l" t="t" r="r" b="b"/>
                <a:pathLst>
                  <a:path w="12864" h="10108" extrusionOk="0">
                    <a:moveTo>
                      <a:pt x="12098" y="9878"/>
                    </a:moveTo>
                    <a:cubicBezTo>
                      <a:pt x="9878" y="8768"/>
                      <a:pt x="7696" y="7466"/>
                      <a:pt x="5667" y="6011"/>
                    </a:cubicBezTo>
                    <a:cubicBezTo>
                      <a:pt x="3676" y="4518"/>
                      <a:pt x="1991" y="2681"/>
                      <a:pt x="345" y="805"/>
                    </a:cubicBezTo>
                    <a:cubicBezTo>
                      <a:pt x="1" y="499"/>
                      <a:pt x="498" y="1"/>
                      <a:pt x="843" y="307"/>
                    </a:cubicBezTo>
                    <a:cubicBezTo>
                      <a:pt x="996" y="499"/>
                      <a:pt x="1149" y="690"/>
                      <a:pt x="1302" y="843"/>
                    </a:cubicBezTo>
                    <a:cubicBezTo>
                      <a:pt x="3178" y="3025"/>
                      <a:pt x="5246" y="5016"/>
                      <a:pt x="7696" y="6547"/>
                    </a:cubicBezTo>
                    <a:cubicBezTo>
                      <a:pt x="9227" y="7543"/>
                      <a:pt x="10797" y="8462"/>
                      <a:pt x="12443" y="9265"/>
                    </a:cubicBezTo>
                    <a:cubicBezTo>
                      <a:pt x="12864" y="9495"/>
                      <a:pt x="12519" y="10108"/>
                      <a:pt x="12098" y="98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32"/>
              <p:cNvSpPr/>
              <p:nvPr/>
            </p:nvSpPr>
            <p:spPr>
              <a:xfrm>
                <a:off x="770250" y="4293600"/>
                <a:ext cx="139775" cy="54575"/>
              </a:xfrm>
              <a:custGeom>
                <a:avLst/>
                <a:gdLst/>
                <a:ahLst/>
                <a:cxnLst/>
                <a:rect l="l" t="t" r="r" b="b"/>
                <a:pathLst>
                  <a:path w="5591" h="2183" extrusionOk="0">
                    <a:moveTo>
                      <a:pt x="5054" y="2144"/>
                    </a:moveTo>
                    <a:cubicBezTo>
                      <a:pt x="3982" y="2029"/>
                      <a:pt x="2949" y="1838"/>
                      <a:pt x="1915" y="1493"/>
                    </a:cubicBezTo>
                    <a:cubicBezTo>
                      <a:pt x="1379" y="1302"/>
                      <a:pt x="766" y="1187"/>
                      <a:pt x="307" y="804"/>
                    </a:cubicBezTo>
                    <a:cubicBezTo>
                      <a:pt x="1" y="498"/>
                      <a:pt x="460" y="0"/>
                      <a:pt x="805" y="306"/>
                    </a:cubicBezTo>
                    <a:cubicBezTo>
                      <a:pt x="1188" y="536"/>
                      <a:pt x="1647" y="651"/>
                      <a:pt x="2068" y="804"/>
                    </a:cubicBezTo>
                    <a:cubicBezTo>
                      <a:pt x="3063" y="1110"/>
                      <a:pt x="4097" y="1340"/>
                      <a:pt x="5131" y="1455"/>
                    </a:cubicBezTo>
                    <a:cubicBezTo>
                      <a:pt x="5590" y="1532"/>
                      <a:pt x="5514" y="2182"/>
                      <a:pt x="5054" y="21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32"/>
              <p:cNvSpPr/>
              <p:nvPr/>
            </p:nvSpPr>
            <p:spPr>
              <a:xfrm>
                <a:off x="1120550" y="1185925"/>
                <a:ext cx="296725" cy="675725"/>
              </a:xfrm>
              <a:custGeom>
                <a:avLst/>
                <a:gdLst/>
                <a:ahLst/>
                <a:cxnLst/>
                <a:rect l="l" t="t" r="r" b="b"/>
                <a:pathLst>
                  <a:path w="11869" h="27029" extrusionOk="0">
                    <a:moveTo>
                      <a:pt x="11065" y="26684"/>
                    </a:moveTo>
                    <a:cubicBezTo>
                      <a:pt x="9648" y="24923"/>
                      <a:pt x="8232" y="23162"/>
                      <a:pt x="7045" y="21247"/>
                    </a:cubicBezTo>
                    <a:cubicBezTo>
                      <a:pt x="5475" y="18682"/>
                      <a:pt x="4097" y="15964"/>
                      <a:pt x="2987" y="13170"/>
                    </a:cubicBezTo>
                    <a:cubicBezTo>
                      <a:pt x="1685" y="9571"/>
                      <a:pt x="766" y="5819"/>
                      <a:pt x="230" y="2029"/>
                    </a:cubicBezTo>
                    <a:cubicBezTo>
                      <a:pt x="192" y="1723"/>
                      <a:pt x="154" y="1378"/>
                      <a:pt x="115" y="1072"/>
                    </a:cubicBezTo>
                    <a:cubicBezTo>
                      <a:pt x="115" y="689"/>
                      <a:pt x="1" y="0"/>
                      <a:pt x="537" y="77"/>
                    </a:cubicBezTo>
                    <a:cubicBezTo>
                      <a:pt x="996" y="153"/>
                      <a:pt x="766" y="727"/>
                      <a:pt x="843" y="1034"/>
                    </a:cubicBezTo>
                    <a:cubicBezTo>
                      <a:pt x="919" y="1953"/>
                      <a:pt x="1073" y="2833"/>
                      <a:pt x="1226" y="3752"/>
                    </a:cubicBezTo>
                    <a:cubicBezTo>
                      <a:pt x="1915" y="7733"/>
                      <a:pt x="3025" y="11677"/>
                      <a:pt x="4710" y="15352"/>
                    </a:cubicBezTo>
                    <a:cubicBezTo>
                      <a:pt x="5935" y="17993"/>
                      <a:pt x="7313" y="20520"/>
                      <a:pt x="8997" y="22855"/>
                    </a:cubicBezTo>
                    <a:cubicBezTo>
                      <a:pt x="9840" y="24042"/>
                      <a:pt x="10682" y="25114"/>
                      <a:pt x="11601" y="26224"/>
                    </a:cubicBezTo>
                    <a:cubicBezTo>
                      <a:pt x="11869" y="26569"/>
                      <a:pt x="11371" y="27028"/>
                      <a:pt x="11065" y="2668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32"/>
              <p:cNvSpPr/>
              <p:nvPr/>
            </p:nvSpPr>
            <p:spPr>
              <a:xfrm>
                <a:off x="1317725" y="2101850"/>
                <a:ext cx="122525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4901" h="1762" extrusionOk="0">
                    <a:moveTo>
                      <a:pt x="383" y="1455"/>
                    </a:moveTo>
                    <a:cubicBezTo>
                      <a:pt x="0" y="958"/>
                      <a:pt x="804" y="613"/>
                      <a:pt x="1149" y="422"/>
                    </a:cubicBezTo>
                    <a:cubicBezTo>
                      <a:pt x="1838" y="115"/>
                      <a:pt x="2603" y="1"/>
                      <a:pt x="3369" y="1"/>
                    </a:cubicBezTo>
                    <a:cubicBezTo>
                      <a:pt x="3790" y="39"/>
                      <a:pt x="4211" y="115"/>
                      <a:pt x="4594" y="192"/>
                    </a:cubicBezTo>
                    <a:cubicBezTo>
                      <a:pt x="4786" y="230"/>
                      <a:pt x="4900" y="460"/>
                      <a:pt x="4862" y="651"/>
                    </a:cubicBezTo>
                    <a:cubicBezTo>
                      <a:pt x="4747" y="958"/>
                      <a:pt x="4403" y="919"/>
                      <a:pt x="4173" y="843"/>
                    </a:cubicBezTo>
                    <a:cubicBezTo>
                      <a:pt x="3216" y="613"/>
                      <a:pt x="2182" y="690"/>
                      <a:pt x="1302" y="1149"/>
                    </a:cubicBezTo>
                    <a:cubicBezTo>
                      <a:pt x="995" y="1264"/>
                      <a:pt x="727" y="1762"/>
                      <a:pt x="383" y="14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32"/>
              <p:cNvSpPr/>
              <p:nvPr/>
            </p:nvSpPr>
            <p:spPr>
              <a:xfrm>
                <a:off x="680300" y="2097075"/>
                <a:ext cx="100500" cy="38300"/>
              </a:xfrm>
              <a:custGeom>
                <a:avLst/>
                <a:gdLst/>
                <a:ahLst/>
                <a:cxnLst/>
                <a:rect l="l" t="t" r="r" b="b"/>
                <a:pathLst>
                  <a:path w="4020" h="1532" extrusionOk="0">
                    <a:moveTo>
                      <a:pt x="3254" y="1302"/>
                    </a:moveTo>
                    <a:cubicBezTo>
                      <a:pt x="2680" y="881"/>
                      <a:pt x="1914" y="842"/>
                      <a:pt x="1225" y="766"/>
                    </a:cubicBezTo>
                    <a:cubicBezTo>
                      <a:pt x="995" y="728"/>
                      <a:pt x="766" y="728"/>
                      <a:pt x="536" y="766"/>
                    </a:cubicBezTo>
                    <a:cubicBezTo>
                      <a:pt x="421" y="766"/>
                      <a:pt x="345" y="766"/>
                      <a:pt x="230" y="689"/>
                    </a:cubicBezTo>
                    <a:cubicBezTo>
                      <a:pt x="0" y="498"/>
                      <a:pt x="115" y="77"/>
                      <a:pt x="421" y="77"/>
                    </a:cubicBezTo>
                    <a:cubicBezTo>
                      <a:pt x="1493" y="0"/>
                      <a:pt x="2680" y="77"/>
                      <a:pt x="3637" y="689"/>
                    </a:cubicBezTo>
                    <a:cubicBezTo>
                      <a:pt x="4020" y="957"/>
                      <a:pt x="3675" y="1531"/>
                      <a:pt x="3254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32"/>
              <p:cNvSpPr/>
              <p:nvPr/>
            </p:nvSpPr>
            <p:spPr>
              <a:xfrm>
                <a:off x="1502425" y="2830200"/>
                <a:ext cx="287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762" extrusionOk="0">
                    <a:moveTo>
                      <a:pt x="269" y="1417"/>
                    </a:moveTo>
                    <a:cubicBezTo>
                      <a:pt x="231" y="1187"/>
                      <a:pt x="192" y="958"/>
                      <a:pt x="116" y="728"/>
                    </a:cubicBezTo>
                    <a:cubicBezTo>
                      <a:pt x="1" y="575"/>
                      <a:pt x="39" y="307"/>
                      <a:pt x="231" y="230"/>
                    </a:cubicBezTo>
                    <a:cubicBezTo>
                      <a:pt x="613" y="0"/>
                      <a:pt x="805" y="422"/>
                      <a:pt x="843" y="728"/>
                    </a:cubicBezTo>
                    <a:cubicBezTo>
                      <a:pt x="920" y="1034"/>
                      <a:pt x="1149" y="1647"/>
                      <a:pt x="652" y="1723"/>
                    </a:cubicBezTo>
                    <a:cubicBezTo>
                      <a:pt x="460" y="1761"/>
                      <a:pt x="307" y="1647"/>
                      <a:pt x="269" y="14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32"/>
              <p:cNvSpPr/>
              <p:nvPr/>
            </p:nvSpPr>
            <p:spPr>
              <a:xfrm>
                <a:off x="374975" y="4394075"/>
                <a:ext cx="38300" cy="52675"/>
              </a:xfrm>
              <a:custGeom>
                <a:avLst/>
                <a:gdLst/>
                <a:ahLst/>
                <a:cxnLst/>
                <a:rect l="l" t="t" r="r" b="b"/>
                <a:pathLst>
                  <a:path w="1532" h="2107" extrusionOk="0">
                    <a:moveTo>
                      <a:pt x="422" y="2030"/>
                    </a:moveTo>
                    <a:cubicBezTo>
                      <a:pt x="1" y="1800"/>
                      <a:pt x="383" y="1264"/>
                      <a:pt x="498" y="958"/>
                    </a:cubicBezTo>
                    <a:cubicBezTo>
                      <a:pt x="651" y="652"/>
                      <a:pt x="805" y="1"/>
                      <a:pt x="1264" y="231"/>
                    </a:cubicBezTo>
                    <a:cubicBezTo>
                      <a:pt x="1532" y="422"/>
                      <a:pt x="1417" y="728"/>
                      <a:pt x="1264" y="958"/>
                    </a:cubicBezTo>
                    <a:cubicBezTo>
                      <a:pt x="1111" y="1264"/>
                      <a:pt x="996" y="1532"/>
                      <a:pt x="881" y="1839"/>
                    </a:cubicBezTo>
                    <a:cubicBezTo>
                      <a:pt x="843" y="2030"/>
                      <a:pt x="613" y="2107"/>
                      <a:pt x="422" y="20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32"/>
              <p:cNvSpPr/>
              <p:nvPr/>
            </p:nvSpPr>
            <p:spPr>
              <a:xfrm>
                <a:off x="362525" y="4295500"/>
                <a:ext cx="39275" cy="402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609" extrusionOk="0">
                    <a:moveTo>
                      <a:pt x="231" y="1456"/>
                    </a:moveTo>
                    <a:cubicBezTo>
                      <a:pt x="77" y="1379"/>
                      <a:pt x="1" y="1149"/>
                      <a:pt x="77" y="996"/>
                    </a:cubicBezTo>
                    <a:cubicBezTo>
                      <a:pt x="269" y="690"/>
                      <a:pt x="499" y="384"/>
                      <a:pt x="728" y="116"/>
                    </a:cubicBezTo>
                    <a:cubicBezTo>
                      <a:pt x="881" y="1"/>
                      <a:pt x="1111" y="1"/>
                      <a:pt x="1264" y="116"/>
                    </a:cubicBezTo>
                    <a:cubicBezTo>
                      <a:pt x="1571" y="498"/>
                      <a:pt x="996" y="805"/>
                      <a:pt x="843" y="1149"/>
                    </a:cubicBezTo>
                    <a:cubicBezTo>
                      <a:pt x="728" y="1379"/>
                      <a:pt x="499" y="1609"/>
                      <a:pt x="231" y="14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32"/>
              <p:cNvSpPr/>
              <p:nvPr/>
            </p:nvSpPr>
            <p:spPr>
              <a:xfrm>
                <a:off x="550125" y="4493625"/>
                <a:ext cx="39275" cy="469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877" extrusionOk="0">
                    <a:moveTo>
                      <a:pt x="422" y="1762"/>
                    </a:moveTo>
                    <a:cubicBezTo>
                      <a:pt x="1" y="1532"/>
                      <a:pt x="345" y="1034"/>
                      <a:pt x="498" y="728"/>
                    </a:cubicBezTo>
                    <a:cubicBezTo>
                      <a:pt x="651" y="460"/>
                      <a:pt x="881" y="0"/>
                      <a:pt x="1264" y="268"/>
                    </a:cubicBezTo>
                    <a:cubicBezTo>
                      <a:pt x="1570" y="536"/>
                      <a:pt x="1187" y="881"/>
                      <a:pt x="1072" y="1149"/>
                    </a:cubicBezTo>
                    <a:cubicBezTo>
                      <a:pt x="919" y="1417"/>
                      <a:pt x="843" y="1876"/>
                      <a:pt x="422" y="17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32"/>
              <p:cNvSpPr/>
              <p:nvPr/>
            </p:nvSpPr>
            <p:spPr>
              <a:xfrm>
                <a:off x="567350" y="4322300"/>
                <a:ext cx="56500" cy="86175"/>
              </a:xfrm>
              <a:custGeom>
                <a:avLst/>
                <a:gdLst/>
                <a:ahLst/>
                <a:cxnLst/>
                <a:rect l="l" t="t" r="r" b="b"/>
                <a:pathLst>
                  <a:path w="2260" h="3447" extrusionOk="0">
                    <a:moveTo>
                      <a:pt x="269" y="3370"/>
                    </a:moveTo>
                    <a:cubicBezTo>
                      <a:pt x="77" y="3293"/>
                      <a:pt x="1" y="3063"/>
                      <a:pt x="77" y="2872"/>
                    </a:cubicBezTo>
                    <a:cubicBezTo>
                      <a:pt x="422" y="1991"/>
                      <a:pt x="728" y="1034"/>
                      <a:pt x="1417" y="345"/>
                    </a:cubicBezTo>
                    <a:cubicBezTo>
                      <a:pt x="1800" y="1"/>
                      <a:pt x="2259" y="575"/>
                      <a:pt x="1838" y="919"/>
                    </a:cubicBezTo>
                    <a:cubicBezTo>
                      <a:pt x="1302" y="1570"/>
                      <a:pt x="1034" y="2374"/>
                      <a:pt x="728" y="3178"/>
                    </a:cubicBezTo>
                    <a:cubicBezTo>
                      <a:pt x="651" y="3331"/>
                      <a:pt x="460" y="3446"/>
                      <a:pt x="269" y="33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32"/>
              <p:cNvSpPr/>
              <p:nvPr/>
            </p:nvSpPr>
            <p:spPr>
              <a:xfrm>
                <a:off x="405600" y="4575925"/>
                <a:ext cx="42150" cy="58425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2337" extrusionOk="0">
                    <a:moveTo>
                      <a:pt x="230" y="2260"/>
                    </a:moveTo>
                    <a:cubicBezTo>
                      <a:pt x="77" y="2183"/>
                      <a:pt x="1" y="1992"/>
                      <a:pt x="39" y="1800"/>
                    </a:cubicBezTo>
                    <a:cubicBezTo>
                      <a:pt x="230" y="1264"/>
                      <a:pt x="460" y="728"/>
                      <a:pt x="766" y="269"/>
                    </a:cubicBezTo>
                    <a:cubicBezTo>
                      <a:pt x="881" y="77"/>
                      <a:pt x="1073" y="1"/>
                      <a:pt x="1264" y="116"/>
                    </a:cubicBezTo>
                    <a:cubicBezTo>
                      <a:pt x="1685" y="384"/>
                      <a:pt x="1226" y="805"/>
                      <a:pt x="1111" y="1111"/>
                    </a:cubicBezTo>
                    <a:cubicBezTo>
                      <a:pt x="958" y="1417"/>
                      <a:pt x="805" y="1762"/>
                      <a:pt x="690" y="2068"/>
                    </a:cubicBezTo>
                    <a:cubicBezTo>
                      <a:pt x="651" y="2260"/>
                      <a:pt x="422" y="2336"/>
                      <a:pt x="230" y="22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32"/>
              <p:cNvSpPr/>
              <p:nvPr/>
            </p:nvSpPr>
            <p:spPr>
              <a:xfrm>
                <a:off x="515675" y="4656325"/>
                <a:ext cx="34475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1418" extrusionOk="0">
                    <a:moveTo>
                      <a:pt x="460" y="1302"/>
                    </a:moveTo>
                    <a:cubicBezTo>
                      <a:pt x="0" y="1073"/>
                      <a:pt x="421" y="498"/>
                      <a:pt x="613" y="192"/>
                    </a:cubicBezTo>
                    <a:cubicBezTo>
                      <a:pt x="728" y="39"/>
                      <a:pt x="957" y="1"/>
                      <a:pt x="1111" y="116"/>
                    </a:cubicBezTo>
                    <a:cubicBezTo>
                      <a:pt x="1379" y="345"/>
                      <a:pt x="1187" y="613"/>
                      <a:pt x="1034" y="843"/>
                    </a:cubicBezTo>
                    <a:cubicBezTo>
                      <a:pt x="919" y="1111"/>
                      <a:pt x="804" y="1417"/>
                      <a:pt x="46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32"/>
              <p:cNvSpPr/>
              <p:nvPr/>
            </p:nvSpPr>
            <p:spPr>
              <a:xfrm>
                <a:off x="713800" y="4449600"/>
                <a:ext cx="38300" cy="42125"/>
              </a:xfrm>
              <a:custGeom>
                <a:avLst/>
                <a:gdLst/>
                <a:ahLst/>
                <a:cxnLst/>
                <a:rect l="l" t="t" r="r" b="b"/>
                <a:pathLst>
                  <a:path w="1532" h="1685" extrusionOk="0">
                    <a:moveTo>
                      <a:pt x="536" y="1532"/>
                    </a:moveTo>
                    <a:cubicBezTo>
                      <a:pt x="0" y="1264"/>
                      <a:pt x="613" y="575"/>
                      <a:pt x="766" y="192"/>
                    </a:cubicBezTo>
                    <a:cubicBezTo>
                      <a:pt x="842" y="39"/>
                      <a:pt x="1072" y="0"/>
                      <a:pt x="1263" y="77"/>
                    </a:cubicBezTo>
                    <a:cubicBezTo>
                      <a:pt x="1531" y="268"/>
                      <a:pt x="1378" y="575"/>
                      <a:pt x="1263" y="804"/>
                    </a:cubicBezTo>
                    <a:lnTo>
                      <a:pt x="1263" y="804"/>
                    </a:lnTo>
                    <a:cubicBezTo>
                      <a:pt x="1072" y="1072"/>
                      <a:pt x="995" y="1685"/>
                      <a:pt x="536" y="15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32"/>
              <p:cNvSpPr/>
              <p:nvPr/>
            </p:nvSpPr>
            <p:spPr>
              <a:xfrm>
                <a:off x="795150" y="4637200"/>
                <a:ext cx="25850" cy="3830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1532" extrusionOk="0">
                    <a:moveTo>
                      <a:pt x="345" y="1493"/>
                    </a:moveTo>
                    <a:cubicBezTo>
                      <a:pt x="153" y="1493"/>
                      <a:pt x="0" y="1302"/>
                      <a:pt x="38" y="1110"/>
                    </a:cubicBezTo>
                    <a:cubicBezTo>
                      <a:pt x="115" y="727"/>
                      <a:pt x="306" y="0"/>
                      <a:pt x="804" y="230"/>
                    </a:cubicBezTo>
                    <a:cubicBezTo>
                      <a:pt x="996" y="306"/>
                      <a:pt x="1034" y="536"/>
                      <a:pt x="957" y="727"/>
                    </a:cubicBezTo>
                    <a:cubicBezTo>
                      <a:pt x="881" y="804"/>
                      <a:pt x="842" y="881"/>
                      <a:pt x="804" y="995"/>
                    </a:cubicBezTo>
                    <a:cubicBezTo>
                      <a:pt x="766" y="1225"/>
                      <a:pt x="689" y="1531"/>
                      <a:pt x="345" y="14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32"/>
              <p:cNvSpPr/>
              <p:nvPr/>
            </p:nvSpPr>
            <p:spPr>
              <a:xfrm>
                <a:off x="905200" y="4442900"/>
                <a:ext cx="26825" cy="36400"/>
              </a:xfrm>
              <a:custGeom>
                <a:avLst/>
                <a:gdLst/>
                <a:ahLst/>
                <a:cxnLst/>
                <a:rect l="l" t="t" r="r" b="b"/>
                <a:pathLst>
                  <a:path w="1073" h="1456" extrusionOk="0">
                    <a:moveTo>
                      <a:pt x="307" y="1379"/>
                    </a:moveTo>
                    <a:cubicBezTo>
                      <a:pt x="116" y="1340"/>
                      <a:pt x="1" y="1111"/>
                      <a:pt x="39" y="958"/>
                    </a:cubicBezTo>
                    <a:cubicBezTo>
                      <a:pt x="154" y="613"/>
                      <a:pt x="230" y="0"/>
                      <a:pt x="728" y="192"/>
                    </a:cubicBezTo>
                    <a:cubicBezTo>
                      <a:pt x="1073" y="345"/>
                      <a:pt x="881" y="728"/>
                      <a:pt x="766" y="996"/>
                    </a:cubicBezTo>
                    <a:cubicBezTo>
                      <a:pt x="728" y="1226"/>
                      <a:pt x="537" y="1455"/>
                      <a:pt x="269" y="13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32"/>
              <p:cNvSpPr/>
              <p:nvPr/>
            </p:nvSpPr>
            <p:spPr>
              <a:xfrm>
                <a:off x="967425" y="4601775"/>
                <a:ext cx="26825" cy="53625"/>
              </a:xfrm>
              <a:custGeom>
                <a:avLst/>
                <a:gdLst/>
                <a:ahLst/>
                <a:cxnLst/>
                <a:rect l="l" t="t" r="r" b="b"/>
                <a:pathLst>
                  <a:path w="1073" h="2145" extrusionOk="0">
                    <a:moveTo>
                      <a:pt x="306" y="2106"/>
                    </a:moveTo>
                    <a:cubicBezTo>
                      <a:pt x="115" y="2106"/>
                      <a:pt x="0" y="1915"/>
                      <a:pt x="0" y="1723"/>
                    </a:cubicBezTo>
                    <a:cubicBezTo>
                      <a:pt x="77" y="1417"/>
                      <a:pt x="115" y="1111"/>
                      <a:pt x="192" y="804"/>
                    </a:cubicBezTo>
                    <a:cubicBezTo>
                      <a:pt x="268" y="498"/>
                      <a:pt x="306" y="39"/>
                      <a:pt x="689" y="1"/>
                    </a:cubicBezTo>
                    <a:cubicBezTo>
                      <a:pt x="881" y="1"/>
                      <a:pt x="1072" y="192"/>
                      <a:pt x="1072" y="345"/>
                    </a:cubicBezTo>
                    <a:cubicBezTo>
                      <a:pt x="1072" y="422"/>
                      <a:pt x="1034" y="498"/>
                      <a:pt x="996" y="575"/>
                    </a:cubicBezTo>
                    <a:cubicBezTo>
                      <a:pt x="919" y="766"/>
                      <a:pt x="881" y="958"/>
                      <a:pt x="842" y="1187"/>
                    </a:cubicBezTo>
                    <a:cubicBezTo>
                      <a:pt x="728" y="1494"/>
                      <a:pt x="804" y="2144"/>
                      <a:pt x="306" y="21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32"/>
              <p:cNvSpPr/>
              <p:nvPr/>
            </p:nvSpPr>
            <p:spPr>
              <a:xfrm>
                <a:off x="1050675" y="4512775"/>
                <a:ext cx="26825" cy="31600"/>
              </a:xfrm>
              <a:custGeom>
                <a:avLst/>
                <a:gdLst/>
                <a:ahLst/>
                <a:cxnLst/>
                <a:rect l="l" t="t" r="r" b="b"/>
                <a:pathLst>
                  <a:path w="1073" h="1264" extrusionOk="0">
                    <a:moveTo>
                      <a:pt x="422" y="1225"/>
                    </a:moveTo>
                    <a:cubicBezTo>
                      <a:pt x="1" y="1072"/>
                      <a:pt x="269" y="536"/>
                      <a:pt x="345" y="230"/>
                    </a:cubicBezTo>
                    <a:cubicBezTo>
                      <a:pt x="422" y="77"/>
                      <a:pt x="652" y="0"/>
                      <a:pt x="805" y="77"/>
                    </a:cubicBezTo>
                    <a:cubicBezTo>
                      <a:pt x="1073" y="153"/>
                      <a:pt x="1073" y="460"/>
                      <a:pt x="958" y="689"/>
                    </a:cubicBezTo>
                    <a:cubicBezTo>
                      <a:pt x="920" y="766"/>
                      <a:pt x="881" y="881"/>
                      <a:pt x="881" y="996"/>
                    </a:cubicBezTo>
                    <a:cubicBezTo>
                      <a:pt x="843" y="1149"/>
                      <a:pt x="613" y="1264"/>
                      <a:pt x="422" y="12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32"/>
              <p:cNvSpPr/>
              <p:nvPr/>
            </p:nvSpPr>
            <p:spPr>
              <a:xfrm>
                <a:off x="1175100" y="4413225"/>
                <a:ext cx="22050" cy="83300"/>
              </a:xfrm>
              <a:custGeom>
                <a:avLst/>
                <a:gdLst/>
                <a:ahLst/>
                <a:cxnLst/>
                <a:rect l="l" t="t" r="r" b="b"/>
                <a:pathLst>
                  <a:path w="882" h="3332" extrusionOk="0">
                    <a:moveTo>
                      <a:pt x="345" y="3331"/>
                    </a:moveTo>
                    <a:cubicBezTo>
                      <a:pt x="154" y="3293"/>
                      <a:pt x="1" y="3102"/>
                      <a:pt x="39" y="2910"/>
                    </a:cubicBezTo>
                    <a:cubicBezTo>
                      <a:pt x="77" y="2413"/>
                      <a:pt x="116" y="1877"/>
                      <a:pt x="154" y="1341"/>
                    </a:cubicBezTo>
                    <a:cubicBezTo>
                      <a:pt x="192" y="996"/>
                      <a:pt x="116" y="613"/>
                      <a:pt x="231" y="269"/>
                    </a:cubicBezTo>
                    <a:cubicBezTo>
                      <a:pt x="384" y="1"/>
                      <a:pt x="805" y="39"/>
                      <a:pt x="881" y="345"/>
                    </a:cubicBezTo>
                    <a:cubicBezTo>
                      <a:pt x="881" y="1226"/>
                      <a:pt x="805" y="2145"/>
                      <a:pt x="728" y="3025"/>
                    </a:cubicBezTo>
                    <a:cubicBezTo>
                      <a:pt x="728" y="3216"/>
                      <a:pt x="537" y="3331"/>
                      <a:pt x="345" y="33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32"/>
              <p:cNvSpPr/>
              <p:nvPr/>
            </p:nvSpPr>
            <p:spPr>
              <a:xfrm>
                <a:off x="1222000" y="4625700"/>
                <a:ext cx="24925" cy="36400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456" extrusionOk="0">
                    <a:moveTo>
                      <a:pt x="154" y="996"/>
                    </a:moveTo>
                    <a:cubicBezTo>
                      <a:pt x="192" y="651"/>
                      <a:pt x="1" y="39"/>
                      <a:pt x="498" y="1"/>
                    </a:cubicBezTo>
                    <a:cubicBezTo>
                      <a:pt x="996" y="39"/>
                      <a:pt x="843" y="651"/>
                      <a:pt x="843" y="996"/>
                    </a:cubicBezTo>
                    <a:cubicBezTo>
                      <a:pt x="843" y="1455"/>
                      <a:pt x="154" y="1455"/>
                      <a:pt x="154" y="99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32"/>
              <p:cNvSpPr/>
              <p:nvPr/>
            </p:nvSpPr>
            <p:spPr>
              <a:xfrm>
                <a:off x="1356950" y="4651550"/>
                <a:ext cx="24925" cy="39250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570" extrusionOk="0">
                    <a:moveTo>
                      <a:pt x="116" y="1225"/>
                    </a:moveTo>
                    <a:cubicBezTo>
                      <a:pt x="77" y="957"/>
                      <a:pt x="39" y="728"/>
                      <a:pt x="1" y="460"/>
                    </a:cubicBezTo>
                    <a:cubicBezTo>
                      <a:pt x="39" y="0"/>
                      <a:pt x="728" y="0"/>
                      <a:pt x="728" y="460"/>
                    </a:cubicBezTo>
                    <a:cubicBezTo>
                      <a:pt x="728" y="804"/>
                      <a:pt x="996" y="1417"/>
                      <a:pt x="498" y="1532"/>
                    </a:cubicBezTo>
                    <a:cubicBezTo>
                      <a:pt x="307" y="1570"/>
                      <a:pt x="116" y="1417"/>
                      <a:pt x="116" y="12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32"/>
              <p:cNvSpPr/>
              <p:nvPr/>
            </p:nvSpPr>
            <p:spPr>
              <a:xfrm>
                <a:off x="1382800" y="4513725"/>
                <a:ext cx="25875" cy="49800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1992" extrusionOk="0">
                    <a:moveTo>
                      <a:pt x="230" y="1532"/>
                    </a:moveTo>
                    <a:cubicBezTo>
                      <a:pt x="154" y="1187"/>
                      <a:pt x="39" y="843"/>
                      <a:pt x="0" y="460"/>
                    </a:cubicBezTo>
                    <a:cubicBezTo>
                      <a:pt x="0" y="39"/>
                      <a:pt x="651" y="0"/>
                      <a:pt x="689" y="460"/>
                    </a:cubicBezTo>
                    <a:cubicBezTo>
                      <a:pt x="766" y="766"/>
                      <a:pt x="843" y="1034"/>
                      <a:pt x="919" y="1340"/>
                    </a:cubicBezTo>
                    <a:cubicBezTo>
                      <a:pt x="1034" y="1800"/>
                      <a:pt x="383" y="1991"/>
                      <a:pt x="230" y="15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32"/>
              <p:cNvSpPr/>
              <p:nvPr/>
            </p:nvSpPr>
            <p:spPr>
              <a:xfrm>
                <a:off x="1561775" y="4597950"/>
                <a:ext cx="32575" cy="62225"/>
              </a:xfrm>
              <a:custGeom>
                <a:avLst/>
                <a:gdLst/>
                <a:ahLst/>
                <a:cxnLst/>
                <a:rect l="l" t="t" r="r" b="b"/>
                <a:pathLst>
                  <a:path w="1303" h="2489" extrusionOk="0">
                    <a:moveTo>
                      <a:pt x="575" y="2183"/>
                    </a:moveTo>
                    <a:cubicBezTo>
                      <a:pt x="460" y="1685"/>
                      <a:pt x="268" y="1149"/>
                      <a:pt x="115" y="651"/>
                    </a:cubicBezTo>
                    <a:cubicBezTo>
                      <a:pt x="0" y="192"/>
                      <a:pt x="651" y="0"/>
                      <a:pt x="804" y="460"/>
                    </a:cubicBezTo>
                    <a:cubicBezTo>
                      <a:pt x="958" y="957"/>
                      <a:pt x="1149" y="1493"/>
                      <a:pt x="1264" y="1991"/>
                    </a:cubicBezTo>
                    <a:cubicBezTo>
                      <a:pt x="1302" y="2183"/>
                      <a:pt x="1187" y="2374"/>
                      <a:pt x="996" y="2451"/>
                    </a:cubicBezTo>
                    <a:cubicBezTo>
                      <a:pt x="843" y="2489"/>
                      <a:pt x="613" y="2374"/>
                      <a:pt x="575" y="21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32"/>
              <p:cNvSpPr/>
              <p:nvPr/>
            </p:nvSpPr>
            <p:spPr>
              <a:xfrm>
                <a:off x="1556025" y="4444825"/>
                <a:ext cx="35450" cy="49775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1991" extrusionOk="0">
                    <a:moveTo>
                      <a:pt x="575" y="1570"/>
                    </a:moveTo>
                    <a:cubicBezTo>
                      <a:pt x="422" y="1263"/>
                      <a:pt x="307" y="995"/>
                      <a:pt x="154" y="727"/>
                    </a:cubicBezTo>
                    <a:cubicBezTo>
                      <a:pt x="1" y="268"/>
                      <a:pt x="613" y="0"/>
                      <a:pt x="805" y="421"/>
                    </a:cubicBezTo>
                    <a:cubicBezTo>
                      <a:pt x="958" y="727"/>
                      <a:pt x="1111" y="995"/>
                      <a:pt x="1226" y="1263"/>
                    </a:cubicBezTo>
                    <a:cubicBezTo>
                      <a:pt x="1417" y="1684"/>
                      <a:pt x="766" y="1991"/>
                      <a:pt x="575" y="15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32"/>
              <p:cNvSpPr/>
              <p:nvPr/>
            </p:nvSpPr>
            <p:spPr>
              <a:xfrm>
                <a:off x="1602925" y="4282100"/>
                <a:ext cx="57450" cy="52675"/>
              </a:xfrm>
              <a:custGeom>
                <a:avLst/>
                <a:gdLst/>
                <a:ahLst/>
                <a:cxnLst/>
                <a:rect l="l" t="t" r="r" b="b"/>
                <a:pathLst>
                  <a:path w="2298" h="2107" extrusionOk="0">
                    <a:moveTo>
                      <a:pt x="1609" y="1953"/>
                    </a:moveTo>
                    <a:cubicBezTo>
                      <a:pt x="1264" y="1494"/>
                      <a:pt x="919" y="996"/>
                      <a:pt x="422" y="690"/>
                    </a:cubicBezTo>
                    <a:cubicBezTo>
                      <a:pt x="1" y="652"/>
                      <a:pt x="1" y="1"/>
                      <a:pt x="460" y="1"/>
                    </a:cubicBezTo>
                    <a:cubicBezTo>
                      <a:pt x="1149" y="77"/>
                      <a:pt x="1762" y="996"/>
                      <a:pt x="2183" y="1494"/>
                    </a:cubicBezTo>
                    <a:cubicBezTo>
                      <a:pt x="2298" y="1647"/>
                      <a:pt x="2259" y="1877"/>
                      <a:pt x="2106" y="1992"/>
                    </a:cubicBezTo>
                    <a:cubicBezTo>
                      <a:pt x="1953" y="2106"/>
                      <a:pt x="1723" y="2106"/>
                      <a:pt x="1609" y="1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32"/>
              <p:cNvSpPr/>
              <p:nvPr/>
            </p:nvSpPr>
            <p:spPr>
              <a:xfrm>
                <a:off x="1720650" y="4338575"/>
                <a:ext cx="30650" cy="33525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1341" extrusionOk="0">
                    <a:moveTo>
                      <a:pt x="383" y="958"/>
                    </a:moveTo>
                    <a:cubicBezTo>
                      <a:pt x="230" y="766"/>
                      <a:pt x="39" y="613"/>
                      <a:pt x="1" y="345"/>
                    </a:cubicBezTo>
                    <a:cubicBezTo>
                      <a:pt x="1" y="154"/>
                      <a:pt x="192" y="1"/>
                      <a:pt x="383" y="1"/>
                    </a:cubicBezTo>
                    <a:cubicBezTo>
                      <a:pt x="690" y="1"/>
                      <a:pt x="728" y="345"/>
                      <a:pt x="919" y="536"/>
                    </a:cubicBezTo>
                    <a:cubicBezTo>
                      <a:pt x="1226" y="919"/>
                      <a:pt x="651" y="1340"/>
                      <a:pt x="383" y="9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32"/>
              <p:cNvSpPr/>
              <p:nvPr/>
            </p:nvSpPr>
            <p:spPr>
              <a:xfrm>
                <a:off x="1759900" y="4496500"/>
                <a:ext cx="68925" cy="72750"/>
              </a:xfrm>
              <a:custGeom>
                <a:avLst/>
                <a:gdLst/>
                <a:ahLst/>
                <a:cxnLst/>
                <a:rect l="l" t="t" r="r" b="b"/>
                <a:pathLst>
                  <a:path w="2757" h="2910" extrusionOk="0">
                    <a:moveTo>
                      <a:pt x="1953" y="2565"/>
                    </a:moveTo>
                    <a:cubicBezTo>
                      <a:pt x="1455" y="1915"/>
                      <a:pt x="996" y="1302"/>
                      <a:pt x="383" y="766"/>
                    </a:cubicBezTo>
                    <a:cubicBezTo>
                      <a:pt x="0" y="575"/>
                      <a:pt x="230" y="0"/>
                      <a:pt x="651" y="115"/>
                    </a:cubicBezTo>
                    <a:cubicBezTo>
                      <a:pt x="1034" y="307"/>
                      <a:pt x="1302" y="689"/>
                      <a:pt x="1608" y="996"/>
                    </a:cubicBezTo>
                    <a:cubicBezTo>
                      <a:pt x="1914" y="1379"/>
                      <a:pt x="2221" y="1723"/>
                      <a:pt x="2489" y="2106"/>
                    </a:cubicBezTo>
                    <a:cubicBezTo>
                      <a:pt x="2757" y="2489"/>
                      <a:pt x="2221" y="2910"/>
                      <a:pt x="1914" y="25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32"/>
              <p:cNvSpPr/>
              <p:nvPr/>
            </p:nvSpPr>
            <p:spPr>
              <a:xfrm>
                <a:off x="1799125" y="4637200"/>
                <a:ext cx="33525" cy="36375"/>
              </a:xfrm>
              <a:custGeom>
                <a:avLst/>
                <a:gdLst/>
                <a:ahLst/>
                <a:cxnLst/>
                <a:rect l="l" t="t" r="r" b="b"/>
                <a:pathLst>
                  <a:path w="1341" h="1455" extrusionOk="0">
                    <a:moveTo>
                      <a:pt x="460" y="1225"/>
                    </a:moveTo>
                    <a:cubicBezTo>
                      <a:pt x="384" y="1072"/>
                      <a:pt x="269" y="881"/>
                      <a:pt x="154" y="727"/>
                    </a:cubicBezTo>
                    <a:cubicBezTo>
                      <a:pt x="1" y="268"/>
                      <a:pt x="613" y="0"/>
                      <a:pt x="843" y="421"/>
                    </a:cubicBezTo>
                    <a:cubicBezTo>
                      <a:pt x="958" y="727"/>
                      <a:pt x="1341" y="1110"/>
                      <a:pt x="958" y="1378"/>
                    </a:cubicBezTo>
                    <a:cubicBezTo>
                      <a:pt x="805" y="1455"/>
                      <a:pt x="575" y="1417"/>
                      <a:pt x="460" y="12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32"/>
              <p:cNvSpPr/>
              <p:nvPr/>
            </p:nvSpPr>
            <p:spPr>
              <a:xfrm>
                <a:off x="1894850" y="4409400"/>
                <a:ext cx="37350" cy="488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953" extrusionOk="0">
                    <a:moveTo>
                      <a:pt x="651" y="1570"/>
                    </a:moveTo>
                    <a:cubicBezTo>
                      <a:pt x="460" y="1187"/>
                      <a:pt x="77" y="881"/>
                      <a:pt x="0" y="498"/>
                    </a:cubicBezTo>
                    <a:cubicBezTo>
                      <a:pt x="0" y="115"/>
                      <a:pt x="574" y="1"/>
                      <a:pt x="689" y="383"/>
                    </a:cubicBezTo>
                    <a:cubicBezTo>
                      <a:pt x="881" y="651"/>
                      <a:pt x="1072" y="919"/>
                      <a:pt x="1264" y="1187"/>
                    </a:cubicBezTo>
                    <a:cubicBezTo>
                      <a:pt x="1493" y="1608"/>
                      <a:pt x="881" y="1953"/>
                      <a:pt x="651" y="15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32"/>
              <p:cNvSpPr/>
              <p:nvPr/>
            </p:nvSpPr>
            <p:spPr>
              <a:xfrm>
                <a:off x="1906325" y="4240950"/>
                <a:ext cx="35450" cy="3735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1494" extrusionOk="0">
                    <a:moveTo>
                      <a:pt x="575" y="1149"/>
                    </a:moveTo>
                    <a:cubicBezTo>
                      <a:pt x="460" y="996"/>
                      <a:pt x="307" y="881"/>
                      <a:pt x="192" y="766"/>
                    </a:cubicBezTo>
                    <a:cubicBezTo>
                      <a:pt x="39" y="651"/>
                      <a:pt x="1" y="422"/>
                      <a:pt x="115" y="269"/>
                    </a:cubicBezTo>
                    <a:cubicBezTo>
                      <a:pt x="345" y="1"/>
                      <a:pt x="651" y="192"/>
                      <a:pt x="843" y="383"/>
                    </a:cubicBezTo>
                    <a:cubicBezTo>
                      <a:pt x="958" y="498"/>
                      <a:pt x="1034" y="613"/>
                      <a:pt x="1149" y="690"/>
                    </a:cubicBezTo>
                    <a:cubicBezTo>
                      <a:pt x="1417" y="1073"/>
                      <a:pt x="881" y="1494"/>
                      <a:pt x="575" y="11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32"/>
              <p:cNvSpPr/>
              <p:nvPr/>
            </p:nvSpPr>
            <p:spPr>
              <a:xfrm>
                <a:off x="1912075" y="4103125"/>
                <a:ext cx="30650" cy="23000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920" extrusionOk="0">
                    <a:moveTo>
                      <a:pt x="536" y="843"/>
                    </a:moveTo>
                    <a:cubicBezTo>
                      <a:pt x="460" y="805"/>
                      <a:pt x="383" y="766"/>
                      <a:pt x="307" y="728"/>
                    </a:cubicBezTo>
                    <a:cubicBezTo>
                      <a:pt x="115" y="690"/>
                      <a:pt x="0" y="498"/>
                      <a:pt x="77" y="307"/>
                    </a:cubicBezTo>
                    <a:cubicBezTo>
                      <a:pt x="115" y="116"/>
                      <a:pt x="307" y="1"/>
                      <a:pt x="498" y="39"/>
                    </a:cubicBezTo>
                    <a:cubicBezTo>
                      <a:pt x="804" y="154"/>
                      <a:pt x="1225" y="345"/>
                      <a:pt x="1034" y="728"/>
                    </a:cubicBezTo>
                    <a:cubicBezTo>
                      <a:pt x="919" y="881"/>
                      <a:pt x="728" y="920"/>
                      <a:pt x="536" y="84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32"/>
              <p:cNvSpPr/>
              <p:nvPr/>
            </p:nvSpPr>
            <p:spPr>
              <a:xfrm>
                <a:off x="384550" y="4123225"/>
                <a:ext cx="38300" cy="45025"/>
              </a:xfrm>
              <a:custGeom>
                <a:avLst/>
                <a:gdLst/>
                <a:ahLst/>
                <a:cxnLst/>
                <a:rect l="l" t="t" r="r" b="b"/>
                <a:pathLst>
                  <a:path w="1532" h="1801" extrusionOk="0">
                    <a:moveTo>
                      <a:pt x="192" y="1532"/>
                    </a:moveTo>
                    <a:cubicBezTo>
                      <a:pt x="39" y="1417"/>
                      <a:pt x="0" y="1187"/>
                      <a:pt x="154" y="1034"/>
                    </a:cubicBezTo>
                    <a:cubicBezTo>
                      <a:pt x="422" y="766"/>
                      <a:pt x="919" y="1"/>
                      <a:pt x="1340" y="460"/>
                    </a:cubicBezTo>
                    <a:cubicBezTo>
                      <a:pt x="1532" y="728"/>
                      <a:pt x="1302" y="958"/>
                      <a:pt x="1072" y="1111"/>
                    </a:cubicBezTo>
                    <a:cubicBezTo>
                      <a:pt x="804" y="1302"/>
                      <a:pt x="575" y="1800"/>
                      <a:pt x="192" y="15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32"/>
              <p:cNvSpPr/>
              <p:nvPr/>
            </p:nvSpPr>
            <p:spPr>
              <a:xfrm>
                <a:off x="274475" y="4091650"/>
                <a:ext cx="48850" cy="55525"/>
              </a:xfrm>
              <a:custGeom>
                <a:avLst/>
                <a:gdLst/>
                <a:ahLst/>
                <a:cxnLst/>
                <a:rect l="l" t="t" r="r" b="b"/>
                <a:pathLst>
                  <a:path w="1954" h="2221" extrusionOk="0">
                    <a:moveTo>
                      <a:pt x="154" y="1876"/>
                    </a:moveTo>
                    <a:cubicBezTo>
                      <a:pt x="1" y="1723"/>
                      <a:pt x="1" y="1532"/>
                      <a:pt x="154" y="1379"/>
                    </a:cubicBezTo>
                    <a:cubicBezTo>
                      <a:pt x="460" y="1111"/>
                      <a:pt x="1341" y="0"/>
                      <a:pt x="1724" y="575"/>
                    </a:cubicBezTo>
                    <a:cubicBezTo>
                      <a:pt x="1953" y="1034"/>
                      <a:pt x="1341" y="1149"/>
                      <a:pt x="1111" y="1417"/>
                    </a:cubicBezTo>
                    <a:cubicBezTo>
                      <a:pt x="843" y="1647"/>
                      <a:pt x="537" y="2221"/>
                      <a:pt x="154" y="18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32"/>
              <p:cNvSpPr/>
              <p:nvPr/>
            </p:nvSpPr>
            <p:spPr>
              <a:xfrm>
                <a:off x="264900" y="4516600"/>
                <a:ext cx="450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1801" h="2413" extrusionOk="0">
                    <a:moveTo>
                      <a:pt x="192" y="2336"/>
                    </a:moveTo>
                    <a:cubicBezTo>
                      <a:pt x="39" y="2221"/>
                      <a:pt x="1" y="1991"/>
                      <a:pt x="78" y="1838"/>
                    </a:cubicBezTo>
                    <a:cubicBezTo>
                      <a:pt x="307" y="1493"/>
                      <a:pt x="996" y="0"/>
                      <a:pt x="1532" y="613"/>
                    </a:cubicBezTo>
                    <a:cubicBezTo>
                      <a:pt x="1800" y="957"/>
                      <a:pt x="1264" y="1225"/>
                      <a:pt x="1111" y="1532"/>
                    </a:cubicBezTo>
                    <a:cubicBezTo>
                      <a:pt x="958" y="1723"/>
                      <a:pt x="805" y="1953"/>
                      <a:pt x="690" y="2221"/>
                    </a:cubicBezTo>
                    <a:cubicBezTo>
                      <a:pt x="613" y="2374"/>
                      <a:pt x="384" y="2412"/>
                      <a:pt x="192" y="233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32"/>
              <p:cNvSpPr/>
              <p:nvPr/>
            </p:nvSpPr>
            <p:spPr>
              <a:xfrm>
                <a:off x="234275" y="936125"/>
                <a:ext cx="1752475" cy="3800625"/>
              </a:xfrm>
              <a:custGeom>
                <a:avLst/>
                <a:gdLst/>
                <a:ahLst/>
                <a:cxnLst/>
                <a:rect l="l" t="t" r="r" b="b"/>
                <a:pathLst>
                  <a:path w="70099" h="152025" extrusionOk="0">
                    <a:moveTo>
                      <a:pt x="767" y="151029"/>
                    </a:moveTo>
                    <a:cubicBezTo>
                      <a:pt x="843" y="143908"/>
                      <a:pt x="499" y="136788"/>
                      <a:pt x="307" y="129667"/>
                    </a:cubicBezTo>
                    <a:cubicBezTo>
                      <a:pt x="1" y="112286"/>
                      <a:pt x="231" y="94867"/>
                      <a:pt x="269" y="77486"/>
                    </a:cubicBezTo>
                    <a:cubicBezTo>
                      <a:pt x="269" y="65886"/>
                      <a:pt x="154" y="54286"/>
                      <a:pt x="269" y="42686"/>
                    </a:cubicBezTo>
                    <a:cubicBezTo>
                      <a:pt x="499" y="31278"/>
                      <a:pt x="728" y="19908"/>
                      <a:pt x="690" y="8537"/>
                    </a:cubicBezTo>
                    <a:cubicBezTo>
                      <a:pt x="652" y="6164"/>
                      <a:pt x="652" y="3790"/>
                      <a:pt x="537" y="1455"/>
                    </a:cubicBezTo>
                    <a:cubicBezTo>
                      <a:pt x="537" y="1263"/>
                      <a:pt x="499" y="1110"/>
                      <a:pt x="499" y="957"/>
                    </a:cubicBezTo>
                    <a:cubicBezTo>
                      <a:pt x="499" y="804"/>
                      <a:pt x="575" y="651"/>
                      <a:pt x="728" y="574"/>
                    </a:cubicBezTo>
                    <a:cubicBezTo>
                      <a:pt x="652" y="230"/>
                      <a:pt x="1035" y="115"/>
                      <a:pt x="1341" y="115"/>
                    </a:cubicBezTo>
                    <a:cubicBezTo>
                      <a:pt x="4250" y="0"/>
                      <a:pt x="7160" y="268"/>
                      <a:pt x="10069" y="383"/>
                    </a:cubicBezTo>
                    <a:cubicBezTo>
                      <a:pt x="21095" y="613"/>
                      <a:pt x="32159" y="727"/>
                      <a:pt x="43185" y="651"/>
                    </a:cubicBezTo>
                    <a:cubicBezTo>
                      <a:pt x="47205" y="651"/>
                      <a:pt x="51263" y="613"/>
                      <a:pt x="55283" y="574"/>
                    </a:cubicBezTo>
                    <a:cubicBezTo>
                      <a:pt x="59264" y="574"/>
                      <a:pt x="63246" y="574"/>
                      <a:pt x="67189" y="498"/>
                    </a:cubicBezTo>
                    <a:cubicBezTo>
                      <a:pt x="67725" y="498"/>
                      <a:pt x="68261" y="498"/>
                      <a:pt x="68759" y="574"/>
                    </a:cubicBezTo>
                    <a:cubicBezTo>
                      <a:pt x="68835" y="574"/>
                      <a:pt x="68912" y="613"/>
                      <a:pt x="68950" y="651"/>
                    </a:cubicBezTo>
                    <a:cubicBezTo>
                      <a:pt x="69026" y="613"/>
                      <a:pt x="69103" y="574"/>
                      <a:pt x="69141" y="574"/>
                    </a:cubicBezTo>
                    <a:cubicBezTo>
                      <a:pt x="69333" y="574"/>
                      <a:pt x="69524" y="766"/>
                      <a:pt x="69524" y="957"/>
                    </a:cubicBezTo>
                    <a:cubicBezTo>
                      <a:pt x="69448" y="1302"/>
                      <a:pt x="69524" y="1684"/>
                      <a:pt x="69524" y="2067"/>
                    </a:cubicBezTo>
                    <a:cubicBezTo>
                      <a:pt x="69639" y="3982"/>
                      <a:pt x="69716" y="5896"/>
                      <a:pt x="69716" y="7810"/>
                    </a:cubicBezTo>
                    <a:cubicBezTo>
                      <a:pt x="69869" y="15084"/>
                      <a:pt x="69562" y="22319"/>
                      <a:pt x="69601" y="29555"/>
                    </a:cubicBezTo>
                    <a:cubicBezTo>
                      <a:pt x="69601" y="33804"/>
                      <a:pt x="69792" y="38092"/>
                      <a:pt x="69907" y="42342"/>
                    </a:cubicBezTo>
                    <a:cubicBezTo>
                      <a:pt x="69984" y="47969"/>
                      <a:pt x="69945" y="53559"/>
                      <a:pt x="69945" y="59148"/>
                    </a:cubicBezTo>
                    <a:cubicBezTo>
                      <a:pt x="69945" y="64891"/>
                      <a:pt x="69639" y="70633"/>
                      <a:pt x="69639" y="76376"/>
                    </a:cubicBezTo>
                    <a:cubicBezTo>
                      <a:pt x="69792" y="87670"/>
                      <a:pt x="70098" y="98963"/>
                      <a:pt x="69754" y="110257"/>
                    </a:cubicBezTo>
                    <a:cubicBezTo>
                      <a:pt x="69639" y="114545"/>
                      <a:pt x="69486" y="118794"/>
                      <a:pt x="69486" y="123082"/>
                    </a:cubicBezTo>
                    <a:cubicBezTo>
                      <a:pt x="69371" y="128365"/>
                      <a:pt x="69256" y="133648"/>
                      <a:pt x="69294" y="138932"/>
                    </a:cubicBezTo>
                    <a:cubicBezTo>
                      <a:pt x="69256" y="142568"/>
                      <a:pt x="69294" y="146167"/>
                      <a:pt x="69256" y="149766"/>
                    </a:cubicBezTo>
                    <a:cubicBezTo>
                      <a:pt x="69256" y="150225"/>
                      <a:pt x="69256" y="150685"/>
                      <a:pt x="69256" y="151144"/>
                    </a:cubicBezTo>
                    <a:cubicBezTo>
                      <a:pt x="69256" y="151335"/>
                      <a:pt x="69103" y="151489"/>
                      <a:pt x="68912" y="151489"/>
                    </a:cubicBezTo>
                    <a:cubicBezTo>
                      <a:pt x="68835" y="151603"/>
                      <a:pt x="68759" y="151718"/>
                      <a:pt x="68605" y="151718"/>
                    </a:cubicBezTo>
                    <a:cubicBezTo>
                      <a:pt x="66806" y="151910"/>
                      <a:pt x="64968" y="152025"/>
                      <a:pt x="63131" y="151986"/>
                    </a:cubicBezTo>
                    <a:cubicBezTo>
                      <a:pt x="57618" y="151871"/>
                      <a:pt x="52105" y="151757"/>
                      <a:pt x="46592" y="151757"/>
                    </a:cubicBezTo>
                    <a:cubicBezTo>
                      <a:pt x="41692" y="151910"/>
                      <a:pt x="36753" y="152025"/>
                      <a:pt x="31815" y="151948"/>
                    </a:cubicBezTo>
                    <a:cubicBezTo>
                      <a:pt x="26264" y="151948"/>
                      <a:pt x="20712" y="151871"/>
                      <a:pt x="15161" y="151833"/>
                    </a:cubicBezTo>
                    <a:cubicBezTo>
                      <a:pt x="12443" y="151795"/>
                      <a:pt x="9725" y="151833"/>
                      <a:pt x="7045" y="151757"/>
                    </a:cubicBezTo>
                    <a:cubicBezTo>
                      <a:pt x="5131" y="151680"/>
                      <a:pt x="3217" y="151489"/>
                      <a:pt x="1341" y="151335"/>
                    </a:cubicBezTo>
                    <a:cubicBezTo>
                      <a:pt x="1264" y="151374"/>
                      <a:pt x="1188" y="151374"/>
                      <a:pt x="1149" y="151374"/>
                    </a:cubicBezTo>
                    <a:cubicBezTo>
                      <a:pt x="958" y="151374"/>
                      <a:pt x="767" y="151221"/>
                      <a:pt x="767" y="151029"/>
                    </a:cubicBezTo>
                    <a:lnTo>
                      <a:pt x="767" y="151029"/>
                    </a:lnTo>
                    <a:close/>
                    <a:moveTo>
                      <a:pt x="1188" y="842"/>
                    </a:moveTo>
                    <a:lnTo>
                      <a:pt x="1188" y="881"/>
                    </a:lnTo>
                    <a:cubicBezTo>
                      <a:pt x="1303" y="2144"/>
                      <a:pt x="1341" y="3407"/>
                      <a:pt x="1341" y="4671"/>
                    </a:cubicBezTo>
                    <a:cubicBezTo>
                      <a:pt x="1570" y="17572"/>
                      <a:pt x="1188" y="30474"/>
                      <a:pt x="958" y="43375"/>
                    </a:cubicBezTo>
                    <a:cubicBezTo>
                      <a:pt x="920" y="66537"/>
                      <a:pt x="958" y="89699"/>
                      <a:pt x="881" y="112860"/>
                    </a:cubicBezTo>
                    <a:cubicBezTo>
                      <a:pt x="728" y="124154"/>
                      <a:pt x="1303" y="135409"/>
                      <a:pt x="1494" y="146665"/>
                    </a:cubicBezTo>
                    <a:cubicBezTo>
                      <a:pt x="1494" y="147966"/>
                      <a:pt x="1532" y="149306"/>
                      <a:pt x="1494" y="150608"/>
                    </a:cubicBezTo>
                    <a:cubicBezTo>
                      <a:pt x="1724" y="150608"/>
                      <a:pt x="1992" y="150685"/>
                      <a:pt x="2221" y="150685"/>
                    </a:cubicBezTo>
                    <a:cubicBezTo>
                      <a:pt x="6356" y="151144"/>
                      <a:pt x="10529" y="151067"/>
                      <a:pt x="14702" y="151106"/>
                    </a:cubicBezTo>
                    <a:cubicBezTo>
                      <a:pt x="17458" y="151144"/>
                      <a:pt x="20253" y="151144"/>
                      <a:pt x="23048" y="151182"/>
                    </a:cubicBezTo>
                    <a:cubicBezTo>
                      <a:pt x="31432" y="151297"/>
                      <a:pt x="39854" y="151221"/>
                      <a:pt x="48238" y="151029"/>
                    </a:cubicBezTo>
                    <a:cubicBezTo>
                      <a:pt x="53751" y="151029"/>
                      <a:pt x="59226" y="151182"/>
                      <a:pt x="64700" y="151259"/>
                    </a:cubicBezTo>
                    <a:cubicBezTo>
                      <a:pt x="65964" y="151221"/>
                      <a:pt x="67227" y="151144"/>
                      <a:pt x="68491" y="151029"/>
                    </a:cubicBezTo>
                    <a:lnTo>
                      <a:pt x="68529" y="151029"/>
                    </a:lnTo>
                    <a:cubicBezTo>
                      <a:pt x="68605" y="143947"/>
                      <a:pt x="68529" y="136864"/>
                      <a:pt x="68644" y="129782"/>
                    </a:cubicBezTo>
                    <a:cubicBezTo>
                      <a:pt x="68720" y="125762"/>
                      <a:pt x="68797" y="121704"/>
                      <a:pt x="68835" y="117684"/>
                    </a:cubicBezTo>
                    <a:cubicBezTo>
                      <a:pt x="69256" y="104974"/>
                      <a:pt x="69294" y="92225"/>
                      <a:pt x="68950" y="79515"/>
                    </a:cubicBezTo>
                    <a:cubicBezTo>
                      <a:pt x="68835" y="73811"/>
                      <a:pt x="69065" y="68107"/>
                      <a:pt x="69218" y="62364"/>
                    </a:cubicBezTo>
                    <a:cubicBezTo>
                      <a:pt x="69218" y="56736"/>
                      <a:pt x="69256" y="51109"/>
                      <a:pt x="69218" y="45481"/>
                    </a:cubicBezTo>
                    <a:cubicBezTo>
                      <a:pt x="69218" y="41193"/>
                      <a:pt x="68988" y="36944"/>
                      <a:pt x="68912" y="32694"/>
                    </a:cubicBezTo>
                    <a:cubicBezTo>
                      <a:pt x="68759" y="24042"/>
                      <a:pt x="69180" y="15390"/>
                      <a:pt x="68988" y="6738"/>
                    </a:cubicBezTo>
                    <a:cubicBezTo>
                      <a:pt x="68950" y="4900"/>
                      <a:pt x="68873" y="3101"/>
                      <a:pt x="68759" y="1263"/>
                    </a:cubicBezTo>
                    <a:lnTo>
                      <a:pt x="68682" y="1263"/>
                    </a:lnTo>
                    <a:cubicBezTo>
                      <a:pt x="68184" y="1225"/>
                      <a:pt x="67687" y="1187"/>
                      <a:pt x="67189" y="1187"/>
                    </a:cubicBezTo>
                    <a:cubicBezTo>
                      <a:pt x="63207" y="1263"/>
                      <a:pt x="59226" y="1263"/>
                      <a:pt x="55283" y="1263"/>
                    </a:cubicBezTo>
                    <a:cubicBezTo>
                      <a:pt x="49846" y="1302"/>
                      <a:pt x="44410" y="1378"/>
                      <a:pt x="39012" y="1378"/>
                    </a:cubicBezTo>
                    <a:cubicBezTo>
                      <a:pt x="30704" y="1340"/>
                      <a:pt x="22435" y="1340"/>
                      <a:pt x="14128" y="1149"/>
                    </a:cubicBezTo>
                    <a:cubicBezTo>
                      <a:pt x="10529" y="1149"/>
                      <a:pt x="6892" y="842"/>
                      <a:pt x="3293" y="804"/>
                    </a:cubicBezTo>
                    <a:cubicBezTo>
                      <a:pt x="2642" y="804"/>
                      <a:pt x="2030" y="766"/>
                      <a:pt x="1417" y="804"/>
                    </a:cubicBezTo>
                    <a:cubicBezTo>
                      <a:pt x="1341" y="804"/>
                      <a:pt x="1264" y="842"/>
                      <a:pt x="1188" y="8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55" name="Google Shape;1055;p32"/>
            <p:cNvSpPr/>
            <p:nvPr/>
          </p:nvSpPr>
          <p:spPr>
            <a:xfrm>
              <a:off x="5752683" y="4210965"/>
              <a:ext cx="409995" cy="17353"/>
            </a:xfrm>
            <a:custGeom>
              <a:avLst/>
              <a:gdLst/>
              <a:ahLst/>
              <a:cxnLst/>
              <a:rect l="l" t="t" r="r" b="b"/>
              <a:pathLst>
                <a:path w="11199" h="474" extrusionOk="0">
                  <a:moveTo>
                    <a:pt x="10962" y="474"/>
                  </a:moveTo>
                  <a:cubicBezTo>
                    <a:pt x="7394" y="356"/>
                    <a:pt x="3806" y="395"/>
                    <a:pt x="237" y="415"/>
                  </a:cubicBezTo>
                  <a:cubicBezTo>
                    <a:pt x="1" y="395"/>
                    <a:pt x="1" y="40"/>
                    <a:pt x="237" y="40"/>
                  </a:cubicBezTo>
                  <a:cubicBezTo>
                    <a:pt x="3372" y="21"/>
                    <a:pt x="6507" y="1"/>
                    <a:pt x="9641" y="80"/>
                  </a:cubicBezTo>
                  <a:cubicBezTo>
                    <a:pt x="10075" y="80"/>
                    <a:pt x="10529" y="99"/>
                    <a:pt x="10962" y="99"/>
                  </a:cubicBezTo>
                  <a:cubicBezTo>
                    <a:pt x="11199" y="99"/>
                    <a:pt x="11199" y="454"/>
                    <a:pt x="10962" y="4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2"/>
            <p:cNvSpPr/>
            <p:nvPr/>
          </p:nvSpPr>
          <p:spPr>
            <a:xfrm>
              <a:off x="6216061" y="4215322"/>
              <a:ext cx="90976" cy="17353"/>
            </a:xfrm>
            <a:custGeom>
              <a:avLst/>
              <a:gdLst/>
              <a:ahLst/>
              <a:cxnLst/>
              <a:rect l="l" t="t" r="r" b="b"/>
              <a:pathLst>
                <a:path w="2485" h="474" extrusionOk="0">
                  <a:moveTo>
                    <a:pt x="1" y="296"/>
                  </a:moveTo>
                  <a:cubicBezTo>
                    <a:pt x="1" y="79"/>
                    <a:pt x="237" y="118"/>
                    <a:pt x="375" y="99"/>
                  </a:cubicBezTo>
                  <a:cubicBezTo>
                    <a:pt x="651" y="79"/>
                    <a:pt x="927" y="79"/>
                    <a:pt x="1203" y="59"/>
                  </a:cubicBezTo>
                  <a:cubicBezTo>
                    <a:pt x="1558" y="40"/>
                    <a:pt x="1933" y="20"/>
                    <a:pt x="2307" y="0"/>
                  </a:cubicBezTo>
                  <a:cubicBezTo>
                    <a:pt x="2406" y="0"/>
                    <a:pt x="2485" y="79"/>
                    <a:pt x="2485" y="178"/>
                  </a:cubicBezTo>
                  <a:cubicBezTo>
                    <a:pt x="2485" y="296"/>
                    <a:pt x="2406" y="355"/>
                    <a:pt x="2307" y="375"/>
                  </a:cubicBezTo>
                  <a:cubicBezTo>
                    <a:pt x="1755" y="394"/>
                    <a:pt x="1203" y="414"/>
                    <a:pt x="671" y="454"/>
                  </a:cubicBezTo>
                  <a:cubicBezTo>
                    <a:pt x="513" y="454"/>
                    <a:pt x="336" y="473"/>
                    <a:pt x="178" y="473"/>
                  </a:cubicBezTo>
                  <a:cubicBezTo>
                    <a:pt x="80" y="473"/>
                    <a:pt x="1" y="394"/>
                    <a:pt x="1" y="2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32"/>
          <p:cNvGrpSpPr/>
          <p:nvPr/>
        </p:nvGrpSpPr>
        <p:grpSpPr>
          <a:xfrm>
            <a:off x="6734396" y="684588"/>
            <a:ext cx="1718947" cy="3712874"/>
            <a:chOff x="7077673" y="1282025"/>
            <a:chExt cx="1343767" cy="2902497"/>
          </a:xfrm>
        </p:grpSpPr>
        <p:grpSp>
          <p:nvGrpSpPr>
            <p:cNvPr id="1058" name="Google Shape;1058;p32"/>
            <p:cNvGrpSpPr/>
            <p:nvPr/>
          </p:nvGrpSpPr>
          <p:grpSpPr>
            <a:xfrm>
              <a:off x="7077673" y="1323651"/>
              <a:ext cx="1343767" cy="2860871"/>
              <a:chOff x="2009700" y="929425"/>
              <a:chExt cx="1787875" cy="3806375"/>
            </a:xfrm>
          </p:grpSpPr>
          <p:sp>
            <p:nvSpPr>
              <p:cNvPr id="1059" name="Google Shape;1059;p32"/>
              <p:cNvSpPr/>
              <p:nvPr/>
            </p:nvSpPr>
            <p:spPr>
              <a:xfrm>
                <a:off x="2029800" y="938975"/>
                <a:ext cx="1745750" cy="3783425"/>
              </a:xfrm>
              <a:custGeom>
                <a:avLst/>
                <a:gdLst/>
                <a:ahLst/>
                <a:cxnLst/>
                <a:rect l="l" t="t" r="r" b="b"/>
                <a:pathLst>
                  <a:path w="69830" h="151337" extrusionOk="0">
                    <a:moveTo>
                      <a:pt x="13361" y="151221"/>
                    </a:moveTo>
                    <a:cubicBezTo>
                      <a:pt x="13208" y="151221"/>
                      <a:pt x="13055" y="151221"/>
                      <a:pt x="12902" y="151221"/>
                    </a:cubicBezTo>
                    <a:cubicBezTo>
                      <a:pt x="9303" y="151030"/>
                      <a:pt x="5666" y="150915"/>
                      <a:pt x="2068" y="151183"/>
                    </a:cubicBezTo>
                    <a:lnTo>
                      <a:pt x="2068" y="151183"/>
                    </a:lnTo>
                    <a:cubicBezTo>
                      <a:pt x="1149" y="151298"/>
                      <a:pt x="613" y="150456"/>
                      <a:pt x="651" y="149614"/>
                    </a:cubicBezTo>
                    <a:lnTo>
                      <a:pt x="651" y="149614"/>
                    </a:lnTo>
                    <a:cubicBezTo>
                      <a:pt x="651" y="149575"/>
                      <a:pt x="651" y="149575"/>
                      <a:pt x="651" y="149537"/>
                    </a:cubicBezTo>
                    <a:lnTo>
                      <a:pt x="651" y="149537"/>
                    </a:lnTo>
                    <a:cubicBezTo>
                      <a:pt x="728" y="148503"/>
                      <a:pt x="651" y="147470"/>
                      <a:pt x="651" y="146474"/>
                    </a:cubicBezTo>
                    <a:cubicBezTo>
                      <a:pt x="689" y="139583"/>
                      <a:pt x="728" y="132692"/>
                      <a:pt x="957" y="125801"/>
                    </a:cubicBezTo>
                    <a:cubicBezTo>
                      <a:pt x="1110" y="117608"/>
                      <a:pt x="804" y="109416"/>
                      <a:pt x="957" y="101223"/>
                    </a:cubicBezTo>
                    <a:cubicBezTo>
                      <a:pt x="1225" y="98964"/>
                      <a:pt x="919" y="96629"/>
                      <a:pt x="1072" y="94370"/>
                    </a:cubicBezTo>
                    <a:cubicBezTo>
                      <a:pt x="1110" y="94294"/>
                      <a:pt x="1110" y="94255"/>
                      <a:pt x="1110" y="94179"/>
                    </a:cubicBezTo>
                    <a:cubicBezTo>
                      <a:pt x="651" y="92877"/>
                      <a:pt x="996" y="90427"/>
                      <a:pt x="919" y="89393"/>
                    </a:cubicBezTo>
                    <a:cubicBezTo>
                      <a:pt x="1034" y="87824"/>
                      <a:pt x="957" y="86216"/>
                      <a:pt x="919" y="84646"/>
                    </a:cubicBezTo>
                    <a:cubicBezTo>
                      <a:pt x="919" y="83230"/>
                      <a:pt x="1034" y="81813"/>
                      <a:pt x="957" y="80397"/>
                    </a:cubicBezTo>
                    <a:cubicBezTo>
                      <a:pt x="919" y="80397"/>
                      <a:pt x="919" y="80358"/>
                      <a:pt x="881" y="80358"/>
                    </a:cubicBezTo>
                    <a:cubicBezTo>
                      <a:pt x="919" y="79784"/>
                      <a:pt x="919" y="79210"/>
                      <a:pt x="919" y="78674"/>
                    </a:cubicBezTo>
                    <a:lnTo>
                      <a:pt x="919" y="78674"/>
                    </a:lnTo>
                    <a:cubicBezTo>
                      <a:pt x="919" y="78521"/>
                      <a:pt x="919" y="78406"/>
                      <a:pt x="957" y="78291"/>
                    </a:cubicBezTo>
                    <a:lnTo>
                      <a:pt x="957" y="78214"/>
                    </a:lnTo>
                    <a:cubicBezTo>
                      <a:pt x="957" y="76989"/>
                      <a:pt x="957" y="75803"/>
                      <a:pt x="919" y="74616"/>
                    </a:cubicBezTo>
                    <a:lnTo>
                      <a:pt x="919" y="74577"/>
                    </a:lnTo>
                    <a:lnTo>
                      <a:pt x="919" y="74539"/>
                    </a:lnTo>
                    <a:cubicBezTo>
                      <a:pt x="919" y="74003"/>
                      <a:pt x="919" y="73467"/>
                      <a:pt x="919" y="72970"/>
                    </a:cubicBezTo>
                    <a:lnTo>
                      <a:pt x="919" y="72931"/>
                    </a:lnTo>
                    <a:lnTo>
                      <a:pt x="919" y="72893"/>
                    </a:lnTo>
                    <a:lnTo>
                      <a:pt x="919" y="72893"/>
                    </a:lnTo>
                    <a:lnTo>
                      <a:pt x="919" y="72855"/>
                    </a:lnTo>
                    <a:lnTo>
                      <a:pt x="919" y="72855"/>
                    </a:lnTo>
                    <a:lnTo>
                      <a:pt x="919" y="72855"/>
                    </a:lnTo>
                    <a:cubicBezTo>
                      <a:pt x="919" y="72663"/>
                      <a:pt x="842" y="72510"/>
                      <a:pt x="728" y="72357"/>
                    </a:cubicBezTo>
                    <a:cubicBezTo>
                      <a:pt x="728" y="72319"/>
                      <a:pt x="689" y="72319"/>
                      <a:pt x="689" y="72280"/>
                    </a:cubicBezTo>
                    <a:cubicBezTo>
                      <a:pt x="651" y="71783"/>
                      <a:pt x="651" y="71285"/>
                      <a:pt x="651" y="70787"/>
                    </a:cubicBezTo>
                    <a:cubicBezTo>
                      <a:pt x="651" y="70481"/>
                      <a:pt x="651" y="70175"/>
                      <a:pt x="651" y="69869"/>
                    </a:cubicBezTo>
                    <a:lnTo>
                      <a:pt x="651" y="69869"/>
                    </a:lnTo>
                    <a:cubicBezTo>
                      <a:pt x="651" y="69141"/>
                      <a:pt x="613" y="68376"/>
                      <a:pt x="613" y="67648"/>
                    </a:cubicBezTo>
                    <a:cubicBezTo>
                      <a:pt x="613" y="66193"/>
                      <a:pt x="574" y="64777"/>
                      <a:pt x="574" y="63322"/>
                    </a:cubicBezTo>
                    <a:lnTo>
                      <a:pt x="574" y="63284"/>
                    </a:lnTo>
                    <a:cubicBezTo>
                      <a:pt x="536" y="62174"/>
                      <a:pt x="498" y="61063"/>
                      <a:pt x="498" y="59953"/>
                    </a:cubicBezTo>
                    <a:cubicBezTo>
                      <a:pt x="498" y="58537"/>
                      <a:pt x="460" y="57082"/>
                      <a:pt x="421" y="55665"/>
                    </a:cubicBezTo>
                    <a:cubicBezTo>
                      <a:pt x="421" y="54938"/>
                      <a:pt x="383" y="54211"/>
                      <a:pt x="345" y="53483"/>
                    </a:cubicBezTo>
                    <a:cubicBezTo>
                      <a:pt x="306" y="53139"/>
                      <a:pt x="306" y="52794"/>
                      <a:pt x="268" y="52450"/>
                    </a:cubicBezTo>
                    <a:cubicBezTo>
                      <a:pt x="268" y="52258"/>
                      <a:pt x="268" y="52067"/>
                      <a:pt x="268" y="51875"/>
                    </a:cubicBezTo>
                    <a:cubicBezTo>
                      <a:pt x="230" y="51684"/>
                      <a:pt x="230" y="51454"/>
                      <a:pt x="192" y="51301"/>
                    </a:cubicBezTo>
                    <a:cubicBezTo>
                      <a:pt x="153" y="51263"/>
                      <a:pt x="153" y="51224"/>
                      <a:pt x="153" y="51186"/>
                    </a:cubicBezTo>
                    <a:cubicBezTo>
                      <a:pt x="115" y="48851"/>
                      <a:pt x="77" y="46554"/>
                      <a:pt x="77" y="44257"/>
                    </a:cubicBezTo>
                    <a:cubicBezTo>
                      <a:pt x="77" y="44142"/>
                      <a:pt x="77" y="44027"/>
                      <a:pt x="0" y="43951"/>
                    </a:cubicBezTo>
                    <a:cubicBezTo>
                      <a:pt x="77" y="40352"/>
                      <a:pt x="192" y="36791"/>
                      <a:pt x="345" y="33193"/>
                    </a:cubicBezTo>
                    <a:cubicBezTo>
                      <a:pt x="460" y="28484"/>
                      <a:pt x="192" y="23737"/>
                      <a:pt x="230" y="18990"/>
                    </a:cubicBezTo>
                    <a:cubicBezTo>
                      <a:pt x="574" y="16425"/>
                      <a:pt x="345" y="13783"/>
                      <a:pt x="689" y="11218"/>
                    </a:cubicBezTo>
                    <a:cubicBezTo>
                      <a:pt x="881" y="8691"/>
                      <a:pt x="574" y="6050"/>
                      <a:pt x="651" y="3485"/>
                    </a:cubicBezTo>
                    <a:cubicBezTo>
                      <a:pt x="689" y="2834"/>
                      <a:pt x="613" y="2145"/>
                      <a:pt x="728" y="1494"/>
                    </a:cubicBezTo>
                    <a:cubicBezTo>
                      <a:pt x="957" y="881"/>
                      <a:pt x="1417" y="613"/>
                      <a:pt x="1876" y="613"/>
                    </a:cubicBezTo>
                    <a:cubicBezTo>
                      <a:pt x="1876" y="613"/>
                      <a:pt x="1876" y="613"/>
                      <a:pt x="1876" y="575"/>
                    </a:cubicBezTo>
                    <a:cubicBezTo>
                      <a:pt x="1991" y="575"/>
                      <a:pt x="2106" y="575"/>
                      <a:pt x="2182" y="537"/>
                    </a:cubicBezTo>
                    <a:cubicBezTo>
                      <a:pt x="2450" y="499"/>
                      <a:pt x="2680" y="345"/>
                      <a:pt x="2795" y="154"/>
                    </a:cubicBezTo>
                    <a:lnTo>
                      <a:pt x="2833" y="154"/>
                    </a:lnTo>
                    <a:cubicBezTo>
                      <a:pt x="3407" y="116"/>
                      <a:pt x="3982" y="154"/>
                      <a:pt x="4556" y="116"/>
                    </a:cubicBezTo>
                    <a:cubicBezTo>
                      <a:pt x="5322" y="77"/>
                      <a:pt x="6126" y="39"/>
                      <a:pt x="6891" y="1"/>
                    </a:cubicBezTo>
                    <a:cubicBezTo>
                      <a:pt x="6968" y="39"/>
                      <a:pt x="7044" y="39"/>
                      <a:pt x="7121" y="39"/>
                    </a:cubicBezTo>
                    <a:cubicBezTo>
                      <a:pt x="7351" y="39"/>
                      <a:pt x="7580" y="77"/>
                      <a:pt x="7848" y="77"/>
                    </a:cubicBezTo>
                    <a:cubicBezTo>
                      <a:pt x="8576" y="116"/>
                      <a:pt x="9303" y="116"/>
                      <a:pt x="10031" y="154"/>
                    </a:cubicBezTo>
                    <a:cubicBezTo>
                      <a:pt x="10145" y="307"/>
                      <a:pt x="10299" y="384"/>
                      <a:pt x="10490" y="384"/>
                    </a:cubicBezTo>
                    <a:lnTo>
                      <a:pt x="10528" y="384"/>
                    </a:lnTo>
                    <a:cubicBezTo>
                      <a:pt x="11256" y="307"/>
                      <a:pt x="11945" y="307"/>
                      <a:pt x="12672" y="307"/>
                    </a:cubicBezTo>
                    <a:cubicBezTo>
                      <a:pt x="13821" y="345"/>
                      <a:pt x="14931" y="384"/>
                      <a:pt x="16079" y="384"/>
                    </a:cubicBezTo>
                    <a:lnTo>
                      <a:pt x="16654" y="384"/>
                    </a:lnTo>
                    <a:cubicBezTo>
                      <a:pt x="16730" y="384"/>
                      <a:pt x="16845" y="384"/>
                      <a:pt x="16960" y="345"/>
                    </a:cubicBezTo>
                    <a:cubicBezTo>
                      <a:pt x="17458" y="345"/>
                      <a:pt x="17955" y="345"/>
                      <a:pt x="18453" y="345"/>
                    </a:cubicBezTo>
                    <a:cubicBezTo>
                      <a:pt x="18912" y="345"/>
                      <a:pt x="19372" y="345"/>
                      <a:pt x="19831" y="345"/>
                    </a:cubicBezTo>
                    <a:cubicBezTo>
                      <a:pt x="20827" y="422"/>
                      <a:pt x="21822" y="460"/>
                      <a:pt x="22817" y="460"/>
                    </a:cubicBezTo>
                    <a:cubicBezTo>
                      <a:pt x="30512" y="690"/>
                      <a:pt x="38207" y="537"/>
                      <a:pt x="45864" y="422"/>
                    </a:cubicBezTo>
                    <a:cubicBezTo>
                      <a:pt x="48582" y="537"/>
                      <a:pt x="51339" y="384"/>
                      <a:pt x="54057" y="269"/>
                    </a:cubicBezTo>
                    <a:cubicBezTo>
                      <a:pt x="54669" y="269"/>
                      <a:pt x="55282" y="269"/>
                      <a:pt x="55933" y="307"/>
                    </a:cubicBezTo>
                    <a:cubicBezTo>
                      <a:pt x="56086" y="307"/>
                      <a:pt x="56239" y="307"/>
                      <a:pt x="56392" y="307"/>
                    </a:cubicBezTo>
                    <a:cubicBezTo>
                      <a:pt x="57541" y="384"/>
                      <a:pt x="58689" y="460"/>
                      <a:pt x="59838" y="460"/>
                    </a:cubicBezTo>
                    <a:lnTo>
                      <a:pt x="60106" y="460"/>
                    </a:lnTo>
                    <a:cubicBezTo>
                      <a:pt x="60795" y="499"/>
                      <a:pt x="61484" y="537"/>
                      <a:pt x="62173" y="537"/>
                    </a:cubicBezTo>
                    <a:cubicBezTo>
                      <a:pt x="63551" y="613"/>
                      <a:pt x="64929" y="613"/>
                      <a:pt x="66308" y="575"/>
                    </a:cubicBezTo>
                    <a:cubicBezTo>
                      <a:pt x="66537" y="575"/>
                      <a:pt x="66767" y="537"/>
                      <a:pt x="67035" y="537"/>
                    </a:cubicBezTo>
                    <a:cubicBezTo>
                      <a:pt x="67648" y="460"/>
                      <a:pt x="68298" y="384"/>
                      <a:pt x="68796" y="881"/>
                    </a:cubicBezTo>
                    <a:cubicBezTo>
                      <a:pt x="69102" y="1188"/>
                      <a:pt x="69217" y="1724"/>
                      <a:pt x="69102" y="2145"/>
                    </a:cubicBezTo>
                    <a:cubicBezTo>
                      <a:pt x="69217" y="2336"/>
                      <a:pt x="69294" y="2604"/>
                      <a:pt x="69256" y="2872"/>
                    </a:cubicBezTo>
                    <a:cubicBezTo>
                      <a:pt x="69217" y="6165"/>
                      <a:pt x="69370" y="9304"/>
                      <a:pt x="69332" y="12558"/>
                    </a:cubicBezTo>
                    <a:cubicBezTo>
                      <a:pt x="69294" y="14778"/>
                      <a:pt x="69294" y="17037"/>
                      <a:pt x="69332" y="19258"/>
                    </a:cubicBezTo>
                    <a:cubicBezTo>
                      <a:pt x="69294" y="21937"/>
                      <a:pt x="68834" y="24579"/>
                      <a:pt x="69026" y="27259"/>
                    </a:cubicBezTo>
                    <a:cubicBezTo>
                      <a:pt x="69332" y="36179"/>
                      <a:pt x="68643" y="45099"/>
                      <a:pt x="68988" y="53981"/>
                    </a:cubicBezTo>
                    <a:cubicBezTo>
                      <a:pt x="68834" y="59800"/>
                      <a:pt x="69141" y="65581"/>
                      <a:pt x="69179" y="71362"/>
                    </a:cubicBezTo>
                    <a:cubicBezTo>
                      <a:pt x="69179" y="73199"/>
                      <a:pt x="69370" y="75037"/>
                      <a:pt x="69370" y="76874"/>
                    </a:cubicBezTo>
                    <a:cubicBezTo>
                      <a:pt x="69332" y="77410"/>
                      <a:pt x="69370" y="77985"/>
                      <a:pt x="69294" y="78521"/>
                    </a:cubicBezTo>
                    <a:cubicBezTo>
                      <a:pt x="69332" y="78674"/>
                      <a:pt x="69370" y="78827"/>
                      <a:pt x="69332" y="79018"/>
                    </a:cubicBezTo>
                    <a:cubicBezTo>
                      <a:pt x="69370" y="80550"/>
                      <a:pt x="69370" y="82081"/>
                      <a:pt x="69370" y="83651"/>
                    </a:cubicBezTo>
                    <a:cubicBezTo>
                      <a:pt x="69026" y="101185"/>
                      <a:pt x="69830" y="118719"/>
                      <a:pt x="69294" y="136214"/>
                    </a:cubicBezTo>
                    <a:cubicBezTo>
                      <a:pt x="69294" y="139009"/>
                      <a:pt x="69294" y="141765"/>
                      <a:pt x="69294" y="144522"/>
                    </a:cubicBezTo>
                    <a:cubicBezTo>
                      <a:pt x="69370" y="146245"/>
                      <a:pt x="69370" y="147967"/>
                      <a:pt x="69447" y="149652"/>
                    </a:cubicBezTo>
                    <a:cubicBezTo>
                      <a:pt x="69600" y="150609"/>
                      <a:pt x="68566" y="151298"/>
                      <a:pt x="67724" y="151145"/>
                    </a:cubicBezTo>
                    <a:lnTo>
                      <a:pt x="67724" y="151145"/>
                    </a:lnTo>
                    <a:cubicBezTo>
                      <a:pt x="67609" y="151145"/>
                      <a:pt x="67494" y="151183"/>
                      <a:pt x="67418" y="151183"/>
                    </a:cubicBezTo>
                    <a:cubicBezTo>
                      <a:pt x="63360" y="151107"/>
                      <a:pt x="59340" y="150992"/>
                      <a:pt x="55320" y="150839"/>
                    </a:cubicBezTo>
                    <a:cubicBezTo>
                      <a:pt x="49195" y="151030"/>
                      <a:pt x="43069" y="150915"/>
                      <a:pt x="36944" y="151145"/>
                    </a:cubicBezTo>
                    <a:cubicBezTo>
                      <a:pt x="29517" y="151336"/>
                      <a:pt x="22090" y="151107"/>
                      <a:pt x="14663" y="151068"/>
                    </a:cubicBezTo>
                    <a:cubicBezTo>
                      <a:pt x="14395" y="151221"/>
                      <a:pt x="14127" y="151260"/>
                      <a:pt x="13821" y="151260"/>
                    </a:cubicBezTo>
                    <a:cubicBezTo>
                      <a:pt x="13668" y="151260"/>
                      <a:pt x="13514" y="151260"/>
                      <a:pt x="13361" y="1512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32"/>
              <p:cNvSpPr/>
              <p:nvPr/>
            </p:nvSpPr>
            <p:spPr>
              <a:xfrm>
                <a:off x="2036500" y="1287375"/>
                <a:ext cx="1720875" cy="3007200"/>
              </a:xfrm>
              <a:custGeom>
                <a:avLst/>
                <a:gdLst/>
                <a:ahLst/>
                <a:cxnLst/>
                <a:rect l="l" t="t" r="r" b="b"/>
                <a:pathLst>
                  <a:path w="68835" h="120288" extrusionOk="0">
                    <a:moveTo>
                      <a:pt x="68528" y="39739"/>
                    </a:moveTo>
                    <a:cubicBezTo>
                      <a:pt x="68375" y="42725"/>
                      <a:pt x="68834" y="45673"/>
                      <a:pt x="68643" y="48620"/>
                    </a:cubicBezTo>
                    <a:cubicBezTo>
                      <a:pt x="68796" y="50841"/>
                      <a:pt x="68222" y="51377"/>
                      <a:pt x="66805" y="52985"/>
                    </a:cubicBezTo>
                    <a:cubicBezTo>
                      <a:pt x="65772" y="54133"/>
                      <a:pt x="64585" y="55052"/>
                      <a:pt x="63283" y="55894"/>
                    </a:cubicBezTo>
                    <a:cubicBezTo>
                      <a:pt x="63245" y="55933"/>
                      <a:pt x="63245" y="55971"/>
                      <a:pt x="63207" y="56009"/>
                    </a:cubicBezTo>
                    <a:cubicBezTo>
                      <a:pt x="63283" y="58995"/>
                      <a:pt x="63360" y="61981"/>
                      <a:pt x="63245" y="64968"/>
                    </a:cubicBezTo>
                    <a:cubicBezTo>
                      <a:pt x="63245" y="65427"/>
                      <a:pt x="63207" y="65886"/>
                      <a:pt x="63168" y="66346"/>
                    </a:cubicBezTo>
                    <a:cubicBezTo>
                      <a:pt x="63207" y="66384"/>
                      <a:pt x="63207" y="66422"/>
                      <a:pt x="63207" y="66499"/>
                    </a:cubicBezTo>
                    <a:cubicBezTo>
                      <a:pt x="63972" y="72471"/>
                      <a:pt x="61560" y="77525"/>
                      <a:pt x="57809" y="82004"/>
                    </a:cubicBezTo>
                    <a:cubicBezTo>
                      <a:pt x="56966" y="82961"/>
                      <a:pt x="56086" y="83880"/>
                      <a:pt x="55244" y="84837"/>
                    </a:cubicBezTo>
                    <a:cubicBezTo>
                      <a:pt x="54784" y="85181"/>
                      <a:pt x="54057" y="86483"/>
                      <a:pt x="53406" y="86521"/>
                    </a:cubicBezTo>
                    <a:cubicBezTo>
                      <a:pt x="53253" y="90886"/>
                      <a:pt x="53483" y="95250"/>
                      <a:pt x="54095" y="99538"/>
                    </a:cubicBezTo>
                    <a:cubicBezTo>
                      <a:pt x="54248" y="100495"/>
                      <a:pt x="54401" y="101452"/>
                      <a:pt x="54631" y="102371"/>
                    </a:cubicBezTo>
                    <a:cubicBezTo>
                      <a:pt x="54784" y="102754"/>
                      <a:pt x="54823" y="103136"/>
                      <a:pt x="54937" y="103519"/>
                    </a:cubicBezTo>
                    <a:cubicBezTo>
                      <a:pt x="54976" y="103711"/>
                      <a:pt x="55052" y="103902"/>
                      <a:pt x="55014" y="104093"/>
                    </a:cubicBezTo>
                    <a:cubicBezTo>
                      <a:pt x="55052" y="104093"/>
                      <a:pt x="55091" y="104093"/>
                      <a:pt x="55091" y="104132"/>
                    </a:cubicBezTo>
                    <a:cubicBezTo>
                      <a:pt x="55397" y="104208"/>
                      <a:pt x="55512" y="104515"/>
                      <a:pt x="55435" y="104783"/>
                    </a:cubicBezTo>
                    <a:cubicBezTo>
                      <a:pt x="53674" y="108917"/>
                      <a:pt x="45137" y="112592"/>
                      <a:pt x="41308" y="115119"/>
                    </a:cubicBezTo>
                    <a:cubicBezTo>
                      <a:pt x="39815" y="116038"/>
                      <a:pt x="38475" y="117225"/>
                      <a:pt x="37403" y="118603"/>
                    </a:cubicBezTo>
                    <a:cubicBezTo>
                      <a:pt x="37212" y="118871"/>
                      <a:pt x="37021" y="119139"/>
                      <a:pt x="36906" y="119407"/>
                    </a:cubicBezTo>
                    <a:cubicBezTo>
                      <a:pt x="36906" y="119445"/>
                      <a:pt x="36906" y="119484"/>
                      <a:pt x="36867" y="119484"/>
                    </a:cubicBezTo>
                    <a:cubicBezTo>
                      <a:pt x="36944" y="119790"/>
                      <a:pt x="36867" y="120058"/>
                      <a:pt x="36523" y="120211"/>
                    </a:cubicBezTo>
                    <a:cubicBezTo>
                      <a:pt x="36255" y="120287"/>
                      <a:pt x="35949" y="120134"/>
                      <a:pt x="35872" y="119866"/>
                    </a:cubicBezTo>
                    <a:cubicBezTo>
                      <a:pt x="34494" y="114583"/>
                      <a:pt x="31048" y="114009"/>
                      <a:pt x="26799" y="111712"/>
                    </a:cubicBezTo>
                    <a:cubicBezTo>
                      <a:pt x="23660" y="109951"/>
                      <a:pt x="20673" y="107807"/>
                      <a:pt x="18147" y="105280"/>
                    </a:cubicBezTo>
                    <a:cubicBezTo>
                      <a:pt x="17955" y="105089"/>
                      <a:pt x="17687" y="104783"/>
                      <a:pt x="17496" y="104515"/>
                    </a:cubicBezTo>
                    <a:cubicBezTo>
                      <a:pt x="17304" y="104400"/>
                      <a:pt x="17190" y="104132"/>
                      <a:pt x="17266" y="103902"/>
                    </a:cubicBezTo>
                    <a:cubicBezTo>
                      <a:pt x="17572" y="103098"/>
                      <a:pt x="17879" y="102332"/>
                      <a:pt x="18032" y="101452"/>
                    </a:cubicBezTo>
                    <a:cubicBezTo>
                      <a:pt x="18453" y="99423"/>
                      <a:pt x="18530" y="97317"/>
                      <a:pt x="18568" y="95250"/>
                    </a:cubicBezTo>
                    <a:cubicBezTo>
                      <a:pt x="18606" y="93259"/>
                      <a:pt x="18683" y="91230"/>
                      <a:pt x="18338" y="89239"/>
                    </a:cubicBezTo>
                    <a:cubicBezTo>
                      <a:pt x="18300" y="89201"/>
                      <a:pt x="18300" y="89163"/>
                      <a:pt x="18300" y="89125"/>
                    </a:cubicBezTo>
                    <a:cubicBezTo>
                      <a:pt x="17802" y="88282"/>
                      <a:pt x="16845" y="87746"/>
                      <a:pt x="16118" y="87057"/>
                    </a:cubicBezTo>
                    <a:cubicBezTo>
                      <a:pt x="14931" y="86062"/>
                      <a:pt x="13782" y="84913"/>
                      <a:pt x="12710" y="83803"/>
                    </a:cubicBezTo>
                    <a:cubicBezTo>
                      <a:pt x="11064" y="81851"/>
                      <a:pt x="9188" y="80051"/>
                      <a:pt x="7848" y="77869"/>
                    </a:cubicBezTo>
                    <a:cubicBezTo>
                      <a:pt x="7542" y="77295"/>
                      <a:pt x="7236" y="76721"/>
                      <a:pt x="6968" y="76146"/>
                    </a:cubicBezTo>
                    <a:cubicBezTo>
                      <a:pt x="6853" y="76070"/>
                      <a:pt x="6815" y="75993"/>
                      <a:pt x="6776" y="75840"/>
                    </a:cubicBezTo>
                    <a:cubicBezTo>
                      <a:pt x="6738" y="75802"/>
                      <a:pt x="6738" y="75687"/>
                      <a:pt x="6700" y="75572"/>
                    </a:cubicBezTo>
                    <a:cubicBezTo>
                      <a:pt x="6126" y="74347"/>
                      <a:pt x="5704" y="73045"/>
                      <a:pt x="5704" y="71705"/>
                    </a:cubicBezTo>
                    <a:cubicBezTo>
                      <a:pt x="5704" y="71667"/>
                      <a:pt x="5704" y="71629"/>
                      <a:pt x="5743" y="71591"/>
                    </a:cubicBezTo>
                    <a:cubicBezTo>
                      <a:pt x="5513" y="70251"/>
                      <a:pt x="5398" y="69064"/>
                      <a:pt x="5628" y="68681"/>
                    </a:cubicBezTo>
                    <a:cubicBezTo>
                      <a:pt x="5628" y="68643"/>
                      <a:pt x="5628" y="68566"/>
                      <a:pt x="5628" y="68528"/>
                    </a:cubicBezTo>
                    <a:cubicBezTo>
                      <a:pt x="5322" y="64202"/>
                      <a:pt x="5398" y="59914"/>
                      <a:pt x="5207" y="55588"/>
                    </a:cubicBezTo>
                    <a:cubicBezTo>
                      <a:pt x="5130" y="55550"/>
                      <a:pt x="5015" y="55435"/>
                      <a:pt x="4939" y="55358"/>
                    </a:cubicBezTo>
                    <a:cubicBezTo>
                      <a:pt x="4901" y="55320"/>
                      <a:pt x="4862" y="55282"/>
                      <a:pt x="4824" y="55243"/>
                    </a:cubicBezTo>
                    <a:cubicBezTo>
                      <a:pt x="4441" y="55397"/>
                      <a:pt x="4097" y="55052"/>
                      <a:pt x="3943" y="54746"/>
                    </a:cubicBezTo>
                    <a:cubicBezTo>
                      <a:pt x="3790" y="54516"/>
                      <a:pt x="3522" y="54363"/>
                      <a:pt x="3446" y="54095"/>
                    </a:cubicBezTo>
                    <a:cubicBezTo>
                      <a:pt x="2680" y="53521"/>
                      <a:pt x="1991" y="52832"/>
                      <a:pt x="1493" y="51989"/>
                    </a:cubicBezTo>
                    <a:cubicBezTo>
                      <a:pt x="1340" y="51645"/>
                      <a:pt x="957" y="51300"/>
                      <a:pt x="766" y="50917"/>
                    </a:cubicBezTo>
                    <a:cubicBezTo>
                      <a:pt x="689" y="50879"/>
                      <a:pt x="651" y="50803"/>
                      <a:pt x="574" y="50726"/>
                    </a:cubicBezTo>
                    <a:cubicBezTo>
                      <a:pt x="498" y="50573"/>
                      <a:pt x="498" y="50381"/>
                      <a:pt x="460" y="50190"/>
                    </a:cubicBezTo>
                    <a:cubicBezTo>
                      <a:pt x="268" y="49769"/>
                      <a:pt x="421" y="49233"/>
                      <a:pt x="383" y="48774"/>
                    </a:cubicBezTo>
                    <a:cubicBezTo>
                      <a:pt x="345" y="48276"/>
                      <a:pt x="383" y="47778"/>
                      <a:pt x="421" y="47280"/>
                    </a:cubicBezTo>
                    <a:cubicBezTo>
                      <a:pt x="421" y="45251"/>
                      <a:pt x="536" y="43222"/>
                      <a:pt x="421" y="41193"/>
                    </a:cubicBezTo>
                    <a:cubicBezTo>
                      <a:pt x="383" y="39739"/>
                      <a:pt x="0" y="38246"/>
                      <a:pt x="115" y="36752"/>
                    </a:cubicBezTo>
                    <a:cubicBezTo>
                      <a:pt x="689" y="35527"/>
                      <a:pt x="2259" y="36676"/>
                      <a:pt x="2910" y="37327"/>
                    </a:cubicBezTo>
                    <a:cubicBezTo>
                      <a:pt x="4058" y="38399"/>
                      <a:pt x="4862" y="39815"/>
                      <a:pt x="5436" y="41270"/>
                    </a:cubicBezTo>
                    <a:cubicBezTo>
                      <a:pt x="5551" y="41614"/>
                      <a:pt x="5666" y="41921"/>
                      <a:pt x="5743" y="42265"/>
                    </a:cubicBezTo>
                    <a:cubicBezTo>
                      <a:pt x="6011" y="41959"/>
                      <a:pt x="6240" y="41461"/>
                      <a:pt x="6355" y="40619"/>
                    </a:cubicBezTo>
                    <a:cubicBezTo>
                      <a:pt x="6432" y="37939"/>
                      <a:pt x="6164" y="35259"/>
                      <a:pt x="6432" y="32580"/>
                    </a:cubicBezTo>
                    <a:cubicBezTo>
                      <a:pt x="6432" y="26646"/>
                      <a:pt x="6853" y="20712"/>
                      <a:pt x="7504" y="14816"/>
                    </a:cubicBezTo>
                    <a:cubicBezTo>
                      <a:pt x="8040" y="11217"/>
                      <a:pt x="11370" y="8729"/>
                      <a:pt x="14050" y="6547"/>
                    </a:cubicBezTo>
                    <a:cubicBezTo>
                      <a:pt x="19104" y="2374"/>
                      <a:pt x="24770" y="1417"/>
                      <a:pt x="31125" y="919"/>
                    </a:cubicBezTo>
                    <a:cubicBezTo>
                      <a:pt x="34073" y="689"/>
                      <a:pt x="37021" y="0"/>
                      <a:pt x="39968" y="383"/>
                    </a:cubicBezTo>
                    <a:cubicBezTo>
                      <a:pt x="43567" y="842"/>
                      <a:pt x="47204" y="1455"/>
                      <a:pt x="50496" y="3101"/>
                    </a:cubicBezTo>
                    <a:cubicBezTo>
                      <a:pt x="53827" y="4518"/>
                      <a:pt x="57081" y="6432"/>
                      <a:pt x="59493" y="9188"/>
                    </a:cubicBezTo>
                    <a:cubicBezTo>
                      <a:pt x="63551" y="13782"/>
                      <a:pt x="64125" y="26722"/>
                      <a:pt x="63819" y="32771"/>
                    </a:cubicBezTo>
                    <a:cubicBezTo>
                      <a:pt x="63819" y="35489"/>
                      <a:pt x="63551" y="38169"/>
                      <a:pt x="63551" y="40887"/>
                    </a:cubicBezTo>
                    <a:cubicBezTo>
                      <a:pt x="64087" y="39585"/>
                      <a:pt x="64661" y="38284"/>
                      <a:pt x="65504" y="37212"/>
                    </a:cubicBezTo>
                    <a:cubicBezTo>
                      <a:pt x="66193" y="36408"/>
                      <a:pt x="68030" y="34723"/>
                      <a:pt x="68566" y="36446"/>
                    </a:cubicBezTo>
                    <a:cubicBezTo>
                      <a:pt x="68720" y="37556"/>
                      <a:pt x="68528" y="38667"/>
                      <a:pt x="68490" y="39739"/>
                    </a:cubicBezTo>
                    <a:close/>
                  </a:path>
                </a:pathLst>
              </a:custGeom>
              <a:solidFill>
                <a:srgbClr val="AD80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32"/>
              <p:cNvSpPr/>
              <p:nvPr/>
            </p:nvSpPr>
            <p:spPr>
              <a:xfrm>
                <a:off x="2009700" y="1152425"/>
                <a:ext cx="1750550" cy="3169900"/>
              </a:xfrm>
              <a:custGeom>
                <a:avLst/>
                <a:gdLst/>
                <a:ahLst/>
                <a:cxnLst/>
                <a:rect l="l" t="t" r="r" b="b"/>
                <a:pathLst>
                  <a:path w="70022" h="126796" extrusionOk="0">
                    <a:moveTo>
                      <a:pt x="54708" y="101031"/>
                    </a:moveTo>
                    <a:cubicBezTo>
                      <a:pt x="54669" y="101682"/>
                      <a:pt x="55588" y="103136"/>
                      <a:pt x="54937" y="103596"/>
                    </a:cubicBezTo>
                    <a:cubicBezTo>
                      <a:pt x="55014" y="103787"/>
                      <a:pt x="54899" y="103979"/>
                      <a:pt x="54784" y="104132"/>
                    </a:cubicBezTo>
                    <a:cubicBezTo>
                      <a:pt x="54784" y="104170"/>
                      <a:pt x="54784" y="104247"/>
                      <a:pt x="54823" y="104285"/>
                    </a:cubicBezTo>
                    <a:cubicBezTo>
                      <a:pt x="55129" y="105893"/>
                      <a:pt x="55550" y="107539"/>
                      <a:pt x="56124" y="109070"/>
                    </a:cubicBezTo>
                    <a:cubicBezTo>
                      <a:pt x="56545" y="109338"/>
                      <a:pt x="56545" y="110027"/>
                      <a:pt x="56622" y="110487"/>
                    </a:cubicBezTo>
                    <a:cubicBezTo>
                      <a:pt x="56928" y="111023"/>
                      <a:pt x="56277" y="111712"/>
                      <a:pt x="55703" y="111597"/>
                    </a:cubicBezTo>
                    <a:cubicBezTo>
                      <a:pt x="55703" y="111674"/>
                      <a:pt x="55665" y="111750"/>
                      <a:pt x="55627" y="111827"/>
                    </a:cubicBezTo>
                    <a:cubicBezTo>
                      <a:pt x="55627" y="111827"/>
                      <a:pt x="55627" y="111827"/>
                      <a:pt x="55665" y="111827"/>
                    </a:cubicBezTo>
                    <a:cubicBezTo>
                      <a:pt x="55856" y="111903"/>
                      <a:pt x="55971" y="112095"/>
                      <a:pt x="55971" y="112324"/>
                    </a:cubicBezTo>
                    <a:cubicBezTo>
                      <a:pt x="55818" y="113090"/>
                      <a:pt x="54937" y="113511"/>
                      <a:pt x="54401" y="114009"/>
                    </a:cubicBezTo>
                    <a:cubicBezTo>
                      <a:pt x="50267" y="117608"/>
                      <a:pt x="44754" y="118986"/>
                      <a:pt x="40198" y="121934"/>
                    </a:cubicBezTo>
                    <a:cubicBezTo>
                      <a:pt x="39318" y="122470"/>
                      <a:pt x="38782" y="123427"/>
                      <a:pt x="38284" y="124346"/>
                    </a:cubicBezTo>
                    <a:cubicBezTo>
                      <a:pt x="38131" y="124614"/>
                      <a:pt x="37978" y="124882"/>
                      <a:pt x="38093" y="125188"/>
                    </a:cubicBezTo>
                    <a:cubicBezTo>
                      <a:pt x="38093" y="125264"/>
                      <a:pt x="38093" y="125303"/>
                      <a:pt x="38054" y="125379"/>
                    </a:cubicBezTo>
                    <a:cubicBezTo>
                      <a:pt x="38093" y="125494"/>
                      <a:pt x="38093" y="125647"/>
                      <a:pt x="38093" y="125800"/>
                    </a:cubicBezTo>
                    <a:cubicBezTo>
                      <a:pt x="38322" y="126298"/>
                      <a:pt x="37633" y="126796"/>
                      <a:pt x="37250" y="126375"/>
                    </a:cubicBezTo>
                    <a:cubicBezTo>
                      <a:pt x="37174" y="126260"/>
                      <a:pt x="37135" y="126183"/>
                      <a:pt x="37097" y="126068"/>
                    </a:cubicBezTo>
                    <a:cubicBezTo>
                      <a:pt x="37059" y="126068"/>
                      <a:pt x="36982" y="126030"/>
                      <a:pt x="36944" y="126030"/>
                    </a:cubicBezTo>
                    <a:cubicBezTo>
                      <a:pt x="36714" y="125915"/>
                      <a:pt x="36638" y="125762"/>
                      <a:pt x="36638" y="125571"/>
                    </a:cubicBezTo>
                    <a:cubicBezTo>
                      <a:pt x="36600" y="125532"/>
                      <a:pt x="36561" y="125456"/>
                      <a:pt x="36523" y="125379"/>
                    </a:cubicBezTo>
                    <a:cubicBezTo>
                      <a:pt x="36255" y="124499"/>
                      <a:pt x="35987" y="123656"/>
                      <a:pt x="35604" y="122852"/>
                    </a:cubicBezTo>
                    <a:cubicBezTo>
                      <a:pt x="35374" y="122470"/>
                      <a:pt x="35183" y="122087"/>
                      <a:pt x="34915" y="121742"/>
                    </a:cubicBezTo>
                    <a:cubicBezTo>
                      <a:pt x="34647" y="121551"/>
                      <a:pt x="34647" y="121206"/>
                      <a:pt x="34800" y="120977"/>
                    </a:cubicBezTo>
                    <a:cubicBezTo>
                      <a:pt x="33192" y="119790"/>
                      <a:pt x="30972" y="119292"/>
                      <a:pt x="29096" y="118794"/>
                    </a:cubicBezTo>
                    <a:cubicBezTo>
                      <a:pt x="28177" y="118488"/>
                      <a:pt x="27258" y="118029"/>
                      <a:pt x="26339" y="117646"/>
                    </a:cubicBezTo>
                    <a:cubicBezTo>
                      <a:pt x="26110" y="117493"/>
                      <a:pt x="25957" y="117225"/>
                      <a:pt x="26071" y="116918"/>
                    </a:cubicBezTo>
                    <a:cubicBezTo>
                      <a:pt x="26186" y="116689"/>
                      <a:pt x="26493" y="116536"/>
                      <a:pt x="26761" y="116651"/>
                    </a:cubicBezTo>
                    <a:cubicBezTo>
                      <a:pt x="30283" y="118526"/>
                      <a:pt x="35336" y="118373"/>
                      <a:pt x="37365" y="122355"/>
                    </a:cubicBezTo>
                    <a:cubicBezTo>
                      <a:pt x="37442" y="122470"/>
                      <a:pt x="37480" y="122546"/>
                      <a:pt x="37518" y="122661"/>
                    </a:cubicBezTo>
                    <a:cubicBezTo>
                      <a:pt x="38743" y="120364"/>
                      <a:pt x="41730" y="119177"/>
                      <a:pt x="44065" y="118220"/>
                    </a:cubicBezTo>
                    <a:cubicBezTo>
                      <a:pt x="47702" y="116842"/>
                      <a:pt x="51415" y="115311"/>
                      <a:pt x="54287" y="112669"/>
                    </a:cubicBezTo>
                    <a:cubicBezTo>
                      <a:pt x="52870" y="110985"/>
                      <a:pt x="52066" y="108955"/>
                      <a:pt x="51377" y="106888"/>
                    </a:cubicBezTo>
                    <a:cubicBezTo>
                      <a:pt x="46362" y="110449"/>
                      <a:pt x="40160" y="112822"/>
                      <a:pt x="33805" y="111942"/>
                    </a:cubicBezTo>
                    <a:cubicBezTo>
                      <a:pt x="29364" y="110985"/>
                      <a:pt x="25114" y="109032"/>
                      <a:pt x="21860" y="106084"/>
                    </a:cubicBezTo>
                    <a:cubicBezTo>
                      <a:pt x="21707" y="105969"/>
                      <a:pt x="21439" y="105740"/>
                      <a:pt x="21171" y="105472"/>
                    </a:cubicBezTo>
                    <a:cubicBezTo>
                      <a:pt x="21095" y="105931"/>
                      <a:pt x="21056" y="106352"/>
                      <a:pt x="20980" y="106812"/>
                    </a:cubicBezTo>
                    <a:cubicBezTo>
                      <a:pt x="20788" y="107884"/>
                      <a:pt x="20559" y="108955"/>
                      <a:pt x="20214" y="110027"/>
                    </a:cubicBezTo>
                    <a:cubicBezTo>
                      <a:pt x="20023" y="110487"/>
                      <a:pt x="19870" y="111367"/>
                      <a:pt x="19219" y="111099"/>
                    </a:cubicBezTo>
                    <a:cubicBezTo>
                      <a:pt x="18951" y="110985"/>
                      <a:pt x="18798" y="110678"/>
                      <a:pt x="18912" y="110410"/>
                    </a:cubicBezTo>
                    <a:cubicBezTo>
                      <a:pt x="18951" y="110334"/>
                      <a:pt x="18989" y="110257"/>
                      <a:pt x="19027" y="110219"/>
                    </a:cubicBezTo>
                    <a:cubicBezTo>
                      <a:pt x="18874" y="110257"/>
                      <a:pt x="18683" y="110219"/>
                      <a:pt x="18491" y="110066"/>
                    </a:cubicBezTo>
                    <a:cubicBezTo>
                      <a:pt x="17917" y="109645"/>
                      <a:pt x="19448" y="105969"/>
                      <a:pt x="19334" y="104821"/>
                    </a:cubicBezTo>
                    <a:cubicBezTo>
                      <a:pt x="19372" y="104400"/>
                      <a:pt x="19334" y="103979"/>
                      <a:pt x="19334" y="103519"/>
                    </a:cubicBezTo>
                    <a:cubicBezTo>
                      <a:pt x="18951" y="102945"/>
                      <a:pt x="18874" y="102447"/>
                      <a:pt x="19487" y="102218"/>
                    </a:cubicBezTo>
                    <a:lnTo>
                      <a:pt x="19487" y="102218"/>
                    </a:lnTo>
                    <a:cubicBezTo>
                      <a:pt x="19448" y="101375"/>
                      <a:pt x="19716" y="100150"/>
                      <a:pt x="19678" y="99691"/>
                    </a:cubicBezTo>
                    <a:cubicBezTo>
                      <a:pt x="19755" y="98581"/>
                      <a:pt x="19831" y="97432"/>
                      <a:pt x="19755" y="96284"/>
                    </a:cubicBezTo>
                    <a:cubicBezTo>
                      <a:pt x="19755" y="95977"/>
                      <a:pt x="19563" y="95480"/>
                      <a:pt x="19716" y="95173"/>
                    </a:cubicBezTo>
                    <a:cubicBezTo>
                      <a:pt x="17534" y="93374"/>
                      <a:pt x="15697" y="91077"/>
                      <a:pt x="13706" y="89125"/>
                    </a:cubicBezTo>
                    <a:cubicBezTo>
                      <a:pt x="9992" y="85526"/>
                      <a:pt x="7312" y="80894"/>
                      <a:pt x="6623" y="75725"/>
                    </a:cubicBezTo>
                    <a:cubicBezTo>
                      <a:pt x="6202" y="75304"/>
                      <a:pt x="6355" y="74577"/>
                      <a:pt x="6317" y="74041"/>
                    </a:cubicBezTo>
                    <a:cubicBezTo>
                      <a:pt x="6317" y="72356"/>
                      <a:pt x="6087" y="70595"/>
                      <a:pt x="6508" y="68987"/>
                    </a:cubicBezTo>
                    <a:cubicBezTo>
                      <a:pt x="6547" y="66422"/>
                      <a:pt x="6355" y="63896"/>
                      <a:pt x="6470" y="61369"/>
                    </a:cubicBezTo>
                    <a:cubicBezTo>
                      <a:pt x="6662" y="58038"/>
                      <a:pt x="6930" y="54708"/>
                      <a:pt x="6930" y="51377"/>
                    </a:cubicBezTo>
                    <a:cubicBezTo>
                      <a:pt x="6853" y="51339"/>
                      <a:pt x="6776" y="51224"/>
                      <a:pt x="6700" y="51032"/>
                    </a:cubicBezTo>
                    <a:cubicBezTo>
                      <a:pt x="6585" y="53904"/>
                      <a:pt x="6279" y="56737"/>
                      <a:pt x="6241" y="59608"/>
                    </a:cubicBezTo>
                    <a:cubicBezTo>
                      <a:pt x="6623" y="60029"/>
                      <a:pt x="6394" y="61254"/>
                      <a:pt x="5666" y="61177"/>
                    </a:cubicBezTo>
                    <a:cubicBezTo>
                      <a:pt x="5437" y="61177"/>
                      <a:pt x="5245" y="60948"/>
                      <a:pt x="5207" y="60718"/>
                    </a:cubicBezTo>
                    <a:cubicBezTo>
                      <a:pt x="5169" y="60641"/>
                      <a:pt x="5169" y="60565"/>
                      <a:pt x="5169" y="60488"/>
                    </a:cubicBezTo>
                    <a:cubicBezTo>
                      <a:pt x="0" y="55243"/>
                      <a:pt x="1187" y="52525"/>
                      <a:pt x="1340" y="45941"/>
                    </a:cubicBezTo>
                    <a:cubicBezTo>
                      <a:pt x="1455" y="44792"/>
                      <a:pt x="1264" y="43644"/>
                      <a:pt x="1149" y="42533"/>
                    </a:cubicBezTo>
                    <a:cubicBezTo>
                      <a:pt x="1225" y="41921"/>
                      <a:pt x="1914" y="41768"/>
                      <a:pt x="2450" y="41882"/>
                    </a:cubicBezTo>
                    <a:cubicBezTo>
                      <a:pt x="4020" y="42227"/>
                      <a:pt x="5398" y="44333"/>
                      <a:pt x="6126" y="45979"/>
                    </a:cubicBezTo>
                    <a:lnTo>
                      <a:pt x="6126" y="45902"/>
                    </a:lnTo>
                    <a:cubicBezTo>
                      <a:pt x="6891" y="44103"/>
                      <a:pt x="6700" y="43529"/>
                      <a:pt x="6662" y="41691"/>
                    </a:cubicBezTo>
                    <a:cubicBezTo>
                      <a:pt x="6930" y="40811"/>
                      <a:pt x="7580" y="40121"/>
                      <a:pt x="7657" y="39203"/>
                    </a:cubicBezTo>
                    <a:cubicBezTo>
                      <a:pt x="7121" y="39126"/>
                      <a:pt x="7198" y="38514"/>
                      <a:pt x="7236" y="38092"/>
                    </a:cubicBezTo>
                    <a:cubicBezTo>
                      <a:pt x="7312" y="36599"/>
                      <a:pt x="7389" y="35030"/>
                      <a:pt x="7312" y="33537"/>
                    </a:cubicBezTo>
                    <a:cubicBezTo>
                      <a:pt x="6891" y="29747"/>
                      <a:pt x="6126" y="25995"/>
                      <a:pt x="6470" y="22205"/>
                    </a:cubicBezTo>
                    <a:cubicBezTo>
                      <a:pt x="7542" y="10758"/>
                      <a:pt x="20980" y="4747"/>
                      <a:pt x="30819" y="2182"/>
                    </a:cubicBezTo>
                    <a:cubicBezTo>
                      <a:pt x="39126" y="0"/>
                      <a:pt x="47932" y="2450"/>
                      <a:pt x="54861" y="7236"/>
                    </a:cubicBezTo>
                    <a:cubicBezTo>
                      <a:pt x="58460" y="9762"/>
                      <a:pt x="62326" y="12519"/>
                      <a:pt x="64317" y="16539"/>
                    </a:cubicBezTo>
                    <a:cubicBezTo>
                      <a:pt x="65887" y="20099"/>
                      <a:pt x="66193" y="24119"/>
                      <a:pt x="66423" y="27947"/>
                    </a:cubicBezTo>
                    <a:cubicBezTo>
                      <a:pt x="66767" y="33958"/>
                      <a:pt x="67035" y="40581"/>
                      <a:pt x="64049" y="45941"/>
                    </a:cubicBezTo>
                    <a:cubicBezTo>
                      <a:pt x="63858" y="46017"/>
                      <a:pt x="63704" y="46055"/>
                      <a:pt x="63590" y="46017"/>
                    </a:cubicBezTo>
                    <a:cubicBezTo>
                      <a:pt x="63551" y="46515"/>
                      <a:pt x="63551" y="47051"/>
                      <a:pt x="63551" y="47587"/>
                    </a:cubicBezTo>
                    <a:cubicBezTo>
                      <a:pt x="63743" y="47472"/>
                      <a:pt x="63972" y="47510"/>
                      <a:pt x="64126" y="47625"/>
                    </a:cubicBezTo>
                    <a:cubicBezTo>
                      <a:pt x="64202" y="47357"/>
                      <a:pt x="64355" y="47127"/>
                      <a:pt x="64738" y="47089"/>
                    </a:cubicBezTo>
                    <a:cubicBezTo>
                      <a:pt x="65274" y="45481"/>
                      <a:pt x="65542" y="43567"/>
                      <a:pt x="66882" y="42380"/>
                    </a:cubicBezTo>
                    <a:cubicBezTo>
                      <a:pt x="67456" y="41882"/>
                      <a:pt x="68222" y="41232"/>
                      <a:pt x="69026" y="41423"/>
                    </a:cubicBezTo>
                    <a:cubicBezTo>
                      <a:pt x="69524" y="41576"/>
                      <a:pt x="69638" y="42112"/>
                      <a:pt x="69638" y="42572"/>
                    </a:cubicBezTo>
                    <a:cubicBezTo>
                      <a:pt x="69830" y="44562"/>
                      <a:pt x="69945" y="46515"/>
                      <a:pt x="69945" y="48506"/>
                    </a:cubicBezTo>
                    <a:cubicBezTo>
                      <a:pt x="69906" y="50573"/>
                      <a:pt x="70021" y="52640"/>
                      <a:pt x="69983" y="54746"/>
                    </a:cubicBezTo>
                    <a:cubicBezTo>
                      <a:pt x="70021" y="55626"/>
                      <a:pt x="69830" y="56469"/>
                      <a:pt x="69179" y="57119"/>
                    </a:cubicBezTo>
                    <a:cubicBezTo>
                      <a:pt x="68337" y="58038"/>
                      <a:pt x="65963" y="61599"/>
                      <a:pt x="64623" y="60718"/>
                    </a:cubicBezTo>
                    <a:cubicBezTo>
                      <a:pt x="64508" y="63666"/>
                      <a:pt x="64432" y="66614"/>
                      <a:pt x="64432" y="69562"/>
                    </a:cubicBezTo>
                    <a:cubicBezTo>
                      <a:pt x="64776" y="70595"/>
                      <a:pt x="64470" y="71782"/>
                      <a:pt x="64547" y="72892"/>
                    </a:cubicBezTo>
                    <a:cubicBezTo>
                      <a:pt x="64394" y="73734"/>
                      <a:pt x="64853" y="76529"/>
                      <a:pt x="64011" y="76835"/>
                    </a:cubicBezTo>
                    <a:cubicBezTo>
                      <a:pt x="63704" y="78175"/>
                      <a:pt x="63590" y="79592"/>
                      <a:pt x="62862" y="80779"/>
                    </a:cubicBezTo>
                    <a:cubicBezTo>
                      <a:pt x="63207" y="81544"/>
                      <a:pt x="61484" y="83344"/>
                      <a:pt x="61063" y="84071"/>
                    </a:cubicBezTo>
                    <a:cubicBezTo>
                      <a:pt x="58957" y="86981"/>
                      <a:pt x="56507" y="89584"/>
                      <a:pt x="53827" y="91919"/>
                    </a:cubicBezTo>
                    <a:cubicBezTo>
                      <a:pt x="52985" y="92417"/>
                      <a:pt x="49999" y="96513"/>
                      <a:pt x="49310" y="95594"/>
                    </a:cubicBezTo>
                    <a:cubicBezTo>
                      <a:pt x="48774" y="94867"/>
                      <a:pt x="49884" y="94331"/>
                      <a:pt x="50305" y="93833"/>
                    </a:cubicBezTo>
                    <a:cubicBezTo>
                      <a:pt x="49807" y="93948"/>
                      <a:pt x="49310" y="94025"/>
                      <a:pt x="48812" y="94025"/>
                    </a:cubicBezTo>
                    <a:cubicBezTo>
                      <a:pt x="48353" y="94025"/>
                      <a:pt x="47778" y="93872"/>
                      <a:pt x="47664" y="93374"/>
                    </a:cubicBezTo>
                    <a:cubicBezTo>
                      <a:pt x="47089" y="93221"/>
                      <a:pt x="46630" y="92838"/>
                      <a:pt x="46362" y="92340"/>
                    </a:cubicBezTo>
                    <a:cubicBezTo>
                      <a:pt x="45367" y="91958"/>
                      <a:pt x="44524" y="91268"/>
                      <a:pt x="44027" y="90350"/>
                    </a:cubicBezTo>
                    <a:cubicBezTo>
                      <a:pt x="42687" y="89814"/>
                      <a:pt x="42036" y="88359"/>
                      <a:pt x="41500" y="87134"/>
                    </a:cubicBezTo>
                    <a:cubicBezTo>
                      <a:pt x="41232" y="86674"/>
                      <a:pt x="41002" y="85832"/>
                      <a:pt x="41768" y="85756"/>
                    </a:cubicBezTo>
                    <a:cubicBezTo>
                      <a:pt x="42074" y="85756"/>
                      <a:pt x="42304" y="86024"/>
                      <a:pt x="42304" y="86292"/>
                    </a:cubicBezTo>
                    <a:cubicBezTo>
                      <a:pt x="42687" y="87287"/>
                      <a:pt x="43146" y="88321"/>
                      <a:pt x="43912" y="89048"/>
                    </a:cubicBezTo>
                    <a:cubicBezTo>
                      <a:pt x="44256" y="89354"/>
                      <a:pt x="44792" y="89431"/>
                      <a:pt x="44984" y="89890"/>
                    </a:cubicBezTo>
                    <a:cubicBezTo>
                      <a:pt x="45520" y="91039"/>
                      <a:pt x="46898" y="91115"/>
                      <a:pt x="47510" y="92149"/>
                    </a:cubicBezTo>
                    <a:cubicBezTo>
                      <a:pt x="49310" y="93106"/>
                      <a:pt x="51339" y="91881"/>
                      <a:pt x="52985" y="91077"/>
                    </a:cubicBezTo>
                    <a:cubicBezTo>
                      <a:pt x="53023" y="91077"/>
                      <a:pt x="53023" y="91039"/>
                      <a:pt x="53062" y="91039"/>
                    </a:cubicBezTo>
                    <a:cubicBezTo>
                      <a:pt x="53712" y="90388"/>
                      <a:pt x="54363" y="89737"/>
                      <a:pt x="54976" y="89048"/>
                    </a:cubicBezTo>
                    <a:cubicBezTo>
                      <a:pt x="59646" y="84071"/>
                      <a:pt x="62403" y="77333"/>
                      <a:pt x="61982" y="70442"/>
                    </a:cubicBezTo>
                    <a:cubicBezTo>
                      <a:pt x="61867" y="62364"/>
                      <a:pt x="62135" y="54286"/>
                      <a:pt x="62518" y="46209"/>
                    </a:cubicBezTo>
                    <a:cubicBezTo>
                      <a:pt x="62518" y="44869"/>
                      <a:pt x="62556" y="43490"/>
                      <a:pt x="62594" y="42150"/>
                    </a:cubicBezTo>
                    <a:cubicBezTo>
                      <a:pt x="62556" y="41806"/>
                      <a:pt x="62479" y="41500"/>
                      <a:pt x="62364" y="41155"/>
                    </a:cubicBezTo>
                    <a:cubicBezTo>
                      <a:pt x="62173" y="40313"/>
                      <a:pt x="62326" y="39471"/>
                      <a:pt x="62326" y="38628"/>
                    </a:cubicBezTo>
                    <a:cubicBezTo>
                      <a:pt x="61943" y="37442"/>
                      <a:pt x="61446" y="36293"/>
                      <a:pt x="61561" y="35030"/>
                    </a:cubicBezTo>
                    <a:cubicBezTo>
                      <a:pt x="61178" y="33651"/>
                      <a:pt x="61025" y="32580"/>
                      <a:pt x="61484" y="31163"/>
                    </a:cubicBezTo>
                    <a:cubicBezTo>
                      <a:pt x="61599" y="30780"/>
                      <a:pt x="61446" y="30474"/>
                      <a:pt x="61254" y="30129"/>
                    </a:cubicBezTo>
                    <a:cubicBezTo>
                      <a:pt x="61025" y="29555"/>
                      <a:pt x="60910" y="28943"/>
                      <a:pt x="60871" y="28368"/>
                    </a:cubicBezTo>
                    <a:cubicBezTo>
                      <a:pt x="60718" y="27450"/>
                      <a:pt x="61178" y="26531"/>
                      <a:pt x="61025" y="25650"/>
                    </a:cubicBezTo>
                    <a:cubicBezTo>
                      <a:pt x="60489" y="25038"/>
                      <a:pt x="60067" y="24349"/>
                      <a:pt x="59761" y="23583"/>
                    </a:cubicBezTo>
                    <a:cubicBezTo>
                      <a:pt x="58842" y="22741"/>
                      <a:pt x="58345" y="21477"/>
                      <a:pt x="58689" y="20252"/>
                    </a:cubicBezTo>
                    <a:cubicBezTo>
                      <a:pt x="58153" y="20099"/>
                      <a:pt x="57694" y="19716"/>
                      <a:pt x="57502" y="19219"/>
                    </a:cubicBezTo>
                    <a:cubicBezTo>
                      <a:pt x="56354" y="19333"/>
                      <a:pt x="55359" y="18415"/>
                      <a:pt x="54976" y="17419"/>
                    </a:cubicBezTo>
                    <a:cubicBezTo>
                      <a:pt x="53904" y="17113"/>
                      <a:pt x="52794" y="16271"/>
                      <a:pt x="52411" y="15199"/>
                    </a:cubicBezTo>
                    <a:cubicBezTo>
                      <a:pt x="50879" y="15888"/>
                      <a:pt x="48544" y="16156"/>
                      <a:pt x="47855" y="14242"/>
                    </a:cubicBezTo>
                    <a:cubicBezTo>
                      <a:pt x="46706" y="14471"/>
                      <a:pt x="45443" y="13821"/>
                      <a:pt x="45137" y="12672"/>
                    </a:cubicBezTo>
                    <a:cubicBezTo>
                      <a:pt x="43988" y="12978"/>
                      <a:pt x="42687" y="12863"/>
                      <a:pt x="41806" y="11983"/>
                    </a:cubicBezTo>
                    <a:cubicBezTo>
                      <a:pt x="40390" y="12595"/>
                      <a:pt x="38437" y="12213"/>
                      <a:pt x="37327" y="11141"/>
                    </a:cubicBezTo>
                    <a:cubicBezTo>
                      <a:pt x="36332" y="12366"/>
                      <a:pt x="34494" y="12595"/>
                      <a:pt x="33345" y="11447"/>
                    </a:cubicBezTo>
                    <a:cubicBezTo>
                      <a:pt x="32580" y="12327"/>
                      <a:pt x="31087" y="12404"/>
                      <a:pt x="30206" y="11715"/>
                    </a:cubicBezTo>
                    <a:cubicBezTo>
                      <a:pt x="29632" y="12021"/>
                      <a:pt x="28943" y="12136"/>
                      <a:pt x="28330" y="11983"/>
                    </a:cubicBezTo>
                    <a:cubicBezTo>
                      <a:pt x="27411" y="12825"/>
                      <a:pt x="25995" y="13591"/>
                      <a:pt x="24732" y="13131"/>
                    </a:cubicBezTo>
                    <a:cubicBezTo>
                      <a:pt x="23468" y="14318"/>
                      <a:pt x="21631" y="15582"/>
                      <a:pt x="19831" y="14892"/>
                    </a:cubicBezTo>
                    <a:cubicBezTo>
                      <a:pt x="18951" y="16118"/>
                      <a:pt x="17419" y="17381"/>
                      <a:pt x="15850" y="17266"/>
                    </a:cubicBezTo>
                    <a:cubicBezTo>
                      <a:pt x="15275" y="18338"/>
                      <a:pt x="14165" y="19027"/>
                      <a:pt x="13093" y="19487"/>
                    </a:cubicBezTo>
                    <a:cubicBezTo>
                      <a:pt x="12864" y="20597"/>
                      <a:pt x="12060" y="21439"/>
                      <a:pt x="11141" y="21975"/>
                    </a:cubicBezTo>
                    <a:cubicBezTo>
                      <a:pt x="11179" y="23009"/>
                      <a:pt x="10758" y="23966"/>
                      <a:pt x="10184" y="24770"/>
                    </a:cubicBezTo>
                    <a:cubicBezTo>
                      <a:pt x="10260" y="25727"/>
                      <a:pt x="10222" y="26722"/>
                      <a:pt x="9954" y="27641"/>
                    </a:cubicBezTo>
                    <a:cubicBezTo>
                      <a:pt x="9609" y="28330"/>
                      <a:pt x="9763" y="29019"/>
                      <a:pt x="9839" y="29708"/>
                    </a:cubicBezTo>
                    <a:cubicBezTo>
                      <a:pt x="9916" y="31010"/>
                      <a:pt x="9724" y="32273"/>
                      <a:pt x="9341" y="33498"/>
                    </a:cubicBezTo>
                    <a:cubicBezTo>
                      <a:pt x="9648" y="35068"/>
                      <a:pt x="9035" y="36561"/>
                      <a:pt x="8691" y="38092"/>
                    </a:cubicBezTo>
                    <a:cubicBezTo>
                      <a:pt x="8767" y="38437"/>
                      <a:pt x="8767" y="38781"/>
                      <a:pt x="8729" y="39126"/>
                    </a:cubicBezTo>
                    <a:cubicBezTo>
                      <a:pt x="8882" y="39126"/>
                      <a:pt x="9073" y="39241"/>
                      <a:pt x="9265" y="39432"/>
                    </a:cubicBezTo>
                    <a:cubicBezTo>
                      <a:pt x="9303" y="39968"/>
                      <a:pt x="9380" y="40504"/>
                      <a:pt x="9954" y="40696"/>
                    </a:cubicBezTo>
                    <a:cubicBezTo>
                      <a:pt x="10452" y="40275"/>
                      <a:pt x="11256" y="40466"/>
                      <a:pt x="11868" y="40313"/>
                    </a:cubicBezTo>
                    <a:cubicBezTo>
                      <a:pt x="13514" y="40160"/>
                      <a:pt x="15161" y="40007"/>
                      <a:pt x="16769" y="40007"/>
                    </a:cubicBezTo>
                    <a:cubicBezTo>
                      <a:pt x="19257" y="39968"/>
                      <a:pt x="21822" y="40466"/>
                      <a:pt x="24234" y="39662"/>
                    </a:cubicBezTo>
                    <a:cubicBezTo>
                      <a:pt x="24617" y="39509"/>
                      <a:pt x="24846" y="39126"/>
                      <a:pt x="25038" y="38781"/>
                    </a:cubicBezTo>
                    <a:cubicBezTo>
                      <a:pt x="25268" y="38399"/>
                      <a:pt x="25880" y="38475"/>
                      <a:pt x="25995" y="38896"/>
                    </a:cubicBezTo>
                    <a:cubicBezTo>
                      <a:pt x="26148" y="38820"/>
                      <a:pt x="26301" y="38667"/>
                      <a:pt x="26454" y="38552"/>
                    </a:cubicBezTo>
                    <a:cubicBezTo>
                      <a:pt x="26607" y="38284"/>
                      <a:pt x="26722" y="38016"/>
                      <a:pt x="26761" y="37710"/>
                    </a:cubicBezTo>
                    <a:cubicBezTo>
                      <a:pt x="26761" y="37633"/>
                      <a:pt x="26799" y="37556"/>
                      <a:pt x="26799" y="37442"/>
                    </a:cubicBezTo>
                    <a:cubicBezTo>
                      <a:pt x="26799" y="37250"/>
                      <a:pt x="26799" y="37020"/>
                      <a:pt x="26722" y="36752"/>
                    </a:cubicBezTo>
                    <a:cubicBezTo>
                      <a:pt x="26607" y="36255"/>
                      <a:pt x="26914" y="35489"/>
                      <a:pt x="27565" y="35834"/>
                    </a:cubicBezTo>
                    <a:cubicBezTo>
                      <a:pt x="27641" y="35910"/>
                      <a:pt x="27718" y="35987"/>
                      <a:pt x="27756" y="36063"/>
                    </a:cubicBezTo>
                    <a:cubicBezTo>
                      <a:pt x="27909" y="36178"/>
                      <a:pt x="27986" y="36331"/>
                      <a:pt x="27947" y="36561"/>
                    </a:cubicBezTo>
                    <a:cubicBezTo>
                      <a:pt x="27947" y="36944"/>
                      <a:pt x="27909" y="37327"/>
                      <a:pt x="27833" y="37710"/>
                    </a:cubicBezTo>
                    <a:cubicBezTo>
                      <a:pt x="27794" y="38054"/>
                      <a:pt x="27756" y="38475"/>
                      <a:pt x="27641" y="38858"/>
                    </a:cubicBezTo>
                    <a:cubicBezTo>
                      <a:pt x="27679" y="39624"/>
                      <a:pt x="27029" y="40389"/>
                      <a:pt x="26569" y="40887"/>
                    </a:cubicBezTo>
                    <a:cubicBezTo>
                      <a:pt x="24387" y="42648"/>
                      <a:pt x="14242" y="42189"/>
                      <a:pt x="11026" y="42074"/>
                    </a:cubicBezTo>
                    <a:cubicBezTo>
                      <a:pt x="9954" y="42036"/>
                      <a:pt x="9265" y="41653"/>
                      <a:pt x="8844" y="41232"/>
                    </a:cubicBezTo>
                    <a:cubicBezTo>
                      <a:pt x="9073" y="47127"/>
                      <a:pt x="8729" y="53061"/>
                      <a:pt x="8691" y="58957"/>
                    </a:cubicBezTo>
                    <a:cubicBezTo>
                      <a:pt x="8767" y="64891"/>
                      <a:pt x="8270" y="70863"/>
                      <a:pt x="8882" y="76759"/>
                    </a:cubicBezTo>
                    <a:cubicBezTo>
                      <a:pt x="9188" y="80243"/>
                      <a:pt x="10911" y="83267"/>
                      <a:pt x="13132" y="85870"/>
                    </a:cubicBezTo>
                    <a:cubicBezTo>
                      <a:pt x="14969" y="88053"/>
                      <a:pt x="16807" y="90273"/>
                      <a:pt x="18912" y="92149"/>
                    </a:cubicBezTo>
                    <a:cubicBezTo>
                      <a:pt x="19027" y="92226"/>
                      <a:pt x="19104" y="92302"/>
                      <a:pt x="19219" y="92379"/>
                    </a:cubicBezTo>
                    <a:cubicBezTo>
                      <a:pt x="19525" y="92570"/>
                      <a:pt x="19870" y="92800"/>
                      <a:pt x="20176" y="92953"/>
                    </a:cubicBezTo>
                    <a:cubicBezTo>
                      <a:pt x="21860" y="93757"/>
                      <a:pt x="23851" y="93642"/>
                      <a:pt x="25536" y="92991"/>
                    </a:cubicBezTo>
                    <a:cubicBezTo>
                      <a:pt x="27488" y="92417"/>
                      <a:pt x="28637" y="90694"/>
                      <a:pt x="29785" y="89163"/>
                    </a:cubicBezTo>
                    <a:cubicBezTo>
                      <a:pt x="30206" y="88703"/>
                      <a:pt x="30398" y="87517"/>
                      <a:pt x="31163" y="87861"/>
                    </a:cubicBezTo>
                    <a:cubicBezTo>
                      <a:pt x="31202" y="87899"/>
                      <a:pt x="31202" y="87899"/>
                      <a:pt x="31240" y="87938"/>
                    </a:cubicBezTo>
                    <a:cubicBezTo>
                      <a:pt x="31316" y="87938"/>
                      <a:pt x="31393" y="87938"/>
                      <a:pt x="31508" y="87976"/>
                    </a:cubicBezTo>
                    <a:cubicBezTo>
                      <a:pt x="32427" y="88512"/>
                      <a:pt x="30972" y="90311"/>
                      <a:pt x="30244" y="90426"/>
                    </a:cubicBezTo>
                    <a:cubicBezTo>
                      <a:pt x="29785" y="91536"/>
                      <a:pt x="28177" y="93221"/>
                      <a:pt x="26761" y="93910"/>
                    </a:cubicBezTo>
                    <a:cubicBezTo>
                      <a:pt x="27067" y="93872"/>
                      <a:pt x="27411" y="93795"/>
                      <a:pt x="27718" y="93757"/>
                    </a:cubicBezTo>
                    <a:cubicBezTo>
                      <a:pt x="28139" y="93642"/>
                      <a:pt x="28751" y="93412"/>
                      <a:pt x="28904" y="93987"/>
                    </a:cubicBezTo>
                    <a:cubicBezTo>
                      <a:pt x="28981" y="94255"/>
                      <a:pt x="28828" y="94561"/>
                      <a:pt x="28560" y="94637"/>
                    </a:cubicBezTo>
                    <a:cubicBezTo>
                      <a:pt x="27373" y="94905"/>
                      <a:pt x="26148" y="95135"/>
                      <a:pt x="24923" y="95173"/>
                    </a:cubicBezTo>
                    <a:cubicBezTo>
                      <a:pt x="24464" y="95518"/>
                      <a:pt x="23928" y="95709"/>
                      <a:pt x="23353" y="95748"/>
                    </a:cubicBezTo>
                    <a:cubicBezTo>
                      <a:pt x="23851" y="96169"/>
                      <a:pt x="24693" y="96590"/>
                      <a:pt x="24540" y="97317"/>
                    </a:cubicBezTo>
                    <a:cubicBezTo>
                      <a:pt x="24425" y="97547"/>
                      <a:pt x="24157" y="97662"/>
                      <a:pt x="23889" y="97624"/>
                    </a:cubicBezTo>
                    <a:cubicBezTo>
                      <a:pt x="23621" y="97547"/>
                      <a:pt x="23392" y="97432"/>
                      <a:pt x="23124" y="97317"/>
                    </a:cubicBezTo>
                    <a:cubicBezTo>
                      <a:pt x="29440" y="102983"/>
                      <a:pt x="39739" y="103557"/>
                      <a:pt x="46974" y="99117"/>
                    </a:cubicBezTo>
                    <a:cubicBezTo>
                      <a:pt x="48085" y="98389"/>
                      <a:pt x="49233" y="97585"/>
                      <a:pt x="49999" y="96552"/>
                    </a:cubicBezTo>
                    <a:cubicBezTo>
                      <a:pt x="50535" y="95786"/>
                      <a:pt x="50918" y="94982"/>
                      <a:pt x="51607" y="94331"/>
                    </a:cubicBezTo>
                    <a:cubicBezTo>
                      <a:pt x="55244" y="90656"/>
                      <a:pt x="54823" y="92494"/>
                      <a:pt x="54440" y="96169"/>
                    </a:cubicBezTo>
                    <a:cubicBezTo>
                      <a:pt x="54325" y="97738"/>
                      <a:pt x="54287" y="99461"/>
                      <a:pt x="54708" y="101031"/>
                    </a:cubicBezTo>
                    <a:lnTo>
                      <a:pt x="54708" y="101031"/>
                    </a:lnTo>
                    <a:close/>
                    <a:moveTo>
                      <a:pt x="63054" y="62403"/>
                    </a:moveTo>
                    <a:lnTo>
                      <a:pt x="63054" y="62326"/>
                    </a:lnTo>
                    <a:cubicBezTo>
                      <a:pt x="63092" y="61445"/>
                      <a:pt x="63092" y="60603"/>
                      <a:pt x="63092" y="59723"/>
                    </a:cubicBezTo>
                    <a:cubicBezTo>
                      <a:pt x="63092" y="59723"/>
                      <a:pt x="63092" y="59684"/>
                      <a:pt x="63054" y="59684"/>
                    </a:cubicBezTo>
                    <a:cubicBezTo>
                      <a:pt x="63054" y="60603"/>
                      <a:pt x="63054" y="61484"/>
                      <a:pt x="63054" y="62403"/>
                    </a:cubicBezTo>
                    <a:lnTo>
                      <a:pt x="63054" y="62403"/>
                    </a:lnTo>
                    <a:close/>
                    <a:moveTo>
                      <a:pt x="6508" y="46744"/>
                    </a:moveTo>
                    <a:cubicBezTo>
                      <a:pt x="6508" y="46591"/>
                      <a:pt x="6470" y="46477"/>
                      <a:pt x="6470" y="46400"/>
                    </a:cubicBezTo>
                    <a:cubicBezTo>
                      <a:pt x="6394" y="46362"/>
                      <a:pt x="6279" y="46323"/>
                      <a:pt x="6241" y="46247"/>
                    </a:cubicBezTo>
                    <a:cubicBezTo>
                      <a:pt x="6317" y="46400"/>
                      <a:pt x="6355" y="46553"/>
                      <a:pt x="6394" y="46668"/>
                    </a:cubicBezTo>
                    <a:cubicBezTo>
                      <a:pt x="6432" y="46706"/>
                      <a:pt x="6470" y="46706"/>
                      <a:pt x="6508" y="46706"/>
                    </a:cubicBezTo>
                    <a:lnTo>
                      <a:pt x="6508" y="46706"/>
                    </a:lnTo>
                    <a:close/>
                    <a:moveTo>
                      <a:pt x="7236" y="45864"/>
                    </a:moveTo>
                    <a:cubicBezTo>
                      <a:pt x="7810" y="46209"/>
                      <a:pt x="7427" y="47242"/>
                      <a:pt x="7580" y="47816"/>
                    </a:cubicBezTo>
                    <a:cubicBezTo>
                      <a:pt x="7657" y="47816"/>
                      <a:pt x="7734" y="47855"/>
                      <a:pt x="7810" y="47855"/>
                    </a:cubicBezTo>
                    <a:cubicBezTo>
                      <a:pt x="7810" y="45864"/>
                      <a:pt x="7810" y="43797"/>
                      <a:pt x="7772" y="41768"/>
                    </a:cubicBezTo>
                    <a:lnTo>
                      <a:pt x="7695" y="41882"/>
                    </a:lnTo>
                    <a:cubicBezTo>
                      <a:pt x="7848" y="43222"/>
                      <a:pt x="7810" y="44601"/>
                      <a:pt x="7236" y="45864"/>
                    </a:cubicBezTo>
                    <a:lnTo>
                      <a:pt x="7236" y="45864"/>
                    </a:lnTo>
                    <a:close/>
                    <a:moveTo>
                      <a:pt x="9150" y="40007"/>
                    </a:moveTo>
                    <a:cubicBezTo>
                      <a:pt x="9112" y="40045"/>
                      <a:pt x="9073" y="40121"/>
                      <a:pt x="8997" y="40160"/>
                    </a:cubicBezTo>
                    <a:cubicBezTo>
                      <a:pt x="9073" y="40121"/>
                      <a:pt x="9112" y="40083"/>
                      <a:pt x="9150" y="40007"/>
                    </a:cubicBezTo>
                    <a:close/>
                    <a:moveTo>
                      <a:pt x="48697" y="43146"/>
                    </a:moveTo>
                    <a:cubicBezTo>
                      <a:pt x="49118" y="43644"/>
                      <a:pt x="49769" y="43031"/>
                      <a:pt x="50305" y="42993"/>
                    </a:cubicBezTo>
                    <a:cubicBezTo>
                      <a:pt x="51415" y="42801"/>
                      <a:pt x="52564" y="42686"/>
                      <a:pt x="53674" y="42916"/>
                    </a:cubicBezTo>
                    <a:cubicBezTo>
                      <a:pt x="54248" y="42993"/>
                      <a:pt x="54708" y="43452"/>
                      <a:pt x="55244" y="43299"/>
                    </a:cubicBezTo>
                    <a:cubicBezTo>
                      <a:pt x="56622" y="42227"/>
                      <a:pt x="53559" y="41193"/>
                      <a:pt x="52717" y="41270"/>
                    </a:cubicBezTo>
                    <a:cubicBezTo>
                      <a:pt x="51645" y="41193"/>
                      <a:pt x="50573" y="41500"/>
                      <a:pt x="49693" y="42036"/>
                    </a:cubicBezTo>
                    <a:cubicBezTo>
                      <a:pt x="49157" y="42150"/>
                      <a:pt x="48238" y="42495"/>
                      <a:pt x="48697" y="43146"/>
                    </a:cubicBezTo>
                    <a:lnTo>
                      <a:pt x="48697" y="43146"/>
                    </a:lnTo>
                    <a:close/>
                    <a:moveTo>
                      <a:pt x="13285" y="45251"/>
                    </a:moveTo>
                    <a:cubicBezTo>
                      <a:pt x="13400" y="45519"/>
                      <a:pt x="13668" y="45711"/>
                      <a:pt x="13936" y="45634"/>
                    </a:cubicBezTo>
                    <a:cubicBezTo>
                      <a:pt x="14318" y="45519"/>
                      <a:pt x="14318" y="45098"/>
                      <a:pt x="14625" y="44907"/>
                    </a:cubicBezTo>
                    <a:cubicBezTo>
                      <a:pt x="15199" y="45098"/>
                      <a:pt x="15888" y="44639"/>
                      <a:pt x="16501" y="44601"/>
                    </a:cubicBezTo>
                    <a:cubicBezTo>
                      <a:pt x="17764" y="44409"/>
                      <a:pt x="19066" y="44141"/>
                      <a:pt x="20329" y="44486"/>
                    </a:cubicBezTo>
                    <a:cubicBezTo>
                      <a:pt x="20559" y="44524"/>
                      <a:pt x="20827" y="44371"/>
                      <a:pt x="20903" y="44141"/>
                    </a:cubicBezTo>
                    <a:cubicBezTo>
                      <a:pt x="21171" y="43261"/>
                      <a:pt x="19295" y="42878"/>
                      <a:pt x="18683" y="42725"/>
                    </a:cubicBezTo>
                    <a:cubicBezTo>
                      <a:pt x="17075" y="42418"/>
                      <a:pt x="13400" y="43376"/>
                      <a:pt x="13285" y="45251"/>
                    </a:cubicBezTo>
                    <a:lnTo>
                      <a:pt x="13285" y="45251"/>
                    </a:lnTo>
                    <a:close/>
                    <a:moveTo>
                      <a:pt x="47664" y="59378"/>
                    </a:moveTo>
                    <a:cubicBezTo>
                      <a:pt x="47587" y="58612"/>
                      <a:pt x="47013" y="57043"/>
                      <a:pt x="46017" y="57579"/>
                    </a:cubicBezTo>
                    <a:cubicBezTo>
                      <a:pt x="45596" y="58230"/>
                      <a:pt x="45328" y="59034"/>
                      <a:pt x="44448" y="59110"/>
                    </a:cubicBezTo>
                    <a:cubicBezTo>
                      <a:pt x="44333" y="59148"/>
                      <a:pt x="44218" y="59148"/>
                      <a:pt x="44103" y="59148"/>
                    </a:cubicBezTo>
                    <a:cubicBezTo>
                      <a:pt x="43912" y="59225"/>
                      <a:pt x="43682" y="59263"/>
                      <a:pt x="43452" y="59302"/>
                    </a:cubicBezTo>
                    <a:cubicBezTo>
                      <a:pt x="43376" y="59302"/>
                      <a:pt x="43299" y="59302"/>
                      <a:pt x="43223" y="59302"/>
                    </a:cubicBezTo>
                    <a:cubicBezTo>
                      <a:pt x="43069" y="59302"/>
                      <a:pt x="42878" y="59302"/>
                      <a:pt x="42725" y="59263"/>
                    </a:cubicBezTo>
                    <a:cubicBezTo>
                      <a:pt x="42112" y="59378"/>
                      <a:pt x="41959" y="59608"/>
                      <a:pt x="40887" y="60795"/>
                    </a:cubicBezTo>
                    <a:cubicBezTo>
                      <a:pt x="38667" y="62594"/>
                      <a:pt x="35374" y="62862"/>
                      <a:pt x="32848" y="61599"/>
                    </a:cubicBezTo>
                    <a:cubicBezTo>
                      <a:pt x="31891" y="61139"/>
                      <a:pt x="31163" y="60259"/>
                      <a:pt x="30130" y="60029"/>
                    </a:cubicBezTo>
                    <a:cubicBezTo>
                      <a:pt x="28254" y="60527"/>
                      <a:pt x="25382" y="60603"/>
                      <a:pt x="26301" y="57847"/>
                    </a:cubicBezTo>
                    <a:cubicBezTo>
                      <a:pt x="26301" y="57732"/>
                      <a:pt x="26301" y="57655"/>
                      <a:pt x="26339" y="57540"/>
                    </a:cubicBezTo>
                    <a:cubicBezTo>
                      <a:pt x="26339" y="57349"/>
                      <a:pt x="26378" y="57158"/>
                      <a:pt x="26416" y="57005"/>
                    </a:cubicBezTo>
                    <a:cubicBezTo>
                      <a:pt x="26416" y="57005"/>
                      <a:pt x="26416" y="57005"/>
                      <a:pt x="26378" y="57005"/>
                    </a:cubicBezTo>
                    <a:cubicBezTo>
                      <a:pt x="26071" y="57043"/>
                      <a:pt x="25765" y="57119"/>
                      <a:pt x="25421" y="57158"/>
                    </a:cubicBezTo>
                    <a:cubicBezTo>
                      <a:pt x="25421" y="57234"/>
                      <a:pt x="25382" y="57273"/>
                      <a:pt x="25382" y="57311"/>
                    </a:cubicBezTo>
                    <a:cubicBezTo>
                      <a:pt x="24234" y="57694"/>
                      <a:pt x="23660" y="59148"/>
                      <a:pt x="23430" y="60220"/>
                    </a:cubicBezTo>
                    <a:cubicBezTo>
                      <a:pt x="23277" y="60871"/>
                      <a:pt x="23315" y="61560"/>
                      <a:pt x="23468" y="62173"/>
                    </a:cubicBezTo>
                    <a:cubicBezTo>
                      <a:pt x="22971" y="63513"/>
                      <a:pt x="23315" y="65044"/>
                      <a:pt x="24808" y="65733"/>
                    </a:cubicBezTo>
                    <a:cubicBezTo>
                      <a:pt x="26684" y="66729"/>
                      <a:pt x="28866" y="66614"/>
                      <a:pt x="30895" y="66920"/>
                    </a:cubicBezTo>
                    <a:cubicBezTo>
                      <a:pt x="31967" y="67150"/>
                      <a:pt x="32848" y="67915"/>
                      <a:pt x="33920" y="68183"/>
                    </a:cubicBezTo>
                    <a:cubicBezTo>
                      <a:pt x="36025" y="68872"/>
                      <a:pt x="38093" y="67801"/>
                      <a:pt x="40122" y="67379"/>
                    </a:cubicBezTo>
                    <a:cubicBezTo>
                      <a:pt x="42916" y="66958"/>
                      <a:pt x="46438" y="67073"/>
                      <a:pt x="47472" y="63819"/>
                    </a:cubicBezTo>
                    <a:cubicBezTo>
                      <a:pt x="47740" y="63092"/>
                      <a:pt x="47778" y="62249"/>
                      <a:pt x="47472" y="61522"/>
                    </a:cubicBezTo>
                    <a:cubicBezTo>
                      <a:pt x="47664" y="60909"/>
                      <a:pt x="47740" y="60182"/>
                      <a:pt x="47664" y="59340"/>
                    </a:cubicBezTo>
                    <a:lnTo>
                      <a:pt x="47664" y="59340"/>
                    </a:lnTo>
                    <a:close/>
                    <a:moveTo>
                      <a:pt x="40390" y="52296"/>
                    </a:moveTo>
                    <a:cubicBezTo>
                      <a:pt x="41921" y="52410"/>
                      <a:pt x="40926" y="49845"/>
                      <a:pt x="40926" y="49003"/>
                    </a:cubicBezTo>
                    <a:cubicBezTo>
                      <a:pt x="40734" y="47319"/>
                      <a:pt x="40466" y="45673"/>
                      <a:pt x="40581" y="43950"/>
                    </a:cubicBezTo>
                    <a:cubicBezTo>
                      <a:pt x="40581" y="43490"/>
                      <a:pt x="40045" y="43031"/>
                      <a:pt x="39624" y="43376"/>
                    </a:cubicBezTo>
                    <a:cubicBezTo>
                      <a:pt x="39279" y="43682"/>
                      <a:pt x="39318" y="44256"/>
                      <a:pt x="39241" y="44677"/>
                    </a:cubicBezTo>
                    <a:cubicBezTo>
                      <a:pt x="38973" y="46515"/>
                      <a:pt x="38629" y="51224"/>
                      <a:pt x="40390" y="52296"/>
                    </a:cubicBezTo>
                    <a:lnTo>
                      <a:pt x="40390" y="52296"/>
                    </a:lnTo>
                    <a:close/>
                    <a:moveTo>
                      <a:pt x="30283" y="52066"/>
                    </a:moveTo>
                    <a:cubicBezTo>
                      <a:pt x="31546" y="52410"/>
                      <a:pt x="31929" y="49501"/>
                      <a:pt x="32044" y="48620"/>
                    </a:cubicBezTo>
                    <a:cubicBezTo>
                      <a:pt x="32197" y="47548"/>
                      <a:pt x="32082" y="46438"/>
                      <a:pt x="31929" y="45328"/>
                    </a:cubicBezTo>
                    <a:cubicBezTo>
                      <a:pt x="31737" y="44601"/>
                      <a:pt x="30666" y="44907"/>
                      <a:pt x="30895" y="45634"/>
                    </a:cubicBezTo>
                    <a:cubicBezTo>
                      <a:pt x="30780" y="45711"/>
                      <a:pt x="30666" y="45864"/>
                      <a:pt x="30666" y="46017"/>
                    </a:cubicBezTo>
                    <a:cubicBezTo>
                      <a:pt x="30551" y="47395"/>
                      <a:pt x="30436" y="48812"/>
                      <a:pt x="30168" y="50190"/>
                    </a:cubicBezTo>
                    <a:cubicBezTo>
                      <a:pt x="30130" y="50764"/>
                      <a:pt x="29594" y="51683"/>
                      <a:pt x="30283" y="52066"/>
                    </a:cubicBezTo>
                    <a:lnTo>
                      <a:pt x="30283" y="52066"/>
                    </a:lnTo>
                    <a:close/>
                    <a:moveTo>
                      <a:pt x="46438" y="41232"/>
                    </a:moveTo>
                    <a:cubicBezTo>
                      <a:pt x="49080" y="41308"/>
                      <a:pt x="51683" y="40466"/>
                      <a:pt x="54325" y="40543"/>
                    </a:cubicBezTo>
                    <a:cubicBezTo>
                      <a:pt x="56545" y="40504"/>
                      <a:pt x="58766" y="41002"/>
                      <a:pt x="60986" y="40811"/>
                    </a:cubicBezTo>
                    <a:cubicBezTo>
                      <a:pt x="62058" y="40696"/>
                      <a:pt x="62441" y="39203"/>
                      <a:pt x="61178" y="39279"/>
                    </a:cubicBezTo>
                    <a:cubicBezTo>
                      <a:pt x="59723" y="39853"/>
                      <a:pt x="58153" y="39624"/>
                      <a:pt x="56622" y="39432"/>
                    </a:cubicBezTo>
                    <a:cubicBezTo>
                      <a:pt x="54478" y="39164"/>
                      <a:pt x="52296" y="39279"/>
                      <a:pt x="50114" y="39662"/>
                    </a:cubicBezTo>
                    <a:cubicBezTo>
                      <a:pt x="48123" y="39853"/>
                      <a:pt x="45558" y="40619"/>
                      <a:pt x="43873" y="39164"/>
                    </a:cubicBezTo>
                    <a:cubicBezTo>
                      <a:pt x="43452" y="38590"/>
                      <a:pt x="44295" y="37020"/>
                      <a:pt x="43069" y="37212"/>
                    </a:cubicBezTo>
                    <a:cubicBezTo>
                      <a:pt x="43069" y="37174"/>
                      <a:pt x="43069" y="37135"/>
                      <a:pt x="43069" y="37097"/>
                    </a:cubicBezTo>
                    <a:cubicBezTo>
                      <a:pt x="43108" y="37020"/>
                      <a:pt x="43108" y="36906"/>
                      <a:pt x="43108" y="36829"/>
                    </a:cubicBezTo>
                    <a:cubicBezTo>
                      <a:pt x="43644" y="36293"/>
                      <a:pt x="42801" y="35566"/>
                      <a:pt x="42304" y="36063"/>
                    </a:cubicBezTo>
                    <a:cubicBezTo>
                      <a:pt x="41002" y="38935"/>
                      <a:pt x="43605" y="41346"/>
                      <a:pt x="46477" y="41232"/>
                    </a:cubicBezTo>
                    <a:lnTo>
                      <a:pt x="46477" y="41232"/>
                    </a:lnTo>
                    <a:close/>
                    <a:moveTo>
                      <a:pt x="30244" y="19908"/>
                    </a:moveTo>
                    <a:cubicBezTo>
                      <a:pt x="30474" y="20329"/>
                      <a:pt x="30895" y="20137"/>
                      <a:pt x="31240" y="20022"/>
                    </a:cubicBezTo>
                    <a:cubicBezTo>
                      <a:pt x="32159" y="19869"/>
                      <a:pt x="33154" y="19869"/>
                      <a:pt x="34111" y="19793"/>
                    </a:cubicBezTo>
                    <a:cubicBezTo>
                      <a:pt x="34800" y="19754"/>
                      <a:pt x="35528" y="19754"/>
                      <a:pt x="36217" y="19908"/>
                    </a:cubicBezTo>
                    <a:cubicBezTo>
                      <a:pt x="36600" y="20022"/>
                      <a:pt x="37059" y="20061"/>
                      <a:pt x="37174" y="19601"/>
                    </a:cubicBezTo>
                    <a:cubicBezTo>
                      <a:pt x="37403" y="18338"/>
                      <a:pt x="34149" y="18797"/>
                      <a:pt x="33384" y="18759"/>
                    </a:cubicBezTo>
                    <a:cubicBezTo>
                      <a:pt x="32618" y="18912"/>
                      <a:pt x="29747" y="18606"/>
                      <a:pt x="30244" y="19908"/>
                    </a:cubicBezTo>
                    <a:close/>
                    <a:moveTo>
                      <a:pt x="41385" y="22434"/>
                    </a:moveTo>
                    <a:cubicBezTo>
                      <a:pt x="37327" y="20980"/>
                      <a:pt x="32809" y="21669"/>
                      <a:pt x="28713" y="22702"/>
                    </a:cubicBezTo>
                    <a:cubicBezTo>
                      <a:pt x="28101" y="22970"/>
                      <a:pt x="26225" y="23047"/>
                      <a:pt x="26186" y="23851"/>
                    </a:cubicBezTo>
                    <a:cubicBezTo>
                      <a:pt x="26148" y="24272"/>
                      <a:pt x="26684" y="24540"/>
                      <a:pt x="27029" y="24272"/>
                    </a:cubicBezTo>
                    <a:cubicBezTo>
                      <a:pt x="27679" y="24081"/>
                      <a:pt x="28330" y="23889"/>
                      <a:pt x="28981" y="23736"/>
                    </a:cubicBezTo>
                    <a:cubicBezTo>
                      <a:pt x="32695" y="22779"/>
                      <a:pt x="36753" y="22205"/>
                      <a:pt x="40504" y="23238"/>
                    </a:cubicBezTo>
                    <a:cubicBezTo>
                      <a:pt x="40887" y="23391"/>
                      <a:pt x="41462" y="23659"/>
                      <a:pt x="41691" y="23123"/>
                    </a:cubicBezTo>
                    <a:cubicBezTo>
                      <a:pt x="41768" y="22894"/>
                      <a:pt x="41653" y="22549"/>
                      <a:pt x="41385" y="22434"/>
                    </a:cubicBezTo>
                    <a:close/>
                  </a:path>
                </a:pathLst>
              </a:custGeom>
              <a:solidFill>
                <a:srgbClr val="000000">
                  <a:alpha val="8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32"/>
              <p:cNvSpPr/>
              <p:nvPr/>
            </p:nvSpPr>
            <p:spPr>
              <a:xfrm>
                <a:off x="2315000" y="1726675"/>
                <a:ext cx="1101650" cy="928400"/>
              </a:xfrm>
              <a:custGeom>
                <a:avLst/>
                <a:gdLst/>
                <a:ahLst/>
                <a:cxnLst/>
                <a:rect l="l" t="t" r="r" b="b"/>
                <a:pathLst>
                  <a:path w="44066" h="37136" extrusionOk="0">
                    <a:moveTo>
                      <a:pt x="22244" y="36982"/>
                    </a:moveTo>
                    <a:cubicBezTo>
                      <a:pt x="20253" y="36906"/>
                      <a:pt x="18683" y="34417"/>
                      <a:pt x="20865" y="33231"/>
                    </a:cubicBezTo>
                    <a:cubicBezTo>
                      <a:pt x="22550" y="32924"/>
                      <a:pt x="24541" y="32580"/>
                      <a:pt x="26187" y="33307"/>
                    </a:cubicBezTo>
                    <a:cubicBezTo>
                      <a:pt x="27795" y="34226"/>
                      <a:pt x="26876" y="36408"/>
                      <a:pt x="25306" y="36791"/>
                    </a:cubicBezTo>
                    <a:cubicBezTo>
                      <a:pt x="24349" y="37136"/>
                      <a:pt x="23239" y="37136"/>
                      <a:pt x="22244" y="36982"/>
                    </a:cubicBezTo>
                    <a:close/>
                    <a:moveTo>
                      <a:pt x="1800" y="24693"/>
                    </a:moveTo>
                    <a:cubicBezTo>
                      <a:pt x="1724" y="24578"/>
                      <a:pt x="1724" y="24464"/>
                      <a:pt x="1762" y="24349"/>
                    </a:cubicBezTo>
                    <a:cubicBezTo>
                      <a:pt x="1762" y="24272"/>
                      <a:pt x="1800" y="24234"/>
                      <a:pt x="1838" y="24157"/>
                    </a:cubicBezTo>
                    <a:cubicBezTo>
                      <a:pt x="1915" y="23315"/>
                      <a:pt x="2910" y="22817"/>
                      <a:pt x="3523" y="22396"/>
                    </a:cubicBezTo>
                    <a:cubicBezTo>
                      <a:pt x="4480" y="21784"/>
                      <a:pt x="5628" y="21516"/>
                      <a:pt x="6739" y="21631"/>
                    </a:cubicBezTo>
                    <a:cubicBezTo>
                      <a:pt x="7964" y="21669"/>
                      <a:pt x="9151" y="22320"/>
                      <a:pt x="10069" y="23162"/>
                    </a:cubicBezTo>
                    <a:cubicBezTo>
                      <a:pt x="10529" y="23621"/>
                      <a:pt x="9763" y="24157"/>
                      <a:pt x="9380" y="23660"/>
                    </a:cubicBezTo>
                    <a:cubicBezTo>
                      <a:pt x="9151" y="23774"/>
                      <a:pt x="8921" y="23621"/>
                      <a:pt x="8691" y="23545"/>
                    </a:cubicBezTo>
                    <a:cubicBezTo>
                      <a:pt x="8079" y="23239"/>
                      <a:pt x="7351" y="23085"/>
                      <a:pt x="6662" y="23009"/>
                    </a:cubicBezTo>
                    <a:cubicBezTo>
                      <a:pt x="3906" y="22741"/>
                      <a:pt x="2336" y="25612"/>
                      <a:pt x="1800" y="24693"/>
                    </a:cubicBezTo>
                    <a:lnTo>
                      <a:pt x="1800" y="24693"/>
                    </a:lnTo>
                    <a:close/>
                    <a:moveTo>
                      <a:pt x="42687" y="22511"/>
                    </a:moveTo>
                    <a:cubicBezTo>
                      <a:pt x="42496" y="22205"/>
                      <a:pt x="42266" y="21937"/>
                      <a:pt x="41998" y="21669"/>
                    </a:cubicBezTo>
                    <a:cubicBezTo>
                      <a:pt x="41807" y="21860"/>
                      <a:pt x="41500" y="21784"/>
                      <a:pt x="41271" y="21707"/>
                    </a:cubicBezTo>
                    <a:cubicBezTo>
                      <a:pt x="39663" y="21439"/>
                      <a:pt x="37902" y="21477"/>
                      <a:pt x="36562" y="22511"/>
                    </a:cubicBezTo>
                    <a:cubicBezTo>
                      <a:pt x="36026" y="22971"/>
                      <a:pt x="35375" y="22396"/>
                      <a:pt x="35796" y="21784"/>
                    </a:cubicBezTo>
                    <a:cubicBezTo>
                      <a:pt x="37174" y="20138"/>
                      <a:pt x="39778" y="19372"/>
                      <a:pt x="41768" y="20406"/>
                    </a:cubicBezTo>
                    <a:cubicBezTo>
                      <a:pt x="42228" y="20712"/>
                      <a:pt x="44065" y="22128"/>
                      <a:pt x="43261" y="22664"/>
                    </a:cubicBezTo>
                    <a:cubicBezTo>
                      <a:pt x="43070" y="22779"/>
                      <a:pt x="42802" y="22703"/>
                      <a:pt x="42687" y="22511"/>
                    </a:cubicBezTo>
                    <a:lnTo>
                      <a:pt x="42687" y="22511"/>
                    </a:lnTo>
                    <a:close/>
                    <a:moveTo>
                      <a:pt x="33729" y="11792"/>
                    </a:moveTo>
                    <a:cubicBezTo>
                      <a:pt x="33461" y="9188"/>
                      <a:pt x="40046" y="9801"/>
                      <a:pt x="41692" y="10031"/>
                    </a:cubicBezTo>
                    <a:cubicBezTo>
                      <a:pt x="43453" y="10260"/>
                      <a:pt x="43070" y="12940"/>
                      <a:pt x="41347" y="12711"/>
                    </a:cubicBezTo>
                    <a:cubicBezTo>
                      <a:pt x="39624" y="12443"/>
                      <a:pt x="37863" y="12404"/>
                      <a:pt x="36179" y="12749"/>
                    </a:cubicBezTo>
                    <a:cubicBezTo>
                      <a:pt x="35222" y="13093"/>
                      <a:pt x="33882" y="13017"/>
                      <a:pt x="33729" y="11792"/>
                    </a:cubicBezTo>
                    <a:lnTo>
                      <a:pt x="33729" y="11792"/>
                    </a:lnTo>
                    <a:close/>
                    <a:moveTo>
                      <a:pt x="1188" y="13361"/>
                    </a:moveTo>
                    <a:cubicBezTo>
                      <a:pt x="1" y="10452"/>
                      <a:pt x="6126" y="10452"/>
                      <a:pt x="7849" y="10184"/>
                    </a:cubicBezTo>
                    <a:cubicBezTo>
                      <a:pt x="8997" y="10107"/>
                      <a:pt x="9648" y="11715"/>
                      <a:pt x="8806" y="12481"/>
                    </a:cubicBezTo>
                    <a:cubicBezTo>
                      <a:pt x="7696" y="13246"/>
                      <a:pt x="6088" y="12864"/>
                      <a:pt x="4825" y="13285"/>
                    </a:cubicBezTo>
                    <a:cubicBezTo>
                      <a:pt x="3599" y="13361"/>
                      <a:pt x="2068" y="14778"/>
                      <a:pt x="1188" y="13361"/>
                    </a:cubicBezTo>
                    <a:lnTo>
                      <a:pt x="1188" y="13361"/>
                    </a:lnTo>
                    <a:close/>
                    <a:moveTo>
                      <a:pt x="16157" y="2948"/>
                    </a:moveTo>
                    <a:cubicBezTo>
                      <a:pt x="15506" y="1187"/>
                      <a:pt x="17764" y="881"/>
                      <a:pt x="19028" y="689"/>
                    </a:cubicBezTo>
                    <a:cubicBezTo>
                      <a:pt x="21669" y="268"/>
                      <a:pt x="24349" y="0"/>
                      <a:pt x="27029" y="345"/>
                    </a:cubicBezTo>
                    <a:cubicBezTo>
                      <a:pt x="28752" y="575"/>
                      <a:pt x="28369" y="3293"/>
                      <a:pt x="26646" y="3025"/>
                    </a:cubicBezTo>
                    <a:cubicBezTo>
                      <a:pt x="25498" y="2872"/>
                      <a:pt x="24349" y="2872"/>
                      <a:pt x="23201" y="2910"/>
                    </a:cubicBezTo>
                    <a:cubicBezTo>
                      <a:pt x="21746" y="3025"/>
                      <a:pt x="20291" y="3216"/>
                      <a:pt x="18836" y="3484"/>
                    </a:cubicBezTo>
                    <a:cubicBezTo>
                      <a:pt x="17918" y="3714"/>
                      <a:pt x="16654" y="4135"/>
                      <a:pt x="16157" y="2948"/>
                    </a:cubicBezTo>
                    <a:close/>
                  </a:path>
                </a:pathLst>
              </a:custGeom>
              <a:solidFill>
                <a:srgbClr val="B98C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32"/>
              <p:cNvSpPr/>
              <p:nvPr/>
            </p:nvSpPr>
            <p:spPr>
              <a:xfrm>
                <a:off x="2128375" y="2512450"/>
                <a:ext cx="397225" cy="398175"/>
              </a:xfrm>
              <a:custGeom>
                <a:avLst/>
                <a:gdLst/>
                <a:ahLst/>
                <a:cxnLst/>
                <a:rect l="l" t="t" r="r" b="b"/>
                <a:pathLst>
                  <a:path w="15889" h="15927" extrusionOk="0">
                    <a:moveTo>
                      <a:pt x="15888" y="8729"/>
                    </a:moveTo>
                    <a:cubicBezTo>
                      <a:pt x="15888" y="12251"/>
                      <a:pt x="13132" y="15926"/>
                      <a:pt x="9342" y="15275"/>
                    </a:cubicBezTo>
                    <a:cubicBezTo>
                      <a:pt x="5781" y="15275"/>
                      <a:pt x="2719" y="12864"/>
                      <a:pt x="1302" y="9724"/>
                    </a:cubicBezTo>
                    <a:cubicBezTo>
                      <a:pt x="0" y="5666"/>
                      <a:pt x="1915" y="536"/>
                      <a:pt x="6624" y="268"/>
                    </a:cubicBezTo>
                    <a:cubicBezTo>
                      <a:pt x="11179" y="0"/>
                      <a:pt x="15850" y="4135"/>
                      <a:pt x="15888" y="8729"/>
                    </a:cubicBezTo>
                    <a:close/>
                  </a:path>
                </a:pathLst>
              </a:custGeom>
              <a:solidFill>
                <a:srgbClr val="B36D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2"/>
              <p:cNvSpPr/>
              <p:nvPr/>
            </p:nvSpPr>
            <p:spPr>
              <a:xfrm>
                <a:off x="3205100" y="2496175"/>
                <a:ext cx="423075" cy="431675"/>
              </a:xfrm>
              <a:custGeom>
                <a:avLst/>
                <a:gdLst/>
                <a:ahLst/>
                <a:cxnLst/>
                <a:rect l="l" t="t" r="r" b="b"/>
                <a:pathLst>
                  <a:path w="16923" h="17267" extrusionOk="0">
                    <a:moveTo>
                      <a:pt x="12941" y="690"/>
                    </a:moveTo>
                    <a:cubicBezTo>
                      <a:pt x="15391" y="1761"/>
                      <a:pt x="16922" y="5016"/>
                      <a:pt x="16692" y="7619"/>
                    </a:cubicBezTo>
                    <a:cubicBezTo>
                      <a:pt x="16654" y="7887"/>
                      <a:pt x="16578" y="8193"/>
                      <a:pt x="16501" y="8461"/>
                    </a:cubicBezTo>
                    <a:cubicBezTo>
                      <a:pt x="16003" y="13170"/>
                      <a:pt x="11486" y="17266"/>
                      <a:pt x="6662" y="16424"/>
                    </a:cubicBezTo>
                    <a:cubicBezTo>
                      <a:pt x="613" y="15237"/>
                      <a:pt x="1" y="8193"/>
                      <a:pt x="3331" y="3905"/>
                    </a:cubicBezTo>
                    <a:cubicBezTo>
                      <a:pt x="4174" y="2719"/>
                      <a:pt x="5743" y="1570"/>
                      <a:pt x="7275" y="1149"/>
                    </a:cubicBezTo>
                    <a:cubicBezTo>
                      <a:pt x="8997" y="268"/>
                      <a:pt x="10950" y="0"/>
                      <a:pt x="12941" y="690"/>
                    </a:cubicBezTo>
                    <a:close/>
                  </a:path>
                </a:pathLst>
              </a:custGeom>
              <a:solidFill>
                <a:srgbClr val="B36D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32"/>
              <p:cNvSpPr/>
              <p:nvPr/>
            </p:nvSpPr>
            <p:spPr>
              <a:xfrm>
                <a:off x="2534175" y="2903900"/>
                <a:ext cx="781025" cy="346475"/>
              </a:xfrm>
              <a:custGeom>
                <a:avLst/>
                <a:gdLst/>
                <a:ahLst/>
                <a:cxnLst/>
                <a:rect l="l" t="t" r="r" b="b"/>
                <a:pathLst>
                  <a:path w="31241" h="13859" extrusionOk="0">
                    <a:moveTo>
                      <a:pt x="13591" y="13706"/>
                    </a:moveTo>
                    <a:cubicBezTo>
                      <a:pt x="10682" y="13438"/>
                      <a:pt x="7925" y="12366"/>
                      <a:pt x="5475" y="10835"/>
                    </a:cubicBezTo>
                    <a:cubicBezTo>
                      <a:pt x="5246" y="10720"/>
                      <a:pt x="4978" y="10528"/>
                      <a:pt x="4633" y="10299"/>
                    </a:cubicBezTo>
                    <a:cubicBezTo>
                      <a:pt x="4403" y="10069"/>
                      <a:pt x="4174" y="9839"/>
                      <a:pt x="3944" y="9609"/>
                    </a:cubicBezTo>
                    <a:lnTo>
                      <a:pt x="3944" y="9609"/>
                    </a:lnTo>
                    <a:cubicBezTo>
                      <a:pt x="3906" y="9571"/>
                      <a:pt x="3867" y="9533"/>
                      <a:pt x="3867" y="9533"/>
                    </a:cubicBezTo>
                    <a:cubicBezTo>
                      <a:pt x="3599" y="9227"/>
                      <a:pt x="3331" y="8920"/>
                      <a:pt x="3063" y="8652"/>
                    </a:cubicBezTo>
                    <a:cubicBezTo>
                      <a:pt x="2795" y="8346"/>
                      <a:pt x="2566" y="8078"/>
                      <a:pt x="2336" y="7772"/>
                    </a:cubicBezTo>
                    <a:cubicBezTo>
                      <a:pt x="2145" y="7504"/>
                      <a:pt x="1953" y="7236"/>
                      <a:pt x="1762" y="6968"/>
                    </a:cubicBezTo>
                    <a:cubicBezTo>
                      <a:pt x="1302" y="6241"/>
                      <a:pt x="843" y="5513"/>
                      <a:pt x="460" y="4747"/>
                    </a:cubicBezTo>
                    <a:cubicBezTo>
                      <a:pt x="307" y="4441"/>
                      <a:pt x="154" y="4097"/>
                      <a:pt x="1" y="3752"/>
                    </a:cubicBezTo>
                    <a:cubicBezTo>
                      <a:pt x="39" y="3714"/>
                      <a:pt x="77" y="3675"/>
                      <a:pt x="116" y="3637"/>
                    </a:cubicBezTo>
                    <a:cubicBezTo>
                      <a:pt x="77" y="2336"/>
                      <a:pt x="1800" y="2182"/>
                      <a:pt x="2834" y="1876"/>
                    </a:cubicBezTo>
                    <a:cubicBezTo>
                      <a:pt x="6203" y="957"/>
                      <a:pt x="9801" y="268"/>
                      <a:pt x="13323" y="804"/>
                    </a:cubicBezTo>
                    <a:cubicBezTo>
                      <a:pt x="13974" y="919"/>
                      <a:pt x="14778" y="1110"/>
                      <a:pt x="15506" y="1455"/>
                    </a:cubicBezTo>
                    <a:cubicBezTo>
                      <a:pt x="18300" y="0"/>
                      <a:pt x="21669" y="345"/>
                      <a:pt x="24732" y="421"/>
                    </a:cubicBezTo>
                    <a:cubicBezTo>
                      <a:pt x="26493" y="689"/>
                      <a:pt x="30130" y="651"/>
                      <a:pt x="31240" y="2374"/>
                    </a:cubicBezTo>
                    <a:cubicBezTo>
                      <a:pt x="31202" y="2412"/>
                      <a:pt x="31202" y="2489"/>
                      <a:pt x="31164" y="2527"/>
                    </a:cubicBezTo>
                    <a:cubicBezTo>
                      <a:pt x="31164" y="2527"/>
                      <a:pt x="31202" y="2489"/>
                      <a:pt x="31202" y="2450"/>
                    </a:cubicBezTo>
                    <a:cubicBezTo>
                      <a:pt x="31125" y="2833"/>
                      <a:pt x="31011" y="3178"/>
                      <a:pt x="30896" y="3561"/>
                    </a:cubicBezTo>
                    <a:cubicBezTo>
                      <a:pt x="30819" y="3829"/>
                      <a:pt x="30743" y="4058"/>
                      <a:pt x="30628" y="4326"/>
                    </a:cubicBezTo>
                    <a:cubicBezTo>
                      <a:pt x="30398" y="4786"/>
                      <a:pt x="30130" y="5245"/>
                      <a:pt x="29900" y="5666"/>
                    </a:cubicBezTo>
                    <a:cubicBezTo>
                      <a:pt x="29326" y="6547"/>
                      <a:pt x="28714" y="7389"/>
                      <a:pt x="28063" y="8193"/>
                    </a:cubicBezTo>
                    <a:cubicBezTo>
                      <a:pt x="28063" y="8193"/>
                      <a:pt x="28101" y="8155"/>
                      <a:pt x="28101" y="8116"/>
                    </a:cubicBezTo>
                    <a:cubicBezTo>
                      <a:pt x="28063" y="8193"/>
                      <a:pt x="28024" y="8231"/>
                      <a:pt x="27986" y="8308"/>
                    </a:cubicBezTo>
                    <a:cubicBezTo>
                      <a:pt x="27871" y="8384"/>
                      <a:pt x="27795" y="8461"/>
                      <a:pt x="27718" y="8538"/>
                    </a:cubicBezTo>
                    <a:cubicBezTo>
                      <a:pt x="24694" y="11906"/>
                      <a:pt x="20253" y="13859"/>
                      <a:pt x="15774" y="13859"/>
                    </a:cubicBezTo>
                    <a:cubicBezTo>
                      <a:pt x="15046" y="13859"/>
                      <a:pt x="14319" y="13782"/>
                      <a:pt x="13591" y="13706"/>
                    </a:cubicBezTo>
                    <a:lnTo>
                      <a:pt x="13591" y="13706"/>
                    </a:lnTo>
                    <a:close/>
                    <a:moveTo>
                      <a:pt x="3638" y="5054"/>
                    </a:moveTo>
                    <a:cubicBezTo>
                      <a:pt x="5207" y="6317"/>
                      <a:pt x="7045" y="7083"/>
                      <a:pt x="8806" y="7887"/>
                    </a:cubicBezTo>
                    <a:cubicBezTo>
                      <a:pt x="11409" y="9035"/>
                      <a:pt x="14166" y="10145"/>
                      <a:pt x="17075" y="9877"/>
                    </a:cubicBezTo>
                    <a:cubicBezTo>
                      <a:pt x="21095" y="9571"/>
                      <a:pt x="25230" y="8155"/>
                      <a:pt x="27488" y="4633"/>
                    </a:cubicBezTo>
                    <a:cubicBezTo>
                      <a:pt x="26378" y="4594"/>
                      <a:pt x="25268" y="4556"/>
                      <a:pt x="24158" y="4518"/>
                    </a:cubicBezTo>
                    <a:cubicBezTo>
                      <a:pt x="21976" y="4441"/>
                      <a:pt x="19793" y="4441"/>
                      <a:pt x="17573" y="4403"/>
                    </a:cubicBezTo>
                    <a:cubicBezTo>
                      <a:pt x="17190" y="5092"/>
                      <a:pt x="16195" y="5360"/>
                      <a:pt x="15544" y="4824"/>
                    </a:cubicBezTo>
                    <a:cubicBezTo>
                      <a:pt x="15161" y="5130"/>
                      <a:pt x="14817" y="5513"/>
                      <a:pt x="14472" y="5858"/>
                    </a:cubicBezTo>
                    <a:cubicBezTo>
                      <a:pt x="13477" y="6891"/>
                      <a:pt x="11677" y="5666"/>
                      <a:pt x="12290" y="4403"/>
                    </a:cubicBezTo>
                    <a:cubicBezTo>
                      <a:pt x="9380" y="4479"/>
                      <a:pt x="6547" y="4862"/>
                      <a:pt x="3638" y="5092"/>
                    </a:cubicBezTo>
                    <a:close/>
                  </a:path>
                </a:pathLst>
              </a:custGeom>
              <a:solidFill>
                <a:srgbClr val="975E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32"/>
              <p:cNvSpPr/>
              <p:nvPr/>
            </p:nvSpPr>
            <p:spPr>
              <a:xfrm>
                <a:off x="2025000" y="950475"/>
                <a:ext cx="1736200" cy="2795675"/>
              </a:xfrm>
              <a:custGeom>
                <a:avLst/>
                <a:gdLst/>
                <a:ahLst/>
                <a:cxnLst/>
                <a:rect l="l" t="t" r="r" b="b"/>
                <a:pathLst>
                  <a:path w="69448" h="111827" extrusionOk="0">
                    <a:moveTo>
                      <a:pt x="69026" y="17687"/>
                    </a:moveTo>
                    <a:cubicBezTo>
                      <a:pt x="69141" y="19602"/>
                      <a:pt x="69103" y="21516"/>
                      <a:pt x="69065" y="23468"/>
                    </a:cubicBezTo>
                    <a:cubicBezTo>
                      <a:pt x="68950" y="24042"/>
                      <a:pt x="69333" y="25267"/>
                      <a:pt x="68797" y="25574"/>
                    </a:cubicBezTo>
                    <a:cubicBezTo>
                      <a:pt x="68873" y="28254"/>
                      <a:pt x="68797" y="30895"/>
                      <a:pt x="68835" y="33537"/>
                    </a:cubicBezTo>
                    <a:cubicBezTo>
                      <a:pt x="68873" y="34647"/>
                      <a:pt x="68835" y="35719"/>
                      <a:pt x="68950" y="36829"/>
                    </a:cubicBezTo>
                    <a:cubicBezTo>
                      <a:pt x="68988" y="36982"/>
                      <a:pt x="68950" y="37097"/>
                      <a:pt x="68873" y="37212"/>
                    </a:cubicBezTo>
                    <a:cubicBezTo>
                      <a:pt x="68912" y="38399"/>
                      <a:pt x="68873" y="39586"/>
                      <a:pt x="68950" y="40772"/>
                    </a:cubicBezTo>
                    <a:cubicBezTo>
                      <a:pt x="69026" y="42878"/>
                      <a:pt x="68950" y="44984"/>
                      <a:pt x="69026" y="47089"/>
                    </a:cubicBezTo>
                    <a:cubicBezTo>
                      <a:pt x="68950" y="47663"/>
                      <a:pt x="69448" y="49003"/>
                      <a:pt x="68414" y="48889"/>
                    </a:cubicBezTo>
                    <a:cubicBezTo>
                      <a:pt x="67036" y="49884"/>
                      <a:pt x="65849" y="51224"/>
                      <a:pt x="64930" y="52640"/>
                    </a:cubicBezTo>
                    <a:cubicBezTo>
                      <a:pt x="64547" y="53253"/>
                      <a:pt x="64164" y="53865"/>
                      <a:pt x="64011" y="54555"/>
                    </a:cubicBezTo>
                    <a:cubicBezTo>
                      <a:pt x="64011" y="54631"/>
                      <a:pt x="64011" y="54708"/>
                      <a:pt x="64011" y="54746"/>
                    </a:cubicBezTo>
                    <a:cubicBezTo>
                      <a:pt x="64011" y="54861"/>
                      <a:pt x="64050" y="54976"/>
                      <a:pt x="64050" y="55052"/>
                    </a:cubicBezTo>
                    <a:cubicBezTo>
                      <a:pt x="64164" y="55358"/>
                      <a:pt x="64050" y="55703"/>
                      <a:pt x="63743" y="55818"/>
                    </a:cubicBezTo>
                    <a:cubicBezTo>
                      <a:pt x="63475" y="55894"/>
                      <a:pt x="63169" y="55741"/>
                      <a:pt x="63054" y="55473"/>
                    </a:cubicBezTo>
                    <a:cubicBezTo>
                      <a:pt x="62518" y="53636"/>
                      <a:pt x="63016" y="51760"/>
                      <a:pt x="63169" y="49922"/>
                    </a:cubicBezTo>
                    <a:cubicBezTo>
                      <a:pt x="63016" y="48850"/>
                      <a:pt x="63207" y="47817"/>
                      <a:pt x="63284" y="46745"/>
                    </a:cubicBezTo>
                    <a:cubicBezTo>
                      <a:pt x="63360" y="45979"/>
                      <a:pt x="62978" y="45328"/>
                      <a:pt x="62901" y="44562"/>
                    </a:cubicBezTo>
                    <a:cubicBezTo>
                      <a:pt x="62863" y="43835"/>
                      <a:pt x="63092" y="43184"/>
                      <a:pt x="63131" y="42495"/>
                    </a:cubicBezTo>
                    <a:cubicBezTo>
                      <a:pt x="63092" y="41844"/>
                      <a:pt x="62824" y="41194"/>
                      <a:pt x="62824" y="40543"/>
                    </a:cubicBezTo>
                    <a:cubicBezTo>
                      <a:pt x="62710" y="39624"/>
                      <a:pt x="63514" y="38705"/>
                      <a:pt x="62978" y="37863"/>
                    </a:cubicBezTo>
                    <a:cubicBezTo>
                      <a:pt x="62595" y="36982"/>
                      <a:pt x="62748" y="36025"/>
                      <a:pt x="62863" y="35106"/>
                    </a:cubicBezTo>
                    <a:cubicBezTo>
                      <a:pt x="62212" y="34379"/>
                      <a:pt x="62020" y="33422"/>
                      <a:pt x="62442" y="32541"/>
                    </a:cubicBezTo>
                    <a:cubicBezTo>
                      <a:pt x="61791" y="31814"/>
                      <a:pt x="61791" y="30665"/>
                      <a:pt x="61867" y="29747"/>
                    </a:cubicBezTo>
                    <a:cubicBezTo>
                      <a:pt x="60719" y="29326"/>
                      <a:pt x="60221" y="28024"/>
                      <a:pt x="60298" y="26837"/>
                    </a:cubicBezTo>
                    <a:cubicBezTo>
                      <a:pt x="60221" y="26837"/>
                      <a:pt x="60183" y="26837"/>
                      <a:pt x="60145" y="26799"/>
                    </a:cubicBezTo>
                    <a:cubicBezTo>
                      <a:pt x="58575" y="26033"/>
                      <a:pt x="58001" y="24387"/>
                      <a:pt x="58652" y="22741"/>
                    </a:cubicBezTo>
                    <a:cubicBezTo>
                      <a:pt x="57924" y="22702"/>
                      <a:pt x="57158" y="22396"/>
                      <a:pt x="56699" y="21822"/>
                    </a:cubicBezTo>
                    <a:cubicBezTo>
                      <a:pt x="55283" y="22167"/>
                      <a:pt x="54057" y="20980"/>
                      <a:pt x="53636" y="19716"/>
                    </a:cubicBezTo>
                    <a:cubicBezTo>
                      <a:pt x="52756" y="19984"/>
                      <a:pt x="51378" y="19793"/>
                      <a:pt x="51033" y="18798"/>
                    </a:cubicBezTo>
                    <a:cubicBezTo>
                      <a:pt x="50995" y="18759"/>
                      <a:pt x="50918" y="18759"/>
                      <a:pt x="50880" y="18721"/>
                    </a:cubicBezTo>
                    <a:cubicBezTo>
                      <a:pt x="50765" y="18644"/>
                      <a:pt x="50688" y="18568"/>
                      <a:pt x="50574" y="18491"/>
                    </a:cubicBezTo>
                    <a:cubicBezTo>
                      <a:pt x="48698" y="19104"/>
                      <a:pt x="46784" y="18147"/>
                      <a:pt x="45558" y="16730"/>
                    </a:cubicBezTo>
                    <a:cubicBezTo>
                      <a:pt x="44104" y="17611"/>
                      <a:pt x="42457" y="16539"/>
                      <a:pt x="41232" y="15697"/>
                    </a:cubicBezTo>
                    <a:cubicBezTo>
                      <a:pt x="40620" y="15773"/>
                      <a:pt x="38553" y="15926"/>
                      <a:pt x="38591" y="15007"/>
                    </a:cubicBezTo>
                    <a:cubicBezTo>
                      <a:pt x="38438" y="14893"/>
                      <a:pt x="38285" y="14931"/>
                      <a:pt x="38093" y="14893"/>
                    </a:cubicBezTo>
                    <a:cubicBezTo>
                      <a:pt x="37557" y="15735"/>
                      <a:pt x="34571" y="15467"/>
                      <a:pt x="34150" y="14778"/>
                    </a:cubicBezTo>
                    <a:cubicBezTo>
                      <a:pt x="33461" y="15965"/>
                      <a:pt x="32159" y="16845"/>
                      <a:pt x="30743" y="16807"/>
                    </a:cubicBezTo>
                    <a:cubicBezTo>
                      <a:pt x="30283" y="16845"/>
                      <a:pt x="29594" y="16347"/>
                      <a:pt x="29211" y="15850"/>
                    </a:cubicBezTo>
                    <a:cubicBezTo>
                      <a:pt x="28675" y="16309"/>
                      <a:pt x="27565" y="16462"/>
                      <a:pt x="27106" y="16233"/>
                    </a:cubicBezTo>
                    <a:cubicBezTo>
                      <a:pt x="26072" y="17572"/>
                      <a:pt x="24158" y="18415"/>
                      <a:pt x="22512" y="17764"/>
                    </a:cubicBezTo>
                    <a:cubicBezTo>
                      <a:pt x="22014" y="19716"/>
                      <a:pt x="19832" y="21133"/>
                      <a:pt x="18147" y="19563"/>
                    </a:cubicBezTo>
                    <a:cubicBezTo>
                      <a:pt x="17956" y="19678"/>
                      <a:pt x="17764" y="19908"/>
                      <a:pt x="17573" y="20137"/>
                    </a:cubicBezTo>
                    <a:cubicBezTo>
                      <a:pt x="16960" y="21095"/>
                      <a:pt x="15850" y="22052"/>
                      <a:pt x="15161" y="21631"/>
                    </a:cubicBezTo>
                    <a:cubicBezTo>
                      <a:pt x="15161" y="21822"/>
                      <a:pt x="15085" y="22013"/>
                      <a:pt x="14893" y="22090"/>
                    </a:cubicBezTo>
                    <a:cubicBezTo>
                      <a:pt x="14549" y="22626"/>
                      <a:pt x="14281" y="23200"/>
                      <a:pt x="13860" y="23660"/>
                    </a:cubicBezTo>
                    <a:cubicBezTo>
                      <a:pt x="13477" y="24081"/>
                      <a:pt x="12405" y="24846"/>
                      <a:pt x="11907" y="24387"/>
                    </a:cubicBezTo>
                    <a:cubicBezTo>
                      <a:pt x="11716" y="24464"/>
                      <a:pt x="11524" y="24464"/>
                      <a:pt x="11333" y="24502"/>
                    </a:cubicBezTo>
                    <a:cubicBezTo>
                      <a:pt x="11180" y="26110"/>
                      <a:pt x="10108" y="27335"/>
                      <a:pt x="8653" y="27947"/>
                    </a:cubicBezTo>
                    <a:cubicBezTo>
                      <a:pt x="8806" y="28445"/>
                      <a:pt x="8844" y="29019"/>
                      <a:pt x="8729" y="29517"/>
                    </a:cubicBezTo>
                    <a:cubicBezTo>
                      <a:pt x="8653" y="30091"/>
                      <a:pt x="8079" y="30589"/>
                      <a:pt x="8270" y="31163"/>
                    </a:cubicBezTo>
                    <a:cubicBezTo>
                      <a:pt x="8844" y="32924"/>
                      <a:pt x="7619" y="33613"/>
                      <a:pt x="7811" y="34877"/>
                    </a:cubicBezTo>
                    <a:cubicBezTo>
                      <a:pt x="8155" y="36446"/>
                      <a:pt x="7236" y="37978"/>
                      <a:pt x="7772" y="39547"/>
                    </a:cubicBezTo>
                    <a:cubicBezTo>
                      <a:pt x="7887" y="40504"/>
                      <a:pt x="7581" y="41461"/>
                      <a:pt x="7313" y="42342"/>
                    </a:cubicBezTo>
                    <a:cubicBezTo>
                      <a:pt x="7313" y="43299"/>
                      <a:pt x="7007" y="44218"/>
                      <a:pt x="6968" y="45137"/>
                    </a:cubicBezTo>
                    <a:cubicBezTo>
                      <a:pt x="7160" y="47434"/>
                      <a:pt x="7160" y="49769"/>
                      <a:pt x="6968" y="52066"/>
                    </a:cubicBezTo>
                    <a:cubicBezTo>
                      <a:pt x="7007" y="52525"/>
                      <a:pt x="7122" y="53980"/>
                      <a:pt x="6854" y="54631"/>
                    </a:cubicBezTo>
                    <a:cubicBezTo>
                      <a:pt x="6892" y="54822"/>
                      <a:pt x="6930" y="55014"/>
                      <a:pt x="6968" y="55167"/>
                    </a:cubicBezTo>
                    <a:cubicBezTo>
                      <a:pt x="7045" y="55703"/>
                      <a:pt x="6279" y="56009"/>
                      <a:pt x="5973" y="55550"/>
                    </a:cubicBezTo>
                    <a:cubicBezTo>
                      <a:pt x="5820" y="55358"/>
                      <a:pt x="5820" y="55129"/>
                      <a:pt x="5820" y="54899"/>
                    </a:cubicBezTo>
                    <a:cubicBezTo>
                      <a:pt x="5820" y="54784"/>
                      <a:pt x="5820" y="54669"/>
                      <a:pt x="5782" y="54555"/>
                    </a:cubicBezTo>
                    <a:cubicBezTo>
                      <a:pt x="5437" y="54248"/>
                      <a:pt x="5514" y="53636"/>
                      <a:pt x="5284" y="53215"/>
                    </a:cubicBezTo>
                    <a:cubicBezTo>
                      <a:pt x="4633" y="50994"/>
                      <a:pt x="3102" y="50305"/>
                      <a:pt x="1111" y="49578"/>
                    </a:cubicBezTo>
                    <a:cubicBezTo>
                      <a:pt x="1073" y="49539"/>
                      <a:pt x="1073" y="49539"/>
                      <a:pt x="1034" y="49501"/>
                    </a:cubicBezTo>
                    <a:cubicBezTo>
                      <a:pt x="996" y="49501"/>
                      <a:pt x="958" y="49463"/>
                      <a:pt x="958" y="49463"/>
                    </a:cubicBezTo>
                    <a:cubicBezTo>
                      <a:pt x="766" y="49271"/>
                      <a:pt x="690" y="49003"/>
                      <a:pt x="613" y="48735"/>
                    </a:cubicBezTo>
                    <a:cubicBezTo>
                      <a:pt x="537" y="48199"/>
                      <a:pt x="652" y="47587"/>
                      <a:pt x="613" y="47089"/>
                    </a:cubicBezTo>
                    <a:cubicBezTo>
                      <a:pt x="575" y="45902"/>
                      <a:pt x="498" y="44754"/>
                      <a:pt x="613" y="43605"/>
                    </a:cubicBezTo>
                    <a:cubicBezTo>
                      <a:pt x="613" y="43529"/>
                      <a:pt x="652" y="43452"/>
                      <a:pt x="690" y="43376"/>
                    </a:cubicBezTo>
                    <a:cubicBezTo>
                      <a:pt x="690" y="42036"/>
                      <a:pt x="728" y="40658"/>
                      <a:pt x="728" y="39318"/>
                    </a:cubicBezTo>
                    <a:cubicBezTo>
                      <a:pt x="728" y="34456"/>
                      <a:pt x="307" y="29594"/>
                      <a:pt x="537" y="24693"/>
                    </a:cubicBezTo>
                    <a:cubicBezTo>
                      <a:pt x="537" y="22090"/>
                      <a:pt x="728" y="19487"/>
                      <a:pt x="766" y="16883"/>
                    </a:cubicBezTo>
                    <a:cubicBezTo>
                      <a:pt x="728" y="13476"/>
                      <a:pt x="1" y="9916"/>
                      <a:pt x="4059" y="8614"/>
                    </a:cubicBezTo>
                    <a:cubicBezTo>
                      <a:pt x="3753" y="7006"/>
                      <a:pt x="4174" y="5169"/>
                      <a:pt x="5973" y="4824"/>
                    </a:cubicBezTo>
                    <a:cubicBezTo>
                      <a:pt x="6088" y="3829"/>
                      <a:pt x="7160" y="3484"/>
                      <a:pt x="7926" y="3101"/>
                    </a:cubicBezTo>
                    <a:cubicBezTo>
                      <a:pt x="8423" y="1417"/>
                      <a:pt x="9955" y="268"/>
                      <a:pt x="11677" y="0"/>
                    </a:cubicBezTo>
                    <a:cubicBezTo>
                      <a:pt x="11830" y="0"/>
                      <a:pt x="11984" y="39"/>
                      <a:pt x="12098" y="153"/>
                    </a:cubicBezTo>
                    <a:cubicBezTo>
                      <a:pt x="13438" y="153"/>
                      <a:pt x="14817" y="345"/>
                      <a:pt x="16157" y="345"/>
                    </a:cubicBezTo>
                    <a:cubicBezTo>
                      <a:pt x="18109" y="77"/>
                      <a:pt x="20100" y="115"/>
                      <a:pt x="22091" y="115"/>
                    </a:cubicBezTo>
                    <a:cubicBezTo>
                      <a:pt x="22780" y="153"/>
                      <a:pt x="23622" y="0"/>
                      <a:pt x="24273" y="268"/>
                    </a:cubicBezTo>
                    <a:cubicBezTo>
                      <a:pt x="27986" y="383"/>
                      <a:pt x="31700" y="345"/>
                      <a:pt x="35413" y="421"/>
                    </a:cubicBezTo>
                    <a:cubicBezTo>
                      <a:pt x="39510" y="651"/>
                      <a:pt x="43606" y="536"/>
                      <a:pt x="47664" y="307"/>
                    </a:cubicBezTo>
                    <a:cubicBezTo>
                      <a:pt x="49195" y="268"/>
                      <a:pt x="50727" y="307"/>
                      <a:pt x="52258" y="268"/>
                    </a:cubicBezTo>
                    <a:cubicBezTo>
                      <a:pt x="53713" y="230"/>
                      <a:pt x="55206" y="77"/>
                      <a:pt x="56622" y="268"/>
                    </a:cubicBezTo>
                    <a:cubicBezTo>
                      <a:pt x="56852" y="345"/>
                      <a:pt x="57044" y="460"/>
                      <a:pt x="57158" y="575"/>
                    </a:cubicBezTo>
                    <a:cubicBezTo>
                      <a:pt x="57503" y="460"/>
                      <a:pt x="58077" y="613"/>
                      <a:pt x="58384" y="651"/>
                    </a:cubicBezTo>
                    <a:cubicBezTo>
                      <a:pt x="59570" y="804"/>
                      <a:pt x="59877" y="1991"/>
                      <a:pt x="59953" y="2986"/>
                    </a:cubicBezTo>
                    <a:cubicBezTo>
                      <a:pt x="61293" y="2872"/>
                      <a:pt x="62556" y="3790"/>
                      <a:pt x="62518" y="5169"/>
                    </a:cubicBezTo>
                    <a:cubicBezTo>
                      <a:pt x="63896" y="5360"/>
                      <a:pt x="64203" y="6853"/>
                      <a:pt x="64356" y="8002"/>
                    </a:cubicBezTo>
                    <a:cubicBezTo>
                      <a:pt x="66002" y="7427"/>
                      <a:pt x="67074" y="9035"/>
                      <a:pt x="66959" y="10528"/>
                    </a:cubicBezTo>
                    <a:cubicBezTo>
                      <a:pt x="67380" y="10643"/>
                      <a:pt x="67878" y="10873"/>
                      <a:pt x="68146" y="11026"/>
                    </a:cubicBezTo>
                    <a:cubicBezTo>
                      <a:pt x="68797" y="11600"/>
                      <a:pt x="69065" y="12519"/>
                      <a:pt x="69256" y="13361"/>
                    </a:cubicBezTo>
                    <a:cubicBezTo>
                      <a:pt x="69218" y="14778"/>
                      <a:pt x="69065" y="16233"/>
                      <a:pt x="69026" y="17687"/>
                    </a:cubicBezTo>
                    <a:lnTo>
                      <a:pt x="69026" y="17687"/>
                    </a:lnTo>
                    <a:close/>
                    <a:moveTo>
                      <a:pt x="49731" y="102256"/>
                    </a:moveTo>
                    <a:cubicBezTo>
                      <a:pt x="50842" y="102103"/>
                      <a:pt x="51071" y="102907"/>
                      <a:pt x="50650" y="103787"/>
                    </a:cubicBezTo>
                    <a:cubicBezTo>
                      <a:pt x="50191" y="104706"/>
                      <a:pt x="49463" y="105472"/>
                      <a:pt x="48813" y="106237"/>
                    </a:cubicBezTo>
                    <a:cubicBezTo>
                      <a:pt x="48659" y="106773"/>
                      <a:pt x="47970" y="106888"/>
                      <a:pt x="47511" y="107080"/>
                    </a:cubicBezTo>
                    <a:cubicBezTo>
                      <a:pt x="46860" y="107577"/>
                      <a:pt x="46248" y="108190"/>
                      <a:pt x="45367" y="108305"/>
                    </a:cubicBezTo>
                    <a:cubicBezTo>
                      <a:pt x="45022" y="109032"/>
                      <a:pt x="44180" y="109262"/>
                      <a:pt x="43453" y="109492"/>
                    </a:cubicBezTo>
                    <a:cubicBezTo>
                      <a:pt x="42304" y="110640"/>
                      <a:pt x="41309" y="110602"/>
                      <a:pt x="39892" y="110870"/>
                    </a:cubicBezTo>
                    <a:cubicBezTo>
                      <a:pt x="38821" y="111482"/>
                      <a:pt x="37634" y="111444"/>
                      <a:pt x="36485" y="111214"/>
                    </a:cubicBezTo>
                    <a:cubicBezTo>
                      <a:pt x="35566" y="111329"/>
                      <a:pt x="34648" y="111712"/>
                      <a:pt x="33690" y="111521"/>
                    </a:cubicBezTo>
                    <a:cubicBezTo>
                      <a:pt x="32274" y="110908"/>
                      <a:pt x="31547" y="111827"/>
                      <a:pt x="30130" y="110564"/>
                    </a:cubicBezTo>
                    <a:cubicBezTo>
                      <a:pt x="29824" y="110334"/>
                      <a:pt x="29364" y="110449"/>
                      <a:pt x="28982" y="110334"/>
                    </a:cubicBezTo>
                    <a:cubicBezTo>
                      <a:pt x="28254" y="110181"/>
                      <a:pt x="27680" y="109645"/>
                      <a:pt x="27182" y="109109"/>
                    </a:cubicBezTo>
                    <a:cubicBezTo>
                      <a:pt x="25689" y="109185"/>
                      <a:pt x="25153" y="108726"/>
                      <a:pt x="24388" y="107501"/>
                    </a:cubicBezTo>
                    <a:cubicBezTo>
                      <a:pt x="23737" y="107348"/>
                      <a:pt x="22971" y="107233"/>
                      <a:pt x="22626" y="106544"/>
                    </a:cubicBezTo>
                    <a:cubicBezTo>
                      <a:pt x="22512" y="106391"/>
                      <a:pt x="22473" y="106123"/>
                      <a:pt x="22244" y="106084"/>
                    </a:cubicBezTo>
                    <a:cubicBezTo>
                      <a:pt x="21861" y="105931"/>
                      <a:pt x="21363" y="105587"/>
                      <a:pt x="21172" y="105204"/>
                    </a:cubicBezTo>
                    <a:cubicBezTo>
                      <a:pt x="20827" y="105089"/>
                      <a:pt x="20674" y="104591"/>
                      <a:pt x="20942" y="104323"/>
                    </a:cubicBezTo>
                    <a:cubicBezTo>
                      <a:pt x="21172" y="104094"/>
                      <a:pt x="21478" y="104055"/>
                      <a:pt x="21784" y="104017"/>
                    </a:cubicBezTo>
                    <a:cubicBezTo>
                      <a:pt x="22167" y="103826"/>
                      <a:pt x="22588" y="103711"/>
                      <a:pt x="23009" y="103519"/>
                    </a:cubicBezTo>
                    <a:cubicBezTo>
                      <a:pt x="23584" y="103366"/>
                      <a:pt x="24273" y="102409"/>
                      <a:pt x="24809" y="102830"/>
                    </a:cubicBezTo>
                    <a:cubicBezTo>
                      <a:pt x="25153" y="102715"/>
                      <a:pt x="25459" y="102601"/>
                      <a:pt x="25727" y="102371"/>
                    </a:cubicBezTo>
                    <a:cubicBezTo>
                      <a:pt x="26149" y="102103"/>
                      <a:pt x="26149" y="101490"/>
                      <a:pt x="26685" y="101414"/>
                    </a:cubicBezTo>
                    <a:cubicBezTo>
                      <a:pt x="27642" y="101261"/>
                      <a:pt x="28178" y="100380"/>
                      <a:pt x="28331" y="99538"/>
                    </a:cubicBezTo>
                    <a:cubicBezTo>
                      <a:pt x="28599" y="99040"/>
                      <a:pt x="29250" y="98964"/>
                      <a:pt x="29518" y="98466"/>
                    </a:cubicBezTo>
                    <a:cubicBezTo>
                      <a:pt x="29671" y="98198"/>
                      <a:pt x="29518" y="97853"/>
                      <a:pt x="29632" y="97585"/>
                    </a:cubicBezTo>
                    <a:cubicBezTo>
                      <a:pt x="29747" y="97241"/>
                      <a:pt x="30092" y="97088"/>
                      <a:pt x="30245" y="96781"/>
                    </a:cubicBezTo>
                    <a:cubicBezTo>
                      <a:pt x="30283" y="96475"/>
                      <a:pt x="30207" y="96131"/>
                      <a:pt x="30360" y="95863"/>
                    </a:cubicBezTo>
                    <a:cubicBezTo>
                      <a:pt x="30666" y="95556"/>
                      <a:pt x="30781" y="95250"/>
                      <a:pt x="30857" y="94829"/>
                    </a:cubicBezTo>
                    <a:cubicBezTo>
                      <a:pt x="31240" y="93987"/>
                      <a:pt x="32389" y="94370"/>
                      <a:pt x="33155" y="94178"/>
                    </a:cubicBezTo>
                    <a:cubicBezTo>
                      <a:pt x="33537" y="94140"/>
                      <a:pt x="33882" y="93872"/>
                      <a:pt x="34265" y="93795"/>
                    </a:cubicBezTo>
                    <a:cubicBezTo>
                      <a:pt x="34762" y="93757"/>
                      <a:pt x="35260" y="93948"/>
                      <a:pt x="35796" y="93872"/>
                    </a:cubicBezTo>
                    <a:cubicBezTo>
                      <a:pt x="37442" y="93298"/>
                      <a:pt x="37481" y="93948"/>
                      <a:pt x="38935" y="93834"/>
                    </a:cubicBezTo>
                    <a:cubicBezTo>
                      <a:pt x="41960" y="93106"/>
                      <a:pt x="40543" y="94255"/>
                      <a:pt x="41807" y="95748"/>
                    </a:cubicBezTo>
                    <a:cubicBezTo>
                      <a:pt x="41998" y="95901"/>
                      <a:pt x="41998" y="96092"/>
                      <a:pt x="41922" y="96284"/>
                    </a:cubicBezTo>
                    <a:cubicBezTo>
                      <a:pt x="41998" y="96322"/>
                      <a:pt x="42075" y="96399"/>
                      <a:pt x="42113" y="96513"/>
                    </a:cubicBezTo>
                    <a:cubicBezTo>
                      <a:pt x="42343" y="97088"/>
                      <a:pt x="42496" y="97892"/>
                      <a:pt x="43185" y="98083"/>
                    </a:cubicBezTo>
                    <a:cubicBezTo>
                      <a:pt x="44104" y="98006"/>
                      <a:pt x="44104" y="99346"/>
                      <a:pt x="44946" y="99500"/>
                    </a:cubicBezTo>
                    <a:cubicBezTo>
                      <a:pt x="45214" y="99614"/>
                      <a:pt x="45482" y="99691"/>
                      <a:pt x="45712" y="99882"/>
                    </a:cubicBezTo>
                    <a:cubicBezTo>
                      <a:pt x="45941" y="100074"/>
                      <a:pt x="46018" y="100380"/>
                      <a:pt x="46286" y="100572"/>
                    </a:cubicBezTo>
                    <a:cubicBezTo>
                      <a:pt x="46860" y="100878"/>
                      <a:pt x="47320" y="101375"/>
                      <a:pt x="47932" y="101605"/>
                    </a:cubicBezTo>
                    <a:cubicBezTo>
                      <a:pt x="48468" y="101988"/>
                      <a:pt x="49042" y="102371"/>
                      <a:pt x="49731" y="102256"/>
                    </a:cubicBezTo>
                    <a:lnTo>
                      <a:pt x="49731" y="102256"/>
                    </a:lnTo>
                    <a:close/>
                    <a:moveTo>
                      <a:pt x="26646" y="43720"/>
                    </a:moveTo>
                    <a:cubicBezTo>
                      <a:pt x="25345" y="42610"/>
                      <a:pt x="22741" y="42916"/>
                      <a:pt x="21133" y="42993"/>
                    </a:cubicBezTo>
                    <a:cubicBezTo>
                      <a:pt x="17458" y="43376"/>
                      <a:pt x="13706" y="43452"/>
                      <a:pt x="10261" y="44754"/>
                    </a:cubicBezTo>
                    <a:cubicBezTo>
                      <a:pt x="9687" y="44984"/>
                      <a:pt x="8653" y="45213"/>
                      <a:pt x="8500" y="45864"/>
                    </a:cubicBezTo>
                    <a:cubicBezTo>
                      <a:pt x="7390" y="45788"/>
                      <a:pt x="7926" y="47395"/>
                      <a:pt x="8347" y="47893"/>
                    </a:cubicBezTo>
                    <a:cubicBezTo>
                      <a:pt x="8729" y="48314"/>
                      <a:pt x="9380" y="48429"/>
                      <a:pt x="9955" y="48467"/>
                    </a:cubicBezTo>
                    <a:cubicBezTo>
                      <a:pt x="12826" y="48429"/>
                      <a:pt x="15735" y="47970"/>
                      <a:pt x="18645" y="47931"/>
                    </a:cubicBezTo>
                    <a:cubicBezTo>
                      <a:pt x="20100" y="47855"/>
                      <a:pt x="21555" y="47778"/>
                      <a:pt x="23048" y="47740"/>
                    </a:cubicBezTo>
                    <a:cubicBezTo>
                      <a:pt x="24043" y="47663"/>
                      <a:pt x="25383" y="47893"/>
                      <a:pt x="26034" y="46898"/>
                    </a:cubicBezTo>
                    <a:cubicBezTo>
                      <a:pt x="26493" y="46094"/>
                      <a:pt x="27029" y="44639"/>
                      <a:pt x="26646" y="43720"/>
                    </a:cubicBezTo>
                    <a:lnTo>
                      <a:pt x="26646" y="43720"/>
                    </a:lnTo>
                    <a:close/>
                    <a:moveTo>
                      <a:pt x="60949" y="46132"/>
                    </a:moveTo>
                    <a:cubicBezTo>
                      <a:pt x="60795" y="44984"/>
                      <a:pt x="59723" y="44103"/>
                      <a:pt x="58690" y="43644"/>
                    </a:cubicBezTo>
                    <a:cubicBezTo>
                      <a:pt x="56201" y="42648"/>
                      <a:pt x="53445" y="42725"/>
                      <a:pt x="50803" y="42725"/>
                    </a:cubicBezTo>
                    <a:cubicBezTo>
                      <a:pt x="48851" y="42801"/>
                      <a:pt x="44295" y="42533"/>
                      <a:pt x="42879" y="43759"/>
                    </a:cubicBezTo>
                    <a:cubicBezTo>
                      <a:pt x="41730" y="43797"/>
                      <a:pt x="41883" y="46209"/>
                      <a:pt x="42343" y="46898"/>
                    </a:cubicBezTo>
                    <a:cubicBezTo>
                      <a:pt x="43108" y="48046"/>
                      <a:pt x="44640" y="48085"/>
                      <a:pt x="45865" y="48123"/>
                    </a:cubicBezTo>
                    <a:cubicBezTo>
                      <a:pt x="48047" y="48238"/>
                      <a:pt x="50038" y="47319"/>
                      <a:pt x="52182" y="47127"/>
                    </a:cubicBezTo>
                    <a:cubicBezTo>
                      <a:pt x="54670" y="46859"/>
                      <a:pt x="57197" y="46936"/>
                      <a:pt x="59647" y="47587"/>
                    </a:cubicBezTo>
                    <a:cubicBezTo>
                      <a:pt x="60681" y="47855"/>
                      <a:pt x="61025" y="47013"/>
                      <a:pt x="60949" y="46132"/>
                    </a:cubicBezTo>
                    <a:close/>
                  </a:path>
                </a:pathLst>
              </a:custGeom>
              <a:solidFill>
                <a:srgbClr val="6A5C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2"/>
              <p:cNvSpPr/>
              <p:nvPr/>
            </p:nvSpPr>
            <p:spPr>
              <a:xfrm>
                <a:off x="2389650" y="930375"/>
                <a:ext cx="431675" cy="219200"/>
              </a:xfrm>
              <a:custGeom>
                <a:avLst/>
                <a:gdLst/>
                <a:ahLst/>
                <a:cxnLst/>
                <a:rect l="l" t="t" r="r" b="b"/>
                <a:pathLst>
                  <a:path w="17267" h="8768" extrusionOk="0">
                    <a:moveTo>
                      <a:pt x="2910" y="3714"/>
                    </a:moveTo>
                    <a:cubicBezTo>
                      <a:pt x="3025" y="3561"/>
                      <a:pt x="3178" y="3408"/>
                      <a:pt x="3332" y="3216"/>
                    </a:cubicBezTo>
                    <a:cubicBezTo>
                      <a:pt x="3102" y="3408"/>
                      <a:pt x="2872" y="3599"/>
                      <a:pt x="2719" y="3829"/>
                    </a:cubicBezTo>
                    <a:cubicBezTo>
                      <a:pt x="2757" y="3790"/>
                      <a:pt x="2834" y="3752"/>
                      <a:pt x="2910" y="3714"/>
                    </a:cubicBezTo>
                    <a:close/>
                    <a:moveTo>
                      <a:pt x="16999" y="1800"/>
                    </a:moveTo>
                    <a:cubicBezTo>
                      <a:pt x="17267" y="2833"/>
                      <a:pt x="15889" y="3790"/>
                      <a:pt x="15429" y="4709"/>
                    </a:cubicBezTo>
                    <a:cubicBezTo>
                      <a:pt x="14625" y="6202"/>
                      <a:pt x="13209" y="7006"/>
                      <a:pt x="13630" y="4556"/>
                    </a:cubicBezTo>
                    <a:cubicBezTo>
                      <a:pt x="12213" y="5398"/>
                      <a:pt x="8998" y="8767"/>
                      <a:pt x="9878" y="4747"/>
                    </a:cubicBezTo>
                    <a:cubicBezTo>
                      <a:pt x="8538" y="5475"/>
                      <a:pt x="7428" y="6891"/>
                      <a:pt x="5858" y="7159"/>
                    </a:cubicBezTo>
                    <a:cubicBezTo>
                      <a:pt x="4672" y="6930"/>
                      <a:pt x="5437" y="5475"/>
                      <a:pt x="5705" y="4747"/>
                    </a:cubicBezTo>
                    <a:cubicBezTo>
                      <a:pt x="4557" y="5513"/>
                      <a:pt x="3600" y="6700"/>
                      <a:pt x="2260" y="7044"/>
                    </a:cubicBezTo>
                    <a:cubicBezTo>
                      <a:pt x="996" y="7121"/>
                      <a:pt x="1417" y="5551"/>
                      <a:pt x="1953" y="4939"/>
                    </a:cubicBezTo>
                    <a:cubicBezTo>
                      <a:pt x="1" y="4135"/>
                      <a:pt x="5361" y="0"/>
                      <a:pt x="6203" y="1455"/>
                    </a:cubicBezTo>
                    <a:cubicBezTo>
                      <a:pt x="6203" y="1455"/>
                      <a:pt x="6203" y="1493"/>
                      <a:pt x="6241" y="1493"/>
                    </a:cubicBezTo>
                    <a:cubicBezTo>
                      <a:pt x="6241" y="1493"/>
                      <a:pt x="6279" y="1493"/>
                      <a:pt x="6318" y="1493"/>
                    </a:cubicBezTo>
                    <a:lnTo>
                      <a:pt x="6318" y="1493"/>
                    </a:lnTo>
                    <a:cubicBezTo>
                      <a:pt x="7160" y="1379"/>
                      <a:pt x="8194" y="1072"/>
                      <a:pt x="8921" y="1685"/>
                    </a:cubicBezTo>
                    <a:cubicBezTo>
                      <a:pt x="9151" y="1876"/>
                      <a:pt x="9304" y="2336"/>
                      <a:pt x="9687" y="2259"/>
                    </a:cubicBezTo>
                    <a:cubicBezTo>
                      <a:pt x="10835" y="1914"/>
                      <a:pt x="12711" y="728"/>
                      <a:pt x="12788" y="2757"/>
                    </a:cubicBezTo>
                    <a:cubicBezTo>
                      <a:pt x="14013" y="2336"/>
                      <a:pt x="15774" y="728"/>
                      <a:pt x="16961" y="1800"/>
                    </a:cubicBezTo>
                    <a:close/>
                  </a:path>
                </a:pathLst>
              </a:custGeom>
              <a:solidFill>
                <a:srgbClr val="8677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2"/>
              <p:cNvSpPr/>
              <p:nvPr/>
            </p:nvSpPr>
            <p:spPr>
              <a:xfrm>
                <a:off x="2828000" y="3320225"/>
                <a:ext cx="189550" cy="128275"/>
              </a:xfrm>
              <a:custGeom>
                <a:avLst/>
                <a:gdLst/>
                <a:ahLst/>
                <a:cxnLst/>
                <a:rect l="l" t="t" r="r" b="b"/>
                <a:pathLst>
                  <a:path w="7582" h="5131" extrusionOk="0">
                    <a:moveTo>
                      <a:pt x="77" y="3599"/>
                    </a:moveTo>
                    <a:cubicBezTo>
                      <a:pt x="154" y="3446"/>
                      <a:pt x="231" y="3293"/>
                      <a:pt x="269" y="3102"/>
                    </a:cubicBezTo>
                    <a:cubicBezTo>
                      <a:pt x="422" y="2719"/>
                      <a:pt x="575" y="2298"/>
                      <a:pt x="690" y="1877"/>
                    </a:cubicBezTo>
                    <a:cubicBezTo>
                      <a:pt x="767" y="1647"/>
                      <a:pt x="843" y="1455"/>
                      <a:pt x="920" y="1226"/>
                    </a:cubicBezTo>
                    <a:cubicBezTo>
                      <a:pt x="1417" y="537"/>
                      <a:pt x="2106" y="192"/>
                      <a:pt x="2872" y="1149"/>
                    </a:cubicBezTo>
                    <a:cubicBezTo>
                      <a:pt x="3600" y="230"/>
                      <a:pt x="4250" y="384"/>
                      <a:pt x="4710" y="1379"/>
                    </a:cubicBezTo>
                    <a:cubicBezTo>
                      <a:pt x="5284" y="1"/>
                      <a:pt x="6165" y="1073"/>
                      <a:pt x="6509" y="1953"/>
                    </a:cubicBezTo>
                    <a:cubicBezTo>
                      <a:pt x="7045" y="2681"/>
                      <a:pt x="7581" y="4556"/>
                      <a:pt x="6011" y="3676"/>
                    </a:cubicBezTo>
                    <a:cubicBezTo>
                      <a:pt x="5284" y="4786"/>
                      <a:pt x="4480" y="4135"/>
                      <a:pt x="3982" y="3216"/>
                    </a:cubicBezTo>
                    <a:cubicBezTo>
                      <a:pt x="3370" y="4480"/>
                      <a:pt x="2221" y="5131"/>
                      <a:pt x="2068" y="3216"/>
                    </a:cubicBezTo>
                    <a:cubicBezTo>
                      <a:pt x="1609" y="3676"/>
                      <a:pt x="1226" y="4518"/>
                      <a:pt x="499" y="4556"/>
                    </a:cubicBezTo>
                    <a:cubicBezTo>
                      <a:pt x="1" y="4480"/>
                      <a:pt x="1" y="4059"/>
                      <a:pt x="77" y="3599"/>
                    </a:cubicBezTo>
                    <a:close/>
                  </a:path>
                </a:pathLst>
              </a:custGeom>
              <a:solidFill>
                <a:srgbClr val="8677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32"/>
              <p:cNvSpPr/>
              <p:nvPr/>
            </p:nvSpPr>
            <p:spPr>
              <a:xfrm>
                <a:off x="2030750" y="929425"/>
                <a:ext cx="1735225" cy="2811950"/>
              </a:xfrm>
              <a:custGeom>
                <a:avLst/>
                <a:gdLst/>
                <a:ahLst/>
                <a:cxnLst/>
                <a:rect l="l" t="t" r="r" b="b"/>
                <a:pathLst>
                  <a:path w="69409" h="112478" extrusionOk="0">
                    <a:moveTo>
                      <a:pt x="4748" y="54593"/>
                    </a:moveTo>
                    <a:cubicBezTo>
                      <a:pt x="4365" y="53367"/>
                      <a:pt x="3676" y="52142"/>
                      <a:pt x="2527" y="51453"/>
                    </a:cubicBezTo>
                    <a:cubicBezTo>
                      <a:pt x="996" y="50381"/>
                      <a:pt x="0" y="50764"/>
                      <a:pt x="307" y="48467"/>
                    </a:cubicBezTo>
                    <a:cubicBezTo>
                      <a:pt x="154" y="44524"/>
                      <a:pt x="115" y="40581"/>
                      <a:pt x="307" y="36638"/>
                    </a:cubicBezTo>
                    <a:cubicBezTo>
                      <a:pt x="460" y="31278"/>
                      <a:pt x="422" y="25880"/>
                      <a:pt x="575" y="20558"/>
                    </a:cubicBezTo>
                    <a:cubicBezTo>
                      <a:pt x="460" y="18529"/>
                      <a:pt x="575" y="16539"/>
                      <a:pt x="536" y="14548"/>
                    </a:cubicBezTo>
                    <a:cubicBezTo>
                      <a:pt x="422" y="12059"/>
                      <a:pt x="1187" y="10375"/>
                      <a:pt x="3676" y="9533"/>
                    </a:cubicBezTo>
                    <a:cubicBezTo>
                      <a:pt x="3216" y="8346"/>
                      <a:pt x="3484" y="6470"/>
                      <a:pt x="4901" y="6125"/>
                    </a:cubicBezTo>
                    <a:cubicBezTo>
                      <a:pt x="5016" y="6087"/>
                      <a:pt x="5092" y="6125"/>
                      <a:pt x="5169" y="6125"/>
                    </a:cubicBezTo>
                    <a:cubicBezTo>
                      <a:pt x="5245" y="5934"/>
                      <a:pt x="5322" y="5781"/>
                      <a:pt x="5399" y="5628"/>
                    </a:cubicBezTo>
                    <a:cubicBezTo>
                      <a:pt x="5820" y="4709"/>
                      <a:pt x="6777" y="4288"/>
                      <a:pt x="7542" y="3790"/>
                    </a:cubicBezTo>
                    <a:cubicBezTo>
                      <a:pt x="8231" y="3292"/>
                      <a:pt x="8614" y="2603"/>
                      <a:pt x="9227" y="2067"/>
                    </a:cubicBezTo>
                    <a:cubicBezTo>
                      <a:pt x="9954" y="1723"/>
                      <a:pt x="11141" y="306"/>
                      <a:pt x="11907" y="957"/>
                    </a:cubicBezTo>
                    <a:cubicBezTo>
                      <a:pt x="12022" y="919"/>
                      <a:pt x="12136" y="842"/>
                      <a:pt x="12251" y="804"/>
                    </a:cubicBezTo>
                    <a:cubicBezTo>
                      <a:pt x="12596" y="383"/>
                      <a:pt x="13247" y="842"/>
                      <a:pt x="12979" y="1302"/>
                    </a:cubicBezTo>
                    <a:cubicBezTo>
                      <a:pt x="12634" y="1723"/>
                      <a:pt x="11983" y="1723"/>
                      <a:pt x="11562" y="2106"/>
                    </a:cubicBezTo>
                    <a:cubicBezTo>
                      <a:pt x="10567" y="2756"/>
                      <a:pt x="12060" y="3292"/>
                      <a:pt x="11447" y="3867"/>
                    </a:cubicBezTo>
                    <a:cubicBezTo>
                      <a:pt x="10758" y="4173"/>
                      <a:pt x="8767" y="3752"/>
                      <a:pt x="8691" y="4900"/>
                    </a:cubicBezTo>
                    <a:cubicBezTo>
                      <a:pt x="8806" y="5015"/>
                      <a:pt x="8882" y="5207"/>
                      <a:pt x="8844" y="5360"/>
                    </a:cubicBezTo>
                    <a:cubicBezTo>
                      <a:pt x="8844" y="5360"/>
                      <a:pt x="8844" y="5398"/>
                      <a:pt x="8844" y="5398"/>
                    </a:cubicBezTo>
                    <a:cubicBezTo>
                      <a:pt x="9150" y="5934"/>
                      <a:pt x="9725" y="6815"/>
                      <a:pt x="8614" y="6776"/>
                    </a:cubicBezTo>
                    <a:cubicBezTo>
                      <a:pt x="7619" y="6700"/>
                      <a:pt x="5973" y="7427"/>
                      <a:pt x="6662" y="8614"/>
                    </a:cubicBezTo>
                    <a:cubicBezTo>
                      <a:pt x="6700" y="8690"/>
                      <a:pt x="6777" y="8767"/>
                      <a:pt x="6815" y="8844"/>
                    </a:cubicBezTo>
                    <a:cubicBezTo>
                      <a:pt x="6815" y="8882"/>
                      <a:pt x="6815" y="8882"/>
                      <a:pt x="6815" y="8882"/>
                    </a:cubicBezTo>
                    <a:cubicBezTo>
                      <a:pt x="6930" y="9341"/>
                      <a:pt x="7198" y="9686"/>
                      <a:pt x="7581" y="9915"/>
                    </a:cubicBezTo>
                    <a:cubicBezTo>
                      <a:pt x="7619" y="9915"/>
                      <a:pt x="7657" y="9954"/>
                      <a:pt x="7696" y="9992"/>
                    </a:cubicBezTo>
                    <a:cubicBezTo>
                      <a:pt x="7696" y="9992"/>
                      <a:pt x="7734" y="10030"/>
                      <a:pt x="7734" y="10030"/>
                    </a:cubicBezTo>
                    <a:lnTo>
                      <a:pt x="7849" y="10030"/>
                    </a:lnTo>
                    <a:cubicBezTo>
                      <a:pt x="8002" y="10107"/>
                      <a:pt x="8193" y="10183"/>
                      <a:pt x="8346" y="10222"/>
                    </a:cubicBezTo>
                    <a:cubicBezTo>
                      <a:pt x="8308" y="10337"/>
                      <a:pt x="8308" y="10413"/>
                      <a:pt x="8270" y="10528"/>
                    </a:cubicBezTo>
                    <a:cubicBezTo>
                      <a:pt x="8231" y="10758"/>
                      <a:pt x="8155" y="10987"/>
                      <a:pt x="8155" y="11217"/>
                    </a:cubicBezTo>
                    <a:cubicBezTo>
                      <a:pt x="8117" y="11485"/>
                      <a:pt x="8117" y="11791"/>
                      <a:pt x="8155" y="12059"/>
                    </a:cubicBezTo>
                    <a:cubicBezTo>
                      <a:pt x="8155" y="12213"/>
                      <a:pt x="8193" y="12404"/>
                      <a:pt x="8270" y="12557"/>
                    </a:cubicBezTo>
                    <a:cubicBezTo>
                      <a:pt x="8385" y="12787"/>
                      <a:pt x="8538" y="12978"/>
                      <a:pt x="8767" y="13170"/>
                    </a:cubicBezTo>
                    <a:cubicBezTo>
                      <a:pt x="8997" y="13323"/>
                      <a:pt x="9265" y="13399"/>
                      <a:pt x="9533" y="13438"/>
                    </a:cubicBezTo>
                    <a:cubicBezTo>
                      <a:pt x="9571" y="13438"/>
                      <a:pt x="9610" y="13438"/>
                      <a:pt x="9610" y="13438"/>
                    </a:cubicBezTo>
                    <a:cubicBezTo>
                      <a:pt x="10146" y="13706"/>
                      <a:pt x="10835" y="13667"/>
                      <a:pt x="11141" y="13055"/>
                    </a:cubicBezTo>
                    <a:cubicBezTo>
                      <a:pt x="11141" y="13055"/>
                      <a:pt x="11141" y="13055"/>
                      <a:pt x="11179" y="13055"/>
                    </a:cubicBezTo>
                    <a:cubicBezTo>
                      <a:pt x="11179" y="13055"/>
                      <a:pt x="11218" y="13016"/>
                      <a:pt x="11256" y="13016"/>
                    </a:cubicBezTo>
                    <a:cubicBezTo>
                      <a:pt x="11332" y="12978"/>
                      <a:pt x="11371" y="12940"/>
                      <a:pt x="11409" y="12863"/>
                    </a:cubicBezTo>
                    <a:cubicBezTo>
                      <a:pt x="11562" y="12825"/>
                      <a:pt x="11715" y="12863"/>
                      <a:pt x="11830" y="12978"/>
                    </a:cubicBezTo>
                    <a:cubicBezTo>
                      <a:pt x="12060" y="13208"/>
                      <a:pt x="11868" y="13514"/>
                      <a:pt x="12022" y="13744"/>
                    </a:cubicBezTo>
                    <a:lnTo>
                      <a:pt x="12022" y="13744"/>
                    </a:lnTo>
                    <a:cubicBezTo>
                      <a:pt x="12022" y="13744"/>
                      <a:pt x="12022" y="13782"/>
                      <a:pt x="12022" y="13782"/>
                    </a:cubicBezTo>
                    <a:lnTo>
                      <a:pt x="12022" y="13782"/>
                    </a:lnTo>
                    <a:lnTo>
                      <a:pt x="12022" y="13782"/>
                    </a:lnTo>
                    <a:lnTo>
                      <a:pt x="12022" y="13782"/>
                    </a:lnTo>
                    <a:cubicBezTo>
                      <a:pt x="12022" y="13782"/>
                      <a:pt x="12022" y="13782"/>
                      <a:pt x="12022" y="13820"/>
                    </a:cubicBezTo>
                    <a:cubicBezTo>
                      <a:pt x="12022" y="13782"/>
                      <a:pt x="12022" y="13782"/>
                      <a:pt x="12022" y="13782"/>
                    </a:cubicBezTo>
                    <a:cubicBezTo>
                      <a:pt x="12902" y="15007"/>
                      <a:pt x="14433" y="13552"/>
                      <a:pt x="15046" y="12710"/>
                    </a:cubicBezTo>
                    <a:cubicBezTo>
                      <a:pt x="15544" y="12404"/>
                      <a:pt x="15812" y="12940"/>
                      <a:pt x="15735" y="13399"/>
                    </a:cubicBezTo>
                    <a:cubicBezTo>
                      <a:pt x="15773" y="14892"/>
                      <a:pt x="17764" y="15581"/>
                      <a:pt x="18913" y="14778"/>
                    </a:cubicBezTo>
                    <a:cubicBezTo>
                      <a:pt x="19602" y="14433"/>
                      <a:pt x="19908" y="13476"/>
                      <a:pt x="20635" y="13399"/>
                    </a:cubicBezTo>
                    <a:cubicBezTo>
                      <a:pt x="21095" y="13476"/>
                      <a:pt x="21210" y="13974"/>
                      <a:pt x="21554" y="14203"/>
                    </a:cubicBezTo>
                    <a:cubicBezTo>
                      <a:pt x="22435" y="14892"/>
                      <a:pt x="23928" y="14739"/>
                      <a:pt x="24808" y="14127"/>
                    </a:cubicBezTo>
                    <a:cubicBezTo>
                      <a:pt x="25153" y="13744"/>
                      <a:pt x="25651" y="13706"/>
                      <a:pt x="26033" y="14012"/>
                    </a:cubicBezTo>
                    <a:cubicBezTo>
                      <a:pt x="27527" y="14969"/>
                      <a:pt x="28981" y="13323"/>
                      <a:pt x="29900" y="12251"/>
                    </a:cubicBezTo>
                    <a:cubicBezTo>
                      <a:pt x="30819" y="10911"/>
                      <a:pt x="31049" y="11600"/>
                      <a:pt x="31508" y="12710"/>
                    </a:cubicBezTo>
                    <a:cubicBezTo>
                      <a:pt x="32810" y="14165"/>
                      <a:pt x="34226" y="13361"/>
                      <a:pt x="35298" y="12595"/>
                    </a:cubicBezTo>
                    <a:cubicBezTo>
                      <a:pt x="36064" y="12021"/>
                      <a:pt x="36715" y="11447"/>
                      <a:pt x="36983" y="11715"/>
                    </a:cubicBezTo>
                    <a:cubicBezTo>
                      <a:pt x="37710" y="12978"/>
                      <a:pt x="38361" y="13284"/>
                      <a:pt x="39739" y="12787"/>
                    </a:cubicBezTo>
                    <a:cubicBezTo>
                      <a:pt x="40237" y="12787"/>
                      <a:pt x="40581" y="13284"/>
                      <a:pt x="41041" y="13399"/>
                    </a:cubicBezTo>
                    <a:cubicBezTo>
                      <a:pt x="42074" y="13744"/>
                      <a:pt x="43223" y="13323"/>
                      <a:pt x="44027" y="12672"/>
                    </a:cubicBezTo>
                    <a:cubicBezTo>
                      <a:pt x="44257" y="12289"/>
                      <a:pt x="44869" y="12098"/>
                      <a:pt x="44984" y="12672"/>
                    </a:cubicBezTo>
                    <a:cubicBezTo>
                      <a:pt x="45022" y="13246"/>
                      <a:pt x="45175" y="13820"/>
                      <a:pt x="45635" y="14203"/>
                    </a:cubicBezTo>
                    <a:cubicBezTo>
                      <a:pt x="47358" y="15620"/>
                      <a:pt x="49769" y="14471"/>
                      <a:pt x="50612" y="12634"/>
                    </a:cubicBezTo>
                    <a:cubicBezTo>
                      <a:pt x="51760" y="11945"/>
                      <a:pt x="50994" y="15428"/>
                      <a:pt x="54134" y="15773"/>
                    </a:cubicBezTo>
                    <a:cubicBezTo>
                      <a:pt x="55321" y="15849"/>
                      <a:pt x="56278" y="14854"/>
                      <a:pt x="56814" y="13859"/>
                    </a:cubicBezTo>
                    <a:cubicBezTo>
                      <a:pt x="56852" y="13744"/>
                      <a:pt x="56928" y="13591"/>
                      <a:pt x="56967" y="13438"/>
                    </a:cubicBezTo>
                    <a:cubicBezTo>
                      <a:pt x="57120" y="12327"/>
                      <a:pt x="56201" y="11485"/>
                      <a:pt x="56584" y="11102"/>
                    </a:cubicBezTo>
                    <a:cubicBezTo>
                      <a:pt x="57273" y="10566"/>
                      <a:pt x="57847" y="12098"/>
                      <a:pt x="57847" y="13131"/>
                    </a:cubicBezTo>
                    <a:cubicBezTo>
                      <a:pt x="58268" y="13820"/>
                      <a:pt x="59187" y="14471"/>
                      <a:pt x="59915" y="13897"/>
                    </a:cubicBezTo>
                    <a:cubicBezTo>
                      <a:pt x="59915" y="13859"/>
                      <a:pt x="59915" y="13859"/>
                      <a:pt x="59953" y="13859"/>
                    </a:cubicBezTo>
                    <a:cubicBezTo>
                      <a:pt x="60221" y="13744"/>
                      <a:pt x="60489" y="13552"/>
                      <a:pt x="60680" y="13323"/>
                    </a:cubicBezTo>
                    <a:cubicBezTo>
                      <a:pt x="60833" y="13131"/>
                      <a:pt x="60987" y="12902"/>
                      <a:pt x="61063" y="12672"/>
                    </a:cubicBezTo>
                    <a:cubicBezTo>
                      <a:pt x="61063" y="12672"/>
                      <a:pt x="61063" y="12634"/>
                      <a:pt x="61063" y="12634"/>
                    </a:cubicBezTo>
                    <a:cubicBezTo>
                      <a:pt x="61216" y="12289"/>
                      <a:pt x="61255" y="11945"/>
                      <a:pt x="61216" y="11562"/>
                    </a:cubicBezTo>
                    <a:cubicBezTo>
                      <a:pt x="61216" y="11562"/>
                      <a:pt x="61178" y="11562"/>
                      <a:pt x="61178" y="11523"/>
                    </a:cubicBezTo>
                    <a:cubicBezTo>
                      <a:pt x="61446" y="11409"/>
                      <a:pt x="61637" y="11217"/>
                      <a:pt x="61714" y="10911"/>
                    </a:cubicBezTo>
                    <a:cubicBezTo>
                      <a:pt x="61790" y="10681"/>
                      <a:pt x="61790" y="10451"/>
                      <a:pt x="61714" y="10222"/>
                    </a:cubicBezTo>
                    <a:cubicBezTo>
                      <a:pt x="61637" y="10107"/>
                      <a:pt x="61599" y="9954"/>
                      <a:pt x="61484" y="9839"/>
                    </a:cubicBezTo>
                    <a:cubicBezTo>
                      <a:pt x="61255" y="9494"/>
                      <a:pt x="60910" y="9265"/>
                      <a:pt x="60527" y="9073"/>
                    </a:cubicBezTo>
                    <a:cubicBezTo>
                      <a:pt x="60374" y="8997"/>
                      <a:pt x="60183" y="8997"/>
                      <a:pt x="60029" y="9035"/>
                    </a:cubicBezTo>
                    <a:cubicBezTo>
                      <a:pt x="59838" y="8958"/>
                      <a:pt x="59647" y="8882"/>
                      <a:pt x="59417" y="8805"/>
                    </a:cubicBezTo>
                    <a:cubicBezTo>
                      <a:pt x="58996" y="8346"/>
                      <a:pt x="59685" y="8001"/>
                      <a:pt x="59838" y="7618"/>
                    </a:cubicBezTo>
                    <a:cubicBezTo>
                      <a:pt x="60795" y="5896"/>
                      <a:pt x="58307" y="4939"/>
                      <a:pt x="56967" y="5475"/>
                    </a:cubicBezTo>
                    <a:cubicBezTo>
                      <a:pt x="56507" y="5819"/>
                      <a:pt x="55933" y="5283"/>
                      <a:pt x="56354" y="4862"/>
                    </a:cubicBezTo>
                    <a:cubicBezTo>
                      <a:pt x="57196" y="4211"/>
                      <a:pt x="56852" y="2986"/>
                      <a:pt x="56201" y="2335"/>
                    </a:cubicBezTo>
                    <a:cubicBezTo>
                      <a:pt x="55550" y="1378"/>
                      <a:pt x="54287" y="1531"/>
                      <a:pt x="54249" y="995"/>
                    </a:cubicBezTo>
                    <a:cubicBezTo>
                      <a:pt x="54402" y="0"/>
                      <a:pt x="55780" y="842"/>
                      <a:pt x="56239" y="1187"/>
                    </a:cubicBezTo>
                    <a:cubicBezTo>
                      <a:pt x="60527" y="1531"/>
                      <a:pt x="58919" y="3828"/>
                      <a:pt x="60680" y="3905"/>
                    </a:cubicBezTo>
                    <a:cubicBezTo>
                      <a:pt x="61637" y="4096"/>
                      <a:pt x="61829" y="5015"/>
                      <a:pt x="62058" y="5781"/>
                    </a:cubicBezTo>
                    <a:cubicBezTo>
                      <a:pt x="63552" y="6125"/>
                      <a:pt x="64088" y="7618"/>
                      <a:pt x="63934" y="8997"/>
                    </a:cubicBezTo>
                    <a:cubicBezTo>
                      <a:pt x="65695" y="8422"/>
                      <a:pt x="66385" y="8844"/>
                      <a:pt x="66423" y="9609"/>
                    </a:cubicBezTo>
                    <a:cubicBezTo>
                      <a:pt x="66538" y="9648"/>
                      <a:pt x="66653" y="9801"/>
                      <a:pt x="66653" y="9992"/>
                    </a:cubicBezTo>
                    <a:cubicBezTo>
                      <a:pt x="66653" y="10222"/>
                      <a:pt x="66614" y="10451"/>
                      <a:pt x="66538" y="10681"/>
                    </a:cubicBezTo>
                    <a:cubicBezTo>
                      <a:pt x="66691" y="10873"/>
                      <a:pt x="66691" y="11255"/>
                      <a:pt x="66882" y="11447"/>
                    </a:cubicBezTo>
                    <a:cubicBezTo>
                      <a:pt x="67074" y="11791"/>
                      <a:pt x="67533" y="11906"/>
                      <a:pt x="67763" y="12174"/>
                    </a:cubicBezTo>
                    <a:cubicBezTo>
                      <a:pt x="68031" y="12442"/>
                      <a:pt x="68184" y="12748"/>
                      <a:pt x="68414" y="13016"/>
                    </a:cubicBezTo>
                    <a:cubicBezTo>
                      <a:pt x="69409" y="13552"/>
                      <a:pt x="68988" y="14816"/>
                      <a:pt x="68950" y="15735"/>
                    </a:cubicBezTo>
                    <a:cubicBezTo>
                      <a:pt x="68720" y="18338"/>
                      <a:pt x="68835" y="20903"/>
                      <a:pt x="68835" y="23468"/>
                    </a:cubicBezTo>
                    <a:cubicBezTo>
                      <a:pt x="68835" y="27871"/>
                      <a:pt x="68567" y="32235"/>
                      <a:pt x="68414" y="36638"/>
                    </a:cubicBezTo>
                    <a:cubicBezTo>
                      <a:pt x="68414" y="39585"/>
                      <a:pt x="68490" y="42533"/>
                      <a:pt x="68528" y="45519"/>
                    </a:cubicBezTo>
                    <a:cubicBezTo>
                      <a:pt x="68605" y="46744"/>
                      <a:pt x="68567" y="47969"/>
                      <a:pt x="68452" y="49195"/>
                    </a:cubicBezTo>
                    <a:cubicBezTo>
                      <a:pt x="68414" y="49233"/>
                      <a:pt x="68414" y="49271"/>
                      <a:pt x="68375" y="49309"/>
                    </a:cubicBezTo>
                    <a:cubicBezTo>
                      <a:pt x="68375" y="49501"/>
                      <a:pt x="68222" y="49731"/>
                      <a:pt x="67992" y="49731"/>
                    </a:cubicBezTo>
                    <a:cubicBezTo>
                      <a:pt x="66499" y="49769"/>
                      <a:pt x="65083" y="53099"/>
                      <a:pt x="64279" y="54286"/>
                    </a:cubicBezTo>
                    <a:cubicBezTo>
                      <a:pt x="63896" y="54784"/>
                      <a:pt x="63705" y="56928"/>
                      <a:pt x="62748" y="56086"/>
                    </a:cubicBezTo>
                    <a:cubicBezTo>
                      <a:pt x="62288" y="55090"/>
                      <a:pt x="62250" y="53980"/>
                      <a:pt x="62594" y="52946"/>
                    </a:cubicBezTo>
                    <a:cubicBezTo>
                      <a:pt x="62556" y="52410"/>
                      <a:pt x="62326" y="51836"/>
                      <a:pt x="62594" y="51338"/>
                    </a:cubicBezTo>
                    <a:cubicBezTo>
                      <a:pt x="63016" y="50649"/>
                      <a:pt x="62518" y="49922"/>
                      <a:pt x="62594" y="49195"/>
                    </a:cubicBezTo>
                    <a:cubicBezTo>
                      <a:pt x="62633" y="48582"/>
                      <a:pt x="62786" y="47969"/>
                      <a:pt x="62786" y="47319"/>
                    </a:cubicBezTo>
                    <a:cubicBezTo>
                      <a:pt x="62709" y="46630"/>
                      <a:pt x="62441" y="45979"/>
                      <a:pt x="62518" y="45251"/>
                    </a:cubicBezTo>
                    <a:cubicBezTo>
                      <a:pt x="62480" y="44601"/>
                      <a:pt x="62633" y="43950"/>
                      <a:pt x="62633" y="43299"/>
                    </a:cubicBezTo>
                    <a:cubicBezTo>
                      <a:pt x="62633" y="42610"/>
                      <a:pt x="62326" y="41997"/>
                      <a:pt x="62365" y="41308"/>
                    </a:cubicBezTo>
                    <a:cubicBezTo>
                      <a:pt x="62403" y="40581"/>
                      <a:pt x="62633" y="39892"/>
                      <a:pt x="62594" y="39164"/>
                    </a:cubicBezTo>
                    <a:cubicBezTo>
                      <a:pt x="62824" y="37748"/>
                      <a:pt x="61561" y="37173"/>
                      <a:pt x="62441" y="35604"/>
                    </a:cubicBezTo>
                    <a:cubicBezTo>
                      <a:pt x="61829" y="34953"/>
                      <a:pt x="61255" y="33843"/>
                      <a:pt x="61905" y="33001"/>
                    </a:cubicBezTo>
                    <a:cubicBezTo>
                      <a:pt x="61408" y="32350"/>
                      <a:pt x="61216" y="31431"/>
                      <a:pt x="61522" y="30665"/>
                    </a:cubicBezTo>
                    <a:cubicBezTo>
                      <a:pt x="60412" y="30282"/>
                      <a:pt x="59493" y="28904"/>
                      <a:pt x="60144" y="27832"/>
                    </a:cubicBezTo>
                    <a:cubicBezTo>
                      <a:pt x="58536" y="27181"/>
                      <a:pt x="57847" y="25191"/>
                      <a:pt x="58192" y="23583"/>
                    </a:cubicBezTo>
                    <a:cubicBezTo>
                      <a:pt x="57426" y="23621"/>
                      <a:pt x="56775" y="23162"/>
                      <a:pt x="56239" y="22664"/>
                    </a:cubicBezTo>
                    <a:cubicBezTo>
                      <a:pt x="54899" y="22817"/>
                      <a:pt x="53636" y="21707"/>
                      <a:pt x="53291" y="20444"/>
                    </a:cubicBezTo>
                    <a:cubicBezTo>
                      <a:pt x="51990" y="20941"/>
                      <a:pt x="50765" y="20099"/>
                      <a:pt x="49999" y="19065"/>
                    </a:cubicBezTo>
                    <a:cubicBezTo>
                      <a:pt x="48468" y="20137"/>
                      <a:pt x="46668" y="18874"/>
                      <a:pt x="45482" y="17840"/>
                    </a:cubicBezTo>
                    <a:cubicBezTo>
                      <a:pt x="45405" y="17802"/>
                      <a:pt x="45290" y="17687"/>
                      <a:pt x="45214" y="17611"/>
                    </a:cubicBezTo>
                    <a:cubicBezTo>
                      <a:pt x="44639" y="17840"/>
                      <a:pt x="43453" y="17802"/>
                      <a:pt x="43108" y="17725"/>
                    </a:cubicBezTo>
                    <a:cubicBezTo>
                      <a:pt x="42381" y="17611"/>
                      <a:pt x="41806" y="17113"/>
                      <a:pt x="41232" y="16692"/>
                    </a:cubicBezTo>
                    <a:cubicBezTo>
                      <a:pt x="40084" y="16807"/>
                      <a:pt x="39050" y="16653"/>
                      <a:pt x="38169" y="15849"/>
                    </a:cubicBezTo>
                    <a:cubicBezTo>
                      <a:pt x="37174" y="16271"/>
                      <a:pt x="36064" y="16653"/>
                      <a:pt x="34992" y="16385"/>
                    </a:cubicBezTo>
                    <a:cubicBezTo>
                      <a:pt x="34686" y="16309"/>
                      <a:pt x="34188" y="16079"/>
                      <a:pt x="33882" y="15811"/>
                    </a:cubicBezTo>
                    <a:cubicBezTo>
                      <a:pt x="33690" y="16156"/>
                      <a:pt x="33078" y="16500"/>
                      <a:pt x="32848" y="16730"/>
                    </a:cubicBezTo>
                    <a:cubicBezTo>
                      <a:pt x="31776" y="17534"/>
                      <a:pt x="30168" y="17802"/>
                      <a:pt x="29173" y="16768"/>
                    </a:cubicBezTo>
                    <a:cubicBezTo>
                      <a:pt x="28522" y="17228"/>
                      <a:pt x="27680" y="17304"/>
                      <a:pt x="26952" y="17075"/>
                    </a:cubicBezTo>
                    <a:cubicBezTo>
                      <a:pt x="25804" y="18300"/>
                      <a:pt x="23966" y="19333"/>
                      <a:pt x="22282" y="18682"/>
                    </a:cubicBezTo>
                    <a:cubicBezTo>
                      <a:pt x="21975" y="19908"/>
                      <a:pt x="20827" y="20826"/>
                      <a:pt x="19602" y="20979"/>
                    </a:cubicBezTo>
                    <a:cubicBezTo>
                      <a:pt x="18836" y="21018"/>
                      <a:pt x="18185" y="20597"/>
                      <a:pt x="17496" y="20329"/>
                    </a:cubicBezTo>
                    <a:cubicBezTo>
                      <a:pt x="17113" y="21669"/>
                      <a:pt x="15735" y="22855"/>
                      <a:pt x="14319" y="22434"/>
                    </a:cubicBezTo>
                    <a:cubicBezTo>
                      <a:pt x="13897" y="24042"/>
                      <a:pt x="12634" y="25842"/>
                      <a:pt x="10797" y="25612"/>
                    </a:cubicBezTo>
                    <a:cubicBezTo>
                      <a:pt x="10682" y="26990"/>
                      <a:pt x="9916" y="28560"/>
                      <a:pt x="8423" y="28789"/>
                    </a:cubicBezTo>
                    <a:cubicBezTo>
                      <a:pt x="8499" y="29708"/>
                      <a:pt x="8385" y="30665"/>
                      <a:pt x="7964" y="31507"/>
                    </a:cubicBezTo>
                    <a:cubicBezTo>
                      <a:pt x="8538" y="32733"/>
                      <a:pt x="8078" y="34034"/>
                      <a:pt x="7619" y="35221"/>
                    </a:cubicBezTo>
                    <a:cubicBezTo>
                      <a:pt x="7734" y="36178"/>
                      <a:pt x="7772" y="37135"/>
                      <a:pt x="7581" y="38054"/>
                    </a:cubicBezTo>
                    <a:cubicBezTo>
                      <a:pt x="7466" y="38437"/>
                      <a:pt x="7504" y="39126"/>
                      <a:pt x="7045" y="39203"/>
                    </a:cubicBezTo>
                    <a:cubicBezTo>
                      <a:pt x="7083" y="39470"/>
                      <a:pt x="7160" y="39777"/>
                      <a:pt x="7313" y="40121"/>
                    </a:cubicBezTo>
                    <a:cubicBezTo>
                      <a:pt x="7581" y="42189"/>
                      <a:pt x="6356" y="44103"/>
                      <a:pt x="6662" y="46170"/>
                    </a:cubicBezTo>
                    <a:cubicBezTo>
                      <a:pt x="6585" y="47893"/>
                      <a:pt x="7925" y="56813"/>
                      <a:pt x="5705" y="56813"/>
                    </a:cubicBezTo>
                    <a:cubicBezTo>
                      <a:pt x="5092" y="56315"/>
                      <a:pt x="5092" y="55320"/>
                      <a:pt x="4748" y="54631"/>
                    </a:cubicBezTo>
                    <a:lnTo>
                      <a:pt x="4748" y="54631"/>
                    </a:lnTo>
                    <a:close/>
                    <a:moveTo>
                      <a:pt x="11792" y="46668"/>
                    </a:moveTo>
                    <a:cubicBezTo>
                      <a:pt x="11677" y="46591"/>
                      <a:pt x="11524" y="46515"/>
                      <a:pt x="11332" y="46515"/>
                    </a:cubicBezTo>
                    <a:cubicBezTo>
                      <a:pt x="11256" y="46515"/>
                      <a:pt x="11179" y="46515"/>
                      <a:pt x="11103" y="46553"/>
                    </a:cubicBezTo>
                    <a:lnTo>
                      <a:pt x="11103" y="46553"/>
                    </a:lnTo>
                    <a:cubicBezTo>
                      <a:pt x="11026" y="46859"/>
                      <a:pt x="10720" y="47051"/>
                      <a:pt x="10414" y="47051"/>
                    </a:cubicBezTo>
                    <a:cubicBezTo>
                      <a:pt x="10337" y="47051"/>
                      <a:pt x="10261" y="47051"/>
                      <a:pt x="10184" y="47012"/>
                    </a:cubicBezTo>
                    <a:cubicBezTo>
                      <a:pt x="9801" y="46898"/>
                      <a:pt x="9533" y="46476"/>
                      <a:pt x="9571" y="46094"/>
                    </a:cubicBezTo>
                    <a:cubicBezTo>
                      <a:pt x="9571" y="45864"/>
                      <a:pt x="9686" y="45672"/>
                      <a:pt x="9801" y="45519"/>
                    </a:cubicBezTo>
                    <a:cubicBezTo>
                      <a:pt x="9610" y="45558"/>
                      <a:pt x="9418" y="45711"/>
                      <a:pt x="9342" y="45979"/>
                    </a:cubicBezTo>
                    <a:cubicBezTo>
                      <a:pt x="7925" y="46208"/>
                      <a:pt x="6700" y="48735"/>
                      <a:pt x="8653" y="49080"/>
                    </a:cubicBezTo>
                    <a:lnTo>
                      <a:pt x="8691" y="49080"/>
                    </a:lnTo>
                    <a:lnTo>
                      <a:pt x="8691" y="49080"/>
                    </a:lnTo>
                    <a:cubicBezTo>
                      <a:pt x="8691" y="49309"/>
                      <a:pt x="8882" y="49501"/>
                      <a:pt x="9112" y="49501"/>
                    </a:cubicBezTo>
                    <a:cubicBezTo>
                      <a:pt x="9265" y="49501"/>
                      <a:pt x="9418" y="49424"/>
                      <a:pt x="9495" y="49309"/>
                    </a:cubicBezTo>
                    <a:cubicBezTo>
                      <a:pt x="9839" y="49348"/>
                      <a:pt x="10529" y="49386"/>
                      <a:pt x="10720" y="49080"/>
                    </a:cubicBezTo>
                    <a:cubicBezTo>
                      <a:pt x="11945" y="49041"/>
                      <a:pt x="13170" y="48927"/>
                      <a:pt x="14395" y="48850"/>
                    </a:cubicBezTo>
                    <a:cubicBezTo>
                      <a:pt x="15965" y="48697"/>
                      <a:pt x="17534" y="48582"/>
                      <a:pt x="19104" y="48582"/>
                    </a:cubicBezTo>
                    <a:cubicBezTo>
                      <a:pt x="19985" y="48582"/>
                      <a:pt x="20865" y="48582"/>
                      <a:pt x="21746" y="48582"/>
                    </a:cubicBezTo>
                    <a:lnTo>
                      <a:pt x="22856" y="48582"/>
                    </a:lnTo>
                    <a:cubicBezTo>
                      <a:pt x="24158" y="48620"/>
                      <a:pt x="25612" y="48429"/>
                      <a:pt x="26033" y="46974"/>
                    </a:cubicBezTo>
                    <a:cubicBezTo>
                      <a:pt x="26263" y="46208"/>
                      <a:pt x="26761" y="44830"/>
                      <a:pt x="25957" y="44256"/>
                    </a:cubicBezTo>
                    <a:cubicBezTo>
                      <a:pt x="24885" y="44065"/>
                      <a:pt x="24962" y="45749"/>
                      <a:pt x="24158" y="46170"/>
                    </a:cubicBezTo>
                    <a:cubicBezTo>
                      <a:pt x="23813" y="46400"/>
                      <a:pt x="23545" y="46323"/>
                      <a:pt x="23315" y="46208"/>
                    </a:cubicBezTo>
                    <a:cubicBezTo>
                      <a:pt x="23277" y="46208"/>
                      <a:pt x="23239" y="46170"/>
                      <a:pt x="23200" y="46170"/>
                    </a:cubicBezTo>
                    <a:cubicBezTo>
                      <a:pt x="23200" y="46055"/>
                      <a:pt x="23239" y="45902"/>
                      <a:pt x="23277" y="45826"/>
                    </a:cubicBezTo>
                    <a:cubicBezTo>
                      <a:pt x="23354" y="45404"/>
                      <a:pt x="23507" y="44639"/>
                      <a:pt x="22856" y="44677"/>
                    </a:cubicBezTo>
                    <a:cubicBezTo>
                      <a:pt x="22358" y="44754"/>
                      <a:pt x="22511" y="45366"/>
                      <a:pt x="22396" y="45749"/>
                    </a:cubicBezTo>
                    <a:cubicBezTo>
                      <a:pt x="22358" y="46017"/>
                      <a:pt x="22167" y="46400"/>
                      <a:pt x="22282" y="46630"/>
                    </a:cubicBezTo>
                    <a:cubicBezTo>
                      <a:pt x="22129" y="46821"/>
                      <a:pt x="21975" y="46974"/>
                      <a:pt x="21746" y="47051"/>
                    </a:cubicBezTo>
                    <a:cubicBezTo>
                      <a:pt x="21478" y="47127"/>
                      <a:pt x="21210" y="47089"/>
                      <a:pt x="20942" y="46974"/>
                    </a:cubicBezTo>
                    <a:cubicBezTo>
                      <a:pt x="21325" y="46898"/>
                      <a:pt x="21631" y="46323"/>
                      <a:pt x="21516" y="45979"/>
                    </a:cubicBezTo>
                    <a:cubicBezTo>
                      <a:pt x="21171" y="45328"/>
                      <a:pt x="20444" y="46094"/>
                      <a:pt x="20482" y="46591"/>
                    </a:cubicBezTo>
                    <a:cubicBezTo>
                      <a:pt x="20214" y="46400"/>
                      <a:pt x="19946" y="46591"/>
                      <a:pt x="19602" y="46783"/>
                    </a:cubicBezTo>
                    <a:cubicBezTo>
                      <a:pt x="19296" y="46974"/>
                      <a:pt x="18951" y="47127"/>
                      <a:pt x="18453" y="47089"/>
                    </a:cubicBezTo>
                    <a:cubicBezTo>
                      <a:pt x="18415" y="47089"/>
                      <a:pt x="18377" y="47089"/>
                      <a:pt x="18338" y="47051"/>
                    </a:cubicBezTo>
                    <a:cubicBezTo>
                      <a:pt x="18760" y="46630"/>
                      <a:pt x="19066" y="45979"/>
                      <a:pt x="18760" y="45787"/>
                    </a:cubicBezTo>
                    <a:cubicBezTo>
                      <a:pt x="18568" y="45672"/>
                      <a:pt x="18262" y="45672"/>
                      <a:pt x="18147" y="45864"/>
                    </a:cubicBezTo>
                    <a:cubicBezTo>
                      <a:pt x="18032" y="46132"/>
                      <a:pt x="17726" y="46400"/>
                      <a:pt x="17496" y="46668"/>
                    </a:cubicBezTo>
                    <a:cubicBezTo>
                      <a:pt x="17381" y="46515"/>
                      <a:pt x="17190" y="46438"/>
                      <a:pt x="16960" y="46476"/>
                    </a:cubicBezTo>
                    <a:cubicBezTo>
                      <a:pt x="16539" y="46706"/>
                      <a:pt x="16348" y="47280"/>
                      <a:pt x="15850" y="47434"/>
                    </a:cubicBezTo>
                    <a:cubicBezTo>
                      <a:pt x="15084" y="47816"/>
                      <a:pt x="14855" y="47357"/>
                      <a:pt x="14548" y="46974"/>
                    </a:cubicBezTo>
                    <a:cubicBezTo>
                      <a:pt x="14625" y="46898"/>
                      <a:pt x="14701" y="46821"/>
                      <a:pt x="14778" y="46783"/>
                    </a:cubicBezTo>
                    <a:cubicBezTo>
                      <a:pt x="15008" y="46476"/>
                      <a:pt x="15582" y="46208"/>
                      <a:pt x="15276" y="45749"/>
                    </a:cubicBezTo>
                    <a:cubicBezTo>
                      <a:pt x="14931" y="45328"/>
                      <a:pt x="14510" y="45826"/>
                      <a:pt x="14242" y="46094"/>
                    </a:cubicBezTo>
                    <a:cubicBezTo>
                      <a:pt x="14089" y="46285"/>
                      <a:pt x="13706" y="46515"/>
                      <a:pt x="13591" y="46783"/>
                    </a:cubicBezTo>
                    <a:cubicBezTo>
                      <a:pt x="13515" y="46859"/>
                      <a:pt x="13438" y="46936"/>
                      <a:pt x="13323" y="46936"/>
                    </a:cubicBezTo>
                    <a:cubicBezTo>
                      <a:pt x="13132" y="47012"/>
                      <a:pt x="12940" y="47012"/>
                      <a:pt x="12749" y="46974"/>
                    </a:cubicBezTo>
                    <a:cubicBezTo>
                      <a:pt x="12902" y="46859"/>
                      <a:pt x="12979" y="46668"/>
                      <a:pt x="12940" y="46515"/>
                    </a:cubicBezTo>
                    <a:cubicBezTo>
                      <a:pt x="12787" y="45940"/>
                      <a:pt x="11945" y="46208"/>
                      <a:pt x="11792" y="46668"/>
                    </a:cubicBezTo>
                    <a:lnTo>
                      <a:pt x="11792" y="46668"/>
                    </a:lnTo>
                    <a:close/>
                    <a:moveTo>
                      <a:pt x="55321" y="45826"/>
                    </a:moveTo>
                    <a:cubicBezTo>
                      <a:pt x="55321" y="45826"/>
                      <a:pt x="55282" y="45826"/>
                      <a:pt x="55282" y="45826"/>
                    </a:cubicBezTo>
                    <a:cubicBezTo>
                      <a:pt x="55014" y="45902"/>
                      <a:pt x="54785" y="45979"/>
                      <a:pt x="54517" y="46017"/>
                    </a:cubicBezTo>
                    <a:cubicBezTo>
                      <a:pt x="54325" y="45787"/>
                      <a:pt x="53942" y="45596"/>
                      <a:pt x="53827" y="45290"/>
                    </a:cubicBezTo>
                    <a:cubicBezTo>
                      <a:pt x="53713" y="44218"/>
                      <a:pt x="52488" y="44907"/>
                      <a:pt x="53215" y="45979"/>
                    </a:cubicBezTo>
                    <a:cubicBezTo>
                      <a:pt x="52985" y="45902"/>
                      <a:pt x="52717" y="45787"/>
                      <a:pt x="52488" y="45634"/>
                    </a:cubicBezTo>
                    <a:cubicBezTo>
                      <a:pt x="52066" y="45558"/>
                      <a:pt x="51684" y="45940"/>
                      <a:pt x="51301" y="46055"/>
                    </a:cubicBezTo>
                    <a:cubicBezTo>
                      <a:pt x="51033" y="46132"/>
                      <a:pt x="50803" y="46132"/>
                      <a:pt x="50573" y="46132"/>
                    </a:cubicBezTo>
                    <a:cubicBezTo>
                      <a:pt x="50382" y="46055"/>
                      <a:pt x="50191" y="46017"/>
                      <a:pt x="49999" y="45940"/>
                    </a:cubicBezTo>
                    <a:cubicBezTo>
                      <a:pt x="49808" y="45787"/>
                      <a:pt x="49655" y="45787"/>
                      <a:pt x="49501" y="45787"/>
                    </a:cubicBezTo>
                    <a:cubicBezTo>
                      <a:pt x="49769" y="45558"/>
                      <a:pt x="49463" y="45213"/>
                      <a:pt x="49425" y="44907"/>
                    </a:cubicBezTo>
                    <a:lnTo>
                      <a:pt x="49425" y="44945"/>
                    </a:lnTo>
                    <a:lnTo>
                      <a:pt x="49425" y="44945"/>
                    </a:lnTo>
                    <a:cubicBezTo>
                      <a:pt x="49195" y="43911"/>
                      <a:pt x="48085" y="44715"/>
                      <a:pt x="48812" y="45711"/>
                    </a:cubicBezTo>
                    <a:cubicBezTo>
                      <a:pt x="48927" y="45864"/>
                      <a:pt x="49080" y="45940"/>
                      <a:pt x="49233" y="45940"/>
                    </a:cubicBezTo>
                    <a:cubicBezTo>
                      <a:pt x="49119" y="46017"/>
                      <a:pt x="49004" y="46170"/>
                      <a:pt x="48889" y="46323"/>
                    </a:cubicBezTo>
                    <a:cubicBezTo>
                      <a:pt x="48583" y="46438"/>
                      <a:pt x="48238" y="46553"/>
                      <a:pt x="47893" y="46476"/>
                    </a:cubicBezTo>
                    <a:cubicBezTo>
                      <a:pt x="47779" y="46400"/>
                      <a:pt x="47664" y="46323"/>
                      <a:pt x="47587" y="46247"/>
                    </a:cubicBezTo>
                    <a:cubicBezTo>
                      <a:pt x="47587" y="46170"/>
                      <a:pt x="47587" y="46094"/>
                      <a:pt x="47549" y="46017"/>
                    </a:cubicBezTo>
                    <a:cubicBezTo>
                      <a:pt x="47281" y="45634"/>
                      <a:pt x="47587" y="44945"/>
                      <a:pt x="47013" y="44830"/>
                    </a:cubicBezTo>
                    <a:cubicBezTo>
                      <a:pt x="46439" y="44830"/>
                      <a:pt x="46477" y="45404"/>
                      <a:pt x="46592" y="45902"/>
                    </a:cubicBezTo>
                    <a:cubicBezTo>
                      <a:pt x="46439" y="46055"/>
                      <a:pt x="46400" y="46400"/>
                      <a:pt x="46247" y="46630"/>
                    </a:cubicBezTo>
                    <a:cubicBezTo>
                      <a:pt x="45864" y="46706"/>
                      <a:pt x="45558" y="46630"/>
                      <a:pt x="45252" y="46553"/>
                    </a:cubicBezTo>
                    <a:cubicBezTo>
                      <a:pt x="45099" y="46323"/>
                      <a:pt x="44946" y="46055"/>
                      <a:pt x="44678" y="45940"/>
                    </a:cubicBezTo>
                    <a:cubicBezTo>
                      <a:pt x="44410" y="45826"/>
                      <a:pt x="44180" y="45979"/>
                      <a:pt x="44027" y="46170"/>
                    </a:cubicBezTo>
                    <a:cubicBezTo>
                      <a:pt x="43453" y="46591"/>
                      <a:pt x="42687" y="45940"/>
                      <a:pt x="42917" y="45290"/>
                    </a:cubicBezTo>
                    <a:cubicBezTo>
                      <a:pt x="43031" y="44907"/>
                      <a:pt x="42572" y="44639"/>
                      <a:pt x="42304" y="44830"/>
                    </a:cubicBezTo>
                    <a:cubicBezTo>
                      <a:pt x="41653" y="44754"/>
                      <a:pt x="41692" y="46055"/>
                      <a:pt x="41998" y="46476"/>
                    </a:cubicBezTo>
                    <a:cubicBezTo>
                      <a:pt x="41653" y="46630"/>
                      <a:pt x="41730" y="47089"/>
                      <a:pt x="41845" y="47357"/>
                    </a:cubicBezTo>
                    <a:cubicBezTo>
                      <a:pt x="42151" y="48391"/>
                      <a:pt x="43261" y="48659"/>
                      <a:pt x="44180" y="48850"/>
                    </a:cubicBezTo>
                    <a:cubicBezTo>
                      <a:pt x="45328" y="49003"/>
                      <a:pt x="46400" y="48467"/>
                      <a:pt x="47511" y="48237"/>
                    </a:cubicBezTo>
                    <a:cubicBezTo>
                      <a:pt x="48085" y="48161"/>
                      <a:pt x="48697" y="48084"/>
                      <a:pt x="49310" y="48008"/>
                    </a:cubicBezTo>
                    <a:cubicBezTo>
                      <a:pt x="52334" y="47587"/>
                      <a:pt x="55397" y="47663"/>
                      <a:pt x="58383" y="48314"/>
                    </a:cubicBezTo>
                    <a:cubicBezTo>
                      <a:pt x="58881" y="48391"/>
                      <a:pt x="59379" y="48620"/>
                      <a:pt x="59838" y="48391"/>
                    </a:cubicBezTo>
                    <a:cubicBezTo>
                      <a:pt x="60719" y="47931"/>
                      <a:pt x="60795" y="46630"/>
                      <a:pt x="60068" y="46017"/>
                    </a:cubicBezTo>
                    <a:cubicBezTo>
                      <a:pt x="59915" y="45864"/>
                      <a:pt x="59685" y="45864"/>
                      <a:pt x="59455" y="45787"/>
                    </a:cubicBezTo>
                    <a:cubicBezTo>
                      <a:pt x="59340" y="45749"/>
                      <a:pt x="59225" y="45672"/>
                      <a:pt x="59111" y="45672"/>
                    </a:cubicBezTo>
                    <a:cubicBezTo>
                      <a:pt x="58804" y="45711"/>
                      <a:pt x="58536" y="45979"/>
                      <a:pt x="58230" y="45864"/>
                    </a:cubicBezTo>
                    <a:cubicBezTo>
                      <a:pt x="58268" y="45864"/>
                      <a:pt x="58268" y="45864"/>
                      <a:pt x="58307" y="45864"/>
                    </a:cubicBezTo>
                    <a:cubicBezTo>
                      <a:pt x="58230" y="45864"/>
                      <a:pt x="58192" y="45864"/>
                      <a:pt x="58115" y="45787"/>
                    </a:cubicBezTo>
                    <a:cubicBezTo>
                      <a:pt x="57694" y="45060"/>
                      <a:pt x="57082" y="45902"/>
                      <a:pt x="56546" y="46055"/>
                    </a:cubicBezTo>
                    <a:cubicBezTo>
                      <a:pt x="56469" y="46055"/>
                      <a:pt x="56431" y="46094"/>
                      <a:pt x="56392" y="46094"/>
                    </a:cubicBezTo>
                    <a:cubicBezTo>
                      <a:pt x="56469" y="45902"/>
                      <a:pt x="56392" y="45634"/>
                      <a:pt x="56124" y="45519"/>
                    </a:cubicBezTo>
                    <a:cubicBezTo>
                      <a:pt x="55742" y="44754"/>
                      <a:pt x="55167" y="45290"/>
                      <a:pt x="55321" y="45826"/>
                    </a:cubicBezTo>
                    <a:lnTo>
                      <a:pt x="55321" y="45826"/>
                    </a:lnTo>
                    <a:close/>
                    <a:moveTo>
                      <a:pt x="52679" y="3484"/>
                    </a:moveTo>
                    <a:cubicBezTo>
                      <a:pt x="52756" y="3714"/>
                      <a:pt x="53062" y="3790"/>
                      <a:pt x="53253" y="3714"/>
                    </a:cubicBezTo>
                    <a:cubicBezTo>
                      <a:pt x="54057" y="3331"/>
                      <a:pt x="52373" y="498"/>
                      <a:pt x="51722" y="1608"/>
                    </a:cubicBezTo>
                    <a:cubicBezTo>
                      <a:pt x="51569" y="1876"/>
                      <a:pt x="51798" y="2106"/>
                      <a:pt x="52066" y="2220"/>
                    </a:cubicBezTo>
                    <a:cubicBezTo>
                      <a:pt x="52373" y="2603"/>
                      <a:pt x="52526" y="3063"/>
                      <a:pt x="52679" y="3484"/>
                    </a:cubicBezTo>
                    <a:close/>
                    <a:moveTo>
                      <a:pt x="46477" y="8805"/>
                    </a:moveTo>
                    <a:cubicBezTo>
                      <a:pt x="46477" y="9150"/>
                      <a:pt x="47013" y="9303"/>
                      <a:pt x="47204" y="8997"/>
                    </a:cubicBezTo>
                    <a:cubicBezTo>
                      <a:pt x="47396" y="8690"/>
                      <a:pt x="47281" y="8308"/>
                      <a:pt x="47204" y="7963"/>
                    </a:cubicBezTo>
                    <a:cubicBezTo>
                      <a:pt x="47090" y="7772"/>
                      <a:pt x="46822" y="7657"/>
                      <a:pt x="46630" y="7772"/>
                    </a:cubicBezTo>
                    <a:cubicBezTo>
                      <a:pt x="46209" y="7963"/>
                      <a:pt x="46477" y="8422"/>
                      <a:pt x="46477" y="8805"/>
                    </a:cubicBezTo>
                    <a:close/>
                    <a:moveTo>
                      <a:pt x="51607" y="6432"/>
                    </a:moveTo>
                    <a:cubicBezTo>
                      <a:pt x="52066" y="7389"/>
                      <a:pt x="52985" y="6393"/>
                      <a:pt x="52028" y="5283"/>
                    </a:cubicBezTo>
                    <a:cubicBezTo>
                      <a:pt x="51875" y="5130"/>
                      <a:pt x="51569" y="5130"/>
                      <a:pt x="51416" y="5283"/>
                    </a:cubicBezTo>
                    <a:cubicBezTo>
                      <a:pt x="51071" y="5666"/>
                      <a:pt x="51607" y="6049"/>
                      <a:pt x="51607" y="6432"/>
                    </a:cubicBezTo>
                    <a:close/>
                    <a:moveTo>
                      <a:pt x="49731" y="9341"/>
                    </a:moveTo>
                    <a:cubicBezTo>
                      <a:pt x="49731" y="9571"/>
                      <a:pt x="49923" y="9762"/>
                      <a:pt x="50152" y="9762"/>
                    </a:cubicBezTo>
                    <a:cubicBezTo>
                      <a:pt x="50918" y="9686"/>
                      <a:pt x="50612" y="7886"/>
                      <a:pt x="50152" y="7542"/>
                    </a:cubicBezTo>
                    <a:cubicBezTo>
                      <a:pt x="49731" y="7197"/>
                      <a:pt x="49195" y="7848"/>
                      <a:pt x="49616" y="8193"/>
                    </a:cubicBezTo>
                    <a:cubicBezTo>
                      <a:pt x="49769" y="8576"/>
                      <a:pt x="49731" y="8958"/>
                      <a:pt x="49731" y="9341"/>
                    </a:cubicBezTo>
                    <a:lnTo>
                      <a:pt x="49731" y="9341"/>
                    </a:lnTo>
                    <a:close/>
                    <a:moveTo>
                      <a:pt x="39662" y="7848"/>
                    </a:moveTo>
                    <a:cubicBezTo>
                      <a:pt x="40352" y="7886"/>
                      <a:pt x="40160" y="6929"/>
                      <a:pt x="40237" y="6470"/>
                    </a:cubicBezTo>
                    <a:cubicBezTo>
                      <a:pt x="40198" y="6049"/>
                      <a:pt x="40390" y="5245"/>
                      <a:pt x="39777" y="5207"/>
                    </a:cubicBezTo>
                    <a:cubicBezTo>
                      <a:pt x="39050" y="5283"/>
                      <a:pt x="39471" y="6279"/>
                      <a:pt x="39356" y="6776"/>
                    </a:cubicBezTo>
                    <a:cubicBezTo>
                      <a:pt x="39356" y="7159"/>
                      <a:pt x="39126" y="7772"/>
                      <a:pt x="39662" y="7848"/>
                    </a:cubicBezTo>
                    <a:close/>
                    <a:moveTo>
                      <a:pt x="37710" y="7427"/>
                    </a:moveTo>
                    <a:cubicBezTo>
                      <a:pt x="39280" y="8422"/>
                      <a:pt x="38016" y="2680"/>
                      <a:pt x="36829" y="3675"/>
                    </a:cubicBezTo>
                    <a:cubicBezTo>
                      <a:pt x="36447" y="4058"/>
                      <a:pt x="37021" y="4403"/>
                      <a:pt x="37174" y="4747"/>
                    </a:cubicBezTo>
                    <a:cubicBezTo>
                      <a:pt x="37595" y="5551"/>
                      <a:pt x="37404" y="6623"/>
                      <a:pt x="37710" y="7427"/>
                    </a:cubicBezTo>
                    <a:close/>
                    <a:moveTo>
                      <a:pt x="24272" y="9839"/>
                    </a:moveTo>
                    <a:cubicBezTo>
                      <a:pt x="24426" y="10375"/>
                      <a:pt x="25229" y="10145"/>
                      <a:pt x="25076" y="9648"/>
                    </a:cubicBezTo>
                    <a:cubicBezTo>
                      <a:pt x="25000" y="9341"/>
                      <a:pt x="24962" y="9073"/>
                      <a:pt x="24962" y="8767"/>
                    </a:cubicBezTo>
                    <a:cubicBezTo>
                      <a:pt x="24923" y="8308"/>
                      <a:pt x="25574" y="7886"/>
                      <a:pt x="25229" y="7465"/>
                    </a:cubicBezTo>
                    <a:cubicBezTo>
                      <a:pt x="24081" y="6929"/>
                      <a:pt x="23966" y="9188"/>
                      <a:pt x="24272" y="9877"/>
                    </a:cubicBezTo>
                    <a:lnTo>
                      <a:pt x="24272" y="9877"/>
                    </a:lnTo>
                    <a:close/>
                    <a:moveTo>
                      <a:pt x="27220" y="8154"/>
                    </a:moveTo>
                    <a:cubicBezTo>
                      <a:pt x="27909" y="8346"/>
                      <a:pt x="27986" y="7274"/>
                      <a:pt x="28369" y="6891"/>
                    </a:cubicBezTo>
                    <a:cubicBezTo>
                      <a:pt x="28675" y="6508"/>
                      <a:pt x="29594" y="5743"/>
                      <a:pt x="28637" y="5513"/>
                    </a:cubicBezTo>
                    <a:cubicBezTo>
                      <a:pt x="28101" y="5589"/>
                      <a:pt x="26416" y="7810"/>
                      <a:pt x="27220" y="8154"/>
                    </a:cubicBezTo>
                    <a:lnTo>
                      <a:pt x="27220" y="8154"/>
                    </a:lnTo>
                    <a:close/>
                    <a:moveTo>
                      <a:pt x="17075" y="5896"/>
                    </a:moveTo>
                    <a:cubicBezTo>
                      <a:pt x="17458" y="5972"/>
                      <a:pt x="17573" y="5589"/>
                      <a:pt x="17726" y="5283"/>
                    </a:cubicBezTo>
                    <a:cubicBezTo>
                      <a:pt x="17879" y="4862"/>
                      <a:pt x="18606" y="4441"/>
                      <a:pt x="18109" y="3982"/>
                    </a:cubicBezTo>
                    <a:cubicBezTo>
                      <a:pt x="17534" y="3484"/>
                      <a:pt x="16195" y="5704"/>
                      <a:pt x="17075" y="5896"/>
                    </a:cubicBezTo>
                    <a:close/>
                    <a:moveTo>
                      <a:pt x="10950" y="10834"/>
                    </a:moveTo>
                    <a:cubicBezTo>
                      <a:pt x="11715" y="10834"/>
                      <a:pt x="11371" y="9609"/>
                      <a:pt x="12022" y="9380"/>
                    </a:cubicBezTo>
                    <a:cubicBezTo>
                      <a:pt x="12558" y="9188"/>
                      <a:pt x="12213" y="8384"/>
                      <a:pt x="11715" y="8614"/>
                    </a:cubicBezTo>
                    <a:cubicBezTo>
                      <a:pt x="11064" y="8844"/>
                      <a:pt x="10031" y="10490"/>
                      <a:pt x="10950" y="10834"/>
                    </a:cubicBezTo>
                    <a:close/>
                    <a:moveTo>
                      <a:pt x="13323" y="11983"/>
                    </a:moveTo>
                    <a:cubicBezTo>
                      <a:pt x="14127" y="12136"/>
                      <a:pt x="14165" y="9724"/>
                      <a:pt x="14893" y="9226"/>
                    </a:cubicBezTo>
                    <a:cubicBezTo>
                      <a:pt x="15314" y="8882"/>
                      <a:pt x="14778" y="8231"/>
                      <a:pt x="14357" y="8537"/>
                    </a:cubicBezTo>
                    <a:cubicBezTo>
                      <a:pt x="13897" y="8958"/>
                      <a:pt x="12443" y="11677"/>
                      <a:pt x="13323" y="11983"/>
                    </a:cubicBezTo>
                    <a:close/>
                    <a:moveTo>
                      <a:pt x="30130" y="103902"/>
                    </a:moveTo>
                    <a:cubicBezTo>
                      <a:pt x="30245" y="103557"/>
                      <a:pt x="30436" y="103366"/>
                      <a:pt x="30781" y="103443"/>
                    </a:cubicBezTo>
                    <a:cubicBezTo>
                      <a:pt x="31240" y="103672"/>
                      <a:pt x="30934" y="104170"/>
                      <a:pt x="30857" y="104553"/>
                    </a:cubicBezTo>
                    <a:cubicBezTo>
                      <a:pt x="31010" y="104668"/>
                      <a:pt x="31163" y="104744"/>
                      <a:pt x="31317" y="104821"/>
                    </a:cubicBezTo>
                    <a:cubicBezTo>
                      <a:pt x="31623" y="104974"/>
                      <a:pt x="31929" y="105050"/>
                      <a:pt x="32274" y="105050"/>
                    </a:cubicBezTo>
                    <a:lnTo>
                      <a:pt x="32350" y="105050"/>
                    </a:lnTo>
                    <a:cubicBezTo>
                      <a:pt x="32733" y="105050"/>
                      <a:pt x="33116" y="104936"/>
                      <a:pt x="33460" y="104782"/>
                    </a:cubicBezTo>
                    <a:cubicBezTo>
                      <a:pt x="33346" y="104246"/>
                      <a:pt x="33384" y="103787"/>
                      <a:pt x="33843" y="103711"/>
                    </a:cubicBezTo>
                    <a:cubicBezTo>
                      <a:pt x="34456" y="103749"/>
                      <a:pt x="34226" y="104553"/>
                      <a:pt x="34379" y="104974"/>
                    </a:cubicBezTo>
                    <a:cubicBezTo>
                      <a:pt x="34379" y="105050"/>
                      <a:pt x="34379" y="105127"/>
                      <a:pt x="34418" y="105204"/>
                    </a:cubicBezTo>
                    <a:cubicBezTo>
                      <a:pt x="34571" y="105280"/>
                      <a:pt x="34800" y="105242"/>
                      <a:pt x="35030" y="105089"/>
                    </a:cubicBezTo>
                    <a:cubicBezTo>
                      <a:pt x="35068" y="105127"/>
                      <a:pt x="35145" y="105127"/>
                      <a:pt x="35222" y="105127"/>
                    </a:cubicBezTo>
                    <a:cubicBezTo>
                      <a:pt x="35298" y="105127"/>
                      <a:pt x="35375" y="105127"/>
                      <a:pt x="35451" y="105127"/>
                    </a:cubicBezTo>
                    <a:cubicBezTo>
                      <a:pt x="35528" y="105127"/>
                      <a:pt x="35566" y="105127"/>
                      <a:pt x="35643" y="105127"/>
                    </a:cubicBezTo>
                    <a:cubicBezTo>
                      <a:pt x="35911" y="105089"/>
                      <a:pt x="36179" y="105050"/>
                      <a:pt x="36408" y="104897"/>
                    </a:cubicBezTo>
                    <a:cubicBezTo>
                      <a:pt x="36676" y="104782"/>
                      <a:pt x="36868" y="104629"/>
                      <a:pt x="37097" y="104438"/>
                    </a:cubicBezTo>
                    <a:cubicBezTo>
                      <a:pt x="37136" y="104476"/>
                      <a:pt x="37174" y="104476"/>
                      <a:pt x="37212" y="104514"/>
                    </a:cubicBezTo>
                    <a:cubicBezTo>
                      <a:pt x="37136" y="103979"/>
                      <a:pt x="37021" y="103443"/>
                      <a:pt x="36753" y="102983"/>
                    </a:cubicBezTo>
                    <a:cubicBezTo>
                      <a:pt x="36638" y="102907"/>
                      <a:pt x="36523" y="102753"/>
                      <a:pt x="36523" y="102600"/>
                    </a:cubicBezTo>
                    <a:cubicBezTo>
                      <a:pt x="36523" y="102371"/>
                      <a:pt x="36715" y="102179"/>
                      <a:pt x="36983" y="102179"/>
                    </a:cubicBezTo>
                    <a:cubicBezTo>
                      <a:pt x="37863" y="102409"/>
                      <a:pt x="37901" y="103672"/>
                      <a:pt x="38093" y="104438"/>
                    </a:cubicBezTo>
                    <a:cubicBezTo>
                      <a:pt x="38093" y="104553"/>
                      <a:pt x="38055" y="104629"/>
                      <a:pt x="38016" y="104706"/>
                    </a:cubicBezTo>
                    <a:cubicBezTo>
                      <a:pt x="38169" y="104706"/>
                      <a:pt x="38323" y="104706"/>
                      <a:pt x="38514" y="104706"/>
                    </a:cubicBezTo>
                    <a:cubicBezTo>
                      <a:pt x="38973" y="104668"/>
                      <a:pt x="39433" y="104553"/>
                      <a:pt x="39777" y="104285"/>
                    </a:cubicBezTo>
                    <a:cubicBezTo>
                      <a:pt x="39969" y="104170"/>
                      <a:pt x="40122" y="104055"/>
                      <a:pt x="40275" y="103902"/>
                    </a:cubicBezTo>
                    <a:cubicBezTo>
                      <a:pt x="40275" y="103902"/>
                      <a:pt x="40275" y="103902"/>
                      <a:pt x="40275" y="103902"/>
                    </a:cubicBezTo>
                    <a:lnTo>
                      <a:pt x="40466" y="103940"/>
                    </a:lnTo>
                    <a:cubicBezTo>
                      <a:pt x="40658" y="103940"/>
                      <a:pt x="40811" y="103979"/>
                      <a:pt x="40964" y="103979"/>
                    </a:cubicBezTo>
                    <a:cubicBezTo>
                      <a:pt x="41270" y="103979"/>
                      <a:pt x="41615" y="103940"/>
                      <a:pt x="41921" y="103825"/>
                    </a:cubicBezTo>
                    <a:cubicBezTo>
                      <a:pt x="42227" y="103749"/>
                      <a:pt x="42495" y="103596"/>
                      <a:pt x="42725" y="103366"/>
                    </a:cubicBezTo>
                    <a:cubicBezTo>
                      <a:pt x="42802" y="103289"/>
                      <a:pt x="42878" y="103213"/>
                      <a:pt x="42955" y="103136"/>
                    </a:cubicBezTo>
                    <a:cubicBezTo>
                      <a:pt x="43223" y="103098"/>
                      <a:pt x="43529" y="103060"/>
                      <a:pt x="43797" y="102983"/>
                    </a:cubicBezTo>
                    <a:cubicBezTo>
                      <a:pt x="44027" y="102983"/>
                      <a:pt x="44257" y="102945"/>
                      <a:pt x="44448" y="102715"/>
                    </a:cubicBezTo>
                    <a:cubicBezTo>
                      <a:pt x="44716" y="102524"/>
                      <a:pt x="44984" y="102294"/>
                      <a:pt x="45137" y="101988"/>
                    </a:cubicBezTo>
                    <a:cubicBezTo>
                      <a:pt x="45252" y="101796"/>
                      <a:pt x="45290" y="101567"/>
                      <a:pt x="45328" y="101337"/>
                    </a:cubicBezTo>
                    <a:cubicBezTo>
                      <a:pt x="45367" y="101337"/>
                      <a:pt x="45405" y="101337"/>
                      <a:pt x="45443" y="101337"/>
                    </a:cubicBezTo>
                    <a:cubicBezTo>
                      <a:pt x="45750" y="101337"/>
                      <a:pt x="45979" y="101605"/>
                      <a:pt x="46247" y="101758"/>
                    </a:cubicBezTo>
                    <a:cubicBezTo>
                      <a:pt x="46783" y="102103"/>
                      <a:pt x="47396" y="102217"/>
                      <a:pt x="47855" y="102677"/>
                    </a:cubicBezTo>
                    <a:cubicBezTo>
                      <a:pt x="48506" y="103098"/>
                      <a:pt x="49272" y="103136"/>
                      <a:pt x="49961" y="103404"/>
                    </a:cubicBezTo>
                    <a:cubicBezTo>
                      <a:pt x="50076" y="103443"/>
                      <a:pt x="50152" y="103404"/>
                      <a:pt x="50267" y="103404"/>
                    </a:cubicBezTo>
                    <a:cubicBezTo>
                      <a:pt x="50344" y="103366"/>
                      <a:pt x="50420" y="103328"/>
                      <a:pt x="50497" y="103366"/>
                    </a:cubicBezTo>
                    <a:cubicBezTo>
                      <a:pt x="50841" y="103404"/>
                      <a:pt x="50956" y="103864"/>
                      <a:pt x="50726" y="104093"/>
                    </a:cubicBezTo>
                    <a:cubicBezTo>
                      <a:pt x="50573" y="104208"/>
                      <a:pt x="50458" y="104361"/>
                      <a:pt x="50344" y="104514"/>
                    </a:cubicBezTo>
                    <a:cubicBezTo>
                      <a:pt x="50076" y="104936"/>
                      <a:pt x="49923" y="105472"/>
                      <a:pt x="49655" y="105931"/>
                    </a:cubicBezTo>
                    <a:cubicBezTo>
                      <a:pt x="49310" y="106467"/>
                      <a:pt x="48812" y="106926"/>
                      <a:pt x="48429" y="107462"/>
                    </a:cubicBezTo>
                    <a:cubicBezTo>
                      <a:pt x="48085" y="107845"/>
                      <a:pt x="47511" y="107769"/>
                      <a:pt x="47090" y="107998"/>
                    </a:cubicBezTo>
                    <a:cubicBezTo>
                      <a:pt x="46554" y="108534"/>
                      <a:pt x="45903" y="108879"/>
                      <a:pt x="45252" y="109185"/>
                    </a:cubicBezTo>
                    <a:cubicBezTo>
                      <a:pt x="44907" y="109989"/>
                      <a:pt x="44142" y="110334"/>
                      <a:pt x="43338" y="110525"/>
                    </a:cubicBezTo>
                    <a:cubicBezTo>
                      <a:pt x="42840" y="111252"/>
                      <a:pt x="41845" y="111635"/>
                      <a:pt x="40964" y="111597"/>
                    </a:cubicBezTo>
                    <a:cubicBezTo>
                      <a:pt x="40849" y="111597"/>
                      <a:pt x="40696" y="111597"/>
                      <a:pt x="40581" y="111559"/>
                    </a:cubicBezTo>
                    <a:cubicBezTo>
                      <a:pt x="40390" y="111597"/>
                      <a:pt x="40160" y="111635"/>
                      <a:pt x="40007" y="111635"/>
                    </a:cubicBezTo>
                    <a:cubicBezTo>
                      <a:pt x="39624" y="111750"/>
                      <a:pt x="39318" y="112018"/>
                      <a:pt x="38935" y="112133"/>
                    </a:cubicBezTo>
                    <a:cubicBezTo>
                      <a:pt x="38055" y="112477"/>
                      <a:pt x="37097" y="112286"/>
                      <a:pt x="36255" y="111827"/>
                    </a:cubicBezTo>
                    <a:cubicBezTo>
                      <a:pt x="35566" y="112095"/>
                      <a:pt x="34800" y="112363"/>
                      <a:pt x="34035" y="112363"/>
                    </a:cubicBezTo>
                    <a:cubicBezTo>
                      <a:pt x="33728" y="112363"/>
                      <a:pt x="33422" y="112324"/>
                      <a:pt x="33116" y="112210"/>
                    </a:cubicBezTo>
                    <a:cubicBezTo>
                      <a:pt x="32963" y="112133"/>
                      <a:pt x="32848" y="112095"/>
                      <a:pt x="32695" y="112018"/>
                    </a:cubicBezTo>
                    <a:cubicBezTo>
                      <a:pt x="31546" y="112439"/>
                      <a:pt x="30589" y="112248"/>
                      <a:pt x="29747" y="111367"/>
                    </a:cubicBezTo>
                    <a:cubicBezTo>
                      <a:pt x="28637" y="111291"/>
                      <a:pt x="27603" y="111023"/>
                      <a:pt x="27029" y="109951"/>
                    </a:cubicBezTo>
                    <a:cubicBezTo>
                      <a:pt x="25842" y="110104"/>
                      <a:pt x="24770" y="109644"/>
                      <a:pt x="24272" y="108496"/>
                    </a:cubicBezTo>
                    <a:cubicBezTo>
                      <a:pt x="23315" y="108458"/>
                      <a:pt x="22741" y="107960"/>
                      <a:pt x="22396" y="107079"/>
                    </a:cubicBezTo>
                    <a:cubicBezTo>
                      <a:pt x="21784" y="107041"/>
                      <a:pt x="21286" y="106658"/>
                      <a:pt x="21018" y="106122"/>
                    </a:cubicBezTo>
                    <a:cubicBezTo>
                      <a:pt x="20750" y="105701"/>
                      <a:pt x="20597" y="104897"/>
                      <a:pt x="21248" y="104821"/>
                    </a:cubicBezTo>
                    <a:cubicBezTo>
                      <a:pt x="22014" y="104706"/>
                      <a:pt x="22779" y="104553"/>
                      <a:pt x="23430" y="104132"/>
                    </a:cubicBezTo>
                    <a:cubicBezTo>
                      <a:pt x="23660" y="103902"/>
                      <a:pt x="23851" y="103596"/>
                      <a:pt x="24196" y="103596"/>
                    </a:cubicBezTo>
                    <a:cubicBezTo>
                      <a:pt x="24808" y="103481"/>
                      <a:pt x="25421" y="103289"/>
                      <a:pt x="25919" y="102907"/>
                    </a:cubicBezTo>
                    <a:cubicBezTo>
                      <a:pt x="26110" y="102753"/>
                      <a:pt x="26187" y="102485"/>
                      <a:pt x="26416" y="102371"/>
                    </a:cubicBezTo>
                    <a:cubicBezTo>
                      <a:pt x="26608" y="102256"/>
                      <a:pt x="26837" y="102064"/>
                      <a:pt x="27067" y="102064"/>
                    </a:cubicBezTo>
                    <a:cubicBezTo>
                      <a:pt x="27182" y="101643"/>
                      <a:pt x="27373" y="101184"/>
                      <a:pt x="27680" y="100801"/>
                    </a:cubicBezTo>
                    <a:cubicBezTo>
                      <a:pt x="27909" y="100533"/>
                      <a:pt x="28177" y="100610"/>
                      <a:pt x="28330" y="100801"/>
                    </a:cubicBezTo>
                    <a:cubicBezTo>
                      <a:pt x="28139" y="100916"/>
                      <a:pt x="27986" y="101069"/>
                      <a:pt x="27871" y="101260"/>
                    </a:cubicBezTo>
                    <a:cubicBezTo>
                      <a:pt x="27680" y="101528"/>
                      <a:pt x="27565" y="101796"/>
                      <a:pt x="27527" y="102141"/>
                    </a:cubicBezTo>
                    <a:cubicBezTo>
                      <a:pt x="27450" y="102600"/>
                      <a:pt x="27565" y="103136"/>
                      <a:pt x="27909" y="103481"/>
                    </a:cubicBezTo>
                    <a:cubicBezTo>
                      <a:pt x="27948" y="103519"/>
                      <a:pt x="27986" y="103557"/>
                      <a:pt x="28024" y="103596"/>
                    </a:cubicBezTo>
                    <a:cubicBezTo>
                      <a:pt x="28062" y="103634"/>
                      <a:pt x="28101" y="103672"/>
                      <a:pt x="28177" y="103711"/>
                    </a:cubicBezTo>
                    <a:cubicBezTo>
                      <a:pt x="28330" y="103787"/>
                      <a:pt x="28484" y="103864"/>
                      <a:pt x="28637" y="103940"/>
                    </a:cubicBezTo>
                    <a:cubicBezTo>
                      <a:pt x="28790" y="103979"/>
                      <a:pt x="28943" y="103979"/>
                      <a:pt x="29096" y="103979"/>
                    </a:cubicBezTo>
                    <a:cubicBezTo>
                      <a:pt x="29326" y="104017"/>
                      <a:pt x="29556" y="104017"/>
                      <a:pt x="29785" y="103979"/>
                    </a:cubicBezTo>
                    <a:cubicBezTo>
                      <a:pt x="29900" y="103940"/>
                      <a:pt x="30015" y="103940"/>
                      <a:pt x="30130" y="103902"/>
                    </a:cubicBezTo>
                    <a:lnTo>
                      <a:pt x="30130" y="103902"/>
                    </a:lnTo>
                    <a:lnTo>
                      <a:pt x="30130" y="103902"/>
                    </a:lnTo>
                    <a:close/>
                    <a:moveTo>
                      <a:pt x="37825" y="96092"/>
                    </a:moveTo>
                    <a:cubicBezTo>
                      <a:pt x="37825" y="95786"/>
                      <a:pt x="37901" y="95326"/>
                      <a:pt x="38323" y="95365"/>
                    </a:cubicBezTo>
                    <a:cubicBezTo>
                      <a:pt x="38820" y="95441"/>
                      <a:pt x="38782" y="96130"/>
                      <a:pt x="38552" y="96398"/>
                    </a:cubicBezTo>
                    <a:cubicBezTo>
                      <a:pt x="38323" y="96666"/>
                      <a:pt x="37787" y="96475"/>
                      <a:pt x="37825" y="96092"/>
                    </a:cubicBezTo>
                    <a:close/>
                    <a:moveTo>
                      <a:pt x="43567" y="101911"/>
                    </a:moveTo>
                    <a:cubicBezTo>
                      <a:pt x="43606" y="102141"/>
                      <a:pt x="43835" y="102332"/>
                      <a:pt x="44065" y="102294"/>
                    </a:cubicBezTo>
                    <a:cubicBezTo>
                      <a:pt x="44639" y="102179"/>
                      <a:pt x="44333" y="101528"/>
                      <a:pt x="44333" y="101107"/>
                    </a:cubicBezTo>
                    <a:cubicBezTo>
                      <a:pt x="44295" y="100878"/>
                      <a:pt x="44065" y="100724"/>
                      <a:pt x="43835" y="100763"/>
                    </a:cubicBezTo>
                    <a:cubicBezTo>
                      <a:pt x="43261" y="100878"/>
                      <a:pt x="43529" y="101528"/>
                      <a:pt x="43567" y="101911"/>
                    </a:cubicBezTo>
                    <a:close/>
                    <a:moveTo>
                      <a:pt x="41117" y="99652"/>
                    </a:moveTo>
                    <a:cubicBezTo>
                      <a:pt x="40926" y="99231"/>
                      <a:pt x="40734" y="98848"/>
                      <a:pt x="40428" y="98542"/>
                    </a:cubicBezTo>
                    <a:cubicBezTo>
                      <a:pt x="40045" y="98351"/>
                      <a:pt x="40198" y="97738"/>
                      <a:pt x="40620" y="97738"/>
                    </a:cubicBezTo>
                    <a:cubicBezTo>
                      <a:pt x="41309" y="97930"/>
                      <a:pt x="41615" y="98734"/>
                      <a:pt x="41921" y="99308"/>
                    </a:cubicBezTo>
                    <a:cubicBezTo>
                      <a:pt x="42151" y="99806"/>
                      <a:pt x="41347" y="100150"/>
                      <a:pt x="41117" y="99652"/>
                    </a:cubicBezTo>
                    <a:close/>
                    <a:moveTo>
                      <a:pt x="40964" y="103443"/>
                    </a:moveTo>
                    <a:cubicBezTo>
                      <a:pt x="41347" y="104170"/>
                      <a:pt x="42151" y="103557"/>
                      <a:pt x="41538" y="102639"/>
                    </a:cubicBezTo>
                    <a:cubicBezTo>
                      <a:pt x="41424" y="102447"/>
                      <a:pt x="41156" y="102371"/>
                      <a:pt x="40964" y="102485"/>
                    </a:cubicBezTo>
                    <a:cubicBezTo>
                      <a:pt x="40581" y="102715"/>
                      <a:pt x="40849" y="103136"/>
                      <a:pt x="40964" y="103443"/>
                    </a:cubicBezTo>
                    <a:close/>
                    <a:moveTo>
                      <a:pt x="37901" y="101260"/>
                    </a:moveTo>
                    <a:cubicBezTo>
                      <a:pt x="38131" y="101796"/>
                      <a:pt x="38935" y="101452"/>
                      <a:pt x="38705" y="100954"/>
                    </a:cubicBezTo>
                    <a:cubicBezTo>
                      <a:pt x="38514" y="100571"/>
                      <a:pt x="38323" y="99767"/>
                      <a:pt x="37748" y="100035"/>
                    </a:cubicBezTo>
                    <a:cubicBezTo>
                      <a:pt x="37289" y="100380"/>
                      <a:pt x="37787" y="100878"/>
                      <a:pt x="37901" y="101260"/>
                    </a:cubicBezTo>
                    <a:close/>
                    <a:moveTo>
                      <a:pt x="32121" y="97662"/>
                    </a:moveTo>
                    <a:cubicBezTo>
                      <a:pt x="31470" y="97355"/>
                      <a:pt x="32235" y="95977"/>
                      <a:pt x="32848" y="96398"/>
                    </a:cubicBezTo>
                    <a:cubicBezTo>
                      <a:pt x="33154" y="96666"/>
                      <a:pt x="32925" y="97011"/>
                      <a:pt x="32733" y="97279"/>
                    </a:cubicBezTo>
                    <a:cubicBezTo>
                      <a:pt x="32657" y="97547"/>
                      <a:pt x="32427" y="97777"/>
                      <a:pt x="32121" y="97662"/>
                    </a:cubicBezTo>
                    <a:close/>
                    <a:moveTo>
                      <a:pt x="32235" y="102639"/>
                    </a:moveTo>
                    <a:cubicBezTo>
                      <a:pt x="32771" y="102792"/>
                      <a:pt x="33154" y="101452"/>
                      <a:pt x="32618" y="101299"/>
                    </a:cubicBezTo>
                    <a:cubicBezTo>
                      <a:pt x="32006" y="101031"/>
                      <a:pt x="31546" y="102562"/>
                      <a:pt x="32235" y="102639"/>
                    </a:cubicBezTo>
                    <a:close/>
                    <a:moveTo>
                      <a:pt x="30053" y="102026"/>
                    </a:moveTo>
                    <a:cubicBezTo>
                      <a:pt x="30474" y="102103"/>
                      <a:pt x="30589" y="101681"/>
                      <a:pt x="30666" y="101375"/>
                    </a:cubicBezTo>
                    <a:cubicBezTo>
                      <a:pt x="30819" y="100954"/>
                      <a:pt x="31010" y="100571"/>
                      <a:pt x="31317" y="100265"/>
                    </a:cubicBezTo>
                    <a:cubicBezTo>
                      <a:pt x="31776" y="99920"/>
                      <a:pt x="31240" y="99231"/>
                      <a:pt x="30819" y="99576"/>
                    </a:cubicBezTo>
                    <a:cubicBezTo>
                      <a:pt x="30360" y="99997"/>
                      <a:pt x="29211" y="101605"/>
                      <a:pt x="30053" y="102026"/>
                    </a:cubicBezTo>
                    <a:close/>
                  </a:path>
                </a:pathLst>
              </a:custGeom>
              <a:solidFill>
                <a:srgbClr val="5346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32"/>
              <p:cNvSpPr/>
              <p:nvPr/>
            </p:nvSpPr>
            <p:spPr>
              <a:xfrm>
                <a:off x="2545675" y="2970900"/>
                <a:ext cx="761875" cy="191425"/>
              </a:xfrm>
              <a:custGeom>
                <a:avLst/>
                <a:gdLst/>
                <a:ahLst/>
                <a:cxnLst/>
                <a:rect l="l" t="t" r="r" b="b"/>
                <a:pathLst>
                  <a:path w="30475" h="7657" extrusionOk="0">
                    <a:moveTo>
                      <a:pt x="29708" y="115"/>
                    </a:moveTo>
                    <a:cubicBezTo>
                      <a:pt x="30129" y="0"/>
                      <a:pt x="30474" y="421"/>
                      <a:pt x="30359" y="804"/>
                    </a:cubicBezTo>
                    <a:cubicBezTo>
                      <a:pt x="30091" y="1263"/>
                      <a:pt x="29479" y="1378"/>
                      <a:pt x="29058" y="1685"/>
                    </a:cubicBezTo>
                    <a:cubicBezTo>
                      <a:pt x="27373" y="3216"/>
                      <a:pt x="25229" y="4288"/>
                      <a:pt x="23200" y="5283"/>
                    </a:cubicBezTo>
                    <a:cubicBezTo>
                      <a:pt x="19946" y="6815"/>
                      <a:pt x="16309" y="7657"/>
                      <a:pt x="12710" y="7351"/>
                    </a:cubicBezTo>
                    <a:cubicBezTo>
                      <a:pt x="10337" y="7121"/>
                      <a:pt x="8155" y="6126"/>
                      <a:pt x="6011" y="5130"/>
                    </a:cubicBezTo>
                    <a:cubicBezTo>
                      <a:pt x="4479" y="4479"/>
                      <a:pt x="2986" y="3867"/>
                      <a:pt x="1608" y="2910"/>
                    </a:cubicBezTo>
                    <a:cubicBezTo>
                      <a:pt x="1264" y="2680"/>
                      <a:pt x="919" y="2412"/>
                      <a:pt x="574" y="2144"/>
                    </a:cubicBezTo>
                    <a:cubicBezTo>
                      <a:pt x="421" y="1991"/>
                      <a:pt x="383" y="1799"/>
                      <a:pt x="421" y="1646"/>
                    </a:cubicBezTo>
                    <a:cubicBezTo>
                      <a:pt x="0" y="1263"/>
                      <a:pt x="230" y="345"/>
                      <a:pt x="1187" y="689"/>
                    </a:cubicBezTo>
                    <a:cubicBezTo>
                      <a:pt x="4020" y="1149"/>
                      <a:pt x="6891" y="1187"/>
                      <a:pt x="9724" y="1378"/>
                    </a:cubicBezTo>
                    <a:cubicBezTo>
                      <a:pt x="11830" y="1455"/>
                      <a:pt x="13935" y="1761"/>
                      <a:pt x="16041" y="1723"/>
                    </a:cubicBezTo>
                    <a:cubicBezTo>
                      <a:pt x="18453" y="1723"/>
                      <a:pt x="20827" y="1378"/>
                      <a:pt x="23238" y="1263"/>
                    </a:cubicBezTo>
                    <a:cubicBezTo>
                      <a:pt x="23430" y="1187"/>
                      <a:pt x="23660" y="1149"/>
                      <a:pt x="23813" y="1110"/>
                    </a:cubicBezTo>
                    <a:cubicBezTo>
                      <a:pt x="24885" y="919"/>
                      <a:pt x="26033" y="804"/>
                      <a:pt x="27105" y="651"/>
                    </a:cubicBezTo>
                    <a:cubicBezTo>
                      <a:pt x="27986" y="498"/>
                      <a:pt x="28866" y="345"/>
                      <a:pt x="29747" y="11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32"/>
              <p:cNvSpPr/>
              <p:nvPr/>
            </p:nvSpPr>
            <p:spPr>
              <a:xfrm>
                <a:off x="2540875" y="2970900"/>
                <a:ext cx="775275" cy="83275"/>
              </a:xfrm>
              <a:custGeom>
                <a:avLst/>
                <a:gdLst/>
                <a:ahLst/>
                <a:cxnLst/>
                <a:rect l="l" t="t" r="r" b="b"/>
                <a:pathLst>
                  <a:path w="31011" h="3331" extrusionOk="0">
                    <a:moveTo>
                      <a:pt x="11294" y="3101"/>
                    </a:moveTo>
                    <a:lnTo>
                      <a:pt x="11141" y="3101"/>
                    </a:lnTo>
                    <a:cubicBezTo>
                      <a:pt x="8232" y="3101"/>
                      <a:pt x="5360" y="2757"/>
                      <a:pt x="2527" y="2067"/>
                    </a:cubicBezTo>
                    <a:cubicBezTo>
                      <a:pt x="2030" y="1953"/>
                      <a:pt x="1532" y="1723"/>
                      <a:pt x="1073" y="1531"/>
                    </a:cubicBezTo>
                    <a:cubicBezTo>
                      <a:pt x="805" y="1417"/>
                      <a:pt x="575" y="1263"/>
                      <a:pt x="269" y="1263"/>
                    </a:cubicBezTo>
                    <a:cubicBezTo>
                      <a:pt x="116" y="1263"/>
                      <a:pt x="1" y="1110"/>
                      <a:pt x="39" y="957"/>
                    </a:cubicBezTo>
                    <a:cubicBezTo>
                      <a:pt x="39" y="766"/>
                      <a:pt x="192" y="728"/>
                      <a:pt x="345" y="728"/>
                    </a:cubicBezTo>
                    <a:cubicBezTo>
                      <a:pt x="460" y="613"/>
                      <a:pt x="652" y="574"/>
                      <a:pt x="766" y="689"/>
                    </a:cubicBezTo>
                    <a:cubicBezTo>
                      <a:pt x="1034" y="689"/>
                      <a:pt x="1264" y="728"/>
                      <a:pt x="1494" y="766"/>
                    </a:cubicBezTo>
                    <a:cubicBezTo>
                      <a:pt x="2106" y="842"/>
                      <a:pt x="2681" y="957"/>
                      <a:pt x="3293" y="1034"/>
                    </a:cubicBezTo>
                    <a:cubicBezTo>
                      <a:pt x="4480" y="1187"/>
                      <a:pt x="5743" y="1340"/>
                      <a:pt x="6930" y="1417"/>
                    </a:cubicBezTo>
                    <a:cubicBezTo>
                      <a:pt x="9419" y="1646"/>
                      <a:pt x="11945" y="1531"/>
                      <a:pt x="14434" y="1531"/>
                    </a:cubicBezTo>
                    <a:cubicBezTo>
                      <a:pt x="14970" y="1570"/>
                      <a:pt x="15582" y="1493"/>
                      <a:pt x="16118" y="1646"/>
                    </a:cubicBezTo>
                    <a:cubicBezTo>
                      <a:pt x="17994" y="1493"/>
                      <a:pt x="19908" y="1493"/>
                      <a:pt x="21784" y="1378"/>
                    </a:cubicBezTo>
                    <a:cubicBezTo>
                      <a:pt x="23584" y="1263"/>
                      <a:pt x="25345" y="1034"/>
                      <a:pt x="27106" y="651"/>
                    </a:cubicBezTo>
                    <a:cubicBezTo>
                      <a:pt x="27335" y="421"/>
                      <a:pt x="27680" y="460"/>
                      <a:pt x="27986" y="383"/>
                    </a:cubicBezTo>
                    <a:cubicBezTo>
                      <a:pt x="28752" y="268"/>
                      <a:pt x="29479" y="38"/>
                      <a:pt x="30245" y="0"/>
                    </a:cubicBezTo>
                    <a:cubicBezTo>
                      <a:pt x="31011" y="153"/>
                      <a:pt x="30283" y="957"/>
                      <a:pt x="29862" y="1149"/>
                    </a:cubicBezTo>
                    <a:cubicBezTo>
                      <a:pt x="28024" y="2106"/>
                      <a:pt x="25881" y="2335"/>
                      <a:pt x="23852" y="2680"/>
                    </a:cubicBezTo>
                    <a:cubicBezTo>
                      <a:pt x="22358" y="2910"/>
                      <a:pt x="20827" y="2986"/>
                      <a:pt x="19334" y="3101"/>
                    </a:cubicBezTo>
                    <a:cubicBezTo>
                      <a:pt x="16654" y="3293"/>
                      <a:pt x="13974" y="3331"/>
                      <a:pt x="11256" y="3101"/>
                    </a:cubicBezTo>
                    <a:close/>
                  </a:path>
                </a:pathLst>
              </a:custGeom>
              <a:solidFill>
                <a:srgbClr val="E8DBD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32"/>
              <p:cNvSpPr/>
              <p:nvPr/>
            </p:nvSpPr>
            <p:spPr>
              <a:xfrm>
                <a:off x="2322675" y="2278925"/>
                <a:ext cx="1116950" cy="134975"/>
              </a:xfrm>
              <a:custGeom>
                <a:avLst/>
                <a:gdLst/>
                <a:ahLst/>
                <a:cxnLst/>
                <a:rect l="l" t="t" r="r" b="b"/>
                <a:pathLst>
                  <a:path w="44678" h="5399" extrusionOk="0">
                    <a:moveTo>
                      <a:pt x="8269" y="2871"/>
                    </a:moveTo>
                    <a:cubicBezTo>
                      <a:pt x="7427" y="2642"/>
                      <a:pt x="6585" y="2680"/>
                      <a:pt x="5743" y="2795"/>
                    </a:cubicBezTo>
                    <a:cubicBezTo>
                      <a:pt x="5589" y="3407"/>
                      <a:pt x="4786" y="3254"/>
                      <a:pt x="4326" y="3446"/>
                    </a:cubicBezTo>
                    <a:cubicBezTo>
                      <a:pt x="5666" y="3292"/>
                      <a:pt x="6968" y="3101"/>
                      <a:pt x="8269" y="2871"/>
                    </a:cubicBezTo>
                    <a:close/>
                    <a:moveTo>
                      <a:pt x="41193" y="2565"/>
                    </a:moveTo>
                    <a:cubicBezTo>
                      <a:pt x="41308" y="2527"/>
                      <a:pt x="41461" y="2450"/>
                      <a:pt x="41614" y="2374"/>
                    </a:cubicBezTo>
                    <a:cubicBezTo>
                      <a:pt x="41079" y="2412"/>
                      <a:pt x="40543" y="2488"/>
                      <a:pt x="39968" y="2565"/>
                    </a:cubicBezTo>
                    <a:cubicBezTo>
                      <a:pt x="40007" y="2642"/>
                      <a:pt x="40007" y="2680"/>
                      <a:pt x="40007" y="2756"/>
                    </a:cubicBezTo>
                    <a:cubicBezTo>
                      <a:pt x="40007" y="2833"/>
                      <a:pt x="40007" y="2871"/>
                      <a:pt x="40007" y="2910"/>
                    </a:cubicBezTo>
                    <a:cubicBezTo>
                      <a:pt x="40236" y="2718"/>
                      <a:pt x="40696" y="2680"/>
                      <a:pt x="41193" y="2565"/>
                    </a:cubicBezTo>
                    <a:close/>
                    <a:moveTo>
                      <a:pt x="43950" y="1187"/>
                    </a:moveTo>
                    <a:cubicBezTo>
                      <a:pt x="44524" y="1149"/>
                      <a:pt x="44677" y="2029"/>
                      <a:pt x="44141" y="2182"/>
                    </a:cubicBezTo>
                    <a:cubicBezTo>
                      <a:pt x="43414" y="2871"/>
                      <a:pt x="42533" y="3407"/>
                      <a:pt x="41576" y="3599"/>
                    </a:cubicBezTo>
                    <a:cubicBezTo>
                      <a:pt x="41538" y="3599"/>
                      <a:pt x="41500" y="3599"/>
                      <a:pt x="41461" y="3637"/>
                    </a:cubicBezTo>
                    <a:cubicBezTo>
                      <a:pt x="40351" y="4096"/>
                      <a:pt x="39203" y="4441"/>
                      <a:pt x="37978" y="4211"/>
                    </a:cubicBezTo>
                    <a:cubicBezTo>
                      <a:pt x="36408" y="3982"/>
                      <a:pt x="34609" y="3790"/>
                      <a:pt x="33498" y="2603"/>
                    </a:cubicBezTo>
                    <a:cubicBezTo>
                      <a:pt x="33077" y="2259"/>
                      <a:pt x="33383" y="1493"/>
                      <a:pt x="33919" y="1646"/>
                    </a:cubicBezTo>
                    <a:lnTo>
                      <a:pt x="33919" y="1646"/>
                    </a:lnTo>
                    <a:cubicBezTo>
                      <a:pt x="33919" y="1646"/>
                      <a:pt x="33919" y="1646"/>
                      <a:pt x="33919" y="1646"/>
                    </a:cubicBezTo>
                    <a:cubicBezTo>
                      <a:pt x="33919" y="1646"/>
                      <a:pt x="33919" y="1646"/>
                      <a:pt x="33919" y="1646"/>
                    </a:cubicBezTo>
                    <a:cubicBezTo>
                      <a:pt x="33996" y="1570"/>
                      <a:pt x="34073" y="1493"/>
                      <a:pt x="34187" y="1455"/>
                    </a:cubicBezTo>
                    <a:lnTo>
                      <a:pt x="34187" y="1455"/>
                    </a:lnTo>
                    <a:cubicBezTo>
                      <a:pt x="36255" y="191"/>
                      <a:pt x="38896" y="0"/>
                      <a:pt x="41232" y="191"/>
                    </a:cubicBezTo>
                    <a:cubicBezTo>
                      <a:pt x="41576" y="306"/>
                      <a:pt x="42150" y="345"/>
                      <a:pt x="42533" y="574"/>
                    </a:cubicBezTo>
                    <a:lnTo>
                      <a:pt x="42533" y="574"/>
                    </a:lnTo>
                    <a:cubicBezTo>
                      <a:pt x="42686" y="613"/>
                      <a:pt x="42801" y="689"/>
                      <a:pt x="42916" y="727"/>
                    </a:cubicBezTo>
                    <a:cubicBezTo>
                      <a:pt x="43108" y="842"/>
                      <a:pt x="43222" y="995"/>
                      <a:pt x="43222" y="1187"/>
                    </a:cubicBezTo>
                    <a:cubicBezTo>
                      <a:pt x="43376" y="1187"/>
                      <a:pt x="43490" y="1225"/>
                      <a:pt x="43644" y="1263"/>
                    </a:cubicBezTo>
                    <a:cubicBezTo>
                      <a:pt x="43720" y="1225"/>
                      <a:pt x="43835" y="1187"/>
                      <a:pt x="43950" y="1187"/>
                    </a:cubicBezTo>
                    <a:lnTo>
                      <a:pt x="43950" y="1187"/>
                    </a:lnTo>
                    <a:close/>
                    <a:moveTo>
                      <a:pt x="11562" y="2718"/>
                    </a:moveTo>
                    <a:cubicBezTo>
                      <a:pt x="11830" y="3024"/>
                      <a:pt x="11791" y="3560"/>
                      <a:pt x="11370" y="3675"/>
                    </a:cubicBezTo>
                    <a:cubicBezTo>
                      <a:pt x="10145" y="5015"/>
                      <a:pt x="6968" y="5360"/>
                      <a:pt x="5168" y="5245"/>
                    </a:cubicBezTo>
                    <a:cubicBezTo>
                      <a:pt x="3867" y="5092"/>
                      <a:pt x="1225" y="5398"/>
                      <a:pt x="383" y="4326"/>
                    </a:cubicBezTo>
                    <a:cubicBezTo>
                      <a:pt x="0" y="2910"/>
                      <a:pt x="2259" y="2450"/>
                      <a:pt x="3216" y="2029"/>
                    </a:cubicBezTo>
                    <a:cubicBezTo>
                      <a:pt x="3943" y="1838"/>
                      <a:pt x="6700" y="842"/>
                      <a:pt x="7044" y="1646"/>
                    </a:cubicBezTo>
                    <a:cubicBezTo>
                      <a:pt x="8499" y="1723"/>
                      <a:pt x="10490" y="1570"/>
                      <a:pt x="11562" y="2718"/>
                    </a:cubicBezTo>
                    <a:close/>
                  </a:path>
                </a:pathLst>
              </a:custGeom>
              <a:solidFill>
                <a:srgbClr val="F5E9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32"/>
              <p:cNvSpPr/>
              <p:nvPr/>
            </p:nvSpPr>
            <p:spPr>
              <a:xfrm>
                <a:off x="2038400" y="3715500"/>
                <a:ext cx="1730450" cy="1006900"/>
              </a:xfrm>
              <a:custGeom>
                <a:avLst/>
                <a:gdLst/>
                <a:ahLst/>
                <a:cxnLst/>
                <a:rect l="l" t="t" r="r" b="b"/>
                <a:pathLst>
                  <a:path w="69218" h="40276" extrusionOk="0">
                    <a:moveTo>
                      <a:pt x="68950" y="33614"/>
                    </a:moveTo>
                    <a:cubicBezTo>
                      <a:pt x="69141" y="33882"/>
                      <a:pt x="69026" y="34341"/>
                      <a:pt x="69065" y="34648"/>
                    </a:cubicBezTo>
                    <a:cubicBezTo>
                      <a:pt x="69026" y="35375"/>
                      <a:pt x="68950" y="36141"/>
                      <a:pt x="68912" y="36868"/>
                    </a:cubicBezTo>
                    <a:cubicBezTo>
                      <a:pt x="68797" y="37442"/>
                      <a:pt x="69103" y="38782"/>
                      <a:pt x="68682" y="39088"/>
                    </a:cubicBezTo>
                    <a:cubicBezTo>
                      <a:pt x="68682" y="39165"/>
                      <a:pt x="68682" y="39242"/>
                      <a:pt x="68644" y="39318"/>
                    </a:cubicBezTo>
                    <a:cubicBezTo>
                      <a:pt x="68758" y="39586"/>
                      <a:pt x="68682" y="39931"/>
                      <a:pt x="68337" y="40007"/>
                    </a:cubicBezTo>
                    <a:cubicBezTo>
                      <a:pt x="68069" y="40084"/>
                      <a:pt x="67801" y="40122"/>
                      <a:pt x="67533" y="40122"/>
                    </a:cubicBezTo>
                    <a:cubicBezTo>
                      <a:pt x="66155" y="40199"/>
                      <a:pt x="64777" y="40122"/>
                      <a:pt x="63399" y="40084"/>
                    </a:cubicBezTo>
                    <a:cubicBezTo>
                      <a:pt x="60374" y="39931"/>
                      <a:pt x="57312" y="40084"/>
                      <a:pt x="54287" y="39931"/>
                    </a:cubicBezTo>
                    <a:cubicBezTo>
                      <a:pt x="51148" y="39739"/>
                      <a:pt x="48009" y="40007"/>
                      <a:pt x="44869" y="40084"/>
                    </a:cubicBezTo>
                    <a:cubicBezTo>
                      <a:pt x="40658" y="40160"/>
                      <a:pt x="36447" y="40199"/>
                      <a:pt x="32236" y="40199"/>
                    </a:cubicBezTo>
                    <a:cubicBezTo>
                      <a:pt x="30015" y="40122"/>
                      <a:pt x="27833" y="40122"/>
                      <a:pt x="25651" y="40160"/>
                    </a:cubicBezTo>
                    <a:cubicBezTo>
                      <a:pt x="24349" y="40199"/>
                      <a:pt x="23048" y="40237"/>
                      <a:pt x="21746" y="40160"/>
                    </a:cubicBezTo>
                    <a:cubicBezTo>
                      <a:pt x="21593" y="40160"/>
                      <a:pt x="21478" y="40084"/>
                      <a:pt x="21363" y="39969"/>
                    </a:cubicBezTo>
                    <a:cubicBezTo>
                      <a:pt x="20980" y="39969"/>
                      <a:pt x="20597" y="39969"/>
                      <a:pt x="20253" y="39969"/>
                    </a:cubicBezTo>
                    <a:cubicBezTo>
                      <a:pt x="20061" y="40275"/>
                      <a:pt x="19602" y="40237"/>
                      <a:pt x="19257" y="40237"/>
                    </a:cubicBezTo>
                    <a:cubicBezTo>
                      <a:pt x="18262" y="40237"/>
                      <a:pt x="17305" y="40237"/>
                      <a:pt x="16348" y="40199"/>
                    </a:cubicBezTo>
                    <a:cubicBezTo>
                      <a:pt x="15008" y="40122"/>
                      <a:pt x="13630" y="40275"/>
                      <a:pt x="12328" y="40007"/>
                    </a:cubicBezTo>
                    <a:cubicBezTo>
                      <a:pt x="12252" y="39969"/>
                      <a:pt x="12213" y="39931"/>
                      <a:pt x="12175" y="39892"/>
                    </a:cubicBezTo>
                    <a:cubicBezTo>
                      <a:pt x="9916" y="39892"/>
                      <a:pt x="7658" y="40046"/>
                      <a:pt x="5399" y="39854"/>
                    </a:cubicBezTo>
                    <a:cubicBezTo>
                      <a:pt x="4365" y="39816"/>
                      <a:pt x="3331" y="39854"/>
                      <a:pt x="2298" y="39931"/>
                    </a:cubicBezTo>
                    <a:cubicBezTo>
                      <a:pt x="1762" y="39931"/>
                      <a:pt x="1226" y="40084"/>
                      <a:pt x="690" y="39931"/>
                    </a:cubicBezTo>
                    <a:cubicBezTo>
                      <a:pt x="1" y="39586"/>
                      <a:pt x="422" y="38629"/>
                      <a:pt x="269" y="38017"/>
                    </a:cubicBezTo>
                    <a:cubicBezTo>
                      <a:pt x="77" y="36294"/>
                      <a:pt x="422" y="34724"/>
                      <a:pt x="307" y="33040"/>
                    </a:cubicBezTo>
                    <a:cubicBezTo>
                      <a:pt x="269" y="32083"/>
                      <a:pt x="498" y="31164"/>
                      <a:pt x="307" y="30207"/>
                    </a:cubicBezTo>
                    <a:cubicBezTo>
                      <a:pt x="269" y="30015"/>
                      <a:pt x="345" y="29862"/>
                      <a:pt x="460" y="29786"/>
                    </a:cubicBezTo>
                    <a:cubicBezTo>
                      <a:pt x="460" y="29441"/>
                      <a:pt x="460" y="29096"/>
                      <a:pt x="460" y="28752"/>
                    </a:cubicBezTo>
                    <a:cubicBezTo>
                      <a:pt x="422" y="26608"/>
                      <a:pt x="307" y="24502"/>
                      <a:pt x="384" y="22397"/>
                    </a:cubicBezTo>
                    <a:cubicBezTo>
                      <a:pt x="384" y="21363"/>
                      <a:pt x="460" y="20368"/>
                      <a:pt x="575" y="19334"/>
                    </a:cubicBezTo>
                    <a:cubicBezTo>
                      <a:pt x="460" y="19028"/>
                      <a:pt x="690" y="18683"/>
                      <a:pt x="996" y="18645"/>
                    </a:cubicBezTo>
                    <a:cubicBezTo>
                      <a:pt x="996" y="18645"/>
                      <a:pt x="1034" y="18645"/>
                      <a:pt x="1034" y="18645"/>
                    </a:cubicBezTo>
                    <a:cubicBezTo>
                      <a:pt x="1417" y="18454"/>
                      <a:pt x="1877" y="18415"/>
                      <a:pt x="2298" y="18262"/>
                    </a:cubicBezTo>
                    <a:cubicBezTo>
                      <a:pt x="3982" y="17841"/>
                      <a:pt x="5552" y="17114"/>
                      <a:pt x="7083" y="16348"/>
                    </a:cubicBezTo>
                    <a:cubicBezTo>
                      <a:pt x="7160" y="16080"/>
                      <a:pt x="7351" y="15812"/>
                      <a:pt x="7466" y="15544"/>
                    </a:cubicBezTo>
                    <a:cubicBezTo>
                      <a:pt x="7236" y="15199"/>
                      <a:pt x="7122" y="14625"/>
                      <a:pt x="7543" y="14357"/>
                    </a:cubicBezTo>
                    <a:cubicBezTo>
                      <a:pt x="8155" y="12443"/>
                      <a:pt x="9380" y="10835"/>
                      <a:pt x="10491" y="9189"/>
                    </a:cubicBezTo>
                    <a:cubicBezTo>
                      <a:pt x="11486" y="7696"/>
                      <a:pt x="12252" y="6088"/>
                      <a:pt x="13362" y="4710"/>
                    </a:cubicBezTo>
                    <a:cubicBezTo>
                      <a:pt x="13936" y="3829"/>
                      <a:pt x="17956" y="1"/>
                      <a:pt x="17764" y="2872"/>
                    </a:cubicBezTo>
                    <a:cubicBezTo>
                      <a:pt x="17650" y="4097"/>
                      <a:pt x="17267" y="5361"/>
                      <a:pt x="17037" y="6547"/>
                    </a:cubicBezTo>
                    <a:cubicBezTo>
                      <a:pt x="16999" y="6624"/>
                      <a:pt x="16999" y="6777"/>
                      <a:pt x="16960" y="6892"/>
                    </a:cubicBezTo>
                    <a:cubicBezTo>
                      <a:pt x="17114" y="6854"/>
                      <a:pt x="17267" y="6892"/>
                      <a:pt x="17382" y="6968"/>
                    </a:cubicBezTo>
                    <a:cubicBezTo>
                      <a:pt x="17650" y="7313"/>
                      <a:pt x="17803" y="7734"/>
                      <a:pt x="17994" y="8155"/>
                    </a:cubicBezTo>
                    <a:cubicBezTo>
                      <a:pt x="20406" y="10414"/>
                      <a:pt x="23048" y="12443"/>
                      <a:pt x="25804" y="14281"/>
                    </a:cubicBezTo>
                    <a:cubicBezTo>
                      <a:pt x="26417" y="14663"/>
                      <a:pt x="27029" y="15046"/>
                      <a:pt x="27680" y="15391"/>
                    </a:cubicBezTo>
                    <a:cubicBezTo>
                      <a:pt x="28024" y="15506"/>
                      <a:pt x="28369" y="15697"/>
                      <a:pt x="28714" y="15812"/>
                    </a:cubicBezTo>
                    <a:cubicBezTo>
                      <a:pt x="30168" y="16425"/>
                      <a:pt x="31585" y="17152"/>
                      <a:pt x="32772" y="18186"/>
                    </a:cubicBezTo>
                    <a:cubicBezTo>
                      <a:pt x="34380" y="19449"/>
                      <a:pt x="35222" y="21363"/>
                      <a:pt x="36026" y="23239"/>
                    </a:cubicBezTo>
                    <a:cubicBezTo>
                      <a:pt x="36255" y="23698"/>
                      <a:pt x="36447" y="24196"/>
                      <a:pt x="36638" y="24694"/>
                    </a:cubicBezTo>
                    <a:cubicBezTo>
                      <a:pt x="36638" y="24617"/>
                      <a:pt x="36638" y="24541"/>
                      <a:pt x="36677" y="24502"/>
                    </a:cubicBezTo>
                    <a:cubicBezTo>
                      <a:pt x="36677" y="24196"/>
                      <a:pt x="36677" y="23852"/>
                      <a:pt x="36753" y="23584"/>
                    </a:cubicBezTo>
                    <a:cubicBezTo>
                      <a:pt x="37021" y="22205"/>
                      <a:pt x="37710" y="21019"/>
                      <a:pt x="38591" y="19947"/>
                    </a:cubicBezTo>
                    <a:cubicBezTo>
                      <a:pt x="39739" y="18224"/>
                      <a:pt x="41730" y="17458"/>
                      <a:pt x="43529" y="16539"/>
                    </a:cubicBezTo>
                    <a:cubicBezTo>
                      <a:pt x="45061" y="15697"/>
                      <a:pt x="46707" y="15046"/>
                      <a:pt x="48238" y="14242"/>
                    </a:cubicBezTo>
                    <a:cubicBezTo>
                      <a:pt x="49923" y="13209"/>
                      <a:pt x="51569" y="12137"/>
                      <a:pt x="53100" y="10912"/>
                    </a:cubicBezTo>
                    <a:cubicBezTo>
                      <a:pt x="53177" y="10605"/>
                      <a:pt x="53521" y="10452"/>
                      <a:pt x="53751" y="10261"/>
                    </a:cubicBezTo>
                    <a:cubicBezTo>
                      <a:pt x="54402" y="9725"/>
                      <a:pt x="55129" y="9036"/>
                      <a:pt x="55321" y="8232"/>
                    </a:cubicBezTo>
                    <a:cubicBezTo>
                      <a:pt x="55589" y="7581"/>
                      <a:pt x="55512" y="7007"/>
                      <a:pt x="55206" y="6394"/>
                    </a:cubicBezTo>
                    <a:cubicBezTo>
                      <a:pt x="54938" y="5705"/>
                      <a:pt x="54747" y="5016"/>
                      <a:pt x="54593" y="4289"/>
                    </a:cubicBezTo>
                    <a:cubicBezTo>
                      <a:pt x="54440" y="3714"/>
                      <a:pt x="53866" y="2872"/>
                      <a:pt x="54785" y="2642"/>
                    </a:cubicBezTo>
                    <a:cubicBezTo>
                      <a:pt x="57120" y="2566"/>
                      <a:pt x="58345" y="4403"/>
                      <a:pt x="59379" y="6203"/>
                    </a:cubicBezTo>
                    <a:cubicBezTo>
                      <a:pt x="59609" y="6241"/>
                      <a:pt x="59877" y="6471"/>
                      <a:pt x="60030" y="6700"/>
                    </a:cubicBezTo>
                    <a:cubicBezTo>
                      <a:pt x="60872" y="7772"/>
                      <a:pt x="61561" y="8959"/>
                      <a:pt x="62174" y="10184"/>
                    </a:cubicBezTo>
                    <a:cubicBezTo>
                      <a:pt x="62556" y="11065"/>
                      <a:pt x="62786" y="11984"/>
                      <a:pt x="63246" y="12788"/>
                    </a:cubicBezTo>
                    <a:cubicBezTo>
                      <a:pt x="63858" y="13898"/>
                      <a:pt x="64471" y="14970"/>
                      <a:pt x="65083" y="16042"/>
                    </a:cubicBezTo>
                    <a:cubicBezTo>
                      <a:pt x="65083" y="16042"/>
                      <a:pt x="65083" y="16080"/>
                      <a:pt x="65083" y="16080"/>
                    </a:cubicBezTo>
                    <a:cubicBezTo>
                      <a:pt x="65236" y="16157"/>
                      <a:pt x="65351" y="16271"/>
                      <a:pt x="65428" y="16463"/>
                    </a:cubicBezTo>
                    <a:cubicBezTo>
                      <a:pt x="65619" y="16693"/>
                      <a:pt x="65887" y="16807"/>
                      <a:pt x="66155" y="16961"/>
                    </a:cubicBezTo>
                    <a:cubicBezTo>
                      <a:pt x="66959" y="17267"/>
                      <a:pt x="67763" y="17535"/>
                      <a:pt x="68529" y="17841"/>
                    </a:cubicBezTo>
                    <a:cubicBezTo>
                      <a:pt x="68644" y="17879"/>
                      <a:pt x="68758" y="17956"/>
                      <a:pt x="68797" y="18032"/>
                    </a:cubicBezTo>
                    <a:cubicBezTo>
                      <a:pt x="69026" y="18071"/>
                      <a:pt x="69218" y="18262"/>
                      <a:pt x="69218" y="18530"/>
                    </a:cubicBezTo>
                    <a:cubicBezTo>
                      <a:pt x="69180" y="20483"/>
                      <a:pt x="68988" y="22320"/>
                      <a:pt x="69026" y="24234"/>
                    </a:cubicBezTo>
                    <a:cubicBezTo>
                      <a:pt x="69103" y="27374"/>
                      <a:pt x="69103" y="30513"/>
                      <a:pt x="68950" y="3361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32"/>
              <p:cNvSpPr/>
              <p:nvPr/>
            </p:nvSpPr>
            <p:spPr>
              <a:xfrm>
                <a:off x="2023100" y="3760500"/>
                <a:ext cx="1774475" cy="970500"/>
              </a:xfrm>
              <a:custGeom>
                <a:avLst/>
                <a:gdLst/>
                <a:ahLst/>
                <a:cxnLst/>
                <a:rect l="l" t="t" r="r" b="b"/>
                <a:pathLst>
                  <a:path w="70979" h="38820" extrusionOk="0">
                    <a:moveTo>
                      <a:pt x="36523" y="29402"/>
                    </a:moveTo>
                    <a:cubicBezTo>
                      <a:pt x="37442" y="30206"/>
                      <a:pt x="37021" y="31010"/>
                      <a:pt x="36599" y="30933"/>
                    </a:cubicBezTo>
                    <a:cubicBezTo>
                      <a:pt x="36982" y="32656"/>
                      <a:pt x="37174" y="35374"/>
                      <a:pt x="36944" y="35834"/>
                    </a:cubicBezTo>
                    <a:cubicBezTo>
                      <a:pt x="36867" y="36331"/>
                      <a:pt x="37250" y="38016"/>
                      <a:pt x="36638" y="38092"/>
                    </a:cubicBezTo>
                    <a:cubicBezTo>
                      <a:pt x="36370" y="38590"/>
                      <a:pt x="35451" y="38820"/>
                      <a:pt x="35106" y="38437"/>
                    </a:cubicBezTo>
                    <a:cubicBezTo>
                      <a:pt x="34838" y="37863"/>
                      <a:pt x="35374" y="36791"/>
                      <a:pt x="35298" y="36102"/>
                    </a:cubicBezTo>
                    <a:cubicBezTo>
                      <a:pt x="35451" y="32694"/>
                      <a:pt x="35374" y="28943"/>
                      <a:pt x="31623" y="29479"/>
                    </a:cubicBezTo>
                    <a:cubicBezTo>
                      <a:pt x="31469" y="29555"/>
                      <a:pt x="31355" y="29632"/>
                      <a:pt x="31240" y="29708"/>
                    </a:cubicBezTo>
                    <a:cubicBezTo>
                      <a:pt x="30933" y="29938"/>
                      <a:pt x="30666" y="30168"/>
                      <a:pt x="30398" y="30436"/>
                    </a:cubicBezTo>
                    <a:cubicBezTo>
                      <a:pt x="28407" y="33116"/>
                      <a:pt x="25574" y="37020"/>
                      <a:pt x="23736" y="37097"/>
                    </a:cubicBezTo>
                    <a:cubicBezTo>
                      <a:pt x="22549" y="36178"/>
                      <a:pt x="21209" y="35451"/>
                      <a:pt x="20023" y="34609"/>
                    </a:cubicBezTo>
                    <a:cubicBezTo>
                      <a:pt x="17802" y="33269"/>
                      <a:pt x="15658" y="31814"/>
                      <a:pt x="13821" y="30015"/>
                    </a:cubicBezTo>
                    <a:cubicBezTo>
                      <a:pt x="11868" y="28177"/>
                      <a:pt x="10643" y="25765"/>
                      <a:pt x="9188" y="23545"/>
                    </a:cubicBezTo>
                    <a:cubicBezTo>
                      <a:pt x="9188" y="23506"/>
                      <a:pt x="9188" y="23506"/>
                      <a:pt x="9150" y="23506"/>
                    </a:cubicBezTo>
                    <a:cubicBezTo>
                      <a:pt x="8614" y="23659"/>
                      <a:pt x="7887" y="23698"/>
                      <a:pt x="7619" y="23889"/>
                    </a:cubicBezTo>
                    <a:cubicBezTo>
                      <a:pt x="5781" y="24578"/>
                      <a:pt x="3982" y="25306"/>
                      <a:pt x="2336" y="26416"/>
                    </a:cubicBezTo>
                    <a:cubicBezTo>
                      <a:pt x="1800" y="26646"/>
                      <a:pt x="804" y="28100"/>
                      <a:pt x="498" y="26990"/>
                    </a:cubicBezTo>
                    <a:cubicBezTo>
                      <a:pt x="651" y="26799"/>
                      <a:pt x="804" y="26646"/>
                      <a:pt x="957" y="26454"/>
                    </a:cubicBezTo>
                    <a:lnTo>
                      <a:pt x="957" y="26454"/>
                    </a:lnTo>
                    <a:cubicBezTo>
                      <a:pt x="766" y="26071"/>
                      <a:pt x="1110" y="25344"/>
                      <a:pt x="1034" y="24923"/>
                    </a:cubicBezTo>
                    <a:cubicBezTo>
                      <a:pt x="1110" y="24081"/>
                      <a:pt x="1072" y="23238"/>
                      <a:pt x="1072" y="22396"/>
                    </a:cubicBezTo>
                    <a:cubicBezTo>
                      <a:pt x="1225" y="20520"/>
                      <a:pt x="0" y="17113"/>
                      <a:pt x="2259" y="16232"/>
                    </a:cubicBezTo>
                    <a:cubicBezTo>
                      <a:pt x="2757" y="16118"/>
                      <a:pt x="3484" y="15850"/>
                      <a:pt x="4211" y="15735"/>
                    </a:cubicBezTo>
                    <a:cubicBezTo>
                      <a:pt x="4786" y="15199"/>
                      <a:pt x="5705" y="15046"/>
                      <a:pt x="6394" y="14739"/>
                    </a:cubicBezTo>
                    <a:cubicBezTo>
                      <a:pt x="7198" y="14471"/>
                      <a:pt x="7695" y="14203"/>
                      <a:pt x="8078" y="14127"/>
                    </a:cubicBezTo>
                    <a:cubicBezTo>
                      <a:pt x="7963" y="13821"/>
                      <a:pt x="7887" y="13514"/>
                      <a:pt x="7925" y="13170"/>
                    </a:cubicBezTo>
                    <a:cubicBezTo>
                      <a:pt x="8308" y="12251"/>
                      <a:pt x="8959" y="11485"/>
                      <a:pt x="9571" y="10720"/>
                    </a:cubicBezTo>
                    <a:cubicBezTo>
                      <a:pt x="9380" y="10222"/>
                      <a:pt x="10222" y="9341"/>
                      <a:pt x="10375" y="8882"/>
                    </a:cubicBezTo>
                    <a:cubicBezTo>
                      <a:pt x="10643" y="8576"/>
                      <a:pt x="10911" y="7657"/>
                      <a:pt x="11332" y="7389"/>
                    </a:cubicBezTo>
                    <a:cubicBezTo>
                      <a:pt x="11370" y="7312"/>
                      <a:pt x="11447" y="7197"/>
                      <a:pt x="11485" y="7121"/>
                    </a:cubicBezTo>
                    <a:cubicBezTo>
                      <a:pt x="12174" y="5972"/>
                      <a:pt x="12787" y="4786"/>
                      <a:pt x="13629" y="3752"/>
                    </a:cubicBezTo>
                    <a:cubicBezTo>
                      <a:pt x="14050" y="3331"/>
                      <a:pt x="14395" y="2871"/>
                      <a:pt x="14893" y="2565"/>
                    </a:cubicBezTo>
                    <a:cubicBezTo>
                      <a:pt x="15658" y="1608"/>
                      <a:pt x="16501" y="0"/>
                      <a:pt x="17879" y="77"/>
                    </a:cubicBezTo>
                    <a:cubicBezTo>
                      <a:pt x="18530" y="421"/>
                      <a:pt x="17917" y="1378"/>
                      <a:pt x="17879" y="1914"/>
                    </a:cubicBezTo>
                    <a:cubicBezTo>
                      <a:pt x="17726" y="3139"/>
                      <a:pt x="17419" y="4441"/>
                      <a:pt x="17840" y="5666"/>
                    </a:cubicBezTo>
                    <a:cubicBezTo>
                      <a:pt x="17994" y="5934"/>
                      <a:pt x="18376" y="6240"/>
                      <a:pt x="18108" y="6585"/>
                    </a:cubicBezTo>
                    <a:cubicBezTo>
                      <a:pt x="18530" y="6508"/>
                      <a:pt x="19257" y="6240"/>
                      <a:pt x="19372" y="6853"/>
                    </a:cubicBezTo>
                    <a:cubicBezTo>
                      <a:pt x="19372" y="6968"/>
                      <a:pt x="19372" y="7083"/>
                      <a:pt x="19295" y="7159"/>
                    </a:cubicBezTo>
                    <a:cubicBezTo>
                      <a:pt x="19410" y="7197"/>
                      <a:pt x="19487" y="7274"/>
                      <a:pt x="19563" y="7351"/>
                    </a:cubicBezTo>
                    <a:cubicBezTo>
                      <a:pt x="19946" y="7389"/>
                      <a:pt x="20252" y="7542"/>
                      <a:pt x="20214" y="7963"/>
                    </a:cubicBezTo>
                    <a:cubicBezTo>
                      <a:pt x="20061" y="8423"/>
                      <a:pt x="19525" y="8193"/>
                      <a:pt x="19180" y="8155"/>
                    </a:cubicBezTo>
                    <a:cubicBezTo>
                      <a:pt x="16845" y="8231"/>
                      <a:pt x="16233" y="11064"/>
                      <a:pt x="15582" y="12863"/>
                    </a:cubicBezTo>
                    <a:cubicBezTo>
                      <a:pt x="15161" y="14050"/>
                      <a:pt x="14701" y="15237"/>
                      <a:pt x="14127" y="16386"/>
                    </a:cubicBezTo>
                    <a:cubicBezTo>
                      <a:pt x="13514" y="17534"/>
                      <a:pt x="12825" y="18644"/>
                      <a:pt x="11868" y="19487"/>
                    </a:cubicBezTo>
                    <a:cubicBezTo>
                      <a:pt x="11600" y="19716"/>
                      <a:pt x="11332" y="19908"/>
                      <a:pt x="11064" y="20099"/>
                    </a:cubicBezTo>
                    <a:cubicBezTo>
                      <a:pt x="11332" y="20635"/>
                      <a:pt x="11677" y="21171"/>
                      <a:pt x="11983" y="21707"/>
                    </a:cubicBezTo>
                    <a:cubicBezTo>
                      <a:pt x="12902" y="23353"/>
                      <a:pt x="14242" y="24655"/>
                      <a:pt x="15811" y="25727"/>
                    </a:cubicBezTo>
                    <a:cubicBezTo>
                      <a:pt x="17955" y="27450"/>
                      <a:pt x="20252" y="28981"/>
                      <a:pt x="22243" y="30895"/>
                    </a:cubicBezTo>
                    <a:cubicBezTo>
                      <a:pt x="22243" y="30895"/>
                      <a:pt x="22281" y="30895"/>
                      <a:pt x="22281" y="30857"/>
                    </a:cubicBezTo>
                    <a:cubicBezTo>
                      <a:pt x="22320" y="30857"/>
                      <a:pt x="22320" y="30819"/>
                      <a:pt x="22358" y="30780"/>
                    </a:cubicBezTo>
                    <a:cubicBezTo>
                      <a:pt x="22013" y="30627"/>
                      <a:pt x="22052" y="30168"/>
                      <a:pt x="22358" y="29976"/>
                    </a:cubicBezTo>
                    <a:cubicBezTo>
                      <a:pt x="22932" y="29287"/>
                      <a:pt x="23392" y="28483"/>
                      <a:pt x="23813" y="27679"/>
                    </a:cubicBezTo>
                    <a:cubicBezTo>
                      <a:pt x="25000" y="25344"/>
                      <a:pt x="25650" y="22664"/>
                      <a:pt x="27373" y="20597"/>
                    </a:cubicBezTo>
                    <a:cubicBezTo>
                      <a:pt x="31240" y="16232"/>
                      <a:pt x="36178" y="19984"/>
                      <a:pt x="36561" y="24885"/>
                    </a:cubicBezTo>
                    <a:cubicBezTo>
                      <a:pt x="36599" y="25153"/>
                      <a:pt x="36676" y="25421"/>
                      <a:pt x="36638" y="25689"/>
                    </a:cubicBezTo>
                    <a:cubicBezTo>
                      <a:pt x="36599" y="25995"/>
                      <a:pt x="36293" y="26110"/>
                      <a:pt x="36025" y="26033"/>
                    </a:cubicBezTo>
                    <a:cubicBezTo>
                      <a:pt x="36293" y="27143"/>
                      <a:pt x="36408" y="28292"/>
                      <a:pt x="36523" y="29402"/>
                    </a:cubicBezTo>
                    <a:lnTo>
                      <a:pt x="36523" y="29402"/>
                    </a:lnTo>
                    <a:close/>
                    <a:moveTo>
                      <a:pt x="39279" y="23162"/>
                    </a:moveTo>
                    <a:lnTo>
                      <a:pt x="39279" y="23162"/>
                    </a:lnTo>
                    <a:lnTo>
                      <a:pt x="39279" y="23200"/>
                    </a:lnTo>
                    <a:cubicBezTo>
                      <a:pt x="39279" y="23162"/>
                      <a:pt x="39279" y="23162"/>
                      <a:pt x="39279" y="23162"/>
                    </a:cubicBezTo>
                    <a:lnTo>
                      <a:pt x="39279" y="23162"/>
                    </a:lnTo>
                    <a:close/>
                    <a:moveTo>
                      <a:pt x="39586" y="22281"/>
                    </a:moveTo>
                    <a:cubicBezTo>
                      <a:pt x="39815" y="22052"/>
                      <a:pt x="40007" y="21822"/>
                      <a:pt x="40122" y="21669"/>
                    </a:cubicBezTo>
                    <a:cubicBezTo>
                      <a:pt x="40275" y="21439"/>
                      <a:pt x="40466" y="21248"/>
                      <a:pt x="40658" y="21094"/>
                    </a:cubicBezTo>
                    <a:cubicBezTo>
                      <a:pt x="40658" y="21056"/>
                      <a:pt x="40658" y="21056"/>
                      <a:pt x="40658" y="21056"/>
                    </a:cubicBezTo>
                    <a:cubicBezTo>
                      <a:pt x="40198" y="21286"/>
                      <a:pt x="39854" y="21745"/>
                      <a:pt x="39624" y="22281"/>
                    </a:cubicBezTo>
                    <a:lnTo>
                      <a:pt x="39624" y="22281"/>
                    </a:lnTo>
                    <a:close/>
                    <a:moveTo>
                      <a:pt x="41806" y="21592"/>
                    </a:moveTo>
                    <a:cubicBezTo>
                      <a:pt x="41730" y="21669"/>
                      <a:pt x="41615" y="21707"/>
                      <a:pt x="41500" y="21707"/>
                    </a:cubicBezTo>
                    <a:cubicBezTo>
                      <a:pt x="42036" y="21898"/>
                      <a:pt x="42648" y="22434"/>
                      <a:pt x="43337" y="23315"/>
                    </a:cubicBezTo>
                    <a:cubicBezTo>
                      <a:pt x="43376" y="23391"/>
                      <a:pt x="43414" y="23430"/>
                      <a:pt x="43452" y="23506"/>
                    </a:cubicBezTo>
                    <a:cubicBezTo>
                      <a:pt x="43414" y="23315"/>
                      <a:pt x="43337" y="23124"/>
                      <a:pt x="43261" y="22970"/>
                    </a:cubicBezTo>
                    <a:cubicBezTo>
                      <a:pt x="42840" y="22090"/>
                      <a:pt x="42265" y="21784"/>
                      <a:pt x="41806" y="21592"/>
                    </a:cubicBezTo>
                    <a:lnTo>
                      <a:pt x="41806" y="21592"/>
                    </a:lnTo>
                    <a:close/>
                    <a:moveTo>
                      <a:pt x="38361" y="28139"/>
                    </a:moveTo>
                    <a:cubicBezTo>
                      <a:pt x="38361" y="28407"/>
                      <a:pt x="38361" y="28636"/>
                      <a:pt x="38361" y="28866"/>
                    </a:cubicBezTo>
                    <a:cubicBezTo>
                      <a:pt x="37518" y="28943"/>
                      <a:pt x="37825" y="30206"/>
                      <a:pt x="38552" y="29708"/>
                    </a:cubicBezTo>
                    <a:cubicBezTo>
                      <a:pt x="40351" y="29938"/>
                      <a:pt x="42112" y="30857"/>
                      <a:pt x="43376" y="32158"/>
                    </a:cubicBezTo>
                    <a:cubicBezTo>
                      <a:pt x="44103" y="33001"/>
                      <a:pt x="44754" y="33920"/>
                      <a:pt x="45366" y="34800"/>
                    </a:cubicBezTo>
                    <a:cubicBezTo>
                      <a:pt x="45673" y="35183"/>
                      <a:pt x="45864" y="35872"/>
                      <a:pt x="46400" y="35987"/>
                    </a:cubicBezTo>
                    <a:cubicBezTo>
                      <a:pt x="48506" y="35834"/>
                      <a:pt x="50305" y="34264"/>
                      <a:pt x="52104" y="33269"/>
                    </a:cubicBezTo>
                    <a:cubicBezTo>
                      <a:pt x="55971" y="30933"/>
                      <a:pt x="59685" y="28292"/>
                      <a:pt x="62594" y="24808"/>
                    </a:cubicBezTo>
                    <a:cubicBezTo>
                      <a:pt x="65351" y="24961"/>
                      <a:pt x="68030" y="26531"/>
                      <a:pt x="69256" y="29019"/>
                    </a:cubicBezTo>
                    <a:cubicBezTo>
                      <a:pt x="70442" y="29479"/>
                      <a:pt x="69868" y="27258"/>
                      <a:pt x="69983" y="26569"/>
                    </a:cubicBezTo>
                    <a:cubicBezTo>
                      <a:pt x="69945" y="24808"/>
                      <a:pt x="69868" y="23047"/>
                      <a:pt x="69906" y="21286"/>
                    </a:cubicBezTo>
                    <a:cubicBezTo>
                      <a:pt x="69600" y="19640"/>
                      <a:pt x="70978" y="15964"/>
                      <a:pt x="68452" y="15811"/>
                    </a:cubicBezTo>
                    <a:cubicBezTo>
                      <a:pt x="68107" y="15811"/>
                      <a:pt x="67571" y="15620"/>
                      <a:pt x="67150" y="15658"/>
                    </a:cubicBezTo>
                    <a:cubicBezTo>
                      <a:pt x="67035" y="15428"/>
                      <a:pt x="66844" y="15199"/>
                      <a:pt x="66614" y="14969"/>
                    </a:cubicBezTo>
                    <a:cubicBezTo>
                      <a:pt x="66193" y="14701"/>
                      <a:pt x="65733" y="14893"/>
                      <a:pt x="65236" y="15314"/>
                    </a:cubicBezTo>
                    <a:cubicBezTo>
                      <a:pt x="65389" y="15122"/>
                      <a:pt x="65504" y="14969"/>
                      <a:pt x="65619" y="14778"/>
                    </a:cubicBezTo>
                    <a:cubicBezTo>
                      <a:pt x="66116" y="14318"/>
                      <a:pt x="65657" y="13744"/>
                      <a:pt x="65274" y="13361"/>
                    </a:cubicBezTo>
                    <a:cubicBezTo>
                      <a:pt x="63934" y="11906"/>
                      <a:pt x="63322" y="9992"/>
                      <a:pt x="62594" y="8193"/>
                    </a:cubicBezTo>
                    <a:cubicBezTo>
                      <a:pt x="61714" y="6317"/>
                      <a:pt x="60718" y="4441"/>
                      <a:pt x="59225" y="2948"/>
                    </a:cubicBezTo>
                    <a:cubicBezTo>
                      <a:pt x="58728" y="2527"/>
                      <a:pt x="57464" y="1302"/>
                      <a:pt x="56469" y="1034"/>
                    </a:cubicBezTo>
                    <a:cubicBezTo>
                      <a:pt x="56469" y="996"/>
                      <a:pt x="56469" y="957"/>
                      <a:pt x="56430" y="957"/>
                    </a:cubicBezTo>
                    <a:cubicBezTo>
                      <a:pt x="56277" y="574"/>
                      <a:pt x="55933" y="728"/>
                      <a:pt x="55665" y="728"/>
                    </a:cubicBezTo>
                    <a:cubicBezTo>
                      <a:pt x="55282" y="728"/>
                      <a:pt x="55052" y="1187"/>
                      <a:pt x="55244" y="1455"/>
                    </a:cubicBezTo>
                    <a:cubicBezTo>
                      <a:pt x="54631" y="2067"/>
                      <a:pt x="56316" y="4862"/>
                      <a:pt x="55818" y="5934"/>
                    </a:cubicBezTo>
                    <a:cubicBezTo>
                      <a:pt x="55741" y="6623"/>
                      <a:pt x="55205" y="7197"/>
                      <a:pt x="55129" y="7848"/>
                    </a:cubicBezTo>
                    <a:cubicBezTo>
                      <a:pt x="55129" y="7848"/>
                      <a:pt x="55091" y="7887"/>
                      <a:pt x="55091" y="7887"/>
                    </a:cubicBezTo>
                    <a:cubicBezTo>
                      <a:pt x="55091" y="7887"/>
                      <a:pt x="55052" y="7848"/>
                      <a:pt x="55052" y="7848"/>
                    </a:cubicBezTo>
                    <a:cubicBezTo>
                      <a:pt x="54937" y="7887"/>
                      <a:pt x="54784" y="8001"/>
                      <a:pt x="54593" y="8116"/>
                    </a:cubicBezTo>
                    <a:cubicBezTo>
                      <a:pt x="54363" y="8116"/>
                      <a:pt x="54172" y="8231"/>
                      <a:pt x="54133" y="8499"/>
                    </a:cubicBezTo>
                    <a:cubicBezTo>
                      <a:pt x="53865" y="8767"/>
                      <a:pt x="53636" y="9073"/>
                      <a:pt x="53559" y="9341"/>
                    </a:cubicBezTo>
                    <a:cubicBezTo>
                      <a:pt x="53559" y="9341"/>
                      <a:pt x="53521" y="9303"/>
                      <a:pt x="53521" y="9303"/>
                    </a:cubicBezTo>
                    <a:cubicBezTo>
                      <a:pt x="52602" y="9073"/>
                      <a:pt x="52449" y="10375"/>
                      <a:pt x="53368" y="10145"/>
                    </a:cubicBezTo>
                    <a:cubicBezTo>
                      <a:pt x="57694" y="11600"/>
                      <a:pt x="56354" y="19257"/>
                      <a:pt x="59302" y="22128"/>
                    </a:cubicBezTo>
                    <a:cubicBezTo>
                      <a:pt x="58345" y="23200"/>
                      <a:pt x="57388" y="24272"/>
                      <a:pt x="56316" y="25267"/>
                    </a:cubicBezTo>
                    <a:cubicBezTo>
                      <a:pt x="54133" y="26952"/>
                      <a:pt x="52219" y="28943"/>
                      <a:pt x="50114" y="30742"/>
                    </a:cubicBezTo>
                    <a:cubicBezTo>
                      <a:pt x="49999" y="30704"/>
                      <a:pt x="49884" y="30665"/>
                      <a:pt x="49769" y="30665"/>
                    </a:cubicBezTo>
                    <a:cubicBezTo>
                      <a:pt x="48238" y="30129"/>
                      <a:pt x="47319" y="28598"/>
                      <a:pt x="46553" y="27220"/>
                    </a:cubicBezTo>
                    <a:cubicBezTo>
                      <a:pt x="45481" y="25267"/>
                      <a:pt x="45137" y="22932"/>
                      <a:pt x="43720" y="21171"/>
                    </a:cubicBezTo>
                    <a:cubicBezTo>
                      <a:pt x="42687" y="19831"/>
                      <a:pt x="40428" y="19640"/>
                      <a:pt x="39356" y="21018"/>
                    </a:cubicBezTo>
                    <a:cubicBezTo>
                      <a:pt x="38514" y="22320"/>
                      <a:pt x="38169" y="23889"/>
                      <a:pt x="37978" y="25421"/>
                    </a:cubicBezTo>
                    <a:cubicBezTo>
                      <a:pt x="38016" y="25995"/>
                      <a:pt x="37250" y="28254"/>
                      <a:pt x="38131" y="28254"/>
                    </a:cubicBezTo>
                    <a:cubicBezTo>
                      <a:pt x="38246" y="28254"/>
                      <a:pt x="38322" y="28215"/>
                      <a:pt x="38399" y="28177"/>
                    </a:cubicBezTo>
                    <a:lnTo>
                      <a:pt x="38399" y="28177"/>
                    </a:lnTo>
                    <a:close/>
                    <a:moveTo>
                      <a:pt x="22856" y="31469"/>
                    </a:moveTo>
                    <a:cubicBezTo>
                      <a:pt x="22856" y="31469"/>
                      <a:pt x="22894" y="31508"/>
                      <a:pt x="22894" y="31546"/>
                    </a:cubicBezTo>
                    <a:cubicBezTo>
                      <a:pt x="22970" y="31469"/>
                      <a:pt x="23047" y="31393"/>
                      <a:pt x="23124" y="31278"/>
                    </a:cubicBezTo>
                    <a:cubicBezTo>
                      <a:pt x="23009" y="31355"/>
                      <a:pt x="22932" y="31431"/>
                      <a:pt x="22856" y="31469"/>
                    </a:cubicBezTo>
                    <a:lnTo>
                      <a:pt x="22856" y="31469"/>
                    </a:lnTo>
                    <a:close/>
                    <a:moveTo>
                      <a:pt x="29096" y="21630"/>
                    </a:moveTo>
                    <a:cubicBezTo>
                      <a:pt x="30627" y="20635"/>
                      <a:pt x="32618" y="20367"/>
                      <a:pt x="33958" y="21669"/>
                    </a:cubicBezTo>
                    <a:cubicBezTo>
                      <a:pt x="32809" y="20176"/>
                      <a:pt x="31163" y="19410"/>
                      <a:pt x="29364" y="20980"/>
                    </a:cubicBezTo>
                    <a:cubicBezTo>
                      <a:pt x="29326" y="21209"/>
                      <a:pt x="29211" y="21439"/>
                      <a:pt x="29096" y="21630"/>
                    </a:cubicBezTo>
                    <a:close/>
                  </a:path>
                </a:pathLst>
              </a:custGeom>
              <a:solidFill>
                <a:srgbClr val="000000">
                  <a:alpha val="8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32"/>
              <p:cNvSpPr/>
              <p:nvPr/>
            </p:nvSpPr>
            <p:spPr>
              <a:xfrm>
                <a:off x="2514075" y="3987325"/>
                <a:ext cx="844200" cy="226850"/>
              </a:xfrm>
              <a:custGeom>
                <a:avLst/>
                <a:gdLst/>
                <a:ahLst/>
                <a:cxnLst/>
                <a:rect l="l" t="t" r="r" b="b"/>
                <a:pathLst>
                  <a:path w="33768" h="9074" extrusionOk="0">
                    <a:moveTo>
                      <a:pt x="23009" y="8576"/>
                    </a:moveTo>
                    <a:cubicBezTo>
                      <a:pt x="22359" y="7619"/>
                      <a:pt x="25536" y="6891"/>
                      <a:pt x="26149" y="6470"/>
                    </a:cubicBezTo>
                    <a:cubicBezTo>
                      <a:pt x="27335" y="5934"/>
                      <a:pt x="28522" y="5475"/>
                      <a:pt x="29632" y="4748"/>
                    </a:cubicBezTo>
                    <a:cubicBezTo>
                      <a:pt x="30283" y="4441"/>
                      <a:pt x="32389" y="2680"/>
                      <a:pt x="32810" y="2910"/>
                    </a:cubicBezTo>
                    <a:cubicBezTo>
                      <a:pt x="33767" y="2833"/>
                      <a:pt x="33269" y="3905"/>
                      <a:pt x="32925" y="4288"/>
                    </a:cubicBezTo>
                    <a:cubicBezTo>
                      <a:pt x="32197" y="5245"/>
                      <a:pt x="31202" y="5973"/>
                      <a:pt x="30207" y="6547"/>
                    </a:cubicBezTo>
                    <a:cubicBezTo>
                      <a:pt x="28522" y="7695"/>
                      <a:pt x="26608" y="8538"/>
                      <a:pt x="24617" y="8767"/>
                    </a:cubicBezTo>
                    <a:cubicBezTo>
                      <a:pt x="24120" y="8844"/>
                      <a:pt x="23392" y="9074"/>
                      <a:pt x="23009" y="8614"/>
                    </a:cubicBezTo>
                    <a:lnTo>
                      <a:pt x="23009" y="8614"/>
                    </a:lnTo>
                    <a:close/>
                    <a:moveTo>
                      <a:pt x="9457" y="7657"/>
                    </a:moveTo>
                    <a:cubicBezTo>
                      <a:pt x="6739" y="7734"/>
                      <a:pt x="4748" y="5666"/>
                      <a:pt x="2872" y="3982"/>
                    </a:cubicBezTo>
                    <a:cubicBezTo>
                      <a:pt x="2221" y="3255"/>
                      <a:pt x="116" y="1915"/>
                      <a:pt x="1" y="996"/>
                    </a:cubicBezTo>
                    <a:cubicBezTo>
                      <a:pt x="307" y="0"/>
                      <a:pt x="1456" y="1072"/>
                      <a:pt x="1877" y="1417"/>
                    </a:cubicBezTo>
                    <a:cubicBezTo>
                      <a:pt x="3485" y="2680"/>
                      <a:pt x="5131" y="3867"/>
                      <a:pt x="6892" y="4901"/>
                    </a:cubicBezTo>
                    <a:cubicBezTo>
                      <a:pt x="7926" y="5513"/>
                      <a:pt x="9112" y="6011"/>
                      <a:pt x="9993" y="6853"/>
                    </a:cubicBezTo>
                    <a:cubicBezTo>
                      <a:pt x="10261" y="7236"/>
                      <a:pt x="9878" y="7734"/>
                      <a:pt x="9457" y="7657"/>
                    </a:cubicBezTo>
                    <a:close/>
                  </a:path>
                </a:pathLst>
              </a:custGeom>
              <a:solidFill>
                <a:srgbClr val="FFFFFF">
                  <a:alpha val="214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32"/>
              <p:cNvSpPr/>
              <p:nvPr/>
            </p:nvSpPr>
            <p:spPr>
              <a:xfrm>
                <a:off x="2043200" y="3816950"/>
                <a:ext cx="1728525" cy="914050"/>
              </a:xfrm>
              <a:custGeom>
                <a:avLst/>
                <a:gdLst/>
                <a:ahLst/>
                <a:cxnLst/>
                <a:rect l="l" t="t" r="r" b="b"/>
                <a:pathLst>
                  <a:path w="69141" h="36562" extrusionOk="0">
                    <a:moveTo>
                      <a:pt x="268" y="20559"/>
                    </a:moveTo>
                    <a:cubicBezTo>
                      <a:pt x="153" y="20444"/>
                      <a:pt x="192" y="20253"/>
                      <a:pt x="306" y="20176"/>
                    </a:cubicBezTo>
                    <a:cubicBezTo>
                      <a:pt x="651" y="19908"/>
                      <a:pt x="1072" y="19679"/>
                      <a:pt x="1455" y="19449"/>
                    </a:cubicBezTo>
                    <a:cubicBezTo>
                      <a:pt x="2910" y="18683"/>
                      <a:pt x="4403" y="17956"/>
                      <a:pt x="5934" y="17382"/>
                    </a:cubicBezTo>
                    <a:cubicBezTo>
                      <a:pt x="6968" y="16999"/>
                      <a:pt x="8001" y="16578"/>
                      <a:pt x="9112" y="16348"/>
                    </a:cubicBezTo>
                    <a:cubicBezTo>
                      <a:pt x="9341" y="16310"/>
                      <a:pt x="9648" y="16233"/>
                      <a:pt x="9724" y="16539"/>
                    </a:cubicBezTo>
                    <a:cubicBezTo>
                      <a:pt x="9724" y="16693"/>
                      <a:pt x="9609" y="16846"/>
                      <a:pt x="9456" y="16884"/>
                    </a:cubicBezTo>
                    <a:cubicBezTo>
                      <a:pt x="7159" y="17382"/>
                      <a:pt x="4901" y="18377"/>
                      <a:pt x="2795" y="19411"/>
                    </a:cubicBezTo>
                    <a:cubicBezTo>
                      <a:pt x="2144" y="19755"/>
                      <a:pt x="1455" y="20100"/>
                      <a:pt x="804" y="20521"/>
                    </a:cubicBezTo>
                    <a:cubicBezTo>
                      <a:pt x="651" y="20636"/>
                      <a:pt x="421" y="20789"/>
                      <a:pt x="268" y="20559"/>
                    </a:cubicBezTo>
                    <a:lnTo>
                      <a:pt x="268" y="20559"/>
                    </a:lnTo>
                    <a:close/>
                    <a:moveTo>
                      <a:pt x="22588" y="27412"/>
                    </a:moveTo>
                    <a:cubicBezTo>
                      <a:pt x="22664" y="27565"/>
                      <a:pt x="22817" y="27642"/>
                      <a:pt x="22970" y="27565"/>
                    </a:cubicBezTo>
                    <a:cubicBezTo>
                      <a:pt x="23085" y="27489"/>
                      <a:pt x="23162" y="27297"/>
                      <a:pt x="23085" y="27182"/>
                    </a:cubicBezTo>
                    <a:cubicBezTo>
                      <a:pt x="22664" y="26378"/>
                      <a:pt x="22128" y="25651"/>
                      <a:pt x="21554" y="24962"/>
                    </a:cubicBezTo>
                    <a:cubicBezTo>
                      <a:pt x="20405" y="23622"/>
                      <a:pt x="19142" y="22320"/>
                      <a:pt x="17840" y="21095"/>
                    </a:cubicBezTo>
                    <a:cubicBezTo>
                      <a:pt x="16960" y="20291"/>
                      <a:pt x="16003" y="19564"/>
                      <a:pt x="15161" y="18722"/>
                    </a:cubicBezTo>
                    <a:cubicBezTo>
                      <a:pt x="13974" y="17573"/>
                      <a:pt x="12978" y="16310"/>
                      <a:pt x="12021" y="15008"/>
                    </a:cubicBezTo>
                    <a:cubicBezTo>
                      <a:pt x="10873" y="13515"/>
                      <a:pt x="10107" y="11754"/>
                      <a:pt x="9418" y="10031"/>
                    </a:cubicBezTo>
                    <a:cubicBezTo>
                      <a:pt x="9188" y="9534"/>
                      <a:pt x="8959" y="9074"/>
                      <a:pt x="8767" y="8500"/>
                    </a:cubicBezTo>
                    <a:cubicBezTo>
                      <a:pt x="8767" y="8347"/>
                      <a:pt x="8652" y="8155"/>
                      <a:pt x="8461" y="8155"/>
                    </a:cubicBezTo>
                    <a:cubicBezTo>
                      <a:pt x="8078" y="8194"/>
                      <a:pt x="8193" y="8653"/>
                      <a:pt x="8308" y="8883"/>
                    </a:cubicBezTo>
                    <a:cubicBezTo>
                      <a:pt x="8499" y="9342"/>
                      <a:pt x="8691" y="9763"/>
                      <a:pt x="8882" y="10223"/>
                    </a:cubicBezTo>
                    <a:cubicBezTo>
                      <a:pt x="9418" y="11563"/>
                      <a:pt x="9992" y="12941"/>
                      <a:pt x="10758" y="14166"/>
                    </a:cubicBezTo>
                    <a:cubicBezTo>
                      <a:pt x="11868" y="15889"/>
                      <a:pt x="13170" y="17458"/>
                      <a:pt x="14586" y="18913"/>
                    </a:cubicBezTo>
                    <a:cubicBezTo>
                      <a:pt x="16041" y="20368"/>
                      <a:pt x="17687" y="21593"/>
                      <a:pt x="19065" y="23086"/>
                    </a:cubicBezTo>
                    <a:cubicBezTo>
                      <a:pt x="20329" y="24426"/>
                      <a:pt x="21669" y="25766"/>
                      <a:pt x="22588" y="27412"/>
                    </a:cubicBezTo>
                    <a:lnTo>
                      <a:pt x="22588" y="27412"/>
                    </a:lnTo>
                    <a:close/>
                    <a:moveTo>
                      <a:pt x="25727" y="21746"/>
                    </a:moveTo>
                    <a:cubicBezTo>
                      <a:pt x="25650" y="21746"/>
                      <a:pt x="25612" y="21708"/>
                      <a:pt x="25574" y="21631"/>
                    </a:cubicBezTo>
                    <a:cubicBezTo>
                      <a:pt x="25459" y="21516"/>
                      <a:pt x="25382" y="21325"/>
                      <a:pt x="25306" y="21210"/>
                    </a:cubicBezTo>
                    <a:cubicBezTo>
                      <a:pt x="24464" y="20023"/>
                      <a:pt x="23353" y="19143"/>
                      <a:pt x="22281" y="18224"/>
                    </a:cubicBezTo>
                    <a:cubicBezTo>
                      <a:pt x="21363" y="17458"/>
                      <a:pt x="20482" y="16693"/>
                      <a:pt x="19563" y="15927"/>
                    </a:cubicBezTo>
                    <a:cubicBezTo>
                      <a:pt x="18223" y="14740"/>
                      <a:pt x="16807" y="13668"/>
                      <a:pt x="15582" y="12367"/>
                    </a:cubicBezTo>
                    <a:cubicBezTo>
                      <a:pt x="13514" y="10184"/>
                      <a:pt x="11562" y="7772"/>
                      <a:pt x="10643" y="4825"/>
                    </a:cubicBezTo>
                    <a:cubicBezTo>
                      <a:pt x="10605" y="4710"/>
                      <a:pt x="10720" y="4518"/>
                      <a:pt x="10873" y="4480"/>
                    </a:cubicBezTo>
                    <a:cubicBezTo>
                      <a:pt x="11217" y="4404"/>
                      <a:pt x="11217" y="4825"/>
                      <a:pt x="11332" y="5054"/>
                    </a:cubicBezTo>
                    <a:cubicBezTo>
                      <a:pt x="12060" y="7083"/>
                      <a:pt x="13208" y="8883"/>
                      <a:pt x="14663" y="10491"/>
                    </a:cubicBezTo>
                    <a:cubicBezTo>
                      <a:pt x="15467" y="11371"/>
                      <a:pt x="16232" y="12290"/>
                      <a:pt x="17113" y="13094"/>
                    </a:cubicBezTo>
                    <a:cubicBezTo>
                      <a:pt x="18568" y="14357"/>
                      <a:pt x="20061" y="15582"/>
                      <a:pt x="21477" y="16807"/>
                    </a:cubicBezTo>
                    <a:cubicBezTo>
                      <a:pt x="22626" y="17803"/>
                      <a:pt x="23851" y="18722"/>
                      <a:pt x="24923" y="19832"/>
                    </a:cubicBezTo>
                    <a:cubicBezTo>
                      <a:pt x="25344" y="20291"/>
                      <a:pt x="25727" y="20827"/>
                      <a:pt x="26071" y="21363"/>
                    </a:cubicBezTo>
                    <a:cubicBezTo>
                      <a:pt x="26186" y="21555"/>
                      <a:pt x="25957" y="21823"/>
                      <a:pt x="25727" y="21746"/>
                    </a:cubicBezTo>
                    <a:close/>
                    <a:moveTo>
                      <a:pt x="29976" y="18454"/>
                    </a:moveTo>
                    <a:cubicBezTo>
                      <a:pt x="29900" y="18454"/>
                      <a:pt x="29862" y="18377"/>
                      <a:pt x="29785" y="18301"/>
                    </a:cubicBezTo>
                    <a:cubicBezTo>
                      <a:pt x="29287" y="17573"/>
                      <a:pt x="28751" y="16884"/>
                      <a:pt x="28139" y="16233"/>
                    </a:cubicBezTo>
                    <a:cubicBezTo>
                      <a:pt x="26454" y="14625"/>
                      <a:pt x="24425" y="13438"/>
                      <a:pt x="22511" y="12137"/>
                    </a:cubicBezTo>
                    <a:cubicBezTo>
                      <a:pt x="18721" y="9457"/>
                      <a:pt x="15161" y="5897"/>
                      <a:pt x="14050" y="1303"/>
                    </a:cubicBezTo>
                    <a:cubicBezTo>
                      <a:pt x="13974" y="958"/>
                      <a:pt x="13897" y="652"/>
                      <a:pt x="13859" y="307"/>
                    </a:cubicBezTo>
                    <a:cubicBezTo>
                      <a:pt x="13859" y="154"/>
                      <a:pt x="13935" y="1"/>
                      <a:pt x="14127" y="1"/>
                    </a:cubicBezTo>
                    <a:cubicBezTo>
                      <a:pt x="14510" y="1"/>
                      <a:pt x="14433" y="499"/>
                      <a:pt x="14510" y="767"/>
                    </a:cubicBezTo>
                    <a:cubicBezTo>
                      <a:pt x="14625" y="1341"/>
                      <a:pt x="14778" y="1915"/>
                      <a:pt x="14969" y="2451"/>
                    </a:cubicBezTo>
                    <a:cubicBezTo>
                      <a:pt x="16424" y="6356"/>
                      <a:pt x="19525" y="9342"/>
                      <a:pt x="22894" y="11677"/>
                    </a:cubicBezTo>
                    <a:cubicBezTo>
                      <a:pt x="25076" y="13247"/>
                      <a:pt x="27564" y="14549"/>
                      <a:pt x="29287" y="16654"/>
                    </a:cubicBezTo>
                    <a:cubicBezTo>
                      <a:pt x="29632" y="17114"/>
                      <a:pt x="30015" y="17573"/>
                      <a:pt x="30321" y="18033"/>
                    </a:cubicBezTo>
                    <a:cubicBezTo>
                      <a:pt x="30436" y="18262"/>
                      <a:pt x="30206" y="18530"/>
                      <a:pt x="29976" y="18454"/>
                    </a:cubicBezTo>
                    <a:lnTo>
                      <a:pt x="29976" y="18454"/>
                    </a:lnTo>
                    <a:close/>
                    <a:moveTo>
                      <a:pt x="46745" y="27757"/>
                    </a:moveTo>
                    <a:cubicBezTo>
                      <a:pt x="46017" y="27412"/>
                      <a:pt x="47434" y="26493"/>
                      <a:pt x="47702" y="26225"/>
                    </a:cubicBezTo>
                    <a:cubicBezTo>
                      <a:pt x="49118" y="25038"/>
                      <a:pt x="50688" y="24043"/>
                      <a:pt x="52334" y="23316"/>
                    </a:cubicBezTo>
                    <a:cubicBezTo>
                      <a:pt x="53368" y="22818"/>
                      <a:pt x="54401" y="22397"/>
                      <a:pt x="55435" y="21899"/>
                    </a:cubicBezTo>
                    <a:cubicBezTo>
                      <a:pt x="56584" y="21287"/>
                      <a:pt x="57579" y="20559"/>
                      <a:pt x="58574" y="19755"/>
                    </a:cubicBezTo>
                    <a:cubicBezTo>
                      <a:pt x="58881" y="19526"/>
                      <a:pt x="59225" y="19985"/>
                      <a:pt x="58919" y="20215"/>
                    </a:cubicBezTo>
                    <a:cubicBezTo>
                      <a:pt x="58038" y="20904"/>
                      <a:pt x="57120" y="21631"/>
                      <a:pt x="56124" y="22167"/>
                    </a:cubicBezTo>
                    <a:cubicBezTo>
                      <a:pt x="54325" y="23124"/>
                      <a:pt x="52449" y="23775"/>
                      <a:pt x="50688" y="24770"/>
                    </a:cubicBezTo>
                    <a:cubicBezTo>
                      <a:pt x="49425" y="25574"/>
                      <a:pt x="48199" y="26455"/>
                      <a:pt x="47127" y="27527"/>
                    </a:cubicBezTo>
                    <a:cubicBezTo>
                      <a:pt x="47013" y="27642"/>
                      <a:pt x="46936" y="27795"/>
                      <a:pt x="46745" y="27757"/>
                    </a:cubicBezTo>
                    <a:close/>
                    <a:moveTo>
                      <a:pt x="43759" y="23354"/>
                    </a:moveTo>
                    <a:cubicBezTo>
                      <a:pt x="43759" y="23507"/>
                      <a:pt x="43912" y="23622"/>
                      <a:pt x="44065" y="23622"/>
                    </a:cubicBezTo>
                    <a:cubicBezTo>
                      <a:pt x="44256" y="23622"/>
                      <a:pt x="44333" y="23392"/>
                      <a:pt x="44486" y="23277"/>
                    </a:cubicBezTo>
                    <a:cubicBezTo>
                      <a:pt x="45060" y="22703"/>
                      <a:pt x="45634" y="22129"/>
                      <a:pt x="46285" y="21593"/>
                    </a:cubicBezTo>
                    <a:cubicBezTo>
                      <a:pt x="47357" y="20674"/>
                      <a:pt x="48467" y="19794"/>
                      <a:pt x="49616" y="18951"/>
                    </a:cubicBezTo>
                    <a:cubicBezTo>
                      <a:pt x="50879" y="17994"/>
                      <a:pt x="52296" y="17229"/>
                      <a:pt x="53674" y="16386"/>
                    </a:cubicBezTo>
                    <a:cubicBezTo>
                      <a:pt x="55320" y="15429"/>
                      <a:pt x="56890" y="14396"/>
                      <a:pt x="58421" y="13247"/>
                    </a:cubicBezTo>
                    <a:cubicBezTo>
                      <a:pt x="59838" y="12175"/>
                      <a:pt x="61292" y="11103"/>
                      <a:pt x="62441" y="9687"/>
                    </a:cubicBezTo>
                    <a:cubicBezTo>
                      <a:pt x="62747" y="9266"/>
                      <a:pt x="63015" y="8806"/>
                      <a:pt x="63322" y="8347"/>
                    </a:cubicBezTo>
                    <a:cubicBezTo>
                      <a:pt x="63513" y="8002"/>
                      <a:pt x="63015" y="7772"/>
                      <a:pt x="62824" y="8079"/>
                    </a:cubicBezTo>
                    <a:cubicBezTo>
                      <a:pt x="62479" y="8615"/>
                      <a:pt x="62135" y="9227"/>
                      <a:pt x="61675" y="9725"/>
                    </a:cubicBezTo>
                    <a:cubicBezTo>
                      <a:pt x="60986" y="10491"/>
                      <a:pt x="60221" y="11103"/>
                      <a:pt x="59417" y="11754"/>
                    </a:cubicBezTo>
                    <a:cubicBezTo>
                      <a:pt x="57656" y="13209"/>
                      <a:pt x="55741" y="14472"/>
                      <a:pt x="53827" y="15659"/>
                    </a:cubicBezTo>
                    <a:cubicBezTo>
                      <a:pt x="51683" y="16884"/>
                      <a:pt x="49578" y="18147"/>
                      <a:pt x="47702" y="19679"/>
                    </a:cubicBezTo>
                    <a:cubicBezTo>
                      <a:pt x="46515" y="20636"/>
                      <a:pt x="45328" y="21593"/>
                      <a:pt x="44256" y="22703"/>
                    </a:cubicBezTo>
                    <a:cubicBezTo>
                      <a:pt x="44103" y="22895"/>
                      <a:pt x="43797" y="23048"/>
                      <a:pt x="43759" y="23316"/>
                    </a:cubicBezTo>
                    <a:lnTo>
                      <a:pt x="43759" y="23316"/>
                    </a:lnTo>
                    <a:close/>
                    <a:moveTo>
                      <a:pt x="39164" y="19334"/>
                    </a:moveTo>
                    <a:cubicBezTo>
                      <a:pt x="39164" y="19334"/>
                      <a:pt x="39164" y="19372"/>
                      <a:pt x="39126" y="19372"/>
                    </a:cubicBezTo>
                    <a:cubicBezTo>
                      <a:pt x="39050" y="21210"/>
                      <a:pt x="39394" y="23009"/>
                      <a:pt x="39547" y="24809"/>
                    </a:cubicBezTo>
                    <a:cubicBezTo>
                      <a:pt x="39662" y="26072"/>
                      <a:pt x="39739" y="27297"/>
                      <a:pt x="39930" y="28522"/>
                    </a:cubicBezTo>
                    <a:cubicBezTo>
                      <a:pt x="40351" y="30972"/>
                      <a:pt x="40887" y="33423"/>
                      <a:pt x="41729" y="35796"/>
                    </a:cubicBezTo>
                    <a:cubicBezTo>
                      <a:pt x="41768" y="35949"/>
                      <a:pt x="41959" y="35988"/>
                      <a:pt x="42074" y="35949"/>
                    </a:cubicBezTo>
                    <a:cubicBezTo>
                      <a:pt x="42380" y="35796"/>
                      <a:pt x="42227" y="35490"/>
                      <a:pt x="42151" y="35298"/>
                    </a:cubicBezTo>
                    <a:cubicBezTo>
                      <a:pt x="41691" y="33997"/>
                      <a:pt x="41385" y="32695"/>
                      <a:pt x="41079" y="31355"/>
                    </a:cubicBezTo>
                    <a:cubicBezTo>
                      <a:pt x="40811" y="30245"/>
                      <a:pt x="40581" y="29173"/>
                      <a:pt x="40428" y="28025"/>
                    </a:cubicBezTo>
                    <a:cubicBezTo>
                      <a:pt x="40275" y="26799"/>
                      <a:pt x="40198" y="25574"/>
                      <a:pt x="40045" y="24349"/>
                    </a:cubicBezTo>
                    <a:cubicBezTo>
                      <a:pt x="39930" y="22741"/>
                      <a:pt x="39700" y="21210"/>
                      <a:pt x="39700" y="19602"/>
                    </a:cubicBezTo>
                    <a:cubicBezTo>
                      <a:pt x="39700" y="19526"/>
                      <a:pt x="39739" y="19411"/>
                      <a:pt x="39700" y="19334"/>
                    </a:cubicBezTo>
                    <a:cubicBezTo>
                      <a:pt x="40351" y="18492"/>
                      <a:pt x="40964" y="17650"/>
                      <a:pt x="41806" y="16999"/>
                    </a:cubicBezTo>
                    <a:cubicBezTo>
                      <a:pt x="43414" y="15850"/>
                      <a:pt x="45252" y="15085"/>
                      <a:pt x="47051" y="14204"/>
                    </a:cubicBezTo>
                    <a:cubicBezTo>
                      <a:pt x="49807" y="12941"/>
                      <a:pt x="52526" y="11601"/>
                      <a:pt x="55052" y="9878"/>
                    </a:cubicBezTo>
                    <a:cubicBezTo>
                      <a:pt x="56277" y="9036"/>
                      <a:pt x="57579" y="8117"/>
                      <a:pt x="58536" y="6930"/>
                    </a:cubicBezTo>
                    <a:cubicBezTo>
                      <a:pt x="59340" y="5782"/>
                      <a:pt x="60029" y="4442"/>
                      <a:pt x="60182" y="3025"/>
                    </a:cubicBezTo>
                    <a:cubicBezTo>
                      <a:pt x="60221" y="2642"/>
                      <a:pt x="59685" y="2604"/>
                      <a:pt x="59608" y="2949"/>
                    </a:cubicBezTo>
                    <a:cubicBezTo>
                      <a:pt x="59531" y="3714"/>
                      <a:pt x="59263" y="4442"/>
                      <a:pt x="58957" y="5131"/>
                    </a:cubicBezTo>
                    <a:cubicBezTo>
                      <a:pt x="58115" y="6930"/>
                      <a:pt x="56545" y="8155"/>
                      <a:pt x="54937" y="9266"/>
                    </a:cubicBezTo>
                    <a:cubicBezTo>
                      <a:pt x="52755" y="10759"/>
                      <a:pt x="50382" y="12022"/>
                      <a:pt x="47970" y="13132"/>
                    </a:cubicBezTo>
                    <a:cubicBezTo>
                      <a:pt x="45826" y="14204"/>
                      <a:pt x="43529" y="15123"/>
                      <a:pt x="41500" y="16501"/>
                    </a:cubicBezTo>
                    <a:cubicBezTo>
                      <a:pt x="40658" y="17152"/>
                      <a:pt x="40007" y="17994"/>
                      <a:pt x="39356" y="18836"/>
                    </a:cubicBezTo>
                    <a:cubicBezTo>
                      <a:pt x="39279" y="18951"/>
                      <a:pt x="39164" y="19066"/>
                      <a:pt x="39126" y="19181"/>
                    </a:cubicBezTo>
                    <a:cubicBezTo>
                      <a:pt x="39126" y="19258"/>
                      <a:pt x="39126" y="19296"/>
                      <a:pt x="39164" y="19334"/>
                    </a:cubicBezTo>
                    <a:lnTo>
                      <a:pt x="39164" y="19334"/>
                    </a:lnTo>
                    <a:close/>
                    <a:moveTo>
                      <a:pt x="68528" y="20521"/>
                    </a:moveTo>
                    <a:cubicBezTo>
                      <a:pt x="67341" y="19411"/>
                      <a:pt x="66269" y="18147"/>
                      <a:pt x="65121" y="16999"/>
                    </a:cubicBezTo>
                    <a:cubicBezTo>
                      <a:pt x="64432" y="16271"/>
                      <a:pt x="63628" y="15735"/>
                      <a:pt x="62977" y="14970"/>
                    </a:cubicBezTo>
                    <a:cubicBezTo>
                      <a:pt x="62900" y="14855"/>
                      <a:pt x="62939" y="14664"/>
                      <a:pt x="63054" y="14587"/>
                    </a:cubicBezTo>
                    <a:cubicBezTo>
                      <a:pt x="63207" y="14510"/>
                      <a:pt x="63398" y="14549"/>
                      <a:pt x="63475" y="14702"/>
                    </a:cubicBezTo>
                    <a:cubicBezTo>
                      <a:pt x="63436" y="14664"/>
                      <a:pt x="63436" y="14664"/>
                      <a:pt x="63436" y="14664"/>
                    </a:cubicBezTo>
                    <a:cubicBezTo>
                      <a:pt x="64011" y="15276"/>
                      <a:pt x="64661" y="15735"/>
                      <a:pt x="65236" y="16310"/>
                    </a:cubicBezTo>
                    <a:cubicBezTo>
                      <a:pt x="66116" y="17114"/>
                      <a:pt x="66882" y="18033"/>
                      <a:pt x="67686" y="18875"/>
                    </a:cubicBezTo>
                    <a:cubicBezTo>
                      <a:pt x="68069" y="19296"/>
                      <a:pt x="68490" y="19679"/>
                      <a:pt x="68873" y="20062"/>
                    </a:cubicBezTo>
                    <a:cubicBezTo>
                      <a:pt x="69026" y="20176"/>
                      <a:pt x="69064" y="20368"/>
                      <a:pt x="68949" y="20521"/>
                    </a:cubicBezTo>
                    <a:cubicBezTo>
                      <a:pt x="68834" y="20598"/>
                      <a:pt x="68643" y="20598"/>
                      <a:pt x="68528" y="20521"/>
                    </a:cubicBezTo>
                    <a:lnTo>
                      <a:pt x="68528" y="20521"/>
                    </a:lnTo>
                    <a:close/>
                    <a:moveTo>
                      <a:pt x="68490" y="34150"/>
                    </a:moveTo>
                    <a:cubicBezTo>
                      <a:pt x="67877" y="31929"/>
                      <a:pt x="66920" y="29824"/>
                      <a:pt x="66001" y="27718"/>
                    </a:cubicBezTo>
                    <a:cubicBezTo>
                      <a:pt x="64968" y="25345"/>
                      <a:pt x="63781" y="23009"/>
                      <a:pt x="62288" y="20904"/>
                    </a:cubicBezTo>
                    <a:cubicBezTo>
                      <a:pt x="61828" y="20215"/>
                      <a:pt x="61331" y="19526"/>
                      <a:pt x="60795" y="18913"/>
                    </a:cubicBezTo>
                    <a:cubicBezTo>
                      <a:pt x="60680" y="18760"/>
                      <a:pt x="60565" y="18645"/>
                      <a:pt x="60450" y="18530"/>
                    </a:cubicBezTo>
                    <a:cubicBezTo>
                      <a:pt x="60335" y="18492"/>
                      <a:pt x="60259" y="18377"/>
                      <a:pt x="60297" y="18224"/>
                    </a:cubicBezTo>
                    <a:cubicBezTo>
                      <a:pt x="60297" y="18147"/>
                      <a:pt x="60374" y="18033"/>
                      <a:pt x="60489" y="17994"/>
                    </a:cubicBezTo>
                    <a:cubicBezTo>
                      <a:pt x="60910" y="17841"/>
                      <a:pt x="62479" y="20215"/>
                      <a:pt x="62786" y="20598"/>
                    </a:cubicBezTo>
                    <a:cubicBezTo>
                      <a:pt x="63896" y="22167"/>
                      <a:pt x="64853" y="23852"/>
                      <a:pt x="65657" y="25613"/>
                    </a:cubicBezTo>
                    <a:cubicBezTo>
                      <a:pt x="66920" y="28331"/>
                      <a:pt x="68222" y="31087"/>
                      <a:pt x="69026" y="33997"/>
                    </a:cubicBezTo>
                    <a:cubicBezTo>
                      <a:pt x="69141" y="34341"/>
                      <a:pt x="68605" y="34533"/>
                      <a:pt x="68490" y="34150"/>
                    </a:cubicBezTo>
                    <a:close/>
                    <a:moveTo>
                      <a:pt x="61178" y="35643"/>
                    </a:moveTo>
                    <a:cubicBezTo>
                      <a:pt x="61254" y="36026"/>
                      <a:pt x="61790" y="35834"/>
                      <a:pt x="61714" y="35490"/>
                    </a:cubicBezTo>
                    <a:cubicBezTo>
                      <a:pt x="61139" y="33269"/>
                      <a:pt x="60335" y="31126"/>
                      <a:pt x="59531" y="28943"/>
                    </a:cubicBezTo>
                    <a:cubicBezTo>
                      <a:pt x="58651" y="26723"/>
                      <a:pt x="57656" y="24464"/>
                      <a:pt x="56239" y="22512"/>
                    </a:cubicBezTo>
                    <a:cubicBezTo>
                      <a:pt x="56124" y="22205"/>
                      <a:pt x="55665" y="22320"/>
                      <a:pt x="55665" y="22588"/>
                    </a:cubicBezTo>
                    <a:cubicBezTo>
                      <a:pt x="55665" y="22780"/>
                      <a:pt x="55818" y="22895"/>
                      <a:pt x="55933" y="23048"/>
                    </a:cubicBezTo>
                    <a:cubicBezTo>
                      <a:pt x="56048" y="23201"/>
                      <a:pt x="56124" y="23354"/>
                      <a:pt x="56239" y="23507"/>
                    </a:cubicBezTo>
                    <a:cubicBezTo>
                      <a:pt x="57388" y="25268"/>
                      <a:pt x="58268" y="27221"/>
                      <a:pt x="59034" y="29173"/>
                    </a:cubicBezTo>
                    <a:cubicBezTo>
                      <a:pt x="59838" y="31317"/>
                      <a:pt x="60603" y="33423"/>
                      <a:pt x="61178" y="35643"/>
                    </a:cubicBezTo>
                    <a:lnTo>
                      <a:pt x="61178" y="35643"/>
                    </a:lnTo>
                    <a:close/>
                    <a:moveTo>
                      <a:pt x="53521" y="36141"/>
                    </a:moveTo>
                    <a:cubicBezTo>
                      <a:pt x="53559" y="36294"/>
                      <a:pt x="53712" y="36370"/>
                      <a:pt x="53865" y="36332"/>
                    </a:cubicBezTo>
                    <a:cubicBezTo>
                      <a:pt x="54019" y="36294"/>
                      <a:pt x="54095" y="36141"/>
                      <a:pt x="54057" y="35988"/>
                    </a:cubicBezTo>
                    <a:cubicBezTo>
                      <a:pt x="53865" y="35375"/>
                      <a:pt x="53674" y="34762"/>
                      <a:pt x="53444" y="34150"/>
                    </a:cubicBezTo>
                    <a:cubicBezTo>
                      <a:pt x="52602" y="31929"/>
                      <a:pt x="51798" y="29709"/>
                      <a:pt x="50879" y="27489"/>
                    </a:cubicBezTo>
                    <a:cubicBezTo>
                      <a:pt x="50879" y="27221"/>
                      <a:pt x="50535" y="27144"/>
                      <a:pt x="50382" y="27335"/>
                    </a:cubicBezTo>
                    <a:cubicBezTo>
                      <a:pt x="50267" y="27489"/>
                      <a:pt x="50382" y="27718"/>
                      <a:pt x="50458" y="27910"/>
                    </a:cubicBezTo>
                    <a:cubicBezTo>
                      <a:pt x="50496" y="28063"/>
                      <a:pt x="50573" y="28216"/>
                      <a:pt x="50611" y="28331"/>
                    </a:cubicBezTo>
                    <a:cubicBezTo>
                      <a:pt x="51645" y="30934"/>
                      <a:pt x="52679" y="33499"/>
                      <a:pt x="53521" y="36141"/>
                    </a:cubicBezTo>
                    <a:lnTo>
                      <a:pt x="53521" y="36141"/>
                    </a:lnTo>
                    <a:close/>
                    <a:moveTo>
                      <a:pt x="47472" y="36217"/>
                    </a:moveTo>
                    <a:cubicBezTo>
                      <a:pt x="47625" y="36562"/>
                      <a:pt x="48123" y="36332"/>
                      <a:pt x="48008" y="35988"/>
                    </a:cubicBezTo>
                    <a:cubicBezTo>
                      <a:pt x="47549" y="34801"/>
                      <a:pt x="47166" y="33614"/>
                      <a:pt x="46821" y="32389"/>
                    </a:cubicBezTo>
                    <a:cubicBezTo>
                      <a:pt x="46094" y="30054"/>
                      <a:pt x="45366" y="27718"/>
                      <a:pt x="44907" y="25345"/>
                    </a:cubicBezTo>
                    <a:cubicBezTo>
                      <a:pt x="44869" y="25000"/>
                      <a:pt x="44333" y="25038"/>
                      <a:pt x="44333" y="25383"/>
                    </a:cubicBezTo>
                    <a:cubicBezTo>
                      <a:pt x="44716" y="27374"/>
                      <a:pt x="45252" y="29364"/>
                      <a:pt x="45864" y="31279"/>
                    </a:cubicBezTo>
                    <a:cubicBezTo>
                      <a:pt x="46400" y="32925"/>
                      <a:pt x="46860" y="34609"/>
                      <a:pt x="47472" y="36217"/>
                    </a:cubicBezTo>
                    <a:lnTo>
                      <a:pt x="47472" y="36217"/>
                    </a:lnTo>
                    <a:close/>
                    <a:moveTo>
                      <a:pt x="30397" y="36485"/>
                    </a:moveTo>
                    <a:cubicBezTo>
                      <a:pt x="30244" y="36409"/>
                      <a:pt x="30168" y="36256"/>
                      <a:pt x="30206" y="36102"/>
                    </a:cubicBezTo>
                    <a:cubicBezTo>
                      <a:pt x="30474" y="34954"/>
                      <a:pt x="30742" y="33805"/>
                      <a:pt x="31048" y="32695"/>
                    </a:cubicBezTo>
                    <a:cubicBezTo>
                      <a:pt x="32044" y="28714"/>
                      <a:pt x="33422" y="24770"/>
                      <a:pt x="33652" y="20712"/>
                    </a:cubicBezTo>
                    <a:cubicBezTo>
                      <a:pt x="33690" y="20406"/>
                      <a:pt x="33575" y="19870"/>
                      <a:pt x="33996" y="19908"/>
                    </a:cubicBezTo>
                    <a:cubicBezTo>
                      <a:pt x="34149" y="19908"/>
                      <a:pt x="34264" y="20062"/>
                      <a:pt x="34226" y="20215"/>
                    </a:cubicBezTo>
                    <a:cubicBezTo>
                      <a:pt x="34188" y="21478"/>
                      <a:pt x="34073" y="22703"/>
                      <a:pt x="33843" y="23928"/>
                    </a:cubicBezTo>
                    <a:cubicBezTo>
                      <a:pt x="33116" y="27565"/>
                      <a:pt x="32005" y="31087"/>
                      <a:pt x="31125" y="34686"/>
                    </a:cubicBezTo>
                    <a:cubicBezTo>
                      <a:pt x="30972" y="35222"/>
                      <a:pt x="30857" y="35720"/>
                      <a:pt x="30742" y="36256"/>
                    </a:cubicBezTo>
                    <a:cubicBezTo>
                      <a:pt x="30742" y="36409"/>
                      <a:pt x="30551" y="36485"/>
                      <a:pt x="30397" y="36447"/>
                    </a:cubicBezTo>
                    <a:lnTo>
                      <a:pt x="30397" y="36447"/>
                    </a:lnTo>
                    <a:close/>
                    <a:moveTo>
                      <a:pt x="23698" y="35834"/>
                    </a:moveTo>
                    <a:cubicBezTo>
                      <a:pt x="23851" y="35873"/>
                      <a:pt x="24004" y="35758"/>
                      <a:pt x="24042" y="35605"/>
                    </a:cubicBezTo>
                    <a:cubicBezTo>
                      <a:pt x="24349" y="34648"/>
                      <a:pt x="24617" y="33652"/>
                      <a:pt x="24923" y="32695"/>
                    </a:cubicBezTo>
                    <a:cubicBezTo>
                      <a:pt x="25612" y="30360"/>
                      <a:pt x="26339" y="28025"/>
                      <a:pt x="27067" y="25689"/>
                    </a:cubicBezTo>
                    <a:cubicBezTo>
                      <a:pt x="27756" y="23354"/>
                      <a:pt x="28368" y="20942"/>
                      <a:pt x="29708" y="18875"/>
                    </a:cubicBezTo>
                    <a:cubicBezTo>
                      <a:pt x="29862" y="18722"/>
                      <a:pt x="29747" y="18415"/>
                      <a:pt x="29479" y="18415"/>
                    </a:cubicBezTo>
                    <a:cubicBezTo>
                      <a:pt x="29058" y="18339"/>
                      <a:pt x="27909" y="21172"/>
                      <a:pt x="27718" y="21669"/>
                    </a:cubicBezTo>
                    <a:cubicBezTo>
                      <a:pt x="26914" y="24005"/>
                      <a:pt x="26301" y="26378"/>
                      <a:pt x="25535" y="28714"/>
                    </a:cubicBezTo>
                    <a:cubicBezTo>
                      <a:pt x="24999" y="30398"/>
                      <a:pt x="24502" y="32121"/>
                      <a:pt x="23966" y="33844"/>
                    </a:cubicBezTo>
                    <a:cubicBezTo>
                      <a:pt x="23813" y="34380"/>
                      <a:pt x="23660" y="34916"/>
                      <a:pt x="23506" y="35490"/>
                    </a:cubicBezTo>
                    <a:cubicBezTo>
                      <a:pt x="23430" y="35605"/>
                      <a:pt x="23545" y="35796"/>
                      <a:pt x="23698" y="35834"/>
                    </a:cubicBezTo>
                    <a:close/>
                    <a:moveTo>
                      <a:pt x="13935" y="36332"/>
                    </a:moveTo>
                    <a:cubicBezTo>
                      <a:pt x="13782" y="36294"/>
                      <a:pt x="13706" y="36141"/>
                      <a:pt x="13744" y="35988"/>
                    </a:cubicBezTo>
                    <a:cubicBezTo>
                      <a:pt x="13859" y="35452"/>
                      <a:pt x="14012" y="34877"/>
                      <a:pt x="14165" y="34341"/>
                    </a:cubicBezTo>
                    <a:cubicBezTo>
                      <a:pt x="14893" y="32083"/>
                      <a:pt x="16003" y="29939"/>
                      <a:pt x="17266" y="27871"/>
                    </a:cubicBezTo>
                    <a:cubicBezTo>
                      <a:pt x="17572" y="27412"/>
                      <a:pt x="17840" y="26953"/>
                      <a:pt x="18147" y="26531"/>
                    </a:cubicBezTo>
                    <a:cubicBezTo>
                      <a:pt x="18185" y="26417"/>
                      <a:pt x="18262" y="26340"/>
                      <a:pt x="18338" y="26302"/>
                    </a:cubicBezTo>
                    <a:cubicBezTo>
                      <a:pt x="18644" y="26225"/>
                      <a:pt x="18874" y="26646"/>
                      <a:pt x="18606" y="26838"/>
                    </a:cubicBezTo>
                    <a:cubicBezTo>
                      <a:pt x="17151" y="29097"/>
                      <a:pt x="15773" y="31470"/>
                      <a:pt x="14893" y="34035"/>
                    </a:cubicBezTo>
                    <a:cubicBezTo>
                      <a:pt x="14625" y="34724"/>
                      <a:pt x="14433" y="35413"/>
                      <a:pt x="14280" y="36141"/>
                    </a:cubicBezTo>
                    <a:cubicBezTo>
                      <a:pt x="14242" y="36294"/>
                      <a:pt x="14089" y="36370"/>
                      <a:pt x="13935" y="36332"/>
                    </a:cubicBezTo>
                    <a:lnTo>
                      <a:pt x="13935" y="36332"/>
                    </a:lnTo>
                    <a:close/>
                    <a:moveTo>
                      <a:pt x="5704" y="36256"/>
                    </a:moveTo>
                    <a:cubicBezTo>
                      <a:pt x="5551" y="36217"/>
                      <a:pt x="5436" y="36026"/>
                      <a:pt x="5475" y="35873"/>
                    </a:cubicBezTo>
                    <a:cubicBezTo>
                      <a:pt x="6011" y="34227"/>
                      <a:pt x="6968" y="32772"/>
                      <a:pt x="7887" y="31317"/>
                    </a:cubicBezTo>
                    <a:cubicBezTo>
                      <a:pt x="8920" y="29786"/>
                      <a:pt x="9954" y="28216"/>
                      <a:pt x="11256" y="26914"/>
                    </a:cubicBezTo>
                    <a:cubicBezTo>
                      <a:pt x="12366" y="25842"/>
                      <a:pt x="13476" y="24770"/>
                      <a:pt x="14625" y="23699"/>
                    </a:cubicBezTo>
                    <a:cubicBezTo>
                      <a:pt x="14816" y="23507"/>
                      <a:pt x="15199" y="23507"/>
                      <a:pt x="15237" y="23852"/>
                    </a:cubicBezTo>
                    <a:cubicBezTo>
                      <a:pt x="15237" y="24081"/>
                      <a:pt x="14969" y="24120"/>
                      <a:pt x="14854" y="24234"/>
                    </a:cubicBezTo>
                    <a:cubicBezTo>
                      <a:pt x="13553" y="25536"/>
                      <a:pt x="12136" y="26723"/>
                      <a:pt x="10949" y="28101"/>
                    </a:cubicBezTo>
                    <a:cubicBezTo>
                      <a:pt x="10222" y="28905"/>
                      <a:pt x="9609" y="29824"/>
                      <a:pt x="8997" y="30704"/>
                    </a:cubicBezTo>
                    <a:cubicBezTo>
                      <a:pt x="8193" y="31891"/>
                      <a:pt x="7351" y="33155"/>
                      <a:pt x="6700" y="34456"/>
                    </a:cubicBezTo>
                    <a:cubicBezTo>
                      <a:pt x="6470" y="34877"/>
                      <a:pt x="6279" y="35375"/>
                      <a:pt x="6087" y="35834"/>
                    </a:cubicBezTo>
                    <a:cubicBezTo>
                      <a:pt x="6049" y="36064"/>
                      <a:pt x="5934" y="36294"/>
                      <a:pt x="5704" y="36256"/>
                    </a:cubicBezTo>
                    <a:close/>
                    <a:moveTo>
                      <a:pt x="77" y="28484"/>
                    </a:moveTo>
                    <a:cubicBezTo>
                      <a:pt x="0" y="28331"/>
                      <a:pt x="77" y="28178"/>
                      <a:pt x="192" y="28101"/>
                    </a:cubicBezTo>
                    <a:cubicBezTo>
                      <a:pt x="192" y="28101"/>
                      <a:pt x="192" y="28101"/>
                      <a:pt x="192" y="28101"/>
                    </a:cubicBezTo>
                    <a:cubicBezTo>
                      <a:pt x="192" y="28101"/>
                      <a:pt x="192" y="28139"/>
                      <a:pt x="153" y="28139"/>
                    </a:cubicBezTo>
                    <a:cubicBezTo>
                      <a:pt x="2182" y="26761"/>
                      <a:pt x="4211" y="25421"/>
                      <a:pt x="6317" y="24196"/>
                    </a:cubicBezTo>
                    <a:cubicBezTo>
                      <a:pt x="8231" y="23086"/>
                      <a:pt x="10145" y="22014"/>
                      <a:pt x="12251" y="21401"/>
                    </a:cubicBezTo>
                    <a:cubicBezTo>
                      <a:pt x="12442" y="21325"/>
                      <a:pt x="12749" y="21287"/>
                      <a:pt x="12864" y="21555"/>
                    </a:cubicBezTo>
                    <a:cubicBezTo>
                      <a:pt x="12902" y="21708"/>
                      <a:pt x="12787" y="21861"/>
                      <a:pt x="12634" y="21899"/>
                    </a:cubicBezTo>
                    <a:cubicBezTo>
                      <a:pt x="12328" y="21976"/>
                      <a:pt x="12021" y="22052"/>
                      <a:pt x="11715" y="22167"/>
                    </a:cubicBezTo>
                    <a:cubicBezTo>
                      <a:pt x="8537" y="23354"/>
                      <a:pt x="5704" y="25230"/>
                      <a:pt x="2871" y="27029"/>
                    </a:cubicBezTo>
                    <a:cubicBezTo>
                      <a:pt x="2182" y="27489"/>
                      <a:pt x="1493" y="27910"/>
                      <a:pt x="804" y="28369"/>
                    </a:cubicBezTo>
                    <a:cubicBezTo>
                      <a:pt x="613" y="28522"/>
                      <a:pt x="268" y="28829"/>
                      <a:pt x="77" y="28484"/>
                    </a:cubicBezTo>
                    <a:close/>
                  </a:path>
                </a:pathLst>
              </a:custGeom>
              <a:solidFill>
                <a:srgbClr val="6D6C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32"/>
              <p:cNvSpPr/>
              <p:nvPr/>
            </p:nvSpPr>
            <p:spPr>
              <a:xfrm>
                <a:off x="2153250" y="2374625"/>
                <a:ext cx="377125" cy="1172450"/>
              </a:xfrm>
              <a:custGeom>
                <a:avLst/>
                <a:gdLst/>
                <a:ahLst/>
                <a:cxnLst/>
                <a:rect l="l" t="t" r="r" b="b"/>
                <a:pathLst>
                  <a:path w="15085" h="46898" extrusionOk="0">
                    <a:moveTo>
                      <a:pt x="14472" y="46783"/>
                    </a:moveTo>
                    <a:cubicBezTo>
                      <a:pt x="13592" y="46132"/>
                      <a:pt x="12864" y="45481"/>
                      <a:pt x="12060" y="44754"/>
                    </a:cubicBezTo>
                    <a:cubicBezTo>
                      <a:pt x="10337" y="43184"/>
                      <a:pt x="8615" y="41576"/>
                      <a:pt x="7007" y="39815"/>
                    </a:cubicBezTo>
                    <a:cubicBezTo>
                      <a:pt x="5131" y="37710"/>
                      <a:pt x="3217" y="35489"/>
                      <a:pt x="2030" y="32886"/>
                    </a:cubicBezTo>
                    <a:cubicBezTo>
                      <a:pt x="728" y="30321"/>
                      <a:pt x="460" y="27412"/>
                      <a:pt x="269" y="24579"/>
                    </a:cubicBezTo>
                    <a:cubicBezTo>
                      <a:pt x="1" y="21707"/>
                      <a:pt x="39" y="18798"/>
                      <a:pt x="116" y="15888"/>
                    </a:cubicBezTo>
                    <a:cubicBezTo>
                      <a:pt x="231" y="12060"/>
                      <a:pt x="460" y="8231"/>
                      <a:pt x="460" y="4365"/>
                    </a:cubicBezTo>
                    <a:cubicBezTo>
                      <a:pt x="499" y="3063"/>
                      <a:pt x="460" y="1723"/>
                      <a:pt x="537" y="422"/>
                    </a:cubicBezTo>
                    <a:cubicBezTo>
                      <a:pt x="613" y="0"/>
                      <a:pt x="1302" y="0"/>
                      <a:pt x="1264" y="498"/>
                    </a:cubicBezTo>
                    <a:cubicBezTo>
                      <a:pt x="1149" y="2451"/>
                      <a:pt x="1226" y="4365"/>
                      <a:pt x="1149" y="6317"/>
                    </a:cubicBezTo>
                    <a:cubicBezTo>
                      <a:pt x="1111" y="9188"/>
                      <a:pt x="958" y="12098"/>
                      <a:pt x="843" y="14969"/>
                    </a:cubicBezTo>
                    <a:cubicBezTo>
                      <a:pt x="728" y="18683"/>
                      <a:pt x="728" y="22358"/>
                      <a:pt x="1073" y="26033"/>
                    </a:cubicBezTo>
                    <a:cubicBezTo>
                      <a:pt x="1226" y="27718"/>
                      <a:pt x="1456" y="29441"/>
                      <a:pt x="1992" y="31048"/>
                    </a:cubicBezTo>
                    <a:cubicBezTo>
                      <a:pt x="2757" y="33077"/>
                      <a:pt x="3867" y="34992"/>
                      <a:pt x="5246" y="36676"/>
                    </a:cubicBezTo>
                    <a:cubicBezTo>
                      <a:pt x="7658" y="39777"/>
                      <a:pt x="10567" y="42457"/>
                      <a:pt x="13477" y="45060"/>
                    </a:cubicBezTo>
                    <a:cubicBezTo>
                      <a:pt x="13936" y="45481"/>
                      <a:pt x="14434" y="45864"/>
                      <a:pt x="14893" y="46209"/>
                    </a:cubicBezTo>
                    <a:cubicBezTo>
                      <a:pt x="15046" y="46362"/>
                      <a:pt x="15085" y="46553"/>
                      <a:pt x="14970" y="46706"/>
                    </a:cubicBezTo>
                    <a:cubicBezTo>
                      <a:pt x="14855" y="46860"/>
                      <a:pt x="14625" y="46898"/>
                      <a:pt x="14472" y="467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32"/>
              <p:cNvSpPr/>
              <p:nvPr/>
            </p:nvSpPr>
            <p:spPr>
              <a:xfrm>
                <a:off x="3287425" y="2365050"/>
                <a:ext cx="343600" cy="1159075"/>
              </a:xfrm>
              <a:custGeom>
                <a:avLst/>
                <a:gdLst/>
                <a:ahLst/>
                <a:cxnLst/>
                <a:rect l="l" t="t" r="r" b="b"/>
                <a:pathLst>
                  <a:path w="13744" h="46363" extrusionOk="0">
                    <a:moveTo>
                      <a:pt x="153" y="46209"/>
                    </a:moveTo>
                    <a:cubicBezTo>
                      <a:pt x="0" y="46094"/>
                      <a:pt x="0" y="45864"/>
                      <a:pt x="153" y="45711"/>
                    </a:cubicBezTo>
                    <a:cubicBezTo>
                      <a:pt x="957" y="44831"/>
                      <a:pt x="1914" y="44103"/>
                      <a:pt x="2833" y="43299"/>
                    </a:cubicBezTo>
                    <a:cubicBezTo>
                      <a:pt x="4441" y="41845"/>
                      <a:pt x="5972" y="40198"/>
                      <a:pt x="7427" y="38552"/>
                    </a:cubicBezTo>
                    <a:cubicBezTo>
                      <a:pt x="8920" y="36868"/>
                      <a:pt x="10260" y="34992"/>
                      <a:pt x="11255" y="32963"/>
                    </a:cubicBezTo>
                    <a:cubicBezTo>
                      <a:pt x="11830" y="31776"/>
                      <a:pt x="12442" y="30551"/>
                      <a:pt x="12710" y="29211"/>
                    </a:cubicBezTo>
                    <a:cubicBezTo>
                      <a:pt x="13017" y="27756"/>
                      <a:pt x="13017" y="26263"/>
                      <a:pt x="13017" y="24770"/>
                    </a:cubicBezTo>
                    <a:cubicBezTo>
                      <a:pt x="13017" y="21899"/>
                      <a:pt x="13017" y="19028"/>
                      <a:pt x="12902" y="16195"/>
                    </a:cubicBezTo>
                    <a:cubicBezTo>
                      <a:pt x="12749" y="11218"/>
                      <a:pt x="12634" y="6279"/>
                      <a:pt x="12672" y="1302"/>
                    </a:cubicBezTo>
                    <a:cubicBezTo>
                      <a:pt x="12672" y="996"/>
                      <a:pt x="12672" y="690"/>
                      <a:pt x="12672" y="345"/>
                    </a:cubicBezTo>
                    <a:cubicBezTo>
                      <a:pt x="12672" y="154"/>
                      <a:pt x="12863" y="1"/>
                      <a:pt x="13055" y="1"/>
                    </a:cubicBezTo>
                    <a:cubicBezTo>
                      <a:pt x="13514" y="39"/>
                      <a:pt x="13399" y="537"/>
                      <a:pt x="13399" y="881"/>
                    </a:cubicBezTo>
                    <a:cubicBezTo>
                      <a:pt x="13399" y="1570"/>
                      <a:pt x="13361" y="2259"/>
                      <a:pt x="13361" y="2948"/>
                    </a:cubicBezTo>
                    <a:cubicBezTo>
                      <a:pt x="13361" y="6777"/>
                      <a:pt x="13438" y="10605"/>
                      <a:pt x="13553" y="14433"/>
                    </a:cubicBezTo>
                    <a:cubicBezTo>
                      <a:pt x="13706" y="18224"/>
                      <a:pt x="13744" y="22052"/>
                      <a:pt x="13706" y="25842"/>
                    </a:cubicBezTo>
                    <a:cubicBezTo>
                      <a:pt x="13744" y="29058"/>
                      <a:pt x="13093" y="31049"/>
                      <a:pt x="11600" y="33843"/>
                    </a:cubicBezTo>
                    <a:cubicBezTo>
                      <a:pt x="9839" y="37251"/>
                      <a:pt x="7159" y="39969"/>
                      <a:pt x="4556" y="42687"/>
                    </a:cubicBezTo>
                    <a:cubicBezTo>
                      <a:pt x="3637" y="43606"/>
                      <a:pt x="2527" y="44486"/>
                      <a:pt x="1570" y="45328"/>
                    </a:cubicBezTo>
                    <a:cubicBezTo>
                      <a:pt x="1225" y="45635"/>
                      <a:pt x="919" y="45903"/>
                      <a:pt x="651" y="46209"/>
                    </a:cubicBezTo>
                    <a:cubicBezTo>
                      <a:pt x="498" y="46362"/>
                      <a:pt x="268" y="46362"/>
                      <a:pt x="115" y="46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32"/>
              <p:cNvSpPr/>
              <p:nvPr/>
            </p:nvSpPr>
            <p:spPr>
              <a:xfrm>
                <a:off x="2517900" y="3516425"/>
                <a:ext cx="795375" cy="240275"/>
              </a:xfrm>
              <a:custGeom>
                <a:avLst/>
                <a:gdLst/>
                <a:ahLst/>
                <a:cxnLst/>
                <a:rect l="l" t="t" r="r" b="b"/>
                <a:pathLst>
                  <a:path w="31815" h="9611" extrusionOk="0">
                    <a:moveTo>
                      <a:pt x="14549" y="9265"/>
                    </a:moveTo>
                    <a:cubicBezTo>
                      <a:pt x="14204" y="9265"/>
                      <a:pt x="13860" y="9151"/>
                      <a:pt x="13515" y="9036"/>
                    </a:cubicBezTo>
                    <a:cubicBezTo>
                      <a:pt x="12290" y="9610"/>
                      <a:pt x="10874" y="9036"/>
                      <a:pt x="9916" y="8232"/>
                    </a:cubicBezTo>
                    <a:cubicBezTo>
                      <a:pt x="8844" y="8385"/>
                      <a:pt x="7926" y="7658"/>
                      <a:pt x="7237" y="6930"/>
                    </a:cubicBezTo>
                    <a:cubicBezTo>
                      <a:pt x="6050" y="7198"/>
                      <a:pt x="4901" y="6318"/>
                      <a:pt x="4365" y="5284"/>
                    </a:cubicBezTo>
                    <a:cubicBezTo>
                      <a:pt x="3446" y="5284"/>
                      <a:pt x="2834" y="4480"/>
                      <a:pt x="2298" y="3829"/>
                    </a:cubicBezTo>
                    <a:cubicBezTo>
                      <a:pt x="2298" y="3829"/>
                      <a:pt x="2298" y="3829"/>
                      <a:pt x="2336" y="3829"/>
                    </a:cubicBezTo>
                    <a:lnTo>
                      <a:pt x="2336" y="3867"/>
                    </a:lnTo>
                    <a:cubicBezTo>
                      <a:pt x="1417" y="3523"/>
                      <a:pt x="1111" y="2872"/>
                      <a:pt x="843" y="1992"/>
                    </a:cubicBezTo>
                    <a:cubicBezTo>
                      <a:pt x="652" y="1762"/>
                      <a:pt x="384" y="1609"/>
                      <a:pt x="231" y="1379"/>
                    </a:cubicBezTo>
                    <a:cubicBezTo>
                      <a:pt x="1" y="1149"/>
                      <a:pt x="154" y="728"/>
                      <a:pt x="460" y="766"/>
                    </a:cubicBezTo>
                    <a:cubicBezTo>
                      <a:pt x="690" y="728"/>
                      <a:pt x="805" y="920"/>
                      <a:pt x="920" y="1073"/>
                    </a:cubicBezTo>
                    <a:cubicBezTo>
                      <a:pt x="1035" y="1226"/>
                      <a:pt x="1188" y="1302"/>
                      <a:pt x="1303" y="1417"/>
                    </a:cubicBezTo>
                    <a:cubicBezTo>
                      <a:pt x="1685" y="1953"/>
                      <a:pt x="1685" y="2642"/>
                      <a:pt x="2260" y="3025"/>
                    </a:cubicBezTo>
                    <a:cubicBezTo>
                      <a:pt x="2413" y="3102"/>
                      <a:pt x="2604" y="3140"/>
                      <a:pt x="2757" y="3293"/>
                    </a:cubicBezTo>
                    <a:cubicBezTo>
                      <a:pt x="3102" y="3599"/>
                      <a:pt x="3332" y="4059"/>
                      <a:pt x="3753" y="4327"/>
                    </a:cubicBezTo>
                    <a:cubicBezTo>
                      <a:pt x="3982" y="4518"/>
                      <a:pt x="4289" y="4595"/>
                      <a:pt x="4595" y="4595"/>
                    </a:cubicBezTo>
                    <a:cubicBezTo>
                      <a:pt x="5016" y="4710"/>
                      <a:pt x="5093" y="5246"/>
                      <a:pt x="5399" y="5514"/>
                    </a:cubicBezTo>
                    <a:cubicBezTo>
                      <a:pt x="5782" y="5973"/>
                      <a:pt x="6394" y="6318"/>
                      <a:pt x="7045" y="6241"/>
                    </a:cubicBezTo>
                    <a:cubicBezTo>
                      <a:pt x="7198" y="6203"/>
                      <a:pt x="7428" y="6164"/>
                      <a:pt x="7581" y="6279"/>
                    </a:cubicBezTo>
                    <a:cubicBezTo>
                      <a:pt x="8194" y="6815"/>
                      <a:pt x="8883" y="7658"/>
                      <a:pt x="9802" y="7504"/>
                    </a:cubicBezTo>
                    <a:cubicBezTo>
                      <a:pt x="10299" y="7466"/>
                      <a:pt x="10567" y="7926"/>
                      <a:pt x="10950" y="8079"/>
                    </a:cubicBezTo>
                    <a:cubicBezTo>
                      <a:pt x="10950" y="8079"/>
                      <a:pt x="10950" y="8079"/>
                      <a:pt x="10912" y="8079"/>
                    </a:cubicBezTo>
                    <a:cubicBezTo>
                      <a:pt x="11563" y="8423"/>
                      <a:pt x="12290" y="8691"/>
                      <a:pt x="13017" y="8462"/>
                    </a:cubicBezTo>
                    <a:cubicBezTo>
                      <a:pt x="13171" y="8385"/>
                      <a:pt x="13324" y="8308"/>
                      <a:pt x="13515" y="8308"/>
                    </a:cubicBezTo>
                    <a:cubicBezTo>
                      <a:pt x="13745" y="8308"/>
                      <a:pt x="13974" y="8462"/>
                      <a:pt x="14242" y="8500"/>
                    </a:cubicBezTo>
                    <a:cubicBezTo>
                      <a:pt x="14778" y="8615"/>
                      <a:pt x="15353" y="8576"/>
                      <a:pt x="15889" y="8385"/>
                    </a:cubicBezTo>
                    <a:cubicBezTo>
                      <a:pt x="16157" y="8308"/>
                      <a:pt x="16348" y="8079"/>
                      <a:pt x="16654" y="8079"/>
                    </a:cubicBezTo>
                    <a:cubicBezTo>
                      <a:pt x="17037" y="8155"/>
                      <a:pt x="17382" y="8347"/>
                      <a:pt x="17803" y="8423"/>
                    </a:cubicBezTo>
                    <a:cubicBezTo>
                      <a:pt x="18301" y="8500"/>
                      <a:pt x="18837" y="8538"/>
                      <a:pt x="19334" y="8385"/>
                    </a:cubicBezTo>
                    <a:cubicBezTo>
                      <a:pt x="19564" y="8308"/>
                      <a:pt x="19755" y="8117"/>
                      <a:pt x="19985" y="8040"/>
                    </a:cubicBezTo>
                    <a:cubicBezTo>
                      <a:pt x="20215" y="7964"/>
                      <a:pt x="20483" y="7964"/>
                      <a:pt x="20712" y="7926"/>
                    </a:cubicBezTo>
                    <a:cubicBezTo>
                      <a:pt x="21708" y="7849"/>
                      <a:pt x="22856" y="7696"/>
                      <a:pt x="23507" y="6815"/>
                    </a:cubicBezTo>
                    <a:cubicBezTo>
                      <a:pt x="23660" y="6700"/>
                      <a:pt x="23813" y="6700"/>
                      <a:pt x="24005" y="6662"/>
                    </a:cubicBezTo>
                    <a:cubicBezTo>
                      <a:pt x="24235" y="6586"/>
                      <a:pt x="24388" y="6547"/>
                      <a:pt x="24579" y="6432"/>
                    </a:cubicBezTo>
                    <a:cubicBezTo>
                      <a:pt x="24847" y="6279"/>
                      <a:pt x="25115" y="6088"/>
                      <a:pt x="25345" y="5858"/>
                    </a:cubicBezTo>
                    <a:cubicBezTo>
                      <a:pt x="25498" y="5629"/>
                      <a:pt x="25689" y="5399"/>
                      <a:pt x="25957" y="5322"/>
                    </a:cubicBezTo>
                    <a:cubicBezTo>
                      <a:pt x="26570" y="5093"/>
                      <a:pt x="27106" y="4786"/>
                      <a:pt x="27527" y="4289"/>
                    </a:cubicBezTo>
                    <a:cubicBezTo>
                      <a:pt x="27795" y="4059"/>
                      <a:pt x="28178" y="4059"/>
                      <a:pt x="28522" y="3944"/>
                    </a:cubicBezTo>
                    <a:cubicBezTo>
                      <a:pt x="28790" y="3867"/>
                      <a:pt x="29020" y="3676"/>
                      <a:pt x="29211" y="3485"/>
                    </a:cubicBezTo>
                    <a:cubicBezTo>
                      <a:pt x="29556" y="3102"/>
                      <a:pt x="29671" y="2566"/>
                      <a:pt x="30015" y="2221"/>
                    </a:cubicBezTo>
                    <a:cubicBezTo>
                      <a:pt x="30398" y="1915"/>
                      <a:pt x="30360" y="1379"/>
                      <a:pt x="30590" y="996"/>
                    </a:cubicBezTo>
                    <a:cubicBezTo>
                      <a:pt x="30666" y="805"/>
                      <a:pt x="30781" y="652"/>
                      <a:pt x="30781" y="460"/>
                    </a:cubicBezTo>
                    <a:cubicBezTo>
                      <a:pt x="30743" y="231"/>
                      <a:pt x="30896" y="1"/>
                      <a:pt x="31126" y="1"/>
                    </a:cubicBezTo>
                    <a:cubicBezTo>
                      <a:pt x="31815" y="77"/>
                      <a:pt x="31355" y="1034"/>
                      <a:pt x="31164" y="1417"/>
                    </a:cubicBezTo>
                    <a:cubicBezTo>
                      <a:pt x="31011" y="1877"/>
                      <a:pt x="30896" y="2413"/>
                      <a:pt x="30475" y="2719"/>
                    </a:cubicBezTo>
                    <a:cubicBezTo>
                      <a:pt x="30092" y="3523"/>
                      <a:pt x="29594" y="4365"/>
                      <a:pt x="28714" y="4633"/>
                    </a:cubicBezTo>
                    <a:cubicBezTo>
                      <a:pt x="28484" y="4710"/>
                      <a:pt x="28216" y="4710"/>
                      <a:pt x="27986" y="4825"/>
                    </a:cubicBezTo>
                    <a:cubicBezTo>
                      <a:pt x="27757" y="5054"/>
                      <a:pt x="27489" y="5322"/>
                      <a:pt x="27144" y="5514"/>
                    </a:cubicBezTo>
                    <a:cubicBezTo>
                      <a:pt x="26838" y="5743"/>
                      <a:pt x="26455" y="5858"/>
                      <a:pt x="26149" y="6011"/>
                    </a:cubicBezTo>
                    <a:cubicBezTo>
                      <a:pt x="25881" y="6318"/>
                      <a:pt x="25613" y="6624"/>
                      <a:pt x="25268" y="6854"/>
                    </a:cubicBezTo>
                    <a:cubicBezTo>
                      <a:pt x="24847" y="7160"/>
                      <a:pt x="24426" y="7313"/>
                      <a:pt x="23928" y="7390"/>
                    </a:cubicBezTo>
                    <a:cubicBezTo>
                      <a:pt x="23737" y="7658"/>
                      <a:pt x="23507" y="7887"/>
                      <a:pt x="23201" y="8040"/>
                    </a:cubicBezTo>
                    <a:cubicBezTo>
                      <a:pt x="22320" y="8538"/>
                      <a:pt x="21248" y="8615"/>
                      <a:pt x="20253" y="8730"/>
                    </a:cubicBezTo>
                    <a:cubicBezTo>
                      <a:pt x="19181" y="9419"/>
                      <a:pt x="17803" y="9304"/>
                      <a:pt x="16654" y="8806"/>
                    </a:cubicBezTo>
                    <a:cubicBezTo>
                      <a:pt x="16004" y="9189"/>
                      <a:pt x="15276" y="9342"/>
                      <a:pt x="14549" y="92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32"/>
              <p:cNvSpPr/>
              <p:nvPr/>
            </p:nvSpPr>
            <p:spPr>
              <a:xfrm>
                <a:off x="2534175" y="3277150"/>
                <a:ext cx="778150" cy="284300"/>
              </a:xfrm>
              <a:custGeom>
                <a:avLst/>
                <a:gdLst/>
                <a:ahLst/>
                <a:cxnLst/>
                <a:rect l="l" t="t" r="r" b="b"/>
                <a:pathLst>
                  <a:path w="31126" h="11372" extrusionOk="0">
                    <a:moveTo>
                      <a:pt x="1111" y="11371"/>
                    </a:moveTo>
                    <a:cubicBezTo>
                      <a:pt x="728" y="11295"/>
                      <a:pt x="1" y="11103"/>
                      <a:pt x="154" y="10605"/>
                    </a:cubicBezTo>
                    <a:cubicBezTo>
                      <a:pt x="230" y="10452"/>
                      <a:pt x="422" y="10376"/>
                      <a:pt x="613" y="10414"/>
                    </a:cubicBezTo>
                    <a:cubicBezTo>
                      <a:pt x="1264" y="10950"/>
                      <a:pt x="2719" y="10414"/>
                      <a:pt x="3217" y="9840"/>
                    </a:cubicBezTo>
                    <a:cubicBezTo>
                      <a:pt x="3370" y="9419"/>
                      <a:pt x="3599" y="9457"/>
                      <a:pt x="3982" y="9495"/>
                    </a:cubicBezTo>
                    <a:cubicBezTo>
                      <a:pt x="4595" y="9419"/>
                      <a:pt x="5092" y="8959"/>
                      <a:pt x="5360" y="8423"/>
                    </a:cubicBezTo>
                    <a:cubicBezTo>
                      <a:pt x="5590" y="7964"/>
                      <a:pt x="6126" y="8155"/>
                      <a:pt x="6471" y="7964"/>
                    </a:cubicBezTo>
                    <a:cubicBezTo>
                      <a:pt x="7122" y="7619"/>
                      <a:pt x="7619" y="6892"/>
                      <a:pt x="7696" y="6165"/>
                    </a:cubicBezTo>
                    <a:cubicBezTo>
                      <a:pt x="7696" y="5705"/>
                      <a:pt x="8002" y="5705"/>
                      <a:pt x="8347" y="5629"/>
                    </a:cubicBezTo>
                    <a:cubicBezTo>
                      <a:pt x="8615" y="5514"/>
                      <a:pt x="8729" y="5207"/>
                      <a:pt x="8806" y="4939"/>
                    </a:cubicBezTo>
                    <a:cubicBezTo>
                      <a:pt x="8883" y="4748"/>
                      <a:pt x="8921" y="4595"/>
                      <a:pt x="8921" y="4365"/>
                    </a:cubicBezTo>
                    <a:cubicBezTo>
                      <a:pt x="8921" y="4174"/>
                      <a:pt x="8959" y="3906"/>
                      <a:pt x="9151" y="3791"/>
                    </a:cubicBezTo>
                    <a:cubicBezTo>
                      <a:pt x="9265" y="3714"/>
                      <a:pt x="9419" y="3600"/>
                      <a:pt x="9457" y="3485"/>
                    </a:cubicBezTo>
                    <a:cubicBezTo>
                      <a:pt x="9572" y="3217"/>
                      <a:pt x="9687" y="2949"/>
                      <a:pt x="9725" y="2681"/>
                    </a:cubicBezTo>
                    <a:cubicBezTo>
                      <a:pt x="9763" y="2336"/>
                      <a:pt x="9840" y="1953"/>
                      <a:pt x="10146" y="1762"/>
                    </a:cubicBezTo>
                    <a:cubicBezTo>
                      <a:pt x="10414" y="1571"/>
                      <a:pt x="10376" y="1264"/>
                      <a:pt x="10490" y="1035"/>
                    </a:cubicBezTo>
                    <a:cubicBezTo>
                      <a:pt x="10682" y="613"/>
                      <a:pt x="11141" y="613"/>
                      <a:pt x="11562" y="652"/>
                    </a:cubicBezTo>
                    <a:cubicBezTo>
                      <a:pt x="11869" y="690"/>
                      <a:pt x="12213" y="690"/>
                      <a:pt x="12558" y="690"/>
                    </a:cubicBezTo>
                    <a:cubicBezTo>
                      <a:pt x="12826" y="652"/>
                      <a:pt x="13132" y="613"/>
                      <a:pt x="13362" y="499"/>
                    </a:cubicBezTo>
                    <a:cubicBezTo>
                      <a:pt x="13477" y="422"/>
                      <a:pt x="13591" y="384"/>
                      <a:pt x="13706" y="384"/>
                    </a:cubicBezTo>
                    <a:cubicBezTo>
                      <a:pt x="13936" y="345"/>
                      <a:pt x="14127" y="499"/>
                      <a:pt x="14357" y="537"/>
                    </a:cubicBezTo>
                    <a:cubicBezTo>
                      <a:pt x="14778" y="575"/>
                      <a:pt x="15161" y="537"/>
                      <a:pt x="15582" y="460"/>
                    </a:cubicBezTo>
                    <a:cubicBezTo>
                      <a:pt x="15850" y="422"/>
                      <a:pt x="16080" y="269"/>
                      <a:pt x="16348" y="231"/>
                    </a:cubicBezTo>
                    <a:cubicBezTo>
                      <a:pt x="16539" y="192"/>
                      <a:pt x="16769" y="269"/>
                      <a:pt x="16999" y="307"/>
                    </a:cubicBezTo>
                    <a:cubicBezTo>
                      <a:pt x="17305" y="384"/>
                      <a:pt x="17611" y="345"/>
                      <a:pt x="17918" y="345"/>
                    </a:cubicBezTo>
                    <a:cubicBezTo>
                      <a:pt x="18454" y="345"/>
                      <a:pt x="18913" y="1"/>
                      <a:pt x="19411" y="192"/>
                    </a:cubicBezTo>
                    <a:cubicBezTo>
                      <a:pt x="19602" y="192"/>
                      <a:pt x="19832" y="231"/>
                      <a:pt x="20023" y="231"/>
                    </a:cubicBezTo>
                    <a:cubicBezTo>
                      <a:pt x="20253" y="192"/>
                      <a:pt x="20483" y="116"/>
                      <a:pt x="20674" y="269"/>
                    </a:cubicBezTo>
                    <a:cubicBezTo>
                      <a:pt x="20904" y="460"/>
                      <a:pt x="20865" y="767"/>
                      <a:pt x="20904" y="996"/>
                    </a:cubicBezTo>
                    <a:cubicBezTo>
                      <a:pt x="20980" y="1571"/>
                      <a:pt x="21133" y="2145"/>
                      <a:pt x="21555" y="2528"/>
                    </a:cubicBezTo>
                    <a:cubicBezTo>
                      <a:pt x="21669" y="2642"/>
                      <a:pt x="21861" y="2681"/>
                      <a:pt x="21937" y="2834"/>
                    </a:cubicBezTo>
                    <a:cubicBezTo>
                      <a:pt x="22090" y="3064"/>
                      <a:pt x="22129" y="3332"/>
                      <a:pt x="22244" y="3600"/>
                    </a:cubicBezTo>
                    <a:cubicBezTo>
                      <a:pt x="22473" y="3982"/>
                      <a:pt x="22818" y="4365"/>
                      <a:pt x="23239" y="4595"/>
                    </a:cubicBezTo>
                    <a:cubicBezTo>
                      <a:pt x="23622" y="4786"/>
                      <a:pt x="23698" y="5207"/>
                      <a:pt x="23966" y="5514"/>
                    </a:cubicBezTo>
                    <a:cubicBezTo>
                      <a:pt x="24234" y="5782"/>
                      <a:pt x="24502" y="6011"/>
                      <a:pt x="24809" y="6203"/>
                    </a:cubicBezTo>
                    <a:cubicBezTo>
                      <a:pt x="25038" y="6318"/>
                      <a:pt x="25268" y="6318"/>
                      <a:pt x="25498" y="6433"/>
                    </a:cubicBezTo>
                    <a:cubicBezTo>
                      <a:pt x="25766" y="6586"/>
                      <a:pt x="25842" y="6892"/>
                      <a:pt x="25995" y="7122"/>
                    </a:cubicBezTo>
                    <a:cubicBezTo>
                      <a:pt x="26302" y="7543"/>
                      <a:pt x="26761" y="7811"/>
                      <a:pt x="27259" y="7964"/>
                    </a:cubicBezTo>
                    <a:cubicBezTo>
                      <a:pt x="27603" y="7964"/>
                      <a:pt x="27833" y="8232"/>
                      <a:pt x="28063" y="8462"/>
                    </a:cubicBezTo>
                    <a:cubicBezTo>
                      <a:pt x="28331" y="8691"/>
                      <a:pt x="28714" y="8806"/>
                      <a:pt x="29096" y="8806"/>
                    </a:cubicBezTo>
                    <a:cubicBezTo>
                      <a:pt x="29326" y="8768"/>
                      <a:pt x="29518" y="8691"/>
                      <a:pt x="29709" y="8730"/>
                    </a:cubicBezTo>
                    <a:cubicBezTo>
                      <a:pt x="29900" y="8768"/>
                      <a:pt x="30054" y="8844"/>
                      <a:pt x="30245" y="8883"/>
                    </a:cubicBezTo>
                    <a:cubicBezTo>
                      <a:pt x="30360" y="8921"/>
                      <a:pt x="30475" y="8883"/>
                      <a:pt x="30589" y="8844"/>
                    </a:cubicBezTo>
                    <a:cubicBezTo>
                      <a:pt x="30857" y="8730"/>
                      <a:pt x="31125" y="9112"/>
                      <a:pt x="30972" y="9380"/>
                    </a:cubicBezTo>
                    <a:cubicBezTo>
                      <a:pt x="30628" y="9763"/>
                      <a:pt x="30015" y="9534"/>
                      <a:pt x="29594" y="9457"/>
                    </a:cubicBezTo>
                    <a:cubicBezTo>
                      <a:pt x="28943" y="9572"/>
                      <a:pt x="28254" y="9495"/>
                      <a:pt x="27756" y="9112"/>
                    </a:cubicBezTo>
                    <a:cubicBezTo>
                      <a:pt x="27565" y="8998"/>
                      <a:pt x="27412" y="8806"/>
                      <a:pt x="27259" y="8691"/>
                    </a:cubicBezTo>
                    <a:cubicBezTo>
                      <a:pt x="27182" y="8653"/>
                      <a:pt x="27106" y="8653"/>
                      <a:pt x="26991" y="8615"/>
                    </a:cubicBezTo>
                    <a:cubicBezTo>
                      <a:pt x="26187" y="8385"/>
                      <a:pt x="25498" y="7811"/>
                      <a:pt x="25115" y="7045"/>
                    </a:cubicBezTo>
                    <a:cubicBezTo>
                      <a:pt x="24196" y="6815"/>
                      <a:pt x="23430" y="6126"/>
                      <a:pt x="22971" y="5246"/>
                    </a:cubicBezTo>
                    <a:cubicBezTo>
                      <a:pt x="22205" y="4863"/>
                      <a:pt x="21593" y="4097"/>
                      <a:pt x="21363" y="3255"/>
                    </a:cubicBezTo>
                    <a:cubicBezTo>
                      <a:pt x="20559" y="2796"/>
                      <a:pt x="20253" y="1800"/>
                      <a:pt x="20176" y="920"/>
                    </a:cubicBezTo>
                    <a:cubicBezTo>
                      <a:pt x="19793" y="958"/>
                      <a:pt x="19411" y="881"/>
                      <a:pt x="19028" y="843"/>
                    </a:cubicBezTo>
                    <a:cubicBezTo>
                      <a:pt x="18224" y="1111"/>
                      <a:pt x="17305" y="1149"/>
                      <a:pt x="16501" y="920"/>
                    </a:cubicBezTo>
                    <a:cubicBezTo>
                      <a:pt x="15621" y="1226"/>
                      <a:pt x="14663" y="1417"/>
                      <a:pt x="13783" y="1073"/>
                    </a:cubicBezTo>
                    <a:cubicBezTo>
                      <a:pt x="12979" y="1532"/>
                      <a:pt x="11984" y="1341"/>
                      <a:pt x="11103" y="1379"/>
                    </a:cubicBezTo>
                    <a:cubicBezTo>
                      <a:pt x="11103" y="1571"/>
                      <a:pt x="11026" y="1762"/>
                      <a:pt x="10912" y="1953"/>
                    </a:cubicBezTo>
                    <a:cubicBezTo>
                      <a:pt x="10835" y="2183"/>
                      <a:pt x="10529" y="2260"/>
                      <a:pt x="10490" y="2528"/>
                    </a:cubicBezTo>
                    <a:cubicBezTo>
                      <a:pt x="10376" y="3140"/>
                      <a:pt x="10223" y="3906"/>
                      <a:pt x="9648" y="4289"/>
                    </a:cubicBezTo>
                    <a:cubicBezTo>
                      <a:pt x="9610" y="5093"/>
                      <a:pt x="9304" y="6203"/>
                      <a:pt x="8385" y="6356"/>
                    </a:cubicBezTo>
                    <a:cubicBezTo>
                      <a:pt x="8193" y="7543"/>
                      <a:pt x="7236" y="8730"/>
                      <a:pt x="5973" y="8806"/>
                    </a:cubicBezTo>
                    <a:cubicBezTo>
                      <a:pt x="5590" y="9572"/>
                      <a:pt x="4710" y="10261"/>
                      <a:pt x="3791" y="10223"/>
                    </a:cubicBezTo>
                    <a:lnTo>
                      <a:pt x="3791" y="10223"/>
                    </a:lnTo>
                    <a:cubicBezTo>
                      <a:pt x="3217" y="10988"/>
                      <a:pt x="2068" y="11371"/>
                      <a:pt x="1111" y="113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32"/>
              <p:cNvSpPr/>
              <p:nvPr/>
            </p:nvSpPr>
            <p:spPr>
              <a:xfrm>
                <a:off x="2570550" y="2572750"/>
                <a:ext cx="105300" cy="210575"/>
              </a:xfrm>
              <a:custGeom>
                <a:avLst/>
                <a:gdLst/>
                <a:ahLst/>
                <a:cxnLst/>
                <a:rect l="l" t="t" r="r" b="b"/>
                <a:pathLst>
                  <a:path w="4212" h="8423" extrusionOk="0">
                    <a:moveTo>
                      <a:pt x="3561" y="8308"/>
                    </a:moveTo>
                    <a:cubicBezTo>
                      <a:pt x="1570" y="7772"/>
                      <a:pt x="1" y="5743"/>
                      <a:pt x="269" y="3637"/>
                    </a:cubicBezTo>
                    <a:cubicBezTo>
                      <a:pt x="498" y="2297"/>
                      <a:pt x="1034" y="842"/>
                      <a:pt x="2451" y="421"/>
                    </a:cubicBezTo>
                    <a:cubicBezTo>
                      <a:pt x="2795" y="306"/>
                      <a:pt x="3637" y="0"/>
                      <a:pt x="3791" y="498"/>
                    </a:cubicBezTo>
                    <a:cubicBezTo>
                      <a:pt x="3867" y="727"/>
                      <a:pt x="3676" y="957"/>
                      <a:pt x="3408" y="957"/>
                    </a:cubicBezTo>
                    <a:cubicBezTo>
                      <a:pt x="3293" y="957"/>
                      <a:pt x="3178" y="957"/>
                      <a:pt x="3063" y="995"/>
                    </a:cubicBezTo>
                    <a:cubicBezTo>
                      <a:pt x="2680" y="1072"/>
                      <a:pt x="2374" y="1187"/>
                      <a:pt x="2068" y="1417"/>
                    </a:cubicBezTo>
                    <a:cubicBezTo>
                      <a:pt x="1417" y="1876"/>
                      <a:pt x="1226" y="2680"/>
                      <a:pt x="1034" y="3369"/>
                    </a:cubicBezTo>
                    <a:cubicBezTo>
                      <a:pt x="728" y="4632"/>
                      <a:pt x="1264" y="5972"/>
                      <a:pt x="2221" y="6815"/>
                    </a:cubicBezTo>
                    <a:cubicBezTo>
                      <a:pt x="2680" y="7197"/>
                      <a:pt x="3216" y="7427"/>
                      <a:pt x="3752" y="7619"/>
                    </a:cubicBezTo>
                    <a:cubicBezTo>
                      <a:pt x="4212" y="7772"/>
                      <a:pt x="4020" y="8423"/>
                      <a:pt x="3561" y="83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32"/>
              <p:cNvSpPr/>
              <p:nvPr/>
            </p:nvSpPr>
            <p:spPr>
              <a:xfrm>
                <a:off x="3129500" y="2557425"/>
                <a:ext cx="89025" cy="216325"/>
              </a:xfrm>
              <a:custGeom>
                <a:avLst/>
                <a:gdLst/>
                <a:ahLst/>
                <a:cxnLst/>
                <a:rect l="l" t="t" r="r" b="b"/>
                <a:pathLst>
                  <a:path w="3561" h="8653" extrusionOk="0">
                    <a:moveTo>
                      <a:pt x="115" y="8423"/>
                    </a:moveTo>
                    <a:cubicBezTo>
                      <a:pt x="0" y="8270"/>
                      <a:pt x="77" y="8040"/>
                      <a:pt x="230" y="7964"/>
                    </a:cubicBezTo>
                    <a:cubicBezTo>
                      <a:pt x="498" y="7810"/>
                      <a:pt x="766" y="7657"/>
                      <a:pt x="1034" y="7466"/>
                    </a:cubicBezTo>
                    <a:cubicBezTo>
                      <a:pt x="2910" y="6241"/>
                      <a:pt x="3254" y="4212"/>
                      <a:pt x="2297" y="2259"/>
                    </a:cubicBezTo>
                    <a:cubicBezTo>
                      <a:pt x="1991" y="1723"/>
                      <a:pt x="1570" y="1226"/>
                      <a:pt x="996" y="958"/>
                    </a:cubicBezTo>
                    <a:cubicBezTo>
                      <a:pt x="766" y="996"/>
                      <a:pt x="536" y="843"/>
                      <a:pt x="536" y="613"/>
                    </a:cubicBezTo>
                    <a:cubicBezTo>
                      <a:pt x="613" y="1"/>
                      <a:pt x="1417" y="307"/>
                      <a:pt x="1723" y="575"/>
                    </a:cubicBezTo>
                    <a:cubicBezTo>
                      <a:pt x="3025" y="1417"/>
                      <a:pt x="3561" y="3102"/>
                      <a:pt x="3522" y="4595"/>
                    </a:cubicBezTo>
                    <a:cubicBezTo>
                      <a:pt x="3522" y="5705"/>
                      <a:pt x="2948" y="6738"/>
                      <a:pt x="2144" y="7504"/>
                    </a:cubicBezTo>
                    <a:cubicBezTo>
                      <a:pt x="1685" y="7925"/>
                      <a:pt x="1149" y="8270"/>
                      <a:pt x="613" y="8576"/>
                    </a:cubicBezTo>
                    <a:cubicBezTo>
                      <a:pt x="421" y="8653"/>
                      <a:pt x="230" y="8614"/>
                      <a:pt x="115" y="84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32"/>
              <p:cNvSpPr/>
              <p:nvPr/>
            </p:nvSpPr>
            <p:spPr>
              <a:xfrm>
                <a:off x="2650000" y="2721100"/>
                <a:ext cx="134000" cy="72750"/>
              </a:xfrm>
              <a:custGeom>
                <a:avLst/>
                <a:gdLst/>
                <a:ahLst/>
                <a:cxnLst/>
                <a:rect l="l" t="t" r="r" b="b"/>
                <a:pathLst>
                  <a:path w="5360" h="2910" extrusionOk="0">
                    <a:moveTo>
                      <a:pt x="4747" y="2795"/>
                    </a:moveTo>
                    <a:cubicBezTo>
                      <a:pt x="3484" y="2527"/>
                      <a:pt x="2221" y="2182"/>
                      <a:pt x="1110" y="1531"/>
                    </a:cubicBezTo>
                    <a:cubicBezTo>
                      <a:pt x="459" y="1149"/>
                      <a:pt x="0" y="191"/>
                      <a:pt x="1034" y="38"/>
                    </a:cubicBezTo>
                    <a:cubicBezTo>
                      <a:pt x="1302" y="0"/>
                      <a:pt x="1531" y="38"/>
                      <a:pt x="1761" y="77"/>
                    </a:cubicBezTo>
                    <a:cubicBezTo>
                      <a:pt x="2450" y="268"/>
                      <a:pt x="3139" y="536"/>
                      <a:pt x="3790" y="881"/>
                    </a:cubicBezTo>
                    <a:cubicBezTo>
                      <a:pt x="4096" y="1034"/>
                      <a:pt x="4403" y="1225"/>
                      <a:pt x="4709" y="1455"/>
                    </a:cubicBezTo>
                    <a:cubicBezTo>
                      <a:pt x="4939" y="1608"/>
                      <a:pt x="5360" y="1914"/>
                      <a:pt x="5092" y="2221"/>
                    </a:cubicBezTo>
                    <a:cubicBezTo>
                      <a:pt x="5322" y="2489"/>
                      <a:pt x="5054" y="2910"/>
                      <a:pt x="4747" y="2795"/>
                    </a:cubicBezTo>
                    <a:close/>
                    <a:moveTo>
                      <a:pt x="4173" y="1953"/>
                    </a:moveTo>
                    <a:cubicBezTo>
                      <a:pt x="3254" y="1378"/>
                      <a:pt x="2297" y="919"/>
                      <a:pt x="1225" y="727"/>
                    </a:cubicBezTo>
                    <a:cubicBezTo>
                      <a:pt x="1723" y="1187"/>
                      <a:pt x="2412" y="1378"/>
                      <a:pt x="3063" y="1608"/>
                    </a:cubicBezTo>
                    <a:cubicBezTo>
                      <a:pt x="3407" y="1723"/>
                      <a:pt x="3790" y="1838"/>
                      <a:pt x="4173" y="1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32"/>
              <p:cNvSpPr/>
              <p:nvPr/>
            </p:nvSpPr>
            <p:spPr>
              <a:xfrm>
                <a:off x="3021350" y="2700025"/>
                <a:ext cx="131150" cy="79475"/>
              </a:xfrm>
              <a:custGeom>
                <a:avLst/>
                <a:gdLst/>
                <a:ahLst/>
                <a:cxnLst/>
                <a:rect l="l" t="t" r="r" b="b"/>
                <a:pathLst>
                  <a:path w="5246" h="3179" extrusionOk="0">
                    <a:moveTo>
                      <a:pt x="766" y="2834"/>
                    </a:moveTo>
                    <a:cubicBezTo>
                      <a:pt x="766" y="2757"/>
                      <a:pt x="766" y="2681"/>
                      <a:pt x="804" y="2604"/>
                    </a:cubicBezTo>
                    <a:cubicBezTo>
                      <a:pt x="651" y="2719"/>
                      <a:pt x="574" y="2949"/>
                      <a:pt x="383" y="2910"/>
                    </a:cubicBezTo>
                    <a:cubicBezTo>
                      <a:pt x="192" y="2910"/>
                      <a:pt x="0" y="2757"/>
                      <a:pt x="0" y="2566"/>
                    </a:cubicBezTo>
                    <a:cubicBezTo>
                      <a:pt x="0" y="2030"/>
                      <a:pt x="2106" y="881"/>
                      <a:pt x="2642" y="613"/>
                    </a:cubicBezTo>
                    <a:cubicBezTo>
                      <a:pt x="3216" y="384"/>
                      <a:pt x="3829" y="1"/>
                      <a:pt x="4479" y="154"/>
                    </a:cubicBezTo>
                    <a:cubicBezTo>
                      <a:pt x="5245" y="307"/>
                      <a:pt x="5015" y="1226"/>
                      <a:pt x="4594" y="1647"/>
                    </a:cubicBezTo>
                    <a:cubicBezTo>
                      <a:pt x="3982" y="2298"/>
                      <a:pt x="3139" y="2719"/>
                      <a:pt x="2259" y="2949"/>
                    </a:cubicBezTo>
                    <a:cubicBezTo>
                      <a:pt x="1914" y="3025"/>
                      <a:pt x="1532" y="3102"/>
                      <a:pt x="1149" y="3140"/>
                    </a:cubicBezTo>
                    <a:cubicBezTo>
                      <a:pt x="996" y="3178"/>
                      <a:pt x="804" y="3025"/>
                      <a:pt x="766" y="2834"/>
                    </a:cubicBezTo>
                    <a:lnTo>
                      <a:pt x="766" y="2834"/>
                    </a:lnTo>
                    <a:close/>
                    <a:moveTo>
                      <a:pt x="996" y="2451"/>
                    </a:moveTo>
                    <a:cubicBezTo>
                      <a:pt x="1838" y="2336"/>
                      <a:pt x="2718" y="2145"/>
                      <a:pt x="3446" y="1647"/>
                    </a:cubicBezTo>
                    <a:cubicBezTo>
                      <a:pt x="3752" y="1417"/>
                      <a:pt x="4097" y="1188"/>
                      <a:pt x="4250" y="805"/>
                    </a:cubicBezTo>
                    <a:cubicBezTo>
                      <a:pt x="3714" y="805"/>
                      <a:pt x="3216" y="1149"/>
                      <a:pt x="2718" y="1341"/>
                    </a:cubicBezTo>
                    <a:cubicBezTo>
                      <a:pt x="2106" y="1685"/>
                      <a:pt x="1532" y="2030"/>
                      <a:pt x="996" y="24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32"/>
              <p:cNvSpPr/>
              <p:nvPr/>
            </p:nvSpPr>
            <p:spPr>
              <a:xfrm>
                <a:off x="2811750" y="2765125"/>
                <a:ext cx="151225" cy="34475"/>
              </a:xfrm>
              <a:custGeom>
                <a:avLst/>
                <a:gdLst/>
                <a:ahLst/>
                <a:cxnLst/>
                <a:rect l="l" t="t" r="r" b="b"/>
                <a:pathLst>
                  <a:path w="6049" h="1379" extrusionOk="0">
                    <a:moveTo>
                      <a:pt x="2948" y="1378"/>
                    </a:moveTo>
                    <a:cubicBezTo>
                      <a:pt x="2067" y="1378"/>
                      <a:pt x="1187" y="1225"/>
                      <a:pt x="383" y="881"/>
                    </a:cubicBezTo>
                    <a:cubicBezTo>
                      <a:pt x="383" y="881"/>
                      <a:pt x="421" y="881"/>
                      <a:pt x="421" y="881"/>
                    </a:cubicBezTo>
                    <a:cubicBezTo>
                      <a:pt x="0" y="766"/>
                      <a:pt x="115" y="115"/>
                      <a:pt x="536" y="192"/>
                    </a:cubicBezTo>
                    <a:cubicBezTo>
                      <a:pt x="1072" y="383"/>
                      <a:pt x="1608" y="536"/>
                      <a:pt x="2182" y="613"/>
                    </a:cubicBezTo>
                    <a:cubicBezTo>
                      <a:pt x="2986" y="728"/>
                      <a:pt x="3790" y="689"/>
                      <a:pt x="4556" y="421"/>
                    </a:cubicBezTo>
                    <a:cubicBezTo>
                      <a:pt x="4862" y="345"/>
                      <a:pt x="5130" y="230"/>
                      <a:pt x="5436" y="77"/>
                    </a:cubicBezTo>
                    <a:cubicBezTo>
                      <a:pt x="5589" y="0"/>
                      <a:pt x="5819" y="115"/>
                      <a:pt x="5896" y="268"/>
                    </a:cubicBezTo>
                    <a:cubicBezTo>
                      <a:pt x="6049" y="728"/>
                      <a:pt x="5475" y="804"/>
                      <a:pt x="5168" y="957"/>
                    </a:cubicBezTo>
                    <a:cubicBezTo>
                      <a:pt x="4479" y="1225"/>
                      <a:pt x="3714" y="1378"/>
                      <a:pt x="2948" y="13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32"/>
              <p:cNvSpPr/>
              <p:nvPr/>
            </p:nvSpPr>
            <p:spPr>
              <a:xfrm>
                <a:off x="2962950" y="2228175"/>
                <a:ext cx="67025" cy="232600"/>
              </a:xfrm>
              <a:custGeom>
                <a:avLst/>
                <a:gdLst/>
                <a:ahLst/>
                <a:cxnLst/>
                <a:rect l="l" t="t" r="r" b="b"/>
                <a:pathLst>
                  <a:path w="2681" h="9304" extrusionOk="0">
                    <a:moveTo>
                      <a:pt x="1838" y="8921"/>
                    </a:moveTo>
                    <a:cubicBezTo>
                      <a:pt x="1" y="6433"/>
                      <a:pt x="384" y="3255"/>
                      <a:pt x="1188" y="422"/>
                    </a:cubicBezTo>
                    <a:cubicBezTo>
                      <a:pt x="1303" y="1"/>
                      <a:pt x="1953" y="154"/>
                      <a:pt x="1838" y="614"/>
                    </a:cubicBezTo>
                    <a:cubicBezTo>
                      <a:pt x="1800" y="843"/>
                      <a:pt x="1724" y="1073"/>
                      <a:pt x="1685" y="1303"/>
                    </a:cubicBezTo>
                    <a:cubicBezTo>
                      <a:pt x="1264" y="3025"/>
                      <a:pt x="996" y="4825"/>
                      <a:pt x="1456" y="6509"/>
                    </a:cubicBezTo>
                    <a:cubicBezTo>
                      <a:pt x="1647" y="7275"/>
                      <a:pt x="2068" y="7926"/>
                      <a:pt x="2451" y="8538"/>
                    </a:cubicBezTo>
                    <a:cubicBezTo>
                      <a:pt x="2681" y="8959"/>
                      <a:pt x="2106" y="9304"/>
                      <a:pt x="1838" y="89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32"/>
              <p:cNvSpPr/>
              <p:nvPr/>
            </p:nvSpPr>
            <p:spPr>
              <a:xfrm>
                <a:off x="2790675" y="2271250"/>
                <a:ext cx="31625" cy="151250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6050" extrusionOk="0">
                    <a:moveTo>
                      <a:pt x="269" y="5973"/>
                    </a:moveTo>
                    <a:cubicBezTo>
                      <a:pt x="39" y="5896"/>
                      <a:pt x="1" y="5628"/>
                      <a:pt x="116" y="5437"/>
                    </a:cubicBezTo>
                    <a:cubicBezTo>
                      <a:pt x="192" y="5169"/>
                      <a:pt x="269" y="4863"/>
                      <a:pt x="345" y="4557"/>
                    </a:cubicBezTo>
                    <a:cubicBezTo>
                      <a:pt x="498" y="3791"/>
                      <a:pt x="498" y="3025"/>
                      <a:pt x="460" y="2259"/>
                    </a:cubicBezTo>
                    <a:cubicBezTo>
                      <a:pt x="422" y="1724"/>
                      <a:pt x="345" y="1188"/>
                      <a:pt x="230" y="690"/>
                    </a:cubicBezTo>
                    <a:cubicBezTo>
                      <a:pt x="230" y="575"/>
                      <a:pt x="230" y="422"/>
                      <a:pt x="269" y="307"/>
                    </a:cubicBezTo>
                    <a:cubicBezTo>
                      <a:pt x="460" y="1"/>
                      <a:pt x="958" y="116"/>
                      <a:pt x="958" y="460"/>
                    </a:cubicBezTo>
                    <a:cubicBezTo>
                      <a:pt x="1111" y="1609"/>
                      <a:pt x="1264" y="2757"/>
                      <a:pt x="1149" y="3906"/>
                    </a:cubicBezTo>
                    <a:cubicBezTo>
                      <a:pt x="1111" y="4557"/>
                      <a:pt x="958" y="5207"/>
                      <a:pt x="728" y="5782"/>
                    </a:cubicBezTo>
                    <a:cubicBezTo>
                      <a:pt x="652" y="5973"/>
                      <a:pt x="422" y="6050"/>
                      <a:pt x="269" y="59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32"/>
              <p:cNvSpPr/>
              <p:nvPr/>
            </p:nvSpPr>
            <p:spPr>
              <a:xfrm>
                <a:off x="2205900" y="2015725"/>
                <a:ext cx="497700" cy="159850"/>
              </a:xfrm>
              <a:custGeom>
                <a:avLst/>
                <a:gdLst/>
                <a:ahLst/>
                <a:cxnLst/>
                <a:rect l="l" t="t" r="r" b="b"/>
                <a:pathLst>
                  <a:path w="19908" h="6394" extrusionOk="0">
                    <a:moveTo>
                      <a:pt x="1915" y="6393"/>
                    </a:moveTo>
                    <a:cubicBezTo>
                      <a:pt x="958" y="6317"/>
                      <a:pt x="422" y="5245"/>
                      <a:pt x="230" y="4403"/>
                    </a:cubicBezTo>
                    <a:cubicBezTo>
                      <a:pt x="0" y="3139"/>
                      <a:pt x="1264" y="2488"/>
                      <a:pt x="2259" y="2067"/>
                    </a:cubicBezTo>
                    <a:cubicBezTo>
                      <a:pt x="6470" y="306"/>
                      <a:pt x="11103" y="153"/>
                      <a:pt x="15620" y="77"/>
                    </a:cubicBezTo>
                    <a:cubicBezTo>
                      <a:pt x="16845" y="0"/>
                      <a:pt x="18070" y="77"/>
                      <a:pt x="19219" y="498"/>
                    </a:cubicBezTo>
                    <a:cubicBezTo>
                      <a:pt x="19295" y="536"/>
                      <a:pt x="19334" y="574"/>
                      <a:pt x="19372" y="613"/>
                    </a:cubicBezTo>
                    <a:cubicBezTo>
                      <a:pt x="19563" y="536"/>
                      <a:pt x="19793" y="689"/>
                      <a:pt x="19831" y="881"/>
                    </a:cubicBezTo>
                    <a:cubicBezTo>
                      <a:pt x="19908" y="1608"/>
                      <a:pt x="19908" y="2335"/>
                      <a:pt x="19793" y="3024"/>
                    </a:cubicBezTo>
                    <a:cubicBezTo>
                      <a:pt x="19640" y="4173"/>
                      <a:pt x="19142" y="5321"/>
                      <a:pt x="17879" y="5551"/>
                    </a:cubicBezTo>
                    <a:cubicBezTo>
                      <a:pt x="16041" y="6011"/>
                      <a:pt x="14165" y="5743"/>
                      <a:pt x="12290" y="5743"/>
                    </a:cubicBezTo>
                    <a:cubicBezTo>
                      <a:pt x="11562" y="5743"/>
                      <a:pt x="10796" y="5781"/>
                      <a:pt x="10069" y="5819"/>
                    </a:cubicBezTo>
                    <a:cubicBezTo>
                      <a:pt x="7351" y="6011"/>
                      <a:pt x="4671" y="6393"/>
                      <a:pt x="1953" y="6393"/>
                    </a:cubicBezTo>
                    <a:lnTo>
                      <a:pt x="1953" y="6393"/>
                    </a:lnTo>
                    <a:close/>
                    <a:moveTo>
                      <a:pt x="2604" y="5666"/>
                    </a:moveTo>
                    <a:cubicBezTo>
                      <a:pt x="5934" y="5589"/>
                      <a:pt x="9189" y="5015"/>
                      <a:pt x="12481" y="5015"/>
                    </a:cubicBezTo>
                    <a:cubicBezTo>
                      <a:pt x="14319" y="5053"/>
                      <a:pt x="16156" y="5321"/>
                      <a:pt x="17917" y="4824"/>
                    </a:cubicBezTo>
                    <a:cubicBezTo>
                      <a:pt x="19181" y="4403"/>
                      <a:pt x="19257" y="2297"/>
                      <a:pt x="19142" y="1187"/>
                    </a:cubicBezTo>
                    <a:cubicBezTo>
                      <a:pt x="19027" y="1225"/>
                      <a:pt x="18913" y="1149"/>
                      <a:pt x="18798" y="1110"/>
                    </a:cubicBezTo>
                    <a:cubicBezTo>
                      <a:pt x="18223" y="919"/>
                      <a:pt x="17649" y="842"/>
                      <a:pt x="17075" y="766"/>
                    </a:cubicBezTo>
                    <a:cubicBezTo>
                      <a:pt x="15620" y="766"/>
                      <a:pt x="14127" y="804"/>
                      <a:pt x="12672" y="842"/>
                    </a:cubicBezTo>
                    <a:cubicBezTo>
                      <a:pt x="10605" y="919"/>
                      <a:pt x="8576" y="1110"/>
                      <a:pt x="6547" y="1531"/>
                    </a:cubicBezTo>
                    <a:cubicBezTo>
                      <a:pt x="5284" y="1799"/>
                      <a:pt x="1302" y="2680"/>
                      <a:pt x="919" y="3943"/>
                    </a:cubicBezTo>
                    <a:cubicBezTo>
                      <a:pt x="843" y="4517"/>
                      <a:pt x="1225" y="5130"/>
                      <a:pt x="1608" y="5551"/>
                    </a:cubicBezTo>
                    <a:cubicBezTo>
                      <a:pt x="1876" y="5781"/>
                      <a:pt x="2259" y="5666"/>
                      <a:pt x="2565" y="566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32"/>
              <p:cNvSpPr/>
              <p:nvPr/>
            </p:nvSpPr>
            <p:spPr>
              <a:xfrm>
                <a:off x="3056750" y="2049200"/>
                <a:ext cx="482400" cy="113925"/>
              </a:xfrm>
              <a:custGeom>
                <a:avLst/>
                <a:gdLst/>
                <a:ahLst/>
                <a:cxnLst/>
                <a:rect l="l" t="t" r="r" b="b"/>
                <a:pathLst>
                  <a:path w="19296" h="4557" extrusionOk="0">
                    <a:moveTo>
                      <a:pt x="3523" y="4557"/>
                    </a:moveTo>
                    <a:cubicBezTo>
                      <a:pt x="613" y="4480"/>
                      <a:pt x="1" y="2910"/>
                      <a:pt x="422" y="269"/>
                    </a:cubicBezTo>
                    <a:cubicBezTo>
                      <a:pt x="460" y="116"/>
                      <a:pt x="690" y="1"/>
                      <a:pt x="843" y="39"/>
                    </a:cubicBezTo>
                    <a:cubicBezTo>
                      <a:pt x="1073" y="77"/>
                      <a:pt x="1149" y="307"/>
                      <a:pt x="1111" y="499"/>
                    </a:cubicBezTo>
                    <a:cubicBezTo>
                      <a:pt x="1073" y="728"/>
                      <a:pt x="1034" y="920"/>
                      <a:pt x="1034" y="1111"/>
                    </a:cubicBezTo>
                    <a:cubicBezTo>
                      <a:pt x="919" y="2298"/>
                      <a:pt x="1149" y="3561"/>
                      <a:pt x="2566" y="3714"/>
                    </a:cubicBezTo>
                    <a:cubicBezTo>
                      <a:pt x="3752" y="4021"/>
                      <a:pt x="4939" y="3714"/>
                      <a:pt x="6126" y="3485"/>
                    </a:cubicBezTo>
                    <a:cubicBezTo>
                      <a:pt x="6853" y="3332"/>
                      <a:pt x="7581" y="3217"/>
                      <a:pt x="8308" y="3102"/>
                    </a:cubicBezTo>
                    <a:cubicBezTo>
                      <a:pt x="11524" y="2719"/>
                      <a:pt x="14855" y="2604"/>
                      <a:pt x="18032" y="3217"/>
                    </a:cubicBezTo>
                    <a:cubicBezTo>
                      <a:pt x="18339" y="3293"/>
                      <a:pt x="18683" y="3370"/>
                      <a:pt x="18989" y="3446"/>
                    </a:cubicBezTo>
                    <a:cubicBezTo>
                      <a:pt x="19181" y="3523"/>
                      <a:pt x="19296" y="3714"/>
                      <a:pt x="19219" y="3906"/>
                    </a:cubicBezTo>
                    <a:cubicBezTo>
                      <a:pt x="19181" y="4097"/>
                      <a:pt x="18989" y="4212"/>
                      <a:pt x="18798" y="4136"/>
                    </a:cubicBezTo>
                    <a:cubicBezTo>
                      <a:pt x="15620" y="3293"/>
                      <a:pt x="12251" y="3446"/>
                      <a:pt x="8997" y="3714"/>
                    </a:cubicBezTo>
                    <a:cubicBezTo>
                      <a:pt x="7887" y="3868"/>
                      <a:pt x="6815" y="4059"/>
                      <a:pt x="5705" y="4289"/>
                    </a:cubicBezTo>
                    <a:cubicBezTo>
                      <a:pt x="4978" y="4404"/>
                      <a:pt x="4250" y="4557"/>
                      <a:pt x="3485" y="45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32"/>
              <p:cNvSpPr/>
              <p:nvPr/>
            </p:nvSpPr>
            <p:spPr>
              <a:xfrm>
                <a:off x="3066325" y="2008050"/>
                <a:ext cx="403925" cy="58425"/>
              </a:xfrm>
              <a:custGeom>
                <a:avLst/>
                <a:gdLst/>
                <a:ahLst/>
                <a:cxnLst/>
                <a:rect l="l" t="t" r="r" b="b"/>
                <a:pathLst>
                  <a:path w="16157" h="2337" extrusionOk="0">
                    <a:moveTo>
                      <a:pt x="1" y="1991"/>
                    </a:moveTo>
                    <a:lnTo>
                      <a:pt x="1" y="1915"/>
                    </a:lnTo>
                    <a:cubicBezTo>
                      <a:pt x="1" y="1800"/>
                      <a:pt x="39" y="1647"/>
                      <a:pt x="115" y="1570"/>
                    </a:cubicBezTo>
                    <a:cubicBezTo>
                      <a:pt x="269" y="1341"/>
                      <a:pt x="498" y="1226"/>
                      <a:pt x="728" y="1111"/>
                    </a:cubicBezTo>
                    <a:cubicBezTo>
                      <a:pt x="1072" y="958"/>
                      <a:pt x="1455" y="843"/>
                      <a:pt x="1800" y="766"/>
                    </a:cubicBezTo>
                    <a:cubicBezTo>
                      <a:pt x="2527" y="575"/>
                      <a:pt x="3293" y="460"/>
                      <a:pt x="4020" y="384"/>
                    </a:cubicBezTo>
                    <a:cubicBezTo>
                      <a:pt x="5513" y="154"/>
                      <a:pt x="7006" y="39"/>
                      <a:pt x="8538" y="1"/>
                    </a:cubicBezTo>
                    <a:cubicBezTo>
                      <a:pt x="10031" y="1"/>
                      <a:pt x="11562" y="77"/>
                      <a:pt x="13094" y="307"/>
                    </a:cubicBezTo>
                    <a:cubicBezTo>
                      <a:pt x="14012" y="422"/>
                      <a:pt x="14931" y="613"/>
                      <a:pt x="15850" y="843"/>
                    </a:cubicBezTo>
                    <a:cubicBezTo>
                      <a:pt x="16041" y="881"/>
                      <a:pt x="16156" y="1111"/>
                      <a:pt x="16080" y="1302"/>
                    </a:cubicBezTo>
                    <a:cubicBezTo>
                      <a:pt x="16041" y="1494"/>
                      <a:pt x="15850" y="1570"/>
                      <a:pt x="15659" y="1532"/>
                    </a:cubicBezTo>
                    <a:cubicBezTo>
                      <a:pt x="15199" y="1417"/>
                      <a:pt x="14701" y="1302"/>
                      <a:pt x="14242" y="1226"/>
                    </a:cubicBezTo>
                    <a:cubicBezTo>
                      <a:pt x="13132" y="996"/>
                      <a:pt x="12060" y="843"/>
                      <a:pt x="10950" y="766"/>
                    </a:cubicBezTo>
                    <a:cubicBezTo>
                      <a:pt x="10222" y="728"/>
                      <a:pt x="9533" y="690"/>
                      <a:pt x="8844" y="690"/>
                    </a:cubicBezTo>
                    <a:cubicBezTo>
                      <a:pt x="8117" y="690"/>
                      <a:pt x="7428" y="728"/>
                      <a:pt x="6738" y="766"/>
                    </a:cubicBezTo>
                    <a:cubicBezTo>
                      <a:pt x="6011" y="843"/>
                      <a:pt x="5284" y="920"/>
                      <a:pt x="4556" y="996"/>
                    </a:cubicBezTo>
                    <a:cubicBezTo>
                      <a:pt x="3829" y="1111"/>
                      <a:pt x="3102" y="1188"/>
                      <a:pt x="2412" y="1341"/>
                    </a:cubicBezTo>
                    <a:lnTo>
                      <a:pt x="2374" y="1341"/>
                    </a:lnTo>
                    <a:lnTo>
                      <a:pt x="2374" y="1341"/>
                    </a:lnTo>
                    <a:cubicBezTo>
                      <a:pt x="2068" y="1417"/>
                      <a:pt x="1762" y="1494"/>
                      <a:pt x="1455" y="1609"/>
                    </a:cubicBezTo>
                    <a:cubicBezTo>
                      <a:pt x="1302" y="1647"/>
                      <a:pt x="1111" y="1723"/>
                      <a:pt x="919" y="1800"/>
                    </a:cubicBezTo>
                    <a:cubicBezTo>
                      <a:pt x="881" y="1838"/>
                      <a:pt x="804" y="1877"/>
                      <a:pt x="728" y="1915"/>
                    </a:cubicBezTo>
                    <a:cubicBezTo>
                      <a:pt x="728" y="1915"/>
                      <a:pt x="728" y="1953"/>
                      <a:pt x="690" y="1953"/>
                    </a:cubicBezTo>
                    <a:lnTo>
                      <a:pt x="690" y="1991"/>
                    </a:lnTo>
                    <a:cubicBezTo>
                      <a:pt x="690" y="2183"/>
                      <a:pt x="536" y="2336"/>
                      <a:pt x="345" y="2336"/>
                    </a:cubicBezTo>
                    <a:cubicBezTo>
                      <a:pt x="154" y="2336"/>
                      <a:pt x="1" y="2183"/>
                      <a:pt x="1" y="19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32"/>
              <p:cNvSpPr/>
              <p:nvPr/>
            </p:nvSpPr>
            <p:spPr>
              <a:xfrm>
                <a:off x="3475000" y="2042500"/>
                <a:ext cx="18225" cy="17275"/>
              </a:xfrm>
              <a:custGeom>
                <a:avLst/>
                <a:gdLst/>
                <a:ahLst/>
                <a:cxnLst/>
                <a:rect l="l" t="t" r="r" b="b"/>
                <a:pathLst>
                  <a:path w="729" h="691" extrusionOk="0">
                    <a:moveTo>
                      <a:pt x="1" y="345"/>
                    </a:moveTo>
                    <a:cubicBezTo>
                      <a:pt x="1" y="154"/>
                      <a:pt x="154" y="1"/>
                      <a:pt x="345" y="1"/>
                    </a:cubicBezTo>
                    <a:cubicBezTo>
                      <a:pt x="537" y="1"/>
                      <a:pt x="728" y="154"/>
                      <a:pt x="728" y="345"/>
                    </a:cubicBezTo>
                    <a:cubicBezTo>
                      <a:pt x="728" y="537"/>
                      <a:pt x="537" y="690"/>
                      <a:pt x="345" y="690"/>
                    </a:cubicBezTo>
                    <a:cubicBezTo>
                      <a:pt x="154" y="690"/>
                      <a:pt x="1" y="537"/>
                      <a:pt x="1" y="345"/>
                    </a:cubicBezTo>
                    <a:close/>
                  </a:path>
                </a:pathLst>
              </a:custGeom>
              <a:solidFill>
                <a:srgbClr val="5729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32"/>
              <p:cNvSpPr/>
              <p:nvPr/>
            </p:nvSpPr>
            <p:spPr>
              <a:xfrm>
                <a:off x="3494150" y="2046350"/>
                <a:ext cx="74675" cy="110075"/>
              </a:xfrm>
              <a:custGeom>
                <a:avLst/>
                <a:gdLst/>
                <a:ahLst/>
                <a:cxnLst/>
                <a:rect l="l" t="t" r="r" b="b"/>
                <a:pathLst>
                  <a:path w="2987" h="4403" extrusionOk="0">
                    <a:moveTo>
                      <a:pt x="1532" y="4096"/>
                    </a:moveTo>
                    <a:cubicBezTo>
                      <a:pt x="919" y="3560"/>
                      <a:pt x="2948" y="2871"/>
                      <a:pt x="1034" y="1149"/>
                    </a:cubicBezTo>
                    <a:cubicBezTo>
                      <a:pt x="843" y="957"/>
                      <a:pt x="575" y="842"/>
                      <a:pt x="307" y="727"/>
                    </a:cubicBezTo>
                    <a:cubicBezTo>
                      <a:pt x="0" y="651"/>
                      <a:pt x="0" y="191"/>
                      <a:pt x="307" y="77"/>
                    </a:cubicBezTo>
                    <a:cubicBezTo>
                      <a:pt x="536" y="0"/>
                      <a:pt x="766" y="153"/>
                      <a:pt x="957" y="230"/>
                    </a:cubicBezTo>
                    <a:cubicBezTo>
                      <a:pt x="2068" y="804"/>
                      <a:pt x="2986" y="2144"/>
                      <a:pt x="2412" y="3369"/>
                    </a:cubicBezTo>
                    <a:cubicBezTo>
                      <a:pt x="2259" y="3714"/>
                      <a:pt x="1991" y="4403"/>
                      <a:pt x="1532" y="409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32"/>
              <p:cNvSpPr/>
              <p:nvPr/>
            </p:nvSpPr>
            <p:spPr>
              <a:xfrm>
                <a:off x="3454900" y="2030075"/>
                <a:ext cx="67025" cy="37350"/>
              </a:xfrm>
              <a:custGeom>
                <a:avLst/>
                <a:gdLst/>
                <a:ahLst/>
                <a:cxnLst/>
                <a:rect l="l" t="t" r="r" b="b"/>
                <a:pathLst>
                  <a:path w="2681" h="1494" extrusionOk="0">
                    <a:moveTo>
                      <a:pt x="1991" y="1302"/>
                    </a:moveTo>
                    <a:cubicBezTo>
                      <a:pt x="1456" y="1072"/>
                      <a:pt x="881" y="919"/>
                      <a:pt x="384" y="689"/>
                    </a:cubicBezTo>
                    <a:cubicBezTo>
                      <a:pt x="1" y="536"/>
                      <a:pt x="39" y="0"/>
                      <a:pt x="460" y="0"/>
                    </a:cubicBezTo>
                    <a:cubicBezTo>
                      <a:pt x="537" y="0"/>
                      <a:pt x="652" y="39"/>
                      <a:pt x="690" y="77"/>
                    </a:cubicBezTo>
                    <a:cubicBezTo>
                      <a:pt x="1226" y="307"/>
                      <a:pt x="1762" y="460"/>
                      <a:pt x="2259" y="651"/>
                    </a:cubicBezTo>
                    <a:cubicBezTo>
                      <a:pt x="2681" y="842"/>
                      <a:pt x="2413" y="1493"/>
                      <a:pt x="1991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32"/>
              <p:cNvSpPr/>
              <p:nvPr/>
            </p:nvSpPr>
            <p:spPr>
              <a:xfrm>
                <a:off x="2306400" y="2296150"/>
                <a:ext cx="330225" cy="125400"/>
              </a:xfrm>
              <a:custGeom>
                <a:avLst/>
                <a:gdLst/>
                <a:ahLst/>
                <a:cxnLst/>
                <a:rect l="l" t="t" r="r" b="b"/>
                <a:pathLst>
                  <a:path w="13209" h="5016" extrusionOk="0">
                    <a:moveTo>
                      <a:pt x="12442" y="1838"/>
                    </a:moveTo>
                    <a:cubicBezTo>
                      <a:pt x="12634" y="2144"/>
                      <a:pt x="13208" y="2527"/>
                      <a:pt x="12825" y="2871"/>
                    </a:cubicBezTo>
                    <a:cubicBezTo>
                      <a:pt x="12442" y="3139"/>
                      <a:pt x="12213" y="2680"/>
                      <a:pt x="11983" y="2450"/>
                    </a:cubicBezTo>
                    <a:cubicBezTo>
                      <a:pt x="11830" y="2221"/>
                      <a:pt x="11600" y="2029"/>
                      <a:pt x="11370" y="1876"/>
                    </a:cubicBezTo>
                    <a:cubicBezTo>
                      <a:pt x="10605" y="1340"/>
                      <a:pt x="9686" y="1034"/>
                      <a:pt x="8767" y="957"/>
                    </a:cubicBezTo>
                    <a:cubicBezTo>
                      <a:pt x="8959" y="1149"/>
                      <a:pt x="9150" y="1455"/>
                      <a:pt x="9227" y="1608"/>
                    </a:cubicBezTo>
                    <a:cubicBezTo>
                      <a:pt x="9877" y="3254"/>
                      <a:pt x="8308" y="5015"/>
                      <a:pt x="6585" y="4824"/>
                    </a:cubicBezTo>
                    <a:cubicBezTo>
                      <a:pt x="5513" y="4747"/>
                      <a:pt x="4211" y="4020"/>
                      <a:pt x="4097" y="2833"/>
                    </a:cubicBezTo>
                    <a:cubicBezTo>
                      <a:pt x="4020" y="2374"/>
                      <a:pt x="4135" y="1914"/>
                      <a:pt x="4211" y="1455"/>
                    </a:cubicBezTo>
                    <a:cubicBezTo>
                      <a:pt x="3790" y="1570"/>
                      <a:pt x="3331" y="1761"/>
                      <a:pt x="2910" y="1953"/>
                    </a:cubicBezTo>
                    <a:cubicBezTo>
                      <a:pt x="2336" y="2259"/>
                      <a:pt x="1761" y="2642"/>
                      <a:pt x="1264" y="3063"/>
                    </a:cubicBezTo>
                    <a:cubicBezTo>
                      <a:pt x="996" y="3293"/>
                      <a:pt x="766" y="3752"/>
                      <a:pt x="345" y="3637"/>
                    </a:cubicBezTo>
                    <a:cubicBezTo>
                      <a:pt x="0" y="3522"/>
                      <a:pt x="38" y="3025"/>
                      <a:pt x="383" y="2948"/>
                    </a:cubicBezTo>
                    <a:cubicBezTo>
                      <a:pt x="1914" y="1378"/>
                      <a:pt x="4058" y="536"/>
                      <a:pt x="6202" y="306"/>
                    </a:cubicBezTo>
                    <a:cubicBezTo>
                      <a:pt x="8346" y="0"/>
                      <a:pt x="10835" y="192"/>
                      <a:pt x="12442" y="18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32"/>
              <p:cNvSpPr/>
              <p:nvPr/>
            </p:nvSpPr>
            <p:spPr>
              <a:xfrm>
                <a:off x="3146725" y="2262650"/>
                <a:ext cx="293850" cy="147400"/>
              </a:xfrm>
              <a:custGeom>
                <a:avLst/>
                <a:gdLst/>
                <a:ahLst/>
                <a:cxnLst/>
                <a:rect l="l" t="t" r="r" b="b"/>
                <a:pathLst>
                  <a:path w="11754" h="5896" extrusionOk="0">
                    <a:moveTo>
                      <a:pt x="11600" y="1876"/>
                    </a:moveTo>
                    <a:cubicBezTo>
                      <a:pt x="11753" y="1991"/>
                      <a:pt x="11753" y="2221"/>
                      <a:pt x="11639" y="2374"/>
                    </a:cubicBezTo>
                    <a:cubicBezTo>
                      <a:pt x="11524" y="2527"/>
                      <a:pt x="11294" y="2527"/>
                      <a:pt x="11141" y="2412"/>
                    </a:cubicBezTo>
                    <a:cubicBezTo>
                      <a:pt x="10720" y="2106"/>
                      <a:pt x="10299" y="1800"/>
                      <a:pt x="9839" y="1570"/>
                    </a:cubicBezTo>
                    <a:cubicBezTo>
                      <a:pt x="9303" y="1302"/>
                      <a:pt x="8767" y="1110"/>
                      <a:pt x="8193" y="996"/>
                    </a:cubicBezTo>
                    <a:cubicBezTo>
                      <a:pt x="10375" y="2565"/>
                      <a:pt x="8308" y="5896"/>
                      <a:pt x="5666" y="5168"/>
                    </a:cubicBezTo>
                    <a:cubicBezTo>
                      <a:pt x="3829" y="4556"/>
                      <a:pt x="3369" y="2680"/>
                      <a:pt x="4365" y="1110"/>
                    </a:cubicBezTo>
                    <a:cubicBezTo>
                      <a:pt x="4288" y="1110"/>
                      <a:pt x="4250" y="1110"/>
                      <a:pt x="4212" y="1149"/>
                    </a:cubicBezTo>
                    <a:cubicBezTo>
                      <a:pt x="3484" y="1264"/>
                      <a:pt x="2757" y="1493"/>
                      <a:pt x="2106" y="1800"/>
                    </a:cubicBezTo>
                    <a:cubicBezTo>
                      <a:pt x="1647" y="2029"/>
                      <a:pt x="1225" y="2335"/>
                      <a:pt x="843" y="2642"/>
                    </a:cubicBezTo>
                    <a:cubicBezTo>
                      <a:pt x="651" y="2871"/>
                      <a:pt x="421" y="3063"/>
                      <a:pt x="153" y="2833"/>
                    </a:cubicBezTo>
                    <a:cubicBezTo>
                      <a:pt x="0" y="2680"/>
                      <a:pt x="0" y="2489"/>
                      <a:pt x="153" y="2335"/>
                    </a:cubicBezTo>
                    <a:cubicBezTo>
                      <a:pt x="613" y="1838"/>
                      <a:pt x="1187" y="1493"/>
                      <a:pt x="1800" y="1187"/>
                    </a:cubicBezTo>
                    <a:cubicBezTo>
                      <a:pt x="2833" y="651"/>
                      <a:pt x="3982" y="421"/>
                      <a:pt x="5092" y="268"/>
                    </a:cubicBezTo>
                    <a:cubicBezTo>
                      <a:pt x="6777" y="0"/>
                      <a:pt x="8538" y="153"/>
                      <a:pt x="10069" y="919"/>
                    </a:cubicBezTo>
                    <a:cubicBezTo>
                      <a:pt x="10605" y="1187"/>
                      <a:pt x="11103" y="1493"/>
                      <a:pt x="11600" y="18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32"/>
              <p:cNvSpPr/>
              <p:nvPr/>
            </p:nvSpPr>
            <p:spPr>
              <a:xfrm>
                <a:off x="2346600" y="2243500"/>
                <a:ext cx="174200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968" h="2413" extrusionOk="0">
                    <a:moveTo>
                      <a:pt x="306" y="2183"/>
                    </a:moveTo>
                    <a:cubicBezTo>
                      <a:pt x="0" y="1876"/>
                      <a:pt x="345" y="1608"/>
                      <a:pt x="613" y="1455"/>
                    </a:cubicBezTo>
                    <a:cubicBezTo>
                      <a:pt x="1072" y="1149"/>
                      <a:pt x="1570" y="881"/>
                      <a:pt x="2106" y="690"/>
                    </a:cubicBezTo>
                    <a:cubicBezTo>
                      <a:pt x="3331" y="269"/>
                      <a:pt x="4709" y="1"/>
                      <a:pt x="6011" y="115"/>
                    </a:cubicBezTo>
                    <a:cubicBezTo>
                      <a:pt x="6355" y="192"/>
                      <a:pt x="6968" y="115"/>
                      <a:pt x="6968" y="613"/>
                    </a:cubicBezTo>
                    <a:cubicBezTo>
                      <a:pt x="6929" y="804"/>
                      <a:pt x="6738" y="958"/>
                      <a:pt x="6547" y="919"/>
                    </a:cubicBezTo>
                    <a:cubicBezTo>
                      <a:pt x="6240" y="881"/>
                      <a:pt x="5972" y="804"/>
                      <a:pt x="5666" y="804"/>
                    </a:cubicBezTo>
                    <a:cubicBezTo>
                      <a:pt x="5015" y="766"/>
                      <a:pt x="4403" y="881"/>
                      <a:pt x="3790" y="958"/>
                    </a:cubicBezTo>
                    <a:cubicBezTo>
                      <a:pt x="2757" y="1187"/>
                      <a:pt x="1799" y="1494"/>
                      <a:pt x="919" y="2106"/>
                    </a:cubicBezTo>
                    <a:cubicBezTo>
                      <a:pt x="766" y="2259"/>
                      <a:pt x="498" y="2412"/>
                      <a:pt x="268" y="21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32"/>
              <p:cNvSpPr/>
              <p:nvPr/>
            </p:nvSpPr>
            <p:spPr>
              <a:xfrm>
                <a:off x="3232850" y="2203300"/>
                <a:ext cx="142650" cy="30650"/>
              </a:xfrm>
              <a:custGeom>
                <a:avLst/>
                <a:gdLst/>
                <a:ahLst/>
                <a:cxnLst/>
                <a:rect l="l" t="t" r="r" b="b"/>
                <a:pathLst>
                  <a:path w="5706" h="1226" extrusionOk="0">
                    <a:moveTo>
                      <a:pt x="575" y="1111"/>
                    </a:moveTo>
                    <a:cubicBezTo>
                      <a:pt x="499" y="1111"/>
                      <a:pt x="422" y="1034"/>
                      <a:pt x="384" y="958"/>
                    </a:cubicBezTo>
                    <a:cubicBezTo>
                      <a:pt x="1" y="154"/>
                      <a:pt x="2145" y="115"/>
                      <a:pt x="2604" y="77"/>
                    </a:cubicBezTo>
                    <a:cubicBezTo>
                      <a:pt x="3523" y="1"/>
                      <a:pt x="4442" y="115"/>
                      <a:pt x="5284" y="422"/>
                    </a:cubicBezTo>
                    <a:cubicBezTo>
                      <a:pt x="5705" y="575"/>
                      <a:pt x="5437" y="1226"/>
                      <a:pt x="5016" y="1073"/>
                    </a:cubicBezTo>
                    <a:cubicBezTo>
                      <a:pt x="3753" y="651"/>
                      <a:pt x="2374" y="690"/>
                      <a:pt x="1073" y="996"/>
                    </a:cubicBezTo>
                    <a:cubicBezTo>
                      <a:pt x="920" y="1034"/>
                      <a:pt x="767" y="1187"/>
                      <a:pt x="575" y="11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32"/>
              <p:cNvSpPr/>
              <p:nvPr/>
            </p:nvSpPr>
            <p:spPr>
              <a:xfrm>
                <a:off x="2396350" y="2404300"/>
                <a:ext cx="149350" cy="22975"/>
              </a:xfrm>
              <a:custGeom>
                <a:avLst/>
                <a:gdLst/>
                <a:ahLst/>
                <a:cxnLst/>
                <a:rect l="l" t="t" r="r" b="b"/>
                <a:pathLst>
                  <a:path w="5974" h="919" extrusionOk="0">
                    <a:moveTo>
                      <a:pt x="1073" y="842"/>
                    </a:moveTo>
                    <a:cubicBezTo>
                      <a:pt x="881" y="804"/>
                      <a:pt x="652" y="804"/>
                      <a:pt x="460" y="766"/>
                    </a:cubicBezTo>
                    <a:cubicBezTo>
                      <a:pt x="1" y="689"/>
                      <a:pt x="77" y="38"/>
                      <a:pt x="537" y="77"/>
                    </a:cubicBezTo>
                    <a:cubicBezTo>
                      <a:pt x="1839" y="192"/>
                      <a:pt x="3140" y="230"/>
                      <a:pt x="4442" y="153"/>
                    </a:cubicBezTo>
                    <a:cubicBezTo>
                      <a:pt x="4825" y="115"/>
                      <a:pt x="5169" y="77"/>
                      <a:pt x="5514" y="38"/>
                    </a:cubicBezTo>
                    <a:cubicBezTo>
                      <a:pt x="5705" y="0"/>
                      <a:pt x="5897" y="115"/>
                      <a:pt x="5935" y="306"/>
                    </a:cubicBezTo>
                    <a:cubicBezTo>
                      <a:pt x="5973" y="498"/>
                      <a:pt x="5820" y="689"/>
                      <a:pt x="5629" y="728"/>
                    </a:cubicBezTo>
                    <a:cubicBezTo>
                      <a:pt x="5246" y="804"/>
                      <a:pt x="4863" y="842"/>
                      <a:pt x="4480" y="842"/>
                    </a:cubicBezTo>
                    <a:cubicBezTo>
                      <a:pt x="3332" y="919"/>
                      <a:pt x="2221" y="881"/>
                      <a:pt x="1073" y="8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2"/>
              <p:cNvSpPr/>
              <p:nvPr/>
            </p:nvSpPr>
            <p:spPr>
              <a:xfrm>
                <a:off x="3237650" y="2374625"/>
                <a:ext cx="118700" cy="25875"/>
              </a:xfrm>
              <a:custGeom>
                <a:avLst/>
                <a:gdLst/>
                <a:ahLst/>
                <a:cxnLst/>
                <a:rect l="l" t="t" r="r" b="b"/>
                <a:pathLst>
                  <a:path w="4748" h="1035" extrusionOk="0">
                    <a:moveTo>
                      <a:pt x="1761" y="996"/>
                    </a:moveTo>
                    <a:cubicBezTo>
                      <a:pt x="1302" y="919"/>
                      <a:pt x="153" y="1034"/>
                      <a:pt x="39" y="460"/>
                    </a:cubicBezTo>
                    <a:cubicBezTo>
                      <a:pt x="0" y="268"/>
                      <a:pt x="153" y="77"/>
                      <a:pt x="345" y="39"/>
                    </a:cubicBezTo>
                    <a:cubicBezTo>
                      <a:pt x="460" y="39"/>
                      <a:pt x="536" y="77"/>
                      <a:pt x="651" y="154"/>
                    </a:cubicBezTo>
                    <a:cubicBezTo>
                      <a:pt x="1302" y="307"/>
                      <a:pt x="2029" y="268"/>
                      <a:pt x="2718" y="230"/>
                    </a:cubicBezTo>
                    <a:cubicBezTo>
                      <a:pt x="3216" y="192"/>
                      <a:pt x="3676" y="154"/>
                      <a:pt x="4135" y="77"/>
                    </a:cubicBezTo>
                    <a:cubicBezTo>
                      <a:pt x="4365" y="0"/>
                      <a:pt x="4633" y="39"/>
                      <a:pt x="4709" y="268"/>
                    </a:cubicBezTo>
                    <a:cubicBezTo>
                      <a:pt x="4748" y="460"/>
                      <a:pt x="4633" y="689"/>
                      <a:pt x="4441" y="728"/>
                    </a:cubicBezTo>
                    <a:cubicBezTo>
                      <a:pt x="3561" y="919"/>
                      <a:pt x="2642" y="996"/>
                      <a:pt x="1761" y="9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32"/>
              <p:cNvSpPr/>
              <p:nvPr/>
            </p:nvSpPr>
            <p:spPr>
              <a:xfrm>
                <a:off x="2158050" y="1436675"/>
                <a:ext cx="326375" cy="946575"/>
              </a:xfrm>
              <a:custGeom>
                <a:avLst/>
                <a:gdLst/>
                <a:ahLst/>
                <a:cxnLst/>
                <a:rect l="l" t="t" r="r" b="b"/>
                <a:pathLst>
                  <a:path w="13055" h="37863" extrusionOk="0">
                    <a:moveTo>
                      <a:pt x="498" y="37863"/>
                    </a:moveTo>
                    <a:cubicBezTo>
                      <a:pt x="153" y="37863"/>
                      <a:pt x="0" y="37404"/>
                      <a:pt x="268" y="37212"/>
                    </a:cubicBezTo>
                    <a:cubicBezTo>
                      <a:pt x="345" y="37174"/>
                      <a:pt x="383" y="37174"/>
                      <a:pt x="460" y="37136"/>
                    </a:cubicBezTo>
                    <a:cubicBezTo>
                      <a:pt x="957" y="36676"/>
                      <a:pt x="1187" y="36025"/>
                      <a:pt x="1225" y="35374"/>
                    </a:cubicBezTo>
                    <a:lnTo>
                      <a:pt x="1225" y="35413"/>
                    </a:lnTo>
                    <a:lnTo>
                      <a:pt x="1225" y="35413"/>
                    </a:lnTo>
                    <a:cubicBezTo>
                      <a:pt x="1264" y="35221"/>
                      <a:pt x="1264" y="35030"/>
                      <a:pt x="1225" y="34839"/>
                    </a:cubicBezTo>
                    <a:cubicBezTo>
                      <a:pt x="1187" y="34303"/>
                      <a:pt x="1340" y="33805"/>
                      <a:pt x="1378" y="33307"/>
                    </a:cubicBezTo>
                    <a:cubicBezTo>
                      <a:pt x="1455" y="32580"/>
                      <a:pt x="1417" y="31852"/>
                      <a:pt x="1225" y="31163"/>
                    </a:cubicBezTo>
                    <a:cubicBezTo>
                      <a:pt x="1225" y="30780"/>
                      <a:pt x="1340" y="30398"/>
                      <a:pt x="1378" y="30015"/>
                    </a:cubicBezTo>
                    <a:cubicBezTo>
                      <a:pt x="1417" y="29670"/>
                      <a:pt x="1378" y="29326"/>
                      <a:pt x="1340" y="28981"/>
                    </a:cubicBezTo>
                    <a:cubicBezTo>
                      <a:pt x="1378" y="27986"/>
                      <a:pt x="1455" y="26990"/>
                      <a:pt x="1340" y="25957"/>
                    </a:cubicBezTo>
                    <a:cubicBezTo>
                      <a:pt x="1302" y="25536"/>
                      <a:pt x="1493" y="25153"/>
                      <a:pt x="1532" y="24770"/>
                    </a:cubicBezTo>
                    <a:cubicBezTo>
                      <a:pt x="1608" y="24234"/>
                      <a:pt x="1493" y="23698"/>
                      <a:pt x="1532" y="23200"/>
                    </a:cubicBezTo>
                    <a:cubicBezTo>
                      <a:pt x="1646" y="22894"/>
                      <a:pt x="1838" y="22626"/>
                      <a:pt x="1914" y="22320"/>
                    </a:cubicBezTo>
                    <a:cubicBezTo>
                      <a:pt x="2106" y="21899"/>
                      <a:pt x="2144" y="21439"/>
                      <a:pt x="2144" y="20980"/>
                    </a:cubicBezTo>
                    <a:cubicBezTo>
                      <a:pt x="2106" y="20444"/>
                      <a:pt x="2029" y="19908"/>
                      <a:pt x="1800" y="19448"/>
                    </a:cubicBezTo>
                    <a:cubicBezTo>
                      <a:pt x="1685" y="19180"/>
                      <a:pt x="1800" y="18836"/>
                      <a:pt x="1914" y="18606"/>
                    </a:cubicBezTo>
                    <a:cubicBezTo>
                      <a:pt x="2106" y="18032"/>
                      <a:pt x="2221" y="17381"/>
                      <a:pt x="2221" y="16769"/>
                    </a:cubicBezTo>
                    <a:cubicBezTo>
                      <a:pt x="2221" y="16348"/>
                      <a:pt x="2106" y="15965"/>
                      <a:pt x="2068" y="15544"/>
                    </a:cubicBezTo>
                    <a:cubicBezTo>
                      <a:pt x="2068" y="15314"/>
                      <a:pt x="2144" y="15084"/>
                      <a:pt x="2221" y="14893"/>
                    </a:cubicBezTo>
                    <a:cubicBezTo>
                      <a:pt x="2412" y="14395"/>
                      <a:pt x="2565" y="13936"/>
                      <a:pt x="2604" y="13400"/>
                    </a:cubicBezTo>
                    <a:cubicBezTo>
                      <a:pt x="2642" y="13055"/>
                      <a:pt x="2642" y="12711"/>
                      <a:pt x="2604" y="12404"/>
                    </a:cubicBezTo>
                    <a:cubicBezTo>
                      <a:pt x="2565" y="12021"/>
                      <a:pt x="2297" y="11562"/>
                      <a:pt x="2604" y="11217"/>
                    </a:cubicBezTo>
                    <a:cubicBezTo>
                      <a:pt x="3101" y="10490"/>
                      <a:pt x="3139" y="9533"/>
                      <a:pt x="2986" y="8691"/>
                    </a:cubicBezTo>
                    <a:cubicBezTo>
                      <a:pt x="2872" y="8423"/>
                      <a:pt x="2872" y="8078"/>
                      <a:pt x="3178" y="7963"/>
                    </a:cubicBezTo>
                    <a:cubicBezTo>
                      <a:pt x="3369" y="7887"/>
                      <a:pt x="3599" y="8040"/>
                      <a:pt x="3790" y="7963"/>
                    </a:cubicBezTo>
                    <a:cubicBezTo>
                      <a:pt x="4824" y="7619"/>
                      <a:pt x="5245" y="6509"/>
                      <a:pt x="5437" y="5513"/>
                    </a:cubicBezTo>
                    <a:cubicBezTo>
                      <a:pt x="5475" y="5322"/>
                      <a:pt x="5398" y="5130"/>
                      <a:pt x="5513" y="4977"/>
                    </a:cubicBezTo>
                    <a:cubicBezTo>
                      <a:pt x="5551" y="4862"/>
                      <a:pt x="5666" y="4824"/>
                      <a:pt x="5819" y="4824"/>
                    </a:cubicBezTo>
                    <a:cubicBezTo>
                      <a:pt x="6776" y="5207"/>
                      <a:pt x="7657" y="4709"/>
                      <a:pt x="8231" y="3905"/>
                    </a:cubicBezTo>
                    <a:cubicBezTo>
                      <a:pt x="8576" y="3369"/>
                      <a:pt x="8997" y="2795"/>
                      <a:pt x="8997" y="2144"/>
                    </a:cubicBezTo>
                    <a:cubicBezTo>
                      <a:pt x="8614" y="1570"/>
                      <a:pt x="9456" y="1111"/>
                      <a:pt x="9686" y="1800"/>
                    </a:cubicBezTo>
                    <a:cubicBezTo>
                      <a:pt x="10107" y="2106"/>
                      <a:pt x="10643" y="1876"/>
                      <a:pt x="11026" y="1647"/>
                    </a:cubicBezTo>
                    <a:cubicBezTo>
                      <a:pt x="11524" y="1302"/>
                      <a:pt x="11792" y="766"/>
                      <a:pt x="12098" y="230"/>
                    </a:cubicBezTo>
                    <a:cubicBezTo>
                      <a:pt x="12174" y="77"/>
                      <a:pt x="12366" y="0"/>
                      <a:pt x="12557" y="77"/>
                    </a:cubicBezTo>
                    <a:cubicBezTo>
                      <a:pt x="13055" y="345"/>
                      <a:pt x="12481" y="919"/>
                      <a:pt x="12328" y="1264"/>
                    </a:cubicBezTo>
                    <a:cubicBezTo>
                      <a:pt x="11830" y="2183"/>
                      <a:pt x="10720" y="2872"/>
                      <a:pt x="9686" y="2604"/>
                    </a:cubicBezTo>
                    <a:cubicBezTo>
                      <a:pt x="9571" y="3178"/>
                      <a:pt x="9227" y="3714"/>
                      <a:pt x="8882" y="4173"/>
                    </a:cubicBezTo>
                    <a:cubicBezTo>
                      <a:pt x="8308" y="5092"/>
                      <a:pt x="7274" y="5781"/>
                      <a:pt x="6126" y="5628"/>
                    </a:cubicBezTo>
                    <a:cubicBezTo>
                      <a:pt x="5934" y="6968"/>
                      <a:pt x="5169" y="8499"/>
                      <a:pt x="3714" y="8691"/>
                    </a:cubicBezTo>
                    <a:cubicBezTo>
                      <a:pt x="3867" y="9686"/>
                      <a:pt x="3790" y="10835"/>
                      <a:pt x="3178" y="11639"/>
                    </a:cubicBezTo>
                    <a:cubicBezTo>
                      <a:pt x="3561" y="12902"/>
                      <a:pt x="3293" y="14242"/>
                      <a:pt x="2795" y="15429"/>
                    </a:cubicBezTo>
                    <a:cubicBezTo>
                      <a:pt x="2795" y="15735"/>
                      <a:pt x="2910" y="16080"/>
                      <a:pt x="2910" y="16424"/>
                    </a:cubicBezTo>
                    <a:cubicBezTo>
                      <a:pt x="2986" y="17266"/>
                      <a:pt x="2833" y="18070"/>
                      <a:pt x="2565" y="18836"/>
                    </a:cubicBezTo>
                    <a:cubicBezTo>
                      <a:pt x="2565" y="18951"/>
                      <a:pt x="2450" y="19066"/>
                      <a:pt x="2489" y="19180"/>
                    </a:cubicBezTo>
                    <a:cubicBezTo>
                      <a:pt x="2604" y="19487"/>
                      <a:pt x="2718" y="19831"/>
                      <a:pt x="2757" y="20176"/>
                    </a:cubicBezTo>
                    <a:cubicBezTo>
                      <a:pt x="2910" y="20865"/>
                      <a:pt x="2910" y="21631"/>
                      <a:pt x="2680" y="22320"/>
                    </a:cubicBezTo>
                    <a:cubicBezTo>
                      <a:pt x="2604" y="22664"/>
                      <a:pt x="2412" y="23009"/>
                      <a:pt x="2259" y="23353"/>
                    </a:cubicBezTo>
                    <a:cubicBezTo>
                      <a:pt x="2259" y="23736"/>
                      <a:pt x="2297" y="24157"/>
                      <a:pt x="2259" y="24540"/>
                    </a:cubicBezTo>
                    <a:cubicBezTo>
                      <a:pt x="2259" y="24961"/>
                      <a:pt x="2144" y="25382"/>
                      <a:pt x="2068" y="25804"/>
                    </a:cubicBezTo>
                    <a:cubicBezTo>
                      <a:pt x="2068" y="26340"/>
                      <a:pt x="2144" y="26914"/>
                      <a:pt x="2106" y="27450"/>
                    </a:cubicBezTo>
                    <a:cubicBezTo>
                      <a:pt x="2144" y="28101"/>
                      <a:pt x="1991" y="28751"/>
                      <a:pt x="2106" y="29402"/>
                    </a:cubicBezTo>
                    <a:cubicBezTo>
                      <a:pt x="2144" y="29938"/>
                      <a:pt x="1991" y="30512"/>
                      <a:pt x="1953" y="31048"/>
                    </a:cubicBezTo>
                    <a:cubicBezTo>
                      <a:pt x="2221" y="32197"/>
                      <a:pt x="2144" y="33345"/>
                      <a:pt x="1914" y="34494"/>
                    </a:cubicBezTo>
                    <a:cubicBezTo>
                      <a:pt x="1914" y="34724"/>
                      <a:pt x="1953" y="34992"/>
                      <a:pt x="1953" y="35260"/>
                    </a:cubicBezTo>
                    <a:cubicBezTo>
                      <a:pt x="1914" y="35796"/>
                      <a:pt x="1800" y="36293"/>
                      <a:pt x="1570" y="36791"/>
                    </a:cubicBezTo>
                    <a:cubicBezTo>
                      <a:pt x="1493" y="36982"/>
                      <a:pt x="1378" y="37136"/>
                      <a:pt x="1225" y="37327"/>
                    </a:cubicBezTo>
                    <a:cubicBezTo>
                      <a:pt x="1034" y="37557"/>
                      <a:pt x="804" y="37863"/>
                      <a:pt x="498" y="37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32"/>
              <p:cNvSpPr/>
              <p:nvPr/>
            </p:nvSpPr>
            <p:spPr>
              <a:xfrm>
                <a:off x="2451875" y="1288325"/>
                <a:ext cx="610650" cy="182825"/>
              </a:xfrm>
              <a:custGeom>
                <a:avLst/>
                <a:gdLst/>
                <a:ahLst/>
                <a:cxnLst/>
                <a:rect l="l" t="t" r="r" b="b"/>
                <a:pathLst>
                  <a:path w="24426" h="7313" extrusionOk="0">
                    <a:moveTo>
                      <a:pt x="2489" y="7083"/>
                    </a:moveTo>
                    <a:cubicBezTo>
                      <a:pt x="1723" y="7006"/>
                      <a:pt x="1072" y="6509"/>
                      <a:pt x="575" y="5973"/>
                    </a:cubicBezTo>
                    <a:cubicBezTo>
                      <a:pt x="345" y="5743"/>
                      <a:pt x="115" y="5437"/>
                      <a:pt x="39" y="5130"/>
                    </a:cubicBezTo>
                    <a:cubicBezTo>
                      <a:pt x="0" y="4709"/>
                      <a:pt x="613" y="4594"/>
                      <a:pt x="728" y="4977"/>
                    </a:cubicBezTo>
                    <a:cubicBezTo>
                      <a:pt x="1340" y="6126"/>
                      <a:pt x="2757" y="6815"/>
                      <a:pt x="3944" y="6126"/>
                    </a:cubicBezTo>
                    <a:cubicBezTo>
                      <a:pt x="4480" y="5743"/>
                      <a:pt x="4824" y="4977"/>
                      <a:pt x="4901" y="4326"/>
                    </a:cubicBezTo>
                    <a:cubicBezTo>
                      <a:pt x="4250" y="3637"/>
                      <a:pt x="5322" y="3101"/>
                      <a:pt x="5551" y="3982"/>
                    </a:cubicBezTo>
                    <a:cubicBezTo>
                      <a:pt x="6011" y="4250"/>
                      <a:pt x="6585" y="4403"/>
                      <a:pt x="7121" y="4326"/>
                    </a:cubicBezTo>
                    <a:cubicBezTo>
                      <a:pt x="7849" y="4135"/>
                      <a:pt x="8576" y="3752"/>
                      <a:pt x="9112" y="3216"/>
                    </a:cubicBezTo>
                    <a:cubicBezTo>
                      <a:pt x="9188" y="3101"/>
                      <a:pt x="9303" y="2987"/>
                      <a:pt x="9342" y="2833"/>
                    </a:cubicBezTo>
                    <a:cubicBezTo>
                      <a:pt x="9380" y="2680"/>
                      <a:pt x="9456" y="2565"/>
                      <a:pt x="9610" y="2489"/>
                    </a:cubicBezTo>
                    <a:cubicBezTo>
                      <a:pt x="9839" y="2412"/>
                      <a:pt x="10069" y="2565"/>
                      <a:pt x="10299" y="2565"/>
                    </a:cubicBezTo>
                    <a:cubicBezTo>
                      <a:pt x="10988" y="2604"/>
                      <a:pt x="11639" y="2259"/>
                      <a:pt x="12213" y="1953"/>
                    </a:cubicBezTo>
                    <a:cubicBezTo>
                      <a:pt x="12711" y="1876"/>
                      <a:pt x="12825" y="2489"/>
                      <a:pt x="13170" y="2680"/>
                    </a:cubicBezTo>
                    <a:cubicBezTo>
                      <a:pt x="13897" y="3255"/>
                      <a:pt x="14931" y="3025"/>
                      <a:pt x="15658" y="2489"/>
                    </a:cubicBezTo>
                    <a:cubicBezTo>
                      <a:pt x="16118" y="2068"/>
                      <a:pt x="16539" y="1532"/>
                      <a:pt x="16807" y="957"/>
                    </a:cubicBezTo>
                    <a:cubicBezTo>
                      <a:pt x="16654" y="0"/>
                      <a:pt x="17841" y="77"/>
                      <a:pt x="17534" y="1034"/>
                    </a:cubicBezTo>
                    <a:cubicBezTo>
                      <a:pt x="17994" y="1876"/>
                      <a:pt x="19257" y="1800"/>
                      <a:pt x="20099" y="1608"/>
                    </a:cubicBezTo>
                    <a:cubicBezTo>
                      <a:pt x="20291" y="1570"/>
                      <a:pt x="20520" y="1493"/>
                      <a:pt x="20674" y="1379"/>
                    </a:cubicBezTo>
                    <a:cubicBezTo>
                      <a:pt x="20865" y="1225"/>
                      <a:pt x="21056" y="1111"/>
                      <a:pt x="21286" y="1187"/>
                    </a:cubicBezTo>
                    <a:cubicBezTo>
                      <a:pt x="21439" y="1264"/>
                      <a:pt x="21554" y="1417"/>
                      <a:pt x="21669" y="1532"/>
                    </a:cubicBezTo>
                    <a:cubicBezTo>
                      <a:pt x="21784" y="1685"/>
                      <a:pt x="21937" y="1800"/>
                      <a:pt x="22090" y="1876"/>
                    </a:cubicBezTo>
                    <a:cubicBezTo>
                      <a:pt x="22741" y="2106"/>
                      <a:pt x="23430" y="2068"/>
                      <a:pt x="24081" y="2106"/>
                    </a:cubicBezTo>
                    <a:cubicBezTo>
                      <a:pt x="24272" y="2106"/>
                      <a:pt x="24425" y="2259"/>
                      <a:pt x="24425" y="2451"/>
                    </a:cubicBezTo>
                    <a:cubicBezTo>
                      <a:pt x="24425" y="2680"/>
                      <a:pt x="24234" y="2795"/>
                      <a:pt x="24043" y="2795"/>
                    </a:cubicBezTo>
                    <a:cubicBezTo>
                      <a:pt x="23621" y="2795"/>
                      <a:pt x="23200" y="2795"/>
                      <a:pt x="22779" y="2757"/>
                    </a:cubicBezTo>
                    <a:cubicBezTo>
                      <a:pt x="22128" y="2719"/>
                      <a:pt x="21478" y="2489"/>
                      <a:pt x="21095" y="1953"/>
                    </a:cubicBezTo>
                    <a:cubicBezTo>
                      <a:pt x="19946" y="2604"/>
                      <a:pt x="18185" y="2719"/>
                      <a:pt x="17190" y="1761"/>
                    </a:cubicBezTo>
                    <a:cubicBezTo>
                      <a:pt x="16883" y="2221"/>
                      <a:pt x="16539" y="2642"/>
                      <a:pt x="16156" y="2987"/>
                    </a:cubicBezTo>
                    <a:cubicBezTo>
                      <a:pt x="14969" y="3982"/>
                      <a:pt x="13208" y="4058"/>
                      <a:pt x="12251" y="2757"/>
                    </a:cubicBezTo>
                    <a:cubicBezTo>
                      <a:pt x="11562" y="3101"/>
                      <a:pt x="10720" y="3408"/>
                      <a:pt x="9954" y="3216"/>
                    </a:cubicBezTo>
                    <a:cubicBezTo>
                      <a:pt x="9571" y="3867"/>
                      <a:pt x="8959" y="4288"/>
                      <a:pt x="8308" y="4633"/>
                    </a:cubicBezTo>
                    <a:cubicBezTo>
                      <a:pt x="7427" y="5130"/>
                      <a:pt x="6470" y="5169"/>
                      <a:pt x="5551" y="4786"/>
                    </a:cubicBezTo>
                    <a:cubicBezTo>
                      <a:pt x="5169" y="6279"/>
                      <a:pt x="4097" y="7313"/>
                      <a:pt x="2489" y="70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2"/>
              <p:cNvSpPr/>
              <p:nvPr/>
            </p:nvSpPr>
            <p:spPr>
              <a:xfrm>
                <a:off x="3045275" y="1318000"/>
                <a:ext cx="549400" cy="456550"/>
              </a:xfrm>
              <a:custGeom>
                <a:avLst/>
                <a:gdLst/>
                <a:ahLst/>
                <a:cxnLst/>
                <a:rect l="l" t="t" r="r" b="b"/>
                <a:pathLst>
                  <a:path w="21976" h="18262" extrusionOk="0">
                    <a:moveTo>
                      <a:pt x="21056" y="17917"/>
                    </a:moveTo>
                    <a:cubicBezTo>
                      <a:pt x="20482" y="17228"/>
                      <a:pt x="20214" y="16194"/>
                      <a:pt x="20674" y="15390"/>
                    </a:cubicBezTo>
                    <a:cubicBezTo>
                      <a:pt x="20138" y="15199"/>
                      <a:pt x="19755" y="14778"/>
                      <a:pt x="19410" y="14357"/>
                    </a:cubicBezTo>
                    <a:cubicBezTo>
                      <a:pt x="18951" y="13821"/>
                      <a:pt x="18798" y="13093"/>
                      <a:pt x="19066" y="12442"/>
                    </a:cubicBezTo>
                    <a:cubicBezTo>
                      <a:pt x="17955" y="12098"/>
                      <a:pt x="17343" y="10949"/>
                      <a:pt x="17151" y="9877"/>
                    </a:cubicBezTo>
                    <a:cubicBezTo>
                      <a:pt x="17113" y="9380"/>
                      <a:pt x="17228" y="8920"/>
                      <a:pt x="17305" y="8423"/>
                    </a:cubicBezTo>
                    <a:cubicBezTo>
                      <a:pt x="16615" y="8308"/>
                      <a:pt x="15888" y="8040"/>
                      <a:pt x="15352" y="7580"/>
                    </a:cubicBezTo>
                    <a:cubicBezTo>
                      <a:pt x="13974" y="8040"/>
                      <a:pt x="12710" y="6662"/>
                      <a:pt x="12557" y="5360"/>
                    </a:cubicBezTo>
                    <a:cubicBezTo>
                      <a:pt x="11447" y="5590"/>
                      <a:pt x="9992" y="5283"/>
                      <a:pt x="9456" y="4173"/>
                    </a:cubicBezTo>
                    <a:cubicBezTo>
                      <a:pt x="8920" y="4441"/>
                      <a:pt x="8308" y="4556"/>
                      <a:pt x="7695" y="4518"/>
                    </a:cubicBezTo>
                    <a:cubicBezTo>
                      <a:pt x="6432" y="4365"/>
                      <a:pt x="5207" y="3522"/>
                      <a:pt x="4633" y="2374"/>
                    </a:cubicBezTo>
                    <a:cubicBezTo>
                      <a:pt x="3982" y="2833"/>
                      <a:pt x="3140" y="2948"/>
                      <a:pt x="2374" y="2642"/>
                    </a:cubicBezTo>
                    <a:cubicBezTo>
                      <a:pt x="1761" y="2450"/>
                      <a:pt x="1187" y="2144"/>
                      <a:pt x="766" y="1646"/>
                    </a:cubicBezTo>
                    <a:cubicBezTo>
                      <a:pt x="421" y="1264"/>
                      <a:pt x="0" y="192"/>
                      <a:pt x="689" y="38"/>
                    </a:cubicBezTo>
                    <a:cubicBezTo>
                      <a:pt x="881" y="0"/>
                      <a:pt x="1072" y="153"/>
                      <a:pt x="1072" y="345"/>
                    </a:cubicBezTo>
                    <a:cubicBezTo>
                      <a:pt x="1111" y="498"/>
                      <a:pt x="996" y="613"/>
                      <a:pt x="1072" y="766"/>
                    </a:cubicBezTo>
                    <a:cubicBezTo>
                      <a:pt x="1378" y="1532"/>
                      <a:pt x="2221" y="1838"/>
                      <a:pt x="2948" y="2068"/>
                    </a:cubicBezTo>
                    <a:cubicBezTo>
                      <a:pt x="3446" y="2182"/>
                      <a:pt x="4020" y="1991"/>
                      <a:pt x="4403" y="1646"/>
                    </a:cubicBezTo>
                    <a:cubicBezTo>
                      <a:pt x="4518" y="1378"/>
                      <a:pt x="4901" y="1302"/>
                      <a:pt x="5092" y="1570"/>
                    </a:cubicBezTo>
                    <a:cubicBezTo>
                      <a:pt x="5322" y="2450"/>
                      <a:pt x="5973" y="3101"/>
                      <a:pt x="6777" y="3522"/>
                    </a:cubicBezTo>
                    <a:cubicBezTo>
                      <a:pt x="7542" y="3943"/>
                      <a:pt x="8499" y="3905"/>
                      <a:pt x="9265" y="3484"/>
                    </a:cubicBezTo>
                    <a:cubicBezTo>
                      <a:pt x="9303" y="3446"/>
                      <a:pt x="9303" y="3369"/>
                      <a:pt x="9342" y="3293"/>
                    </a:cubicBezTo>
                    <a:cubicBezTo>
                      <a:pt x="9495" y="3025"/>
                      <a:pt x="9916" y="3101"/>
                      <a:pt x="9992" y="3407"/>
                    </a:cubicBezTo>
                    <a:cubicBezTo>
                      <a:pt x="9954" y="4441"/>
                      <a:pt x="11217" y="4786"/>
                      <a:pt x="12060" y="4709"/>
                    </a:cubicBezTo>
                    <a:cubicBezTo>
                      <a:pt x="12328" y="4747"/>
                      <a:pt x="12557" y="4556"/>
                      <a:pt x="12825" y="4556"/>
                    </a:cubicBezTo>
                    <a:cubicBezTo>
                      <a:pt x="12978" y="4556"/>
                      <a:pt x="13132" y="4633"/>
                      <a:pt x="13208" y="4747"/>
                    </a:cubicBezTo>
                    <a:cubicBezTo>
                      <a:pt x="13285" y="4939"/>
                      <a:pt x="13246" y="5130"/>
                      <a:pt x="13285" y="5322"/>
                    </a:cubicBezTo>
                    <a:cubicBezTo>
                      <a:pt x="13361" y="5704"/>
                      <a:pt x="13514" y="6049"/>
                      <a:pt x="13744" y="6317"/>
                    </a:cubicBezTo>
                    <a:cubicBezTo>
                      <a:pt x="14089" y="6776"/>
                      <a:pt x="14816" y="7236"/>
                      <a:pt x="15314" y="6776"/>
                    </a:cubicBezTo>
                    <a:cubicBezTo>
                      <a:pt x="15505" y="6662"/>
                      <a:pt x="15811" y="6776"/>
                      <a:pt x="15850" y="7006"/>
                    </a:cubicBezTo>
                    <a:cubicBezTo>
                      <a:pt x="16156" y="7389"/>
                      <a:pt x="16730" y="7542"/>
                      <a:pt x="17190" y="7695"/>
                    </a:cubicBezTo>
                    <a:cubicBezTo>
                      <a:pt x="17496" y="7772"/>
                      <a:pt x="17879" y="7695"/>
                      <a:pt x="18032" y="8001"/>
                    </a:cubicBezTo>
                    <a:cubicBezTo>
                      <a:pt x="18147" y="8231"/>
                      <a:pt x="18070" y="8461"/>
                      <a:pt x="17994" y="8691"/>
                    </a:cubicBezTo>
                    <a:cubicBezTo>
                      <a:pt x="17955" y="8920"/>
                      <a:pt x="17917" y="9188"/>
                      <a:pt x="17879" y="9418"/>
                    </a:cubicBezTo>
                    <a:cubicBezTo>
                      <a:pt x="17802" y="10145"/>
                      <a:pt x="18223" y="11102"/>
                      <a:pt x="18798" y="11524"/>
                    </a:cubicBezTo>
                    <a:cubicBezTo>
                      <a:pt x="19027" y="11677"/>
                      <a:pt x="19257" y="11792"/>
                      <a:pt x="19487" y="11830"/>
                    </a:cubicBezTo>
                    <a:cubicBezTo>
                      <a:pt x="19602" y="11830"/>
                      <a:pt x="19716" y="11868"/>
                      <a:pt x="19831" y="11945"/>
                    </a:cubicBezTo>
                    <a:cubicBezTo>
                      <a:pt x="19984" y="12136"/>
                      <a:pt x="19870" y="12404"/>
                      <a:pt x="19755" y="12596"/>
                    </a:cubicBezTo>
                    <a:cubicBezTo>
                      <a:pt x="19716" y="12710"/>
                      <a:pt x="19678" y="12864"/>
                      <a:pt x="19678" y="13055"/>
                    </a:cubicBezTo>
                    <a:cubicBezTo>
                      <a:pt x="19563" y="13706"/>
                      <a:pt x="20520" y="14701"/>
                      <a:pt x="21133" y="14778"/>
                    </a:cubicBezTo>
                    <a:cubicBezTo>
                      <a:pt x="21592" y="14510"/>
                      <a:pt x="21975" y="15161"/>
                      <a:pt x="21516" y="15429"/>
                    </a:cubicBezTo>
                    <a:cubicBezTo>
                      <a:pt x="21171" y="15811"/>
                      <a:pt x="21056" y="16309"/>
                      <a:pt x="21209" y="16807"/>
                    </a:cubicBezTo>
                    <a:cubicBezTo>
                      <a:pt x="21324" y="17036"/>
                      <a:pt x="21401" y="17266"/>
                      <a:pt x="21554" y="17458"/>
                    </a:cubicBezTo>
                    <a:cubicBezTo>
                      <a:pt x="21860" y="17802"/>
                      <a:pt x="21363" y="18262"/>
                      <a:pt x="21056" y="179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32"/>
              <p:cNvSpPr/>
              <p:nvPr/>
            </p:nvSpPr>
            <p:spPr>
              <a:xfrm>
                <a:off x="3564025" y="1745825"/>
                <a:ext cx="63175" cy="630725"/>
              </a:xfrm>
              <a:custGeom>
                <a:avLst/>
                <a:gdLst/>
                <a:ahLst/>
                <a:cxnLst/>
                <a:rect l="l" t="t" r="r" b="b"/>
                <a:pathLst>
                  <a:path w="2527" h="25229" extrusionOk="0">
                    <a:moveTo>
                      <a:pt x="1723" y="24770"/>
                    </a:moveTo>
                    <a:cubicBezTo>
                      <a:pt x="1570" y="24234"/>
                      <a:pt x="1187" y="23774"/>
                      <a:pt x="957" y="23238"/>
                    </a:cubicBezTo>
                    <a:cubicBezTo>
                      <a:pt x="651" y="22358"/>
                      <a:pt x="613" y="21362"/>
                      <a:pt x="995" y="20520"/>
                    </a:cubicBezTo>
                    <a:cubicBezTo>
                      <a:pt x="766" y="19754"/>
                      <a:pt x="804" y="18874"/>
                      <a:pt x="1187" y="18185"/>
                    </a:cubicBezTo>
                    <a:cubicBezTo>
                      <a:pt x="842" y="17381"/>
                      <a:pt x="957" y="16462"/>
                      <a:pt x="1110" y="15658"/>
                    </a:cubicBezTo>
                    <a:cubicBezTo>
                      <a:pt x="1187" y="15313"/>
                      <a:pt x="1263" y="14969"/>
                      <a:pt x="1263" y="14624"/>
                    </a:cubicBezTo>
                    <a:cubicBezTo>
                      <a:pt x="1187" y="14471"/>
                      <a:pt x="1110" y="14318"/>
                      <a:pt x="1034" y="14165"/>
                    </a:cubicBezTo>
                    <a:cubicBezTo>
                      <a:pt x="613" y="13055"/>
                      <a:pt x="919" y="11868"/>
                      <a:pt x="1110" y="10758"/>
                    </a:cubicBezTo>
                    <a:cubicBezTo>
                      <a:pt x="1149" y="10490"/>
                      <a:pt x="1072" y="10222"/>
                      <a:pt x="995" y="9992"/>
                    </a:cubicBezTo>
                    <a:cubicBezTo>
                      <a:pt x="881" y="9533"/>
                      <a:pt x="804" y="9073"/>
                      <a:pt x="804" y="8614"/>
                    </a:cubicBezTo>
                    <a:cubicBezTo>
                      <a:pt x="766" y="8269"/>
                      <a:pt x="804" y="7925"/>
                      <a:pt x="842" y="7618"/>
                    </a:cubicBezTo>
                    <a:cubicBezTo>
                      <a:pt x="881" y="7197"/>
                      <a:pt x="1110" y="6814"/>
                      <a:pt x="1110" y="6393"/>
                    </a:cubicBezTo>
                    <a:cubicBezTo>
                      <a:pt x="881" y="5781"/>
                      <a:pt x="536" y="5168"/>
                      <a:pt x="536" y="4479"/>
                    </a:cubicBezTo>
                    <a:cubicBezTo>
                      <a:pt x="536" y="4058"/>
                      <a:pt x="727" y="3675"/>
                      <a:pt x="766" y="3254"/>
                    </a:cubicBezTo>
                    <a:cubicBezTo>
                      <a:pt x="766" y="3063"/>
                      <a:pt x="536" y="2986"/>
                      <a:pt x="459" y="2833"/>
                    </a:cubicBezTo>
                    <a:cubicBezTo>
                      <a:pt x="191" y="2527"/>
                      <a:pt x="0" y="2144"/>
                      <a:pt x="38" y="1723"/>
                    </a:cubicBezTo>
                    <a:cubicBezTo>
                      <a:pt x="115" y="1110"/>
                      <a:pt x="689" y="38"/>
                      <a:pt x="1378" y="0"/>
                    </a:cubicBezTo>
                    <a:cubicBezTo>
                      <a:pt x="1838" y="38"/>
                      <a:pt x="1838" y="689"/>
                      <a:pt x="1378" y="727"/>
                    </a:cubicBezTo>
                    <a:cubicBezTo>
                      <a:pt x="1034" y="995"/>
                      <a:pt x="651" y="1570"/>
                      <a:pt x="804" y="2029"/>
                    </a:cubicBezTo>
                    <a:cubicBezTo>
                      <a:pt x="919" y="2412"/>
                      <a:pt x="1302" y="2565"/>
                      <a:pt x="1417" y="2910"/>
                    </a:cubicBezTo>
                    <a:cubicBezTo>
                      <a:pt x="1570" y="3292"/>
                      <a:pt x="1417" y="3675"/>
                      <a:pt x="1340" y="4058"/>
                    </a:cubicBezTo>
                    <a:cubicBezTo>
                      <a:pt x="1149" y="4709"/>
                      <a:pt x="1417" y="5360"/>
                      <a:pt x="1685" y="5896"/>
                    </a:cubicBezTo>
                    <a:cubicBezTo>
                      <a:pt x="1991" y="6393"/>
                      <a:pt x="1761" y="6929"/>
                      <a:pt x="1608" y="7427"/>
                    </a:cubicBezTo>
                    <a:cubicBezTo>
                      <a:pt x="1455" y="8040"/>
                      <a:pt x="1493" y="8690"/>
                      <a:pt x="1570" y="9303"/>
                    </a:cubicBezTo>
                    <a:cubicBezTo>
                      <a:pt x="1646" y="9647"/>
                      <a:pt x="1761" y="9992"/>
                      <a:pt x="1838" y="10337"/>
                    </a:cubicBezTo>
                    <a:cubicBezTo>
                      <a:pt x="1914" y="11370"/>
                      <a:pt x="1378" y="12327"/>
                      <a:pt x="1570" y="13399"/>
                    </a:cubicBezTo>
                    <a:cubicBezTo>
                      <a:pt x="1608" y="13897"/>
                      <a:pt x="2029" y="14318"/>
                      <a:pt x="1953" y="14854"/>
                    </a:cubicBezTo>
                    <a:cubicBezTo>
                      <a:pt x="1876" y="15888"/>
                      <a:pt x="1417" y="16921"/>
                      <a:pt x="1838" y="17917"/>
                    </a:cubicBezTo>
                    <a:cubicBezTo>
                      <a:pt x="1876" y="18032"/>
                      <a:pt x="1914" y="18146"/>
                      <a:pt x="1914" y="18261"/>
                    </a:cubicBezTo>
                    <a:cubicBezTo>
                      <a:pt x="1876" y="18453"/>
                      <a:pt x="1761" y="18568"/>
                      <a:pt x="1685" y="18721"/>
                    </a:cubicBezTo>
                    <a:cubicBezTo>
                      <a:pt x="1493" y="19257"/>
                      <a:pt x="1493" y="19869"/>
                      <a:pt x="1685" y="20405"/>
                    </a:cubicBezTo>
                    <a:cubicBezTo>
                      <a:pt x="1761" y="20788"/>
                      <a:pt x="1455" y="21133"/>
                      <a:pt x="1455" y="21515"/>
                    </a:cubicBezTo>
                    <a:cubicBezTo>
                      <a:pt x="1417" y="22013"/>
                      <a:pt x="1455" y="22511"/>
                      <a:pt x="1608" y="23008"/>
                    </a:cubicBezTo>
                    <a:cubicBezTo>
                      <a:pt x="1876" y="23544"/>
                      <a:pt x="2259" y="24042"/>
                      <a:pt x="2412" y="24616"/>
                    </a:cubicBezTo>
                    <a:cubicBezTo>
                      <a:pt x="2527" y="25038"/>
                      <a:pt x="1876" y="25229"/>
                      <a:pt x="1723" y="247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32"/>
              <p:cNvSpPr/>
              <p:nvPr/>
            </p:nvSpPr>
            <p:spPr>
              <a:xfrm>
                <a:off x="3610900" y="2169800"/>
                <a:ext cx="140725" cy="191450"/>
              </a:xfrm>
              <a:custGeom>
                <a:avLst/>
                <a:gdLst/>
                <a:ahLst/>
                <a:cxnLst/>
                <a:rect l="l" t="t" r="r" b="b"/>
                <a:pathLst>
                  <a:path w="5629" h="7658" extrusionOk="0">
                    <a:moveTo>
                      <a:pt x="460" y="7619"/>
                    </a:moveTo>
                    <a:cubicBezTo>
                      <a:pt x="1" y="7581"/>
                      <a:pt x="116" y="7045"/>
                      <a:pt x="154" y="6700"/>
                    </a:cubicBezTo>
                    <a:cubicBezTo>
                      <a:pt x="231" y="5973"/>
                      <a:pt x="384" y="5246"/>
                      <a:pt x="614" y="4556"/>
                    </a:cubicBezTo>
                    <a:cubicBezTo>
                      <a:pt x="1456" y="2413"/>
                      <a:pt x="2719" y="269"/>
                      <a:pt x="5208" y="39"/>
                    </a:cubicBezTo>
                    <a:cubicBezTo>
                      <a:pt x="5399" y="1"/>
                      <a:pt x="5590" y="154"/>
                      <a:pt x="5590" y="345"/>
                    </a:cubicBezTo>
                    <a:cubicBezTo>
                      <a:pt x="5629" y="651"/>
                      <a:pt x="5322" y="766"/>
                      <a:pt x="5054" y="766"/>
                    </a:cubicBezTo>
                    <a:cubicBezTo>
                      <a:pt x="3523" y="996"/>
                      <a:pt x="2643" y="2106"/>
                      <a:pt x="1915" y="3408"/>
                    </a:cubicBezTo>
                    <a:cubicBezTo>
                      <a:pt x="1571" y="4059"/>
                      <a:pt x="1264" y="4786"/>
                      <a:pt x="1073" y="5514"/>
                    </a:cubicBezTo>
                    <a:cubicBezTo>
                      <a:pt x="958" y="6049"/>
                      <a:pt x="882" y="6547"/>
                      <a:pt x="805" y="7045"/>
                    </a:cubicBezTo>
                    <a:cubicBezTo>
                      <a:pt x="805" y="7121"/>
                      <a:pt x="805" y="7198"/>
                      <a:pt x="805" y="7313"/>
                    </a:cubicBezTo>
                    <a:cubicBezTo>
                      <a:pt x="805" y="7504"/>
                      <a:pt x="652" y="7657"/>
                      <a:pt x="460" y="7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32"/>
              <p:cNvSpPr/>
              <p:nvPr/>
            </p:nvSpPr>
            <p:spPr>
              <a:xfrm>
                <a:off x="2041275" y="2181300"/>
                <a:ext cx="152200" cy="205800"/>
              </a:xfrm>
              <a:custGeom>
                <a:avLst/>
                <a:gdLst/>
                <a:ahLst/>
                <a:cxnLst/>
                <a:rect l="l" t="t" r="r" b="b"/>
                <a:pathLst>
                  <a:path w="6088" h="8232" extrusionOk="0">
                    <a:moveTo>
                      <a:pt x="5245" y="7848"/>
                    </a:moveTo>
                    <a:cubicBezTo>
                      <a:pt x="5054" y="7542"/>
                      <a:pt x="5092" y="7159"/>
                      <a:pt x="5016" y="6815"/>
                    </a:cubicBezTo>
                    <a:cubicBezTo>
                      <a:pt x="4939" y="6355"/>
                      <a:pt x="4824" y="5934"/>
                      <a:pt x="4710" y="5513"/>
                    </a:cubicBezTo>
                    <a:cubicBezTo>
                      <a:pt x="4365" y="4441"/>
                      <a:pt x="3944" y="3484"/>
                      <a:pt x="3293" y="2565"/>
                    </a:cubicBezTo>
                    <a:cubicBezTo>
                      <a:pt x="2642" y="1914"/>
                      <a:pt x="1838" y="1302"/>
                      <a:pt x="958" y="919"/>
                    </a:cubicBezTo>
                    <a:cubicBezTo>
                      <a:pt x="651" y="766"/>
                      <a:pt x="1" y="842"/>
                      <a:pt x="39" y="345"/>
                    </a:cubicBezTo>
                    <a:cubicBezTo>
                      <a:pt x="77" y="153"/>
                      <a:pt x="269" y="0"/>
                      <a:pt x="460" y="38"/>
                    </a:cubicBezTo>
                    <a:cubicBezTo>
                      <a:pt x="1723" y="268"/>
                      <a:pt x="3255" y="1340"/>
                      <a:pt x="4020" y="2374"/>
                    </a:cubicBezTo>
                    <a:cubicBezTo>
                      <a:pt x="4671" y="3331"/>
                      <a:pt x="5131" y="4364"/>
                      <a:pt x="5437" y="5436"/>
                    </a:cubicBezTo>
                    <a:cubicBezTo>
                      <a:pt x="5628" y="6087"/>
                      <a:pt x="5705" y="6776"/>
                      <a:pt x="5858" y="7465"/>
                    </a:cubicBezTo>
                    <a:cubicBezTo>
                      <a:pt x="6088" y="7848"/>
                      <a:pt x="5552" y="8231"/>
                      <a:pt x="5245" y="78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32"/>
              <p:cNvSpPr/>
              <p:nvPr/>
            </p:nvSpPr>
            <p:spPr>
              <a:xfrm>
                <a:off x="2022125" y="955250"/>
                <a:ext cx="277600" cy="294825"/>
              </a:xfrm>
              <a:custGeom>
                <a:avLst/>
                <a:gdLst/>
                <a:ahLst/>
                <a:cxnLst/>
                <a:rect l="l" t="t" r="r" b="b"/>
                <a:pathLst>
                  <a:path w="11104" h="11793" extrusionOk="0">
                    <a:moveTo>
                      <a:pt x="690" y="11715"/>
                    </a:moveTo>
                    <a:cubicBezTo>
                      <a:pt x="1" y="11447"/>
                      <a:pt x="996" y="10184"/>
                      <a:pt x="1264" y="9801"/>
                    </a:cubicBezTo>
                    <a:cubicBezTo>
                      <a:pt x="1839" y="9036"/>
                      <a:pt x="2681" y="8385"/>
                      <a:pt x="3638" y="8232"/>
                    </a:cubicBezTo>
                    <a:cubicBezTo>
                      <a:pt x="3523" y="7428"/>
                      <a:pt x="3408" y="6509"/>
                      <a:pt x="3829" y="5743"/>
                    </a:cubicBezTo>
                    <a:cubicBezTo>
                      <a:pt x="4212" y="5131"/>
                      <a:pt x="4825" y="4556"/>
                      <a:pt x="5590" y="4518"/>
                    </a:cubicBezTo>
                    <a:cubicBezTo>
                      <a:pt x="5705" y="3484"/>
                      <a:pt x="6815" y="2681"/>
                      <a:pt x="7849" y="2604"/>
                    </a:cubicBezTo>
                    <a:cubicBezTo>
                      <a:pt x="7964" y="1609"/>
                      <a:pt x="8691" y="843"/>
                      <a:pt x="9572" y="422"/>
                    </a:cubicBezTo>
                    <a:cubicBezTo>
                      <a:pt x="9878" y="269"/>
                      <a:pt x="10223" y="116"/>
                      <a:pt x="10529" y="39"/>
                    </a:cubicBezTo>
                    <a:cubicBezTo>
                      <a:pt x="10644" y="1"/>
                      <a:pt x="10720" y="1"/>
                      <a:pt x="10835" y="39"/>
                    </a:cubicBezTo>
                    <a:cubicBezTo>
                      <a:pt x="11103" y="154"/>
                      <a:pt x="11103" y="575"/>
                      <a:pt x="10797" y="690"/>
                    </a:cubicBezTo>
                    <a:cubicBezTo>
                      <a:pt x="10567" y="766"/>
                      <a:pt x="10338" y="843"/>
                      <a:pt x="10146" y="958"/>
                    </a:cubicBezTo>
                    <a:cubicBezTo>
                      <a:pt x="9227" y="1302"/>
                      <a:pt x="8538" y="1991"/>
                      <a:pt x="8500" y="2987"/>
                    </a:cubicBezTo>
                    <a:cubicBezTo>
                      <a:pt x="8423" y="3293"/>
                      <a:pt x="8041" y="3293"/>
                      <a:pt x="7773" y="3331"/>
                    </a:cubicBezTo>
                    <a:cubicBezTo>
                      <a:pt x="7160" y="3408"/>
                      <a:pt x="6279" y="4020"/>
                      <a:pt x="6318" y="4710"/>
                    </a:cubicBezTo>
                    <a:cubicBezTo>
                      <a:pt x="6701" y="4939"/>
                      <a:pt x="6509" y="5514"/>
                      <a:pt x="6050" y="5399"/>
                    </a:cubicBezTo>
                    <a:cubicBezTo>
                      <a:pt x="5476" y="4978"/>
                      <a:pt x="4786" y="5552"/>
                      <a:pt x="4480" y="6049"/>
                    </a:cubicBezTo>
                    <a:cubicBezTo>
                      <a:pt x="4097" y="6624"/>
                      <a:pt x="4250" y="7389"/>
                      <a:pt x="4327" y="8002"/>
                    </a:cubicBezTo>
                    <a:cubicBezTo>
                      <a:pt x="4404" y="8270"/>
                      <a:pt x="4442" y="8653"/>
                      <a:pt x="4174" y="8806"/>
                    </a:cubicBezTo>
                    <a:cubicBezTo>
                      <a:pt x="3944" y="8959"/>
                      <a:pt x="3676" y="8921"/>
                      <a:pt x="3446" y="8997"/>
                    </a:cubicBezTo>
                    <a:cubicBezTo>
                      <a:pt x="2719" y="9265"/>
                      <a:pt x="2145" y="9801"/>
                      <a:pt x="1724" y="10376"/>
                    </a:cubicBezTo>
                    <a:cubicBezTo>
                      <a:pt x="1494" y="10682"/>
                      <a:pt x="1303" y="10950"/>
                      <a:pt x="1188" y="11294"/>
                    </a:cubicBezTo>
                    <a:cubicBezTo>
                      <a:pt x="1149" y="11562"/>
                      <a:pt x="996" y="11792"/>
                      <a:pt x="690" y="11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32"/>
              <p:cNvSpPr/>
              <p:nvPr/>
            </p:nvSpPr>
            <p:spPr>
              <a:xfrm>
                <a:off x="3438625" y="948550"/>
                <a:ext cx="316825" cy="334050"/>
              </a:xfrm>
              <a:custGeom>
                <a:avLst/>
                <a:gdLst/>
                <a:ahLst/>
                <a:cxnLst/>
                <a:rect l="l" t="t" r="r" b="b"/>
                <a:pathLst>
                  <a:path w="12673" h="13362" extrusionOk="0">
                    <a:moveTo>
                      <a:pt x="11907" y="12902"/>
                    </a:moveTo>
                    <a:cubicBezTo>
                      <a:pt x="11907" y="12711"/>
                      <a:pt x="11869" y="12481"/>
                      <a:pt x="11754" y="12290"/>
                    </a:cubicBezTo>
                    <a:cubicBezTo>
                      <a:pt x="11677" y="12175"/>
                      <a:pt x="11563" y="12060"/>
                      <a:pt x="11486" y="11945"/>
                    </a:cubicBezTo>
                    <a:cubicBezTo>
                      <a:pt x="11333" y="11639"/>
                      <a:pt x="11141" y="11333"/>
                      <a:pt x="10873" y="11180"/>
                    </a:cubicBezTo>
                    <a:cubicBezTo>
                      <a:pt x="10606" y="11026"/>
                      <a:pt x="10184" y="11180"/>
                      <a:pt x="9993" y="10873"/>
                    </a:cubicBezTo>
                    <a:cubicBezTo>
                      <a:pt x="9916" y="10682"/>
                      <a:pt x="9955" y="10452"/>
                      <a:pt x="9993" y="10261"/>
                    </a:cubicBezTo>
                    <a:cubicBezTo>
                      <a:pt x="9993" y="9763"/>
                      <a:pt x="10031" y="9150"/>
                      <a:pt x="9687" y="8691"/>
                    </a:cubicBezTo>
                    <a:cubicBezTo>
                      <a:pt x="9304" y="8193"/>
                      <a:pt x="8844" y="8308"/>
                      <a:pt x="8308" y="8461"/>
                    </a:cubicBezTo>
                    <a:cubicBezTo>
                      <a:pt x="8040" y="8576"/>
                      <a:pt x="7696" y="8806"/>
                      <a:pt x="7466" y="8500"/>
                    </a:cubicBezTo>
                    <a:cubicBezTo>
                      <a:pt x="7351" y="8385"/>
                      <a:pt x="7428" y="8193"/>
                      <a:pt x="7505" y="8040"/>
                    </a:cubicBezTo>
                    <a:cubicBezTo>
                      <a:pt x="7696" y="7313"/>
                      <a:pt x="7351" y="6471"/>
                      <a:pt x="6739" y="6011"/>
                    </a:cubicBezTo>
                    <a:cubicBezTo>
                      <a:pt x="6394" y="5705"/>
                      <a:pt x="5782" y="5858"/>
                      <a:pt x="5590" y="5360"/>
                    </a:cubicBezTo>
                    <a:cubicBezTo>
                      <a:pt x="5514" y="5207"/>
                      <a:pt x="5552" y="5016"/>
                      <a:pt x="5514" y="4863"/>
                    </a:cubicBezTo>
                    <a:cubicBezTo>
                      <a:pt x="5437" y="4518"/>
                      <a:pt x="5284" y="4212"/>
                      <a:pt x="5054" y="3906"/>
                    </a:cubicBezTo>
                    <a:cubicBezTo>
                      <a:pt x="4710" y="3370"/>
                      <a:pt x="3982" y="3370"/>
                      <a:pt x="3408" y="3370"/>
                    </a:cubicBezTo>
                    <a:cubicBezTo>
                      <a:pt x="3140" y="3331"/>
                      <a:pt x="2987" y="3025"/>
                      <a:pt x="3025" y="2757"/>
                    </a:cubicBezTo>
                    <a:cubicBezTo>
                      <a:pt x="3102" y="2030"/>
                      <a:pt x="2642" y="1264"/>
                      <a:pt x="2030" y="881"/>
                    </a:cubicBezTo>
                    <a:cubicBezTo>
                      <a:pt x="1762" y="766"/>
                      <a:pt x="1417" y="766"/>
                      <a:pt x="1149" y="805"/>
                    </a:cubicBezTo>
                    <a:cubicBezTo>
                      <a:pt x="843" y="843"/>
                      <a:pt x="460" y="1149"/>
                      <a:pt x="231" y="805"/>
                    </a:cubicBezTo>
                    <a:cubicBezTo>
                      <a:pt x="1" y="154"/>
                      <a:pt x="1035" y="116"/>
                      <a:pt x="1456" y="77"/>
                    </a:cubicBezTo>
                    <a:cubicBezTo>
                      <a:pt x="2796" y="1"/>
                      <a:pt x="3753" y="1417"/>
                      <a:pt x="3753" y="2681"/>
                    </a:cubicBezTo>
                    <a:cubicBezTo>
                      <a:pt x="4174" y="2681"/>
                      <a:pt x="4633" y="2757"/>
                      <a:pt x="5016" y="2949"/>
                    </a:cubicBezTo>
                    <a:cubicBezTo>
                      <a:pt x="5743" y="3370"/>
                      <a:pt x="6203" y="4212"/>
                      <a:pt x="6241" y="5054"/>
                    </a:cubicBezTo>
                    <a:cubicBezTo>
                      <a:pt x="7466" y="5246"/>
                      <a:pt x="8270" y="6547"/>
                      <a:pt x="8270" y="7734"/>
                    </a:cubicBezTo>
                    <a:cubicBezTo>
                      <a:pt x="9112" y="7466"/>
                      <a:pt x="9802" y="7619"/>
                      <a:pt x="10338" y="8347"/>
                    </a:cubicBezTo>
                    <a:cubicBezTo>
                      <a:pt x="10720" y="8959"/>
                      <a:pt x="10720" y="9725"/>
                      <a:pt x="10682" y="10414"/>
                    </a:cubicBezTo>
                    <a:cubicBezTo>
                      <a:pt x="11333" y="10452"/>
                      <a:pt x="11831" y="11026"/>
                      <a:pt x="12099" y="11601"/>
                    </a:cubicBezTo>
                    <a:cubicBezTo>
                      <a:pt x="12405" y="11907"/>
                      <a:pt x="12596" y="12366"/>
                      <a:pt x="12635" y="12826"/>
                    </a:cubicBezTo>
                    <a:cubicBezTo>
                      <a:pt x="12673" y="13285"/>
                      <a:pt x="11984" y="13362"/>
                      <a:pt x="11907" y="129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32"/>
              <p:cNvSpPr/>
              <p:nvPr/>
            </p:nvSpPr>
            <p:spPr>
              <a:xfrm>
                <a:off x="3436725" y="943775"/>
                <a:ext cx="30650" cy="31600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1264" extrusionOk="0">
                    <a:moveTo>
                      <a:pt x="536" y="1264"/>
                    </a:moveTo>
                    <a:cubicBezTo>
                      <a:pt x="345" y="1264"/>
                      <a:pt x="192" y="1110"/>
                      <a:pt x="153" y="919"/>
                    </a:cubicBezTo>
                    <a:cubicBezTo>
                      <a:pt x="39" y="766"/>
                      <a:pt x="0" y="498"/>
                      <a:pt x="192" y="345"/>
                    </a:cubicBezTo>
                    <a:cubicBezTo>
                      <a:pt x="766" y="0"/>
                      <a:pt x="1225" y="1264"/>
                      <a:pt x="536" y="1264"/>
                    </a:cubicBezTo>
                    <a:close/>
                  </a:path>
                </a:pathLst>
              </a:custGeom>
              <a:solidFill>
                <a:srgbClr val="5729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32"/>
              <p:cNvSpPr/>
              <p:nvPr/>
            </p:nvSpPr>
            <p:spPr>
              <a:xfrm>
                <a:off x="2036500" y="2547850"/>
                <a:ext cx="136875" cy="144550"/>
              </a:xfrm>
              <a:custGeom>
                <a:avLst/>
                <a:gdLst/>
                <a:ahLst/>
                <a:cxnLst/>
                <a:rect l="l" t="t" r="r" b="b"/>
                <a:pathLst>
                  <a:path w="5475" h="5782" extrusionOk="0">
                    <a:moveTo>
                      <a:pt x="4671" y="5514"/>
                    </a:moveTo>
                    <a:cubicBezTo>
                      <a:pt x="2910" y="4403"/>
                      <a:pt x="1608" y="2719"/>
                      <a:pt x="421" y="996"/>
                    </a:cubicBezTo>
                    <a:cubicBezTo>
                      <a:pt x="0" y="498"/>
                      <a:pt x="689" y="1"/>
                      <a:pt x="996" y="537"/>
                    </a:cubicBezTo>
                    <a:lnTo>
                      <a:pt x="996" y="537"/>
                    </a:lnTo>
                    <a:lnTo>
                      <a:pt x="996" y="537"/>
                    </a:lnTo>
                    <a:cubicBezTo>
                      <a:pt x="1723" y="1609"/>
                      <a:pt x="2489" y="2681"/>
                      <a:pt x="3446" y="3599"/>
                    </a:cubicBezTo>
                    <a:cubicBezTo>
                      <a:pt x="3943" y="4097"/>
                      <a:pt x="4479" y="4556"/>
                      <a:pt x="5092" y="4939"/>
                    </a:cubicBezTo>
                    <a:cubicBezTo>
                      <a:pt x="5475" y="5207"/>
                      <a:pt x="5092" y="5782"/>
                      <a:pt x="4709" y="55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32"/>
              <p:cNvSpPr/>
              <p:nvPr/>
            </p:nvSpPr>
            <p:spPr>
              <a:xfrm>
                <a:off x="3612825" y="2559350"/>
                <a:ext cx="160825" cy="135925"/>
              </a:xfrm>
              <a:custGeom>
                <a:avLst/>
                <a:gdLst/>
                <a:ahLst/>
                <a:cxnLst/>
                <a:rect l="l" t="t" r="r" b="b"/>
                <a:pathLst>
                  <a:path w="6433" h="5437" extrusionOk="0">
                    <a:moveTo>
                      <a:pt x="460" y="5322"/>
                    </a:moveTo>
                    <a:cubicBezTo>
                      <a:pt x="39" y="5322"/>
                      <a:pt x="1" y="4709"/>
                      <a:pt x="383" y="4632"/>
                    </a:cubicBezTo>
                    <a:cubicBezTo>
                      <a:pt x="766" y="4441"/>
                      <a:pt x="1072" y="4173"/>
                      <a:pt x="1417" y="3905"/>
                    </a:cubicBezTo>
                    <a:cubicBezTo>
                      <a:pt x="2144" y="3331"/>
                      <a:pt x="2834" y="2642"/>
                      <a:pt x="3484" y="1991"/>
                    </a:cubicBezTo>
                    <a:cubicBezTo>
                      <a:pt x="3791" y="1646"/>
                      <a:pt x="4097" y="1340"/>
                      <a:pt x="4365" y="996"/>
                    </a:cubicBezTo>
                    <a:cubicBezTo>
                      <a:pt x="4556" y="728"/>
                      <a:pt x="4709" y="460"/>
                      <a:pt x="4863" y="192"/>
                    </a:cubicBezTo>
                    <a:cubicBezTo>
                      <a:pt x="4977" y="38"/>
                      <a:pt x="5207" y="0"/>
                      <a:pt x="5360" y="115"/>
                    </a:cubicBezTo>
                    <a:cubicBezTo>
                      <a:pt x="6432" y="536"/>
                      <a:pt x="1149" y="5436"/>
                      <a:pt x="460" y="53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32"/>
              <p:cNvSpPr/>
              <p:nvPr/>
            </p:nvSpPr>
            <p:spPr>
              <a:xfrm>
                <a:off x="3608050" y="2381325"/>
                <a:ext cx="132100" cy="154125"/>
              </a:xfrm>
              <a:custGeom>
                <a:avLst/>
                <a:gdLst/>
                <a:ahLst/>
                <a:cxnLst/>
                <a:rect l="l" t="t" r="r" b="b"/>
                <a:pathLst>
                  <a:path w="5284" h="6165" extrusionOk="0">
                    <a:moveTo>
                      <a:pt x="689" y="6126"/>
                    </a:moveTo>
                    <a:cubicBezTo>
                      <a:pt x="0" y="6011"/>
                      <a:pt x="574" y="5207"/>
                      <a:pt x="728" y="4824"/>
                    </a:cubicBezTo>
                    <a:cubicBezTo>
                      <a:pt x="1455" y="3446"/>
                      <a:pt x="2374" y="2183"/>
                      <a:pt x="3484" y="1111"/>
                    </a:cubicBezTo>
                    <a:cubicBezTo>
                      <a:pt x="3790" y="804"/>
                      <a:pt x="4135" y="498"/>
                      <a:pt x="4518" y="230"/>
                    </a:cubicBezTo>
                    <a:cubicBezTo>
                      <a:pt x="4900" y="0"/>
                      <a:pt x="5283" y="536"/>
                      <a:pt x="4900" y="843"/>
                    </a:cubicBezTo>
                    <a:cubicBezTo>
                      <a:pt x="4479" y="1111"/>
                      <a:pt x="4135" y="1455"/>
                      <a:pt x="3790" y="1800"/>
                    </a:cubicBezTo>
                    <a:cubicBezTo>
                      <a:pt x="2910" y="2719"/>
                      <a:pt x="2144" y="3714"/>
                      <a:pt x="1531" y="4824"/>
                    </a:cubicBezTo>
                    <a:cubicBezTo>
                      <a:pt x="1378" y="5092"/>
                      <a:pt x="1225" y="5437"/>
                      <a:pt x="1072" y="5743"/>
                    </a:cubicBezTo>
                    <a:cubicBezTo>
                      <a:pt x="1034" y="5934"/>
                      <a:pt x="919" y="6164"/>
                      <a:pt x="689" y="61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32"/>
              <p:cNvSpPr/>
              <p:nvPr/>
            </p:nvSpPr>
            <p:spPr>
              <a:xfrm>
                <a:off x="2061375" y="2363125"/>
                <a:ext cx="116800" cy="177100"/>
              </a:xfrm>
              <a:custGeom>
                <a:avLst/>
                <a:gdLst/>
                <a:ahLst/>
                <a:cxnLst/>
                <a:rect l="l" t="t" r="r" b="b"/>
                <a:pathLst>
                  <a:path w="4672" h="7084" extrusionOk="0">
                    <a:moveTo>
                      <a:pt x="3944" y="6777"/>
                    </a:moveTo>
                    <a:cubicBezTo>
                      <a:pt x="3293" y="4633"/>
                      <a:pt x="2144" y="2566"/>
                      <a:pt x="498" y="996"/>
                    </a:cubicBezTo>
                    <a:cubicBezTo>
                      <a:pt x="1" y="690"/>
                      <a:pt x="498" y="1"/>
                      <a:pt x="919" y="422"/>
                    </a:cubicBezTo>
                    <a:cubicBezTo>
                      <a:pt x="2030" y="1456"/>
                      <a:pt x="2910" y="2681"/>
                      <a:pt x="3599" y="3982"/>
                    </a:cubicBezTo>
                    <a:cubicBezTo>
                      <a:pt x="4020" y="4825"/>
                      <a:pt x="4327" y="5667"/>
                      <a:pt x="4595" y="6547"/>
                    </a:cubicBezTo>
                    <a:cubicBezTo>
                      <a:pt x="4671" y="6739"/>
                      <a:pt x="4595" y="6930"/>
                      <a:pt x="4403" y="7007"/>
                    </a:cubicBezTo>
                    <a:cubicBezTo>
                      <a:pt x="4212" y="7083"/>
                      <a:pt x="4020" y="6969"/>
                      <a:pt x="3944" y="67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32"/>
              <p:cNvSpPr/>
              <p:nvPr/>
            </p:nvSpPr>
            <p:spPr>
              <a:xfrm>
                <a:off x="2517900" y="2957500"/>
                <a:ext cx="798250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31930" h="2336" extrusionOk="0">
                    <a:moveTo>
                      <a:pt x="12941" y="2297"/>
                    </a:moveTo>
                    <a:cubicBezTo>
                      <a:pt x="10682" y="2259"/>
                      <a:pt x="8385" y="2144"/>
                      <a:pt x="6088" y="1914"/>
                    </a:cubicBezTo>
                    <a:cubicBezTo>
                      <a:pt x="4212" y="1761"/>
                      <a:pt x="2375" y="1570"/>
                      <a:pt x="537" y="1225"/>
                    </a:cubicBezTo>
                    <a:cubicBezTo>
                      <a:pt x="460" y="1225"/>
                      <a:pt x="384" y="1187"/>
                      <a:pt x="345" y="1187"/>
                    </a:cubicBezTo>
                    <a:cubicBezTo>
                      <a:pt x="154" y="1187"/>
                      <a:pt x="1" y="1034"/>
                      <a:pt x="1" y="842"/>
                    </a:cubicBezTo>
                    <a:cubicBezTo>
                      <a:pt x="1" y="613"/>
                      <a:pt x="192" y="498"/>
                      <a:pt x="384" y="498"/>
                    </a:cubicBezTo>
                    <a:cubicBezTo>
                      <a:pt x="881" y="498"/>
                      <a:pt x="1379" y="651"/>
                      <a:pt x="1877" y="728"/>
                    </a:cubicBezTo>
                    <a:cubicBezTo>
                      <a:pt x="7007" y="1493"/>
                      <a:pt x="12213" y="1646"/>
                      <a:pt x="17420" y="1608"/>
                    </a:cubicBezTo>
                    <a:cubicBezTo>
                      <a:pt x="20559" y="1608"/>
                      <a:pt x="23622" y="1493"/>
                      <a:pt x="26685" y="996"/>
                    </a:cubicBezTo>
                    <a:cubicBezTo>
                      <a:pt x="28254" y="766"/>
                      <a:pt x="29786" y="421"/>
                      <a:pt x="31317" y="77"/>
                    </a:cubicBezTo>
                    <a:cubicBezTo>
                      <a:pt x="31776" y="0"/>
                      <a:pt x="31930" y="651"/>
                      <a:pt x="31470" y="804"/>
                    </a:cubicBezTo>
                    <a:cubicBezTo>
                      <a:pt x="28407" y="1493"/>
                      <a:pt x="25306" y="2029"/>
                      <a:pt x="22167" y="2182"/>
                    </a:cubicBezTo>
                    <a:cubicBezTo>
                      <a:pt x="19105" y="2335"/>
                      <a:pt x="16042" y="2335"/>
                      <a:pt x="12941" y="22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32"/>
              <p:cNvSpPr/>
              <p:nvPr/>
            </p:nvSpPr>
            <p:spPr>
              <a:xfrm>
                <a:off x="2518875" y="2969925"/>
                <a:ext cx="798225" cy="205800"/>
              </a:xfrm>
              <a:custGeom>
                <a:avLst/>
                <a:gdLst/>
                <a:ahLst/>
                <a:cxnLst/>
                <a:rect l="l" t="t" r="r" b="b"/>
                <a:pathLst>
                  <a:path w="31929" h="8232" extrusionOk="0">
                    <a:moveTo>
                      <a:pt x="13668" y="7811"/>
                    </a:moveTo>
                    <a:cubicBezTo>
                      <a:pt x="12136" y="7619"/>
                      <a:pt x="10643" y="7198"/>
                      <a:pt x="9227" y="6624"/>
                    </a:cubicBezTo>
                    <a:cubicBezTo>
                      <a:pt x="7848" y="6050"/>
                      <a:pt x="6547" y="5322"/>
                      <a:pt x="5207" y="4671"/>
                    </a:cubicBezTo>
                    <a:cubicBezTo>
                      <a:pt x="3407" y="3753"/>
                      <a:pt x="1378" y="2757"/>
                      <a:pt x="460" y="843"/>
                    </a:cubicBezTo>
                    <a:cubicBezTo>
                      <a:pt x="0" y="690"/>
                      <a:pt x="192" y="1"/>
                      <a:pt x="728" y="154"/>
                    </a:cubicBezTo>
                    <a:cubicBezTo>
                      <a:pt x="1072" y="231"/>
                      <a:pt x="1149" y="652"/>
                      <a:pt x="1340" y="958"/>
                    </a:cubicBezTo>
                    <a:cubicBezTo>
                      <a:pt x="2642" y="3025"/>
                      <a:pt x="6164" y="4250"/>
                      <a:pt x="8308" y="5437"/>
                    </a:cubicBezTo>
                    <a:cubicBezTo>
                      <a:pt x="12978" y="7811"/>
                      <a:pt x="18262" y="7658"/>
                      <a:pt x="23009" y="5552"/>
                    </a:cubicBezTo>
                    <a:cubicBezTo>
                      <a:pt x="25306" y="4480"/>
                      <a:pt x="27641" y="3332"/>
                      <a:pt x="29632" y="1762"/>
                    </a:cubicBezTo>
                    <a:cubicBezTo>
                      <a:pt x="30015" y="1456"/>
                      <a:pt x="30359" y="1149"/>
                      <a:pt x="30666" y="843"/>
                    </a:cubicBezTo>
                    <a:cubicBezTo>
                      <a:pt x="30895" y="613"/>
                      <a:pt x="31087" y="384"/>
                      <a:pt x="31278" y="154"/>
                    </a:cubicBezTo>
                    <a:cubicBezTo>
                      <a:pt x="31393" y="1"/>
                      <a:pt x="31623" y="1"/>
                      <a:pt x="31776" y="116"/>
                    </a:cubicBezTo>
                    <a:cubicBezTo>
                      <a:pt x="31929" y="231"/>
                      <a:pt x="31929" y="460"/>
                      <a:pt x="31814" y="613"/>
                    </a:cubicBezTo>
                    <a:cubicBezTo>
                      <a:pt x="31393" y="1188"/>
                      <a:pt x="30857" y="1647"/>
                      <a:pt x="30321" y="2106"/>
                    </a:cubicBezTo>
                    <a:cubicBezTo>
                      <a:pt x="28636" y="3523"/>
                      <a:pt x="26646" y="4557"/>
                      <a:pt x="24655" y="5552"/>
                    </a:cubicBezTo>
                    <a:cubicBezTo>
                      <a:pt x="21324" y="7313"/>
                      <a:pt x="17458" y="8232"/>
                      <a:pt x="13668" y="78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32"/>
              <p:cNvSpPr/>
              <p:nvPr/>
            </p:nvSpPr>
            <p:spPr>
              <a:xfrm>
                <a:off x="2508350" y="2928775"/>
                <a:ext cx="28725" cy="73725"/>
              </a:xfrm>
              <a:custGeom>
                <a:avLst/>
                <a:gdLst/>
                <a:ahLst/>
                <a:cxnLst/>
                <a:rect l="l" t="t" r="r" b="b"/>
                <a:pathLst>
                  <a:path w="1149" h="2949" extrusionOk="0">
                    <a:moveTo>
                      <a:pt x="498" y="2910"/>
                    </a:moveTo>
                    <a:cubicBezTo>
                      <a:pt x="0" y="2795"/>
                      <a:pt x="306" y="2221"/>
                      <a:pt x="345" y="1915"/>
                    </a:cubicBezTo>
                    <a:cubicBezTo>
                      <a:pt x="383" y="1455"/>
                      <a:pt x="383" y="1034"/>
                      <a:pt x="268" y="613"/>
                    </a:cubicBezTo>
                    <a:cubicBezTo>
                      <a:pt x="192" y="154"/>
                      <a:pt x="881" y="1"/>
                      <a:pt x="995" y="460"/>
                    </a:cubicBezTo>
                    <a:cubicBezTo>
                      <a:pt x="1149" y="1149"/>
                      <a:pt x="1072" y="1915"/>
                      <a:pt x="919" y="2642"/>
                    </a:cubicBezTo>
                    <a:cubicBezTo>
                      <a:pt x="881" y="2834"/>
                      <a:pt x="689" y="2948"/>
                      <a:pt x="498" y="2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32"/>
              <p:cNvSpPr/>
              <p:nvPr/>
            </p:nvSpPr>
            <p:spPr>
              <a:xfrm>
                <a:off x="3283575" y="2923025"/>
                <a:ext cx="44050" cy="69900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2796" extrusionOk="0">
                    <a:moveTo>
                      <a:pt x="920" y="2413"/>
                    </a:moveTo>
                    <a:cubicBezTo>
                      <a:pt x="613" y="1877"/>
                      <a:pt x="460" y="1303"/>
                      <a:pt x="231" y="767"/>
                    </a:cubicBezTo>
                    <a:cubicBezTo>
                      <a:pt x="1" y="384"/>
                      <a:pt x="499" y="1"/>
                      <a:pt x="805" y="307"/>
                    </a:cubicBezTo>
                    <a:cubicBezTo>
                      <a:pt x="1111" y="881"/>
                      <a:pt x="1226" y="1532"/>
                      <a:pt x="1571" y="2068"/>
                    </a:cubicBezTo>
                    <a:cubicBezTo>
                      <a:pt x="1762" y="2489"/>
                      <a:pt x="1149" y="2796"/>
                      <a:pt x="920" y="24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32"/>
              <p:cNvSpPr/>
              <p:nvPr/>
            </p:nvSpPr>
            <p:spPr>
              <a:xfrm>
                <a:off x="2459525" y="3513550"/>
                <a:ext cx="51700" cy="371400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4856" extrusionOk="0">
                    <a:moveTo>
                      <a:pt x="307" y="14817"/>
                    </a:moveTo>
                    <a:cubicBezTo>
                      <a:pt x="115" y="14778"/>
                      <a:pt x="1" y="14549"/>
                      <a:pt x="39" y="14396"/>
                    </a:cubicBezTo>
                    <a:cubicBezTo>
                      <a:pt x="230" y="13553"/>
                      <a:pt x="383" y="12749"/>
                      <a:pt x="537" y="11945"/>
                    </a:cubicBezTo>
                    <a:cubicBezTo>
                      <a:pt x="958" y="9457"/>
                      <a:pt x="1226" y="6930"/>
                      <a:pt x="1264" y="4404"/>
                    </a:cubicBezTo>
                    <a:cubicBezTo>
                      <a:pt x="1302" y="3064"/>
                      <a:pt x="1226" y="1724"/>
                      <a:pt x="1187" y="384"/>
                    </a:cubicBezTo>
                    <a:cubicBezTo>
                      <a:pt x="1149" y="192"/>
                      <a:pt x="1302" y="1"/>
                      <a:pt x="1532" y="1"/>
                    </a:cubicBezTo>
                    <a:cubicBezTo>
                      <a:pt x="1723" y="1"/>
                      <a:pt x="1877" y="154"/>
                      <a:pt x="1877" y="346"/>
                    </a:cubicBezTo>
                    <a:cubicBezTo>
                      <a:pt x="1915" y="1073"/>
                      <a:pt x="1953" y="1762"/>
                      <a:pt x="1953" y="2489"/>
                    </a:cubicBezTo>
                    <a:cubicBezTo>
                      <a:pt x="2068" y="5514"/>
                      <a:pt x="1800" y="8500"/>
                      <a:pt x="1302" y="11486"/>
                    </a:cubicBezTo>
                    <a:cubicBezTo>
                      <a:pt x="1187" y="12213"/>
                      <a:pt x="1073" y="12941"/>
                      <a:pt x="919" y="13668"/>
                    </a:cubicBezTo>
                    <a:cubicBezTo>
                      <a:pt x="881" y="13975"/>
                      <a:pt x="805" y="14243"/>
                      <a:pt x="728" y="14549"/>
                    </a:cubicBezTo>
                    <a:cubicBezTo>
                      <a:pt x="690" y="14740"/>
                      <a:pt x="498" y="14855"/>
                      <a:pt x="307" y="148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32"/>
              <p:cNvSpPr/>
              <p:nvPr/>
            </p:nvSpPr>
            <p:spPr>
              <a:xfrm>
                <a:off x="3361100" y="3440825"/>
                <a:ext cx="68000" cy="454650"/>
              </a:xfrm>
              <a:custGeom>
                <a:avLst/>
                <a:gdLst/>
                <a:ahLst/>
                <a:cxnLst/>
                <a:rect l="l" t="t" r="r" b="b"/>
                <a:pathLst>
                  <a:path w="2720" h="18186" extrusionOk="0">
                    <a:moveTo>
                      <a:pt x="1915" y="17764"/>
                    </a:moveTo>
                    <a:cubicBezTo>
                      <a:pt x="843" y="14510"/>
                      <a:pt x="384" y="11064"/>
                      <a:pt x="154" y="7657"/>
                    </a:cubicBezTo>
                    <a:cubicBezTo>
                      <a:pt x="1" y="5322"/>
                      <a:pt x="77" y="2910"/>
                      <a:pt x="116" y="536"/>
                    </a:cubicBezTo>
                    <a:cubicBezTo>
                      <a:pt x="154" y="0"/>
                      <a:pt x="958" y="115"/>
                      <a:pt x="843" y="690"/>
                    </a:cubicBezTo>
                    <a:cubicBezTo>
                      <a:pt x="767" y="3752"/>
                      <a:pt x="690" y="6853"/>
                      <a:pt x="1073" y="9916"/>
                    </a:cubicBezTo>
                    <a:cubicBezTo>
                      <a:pt x="1379" y="12481"/>
                      <a:pt x="1762" y="15084"/>
                      <a:pt x="2604" y="17534"/>
                    </a:cubicBezTo>
                    <a:cubicBezTo>
                      <a:pt x="2719" y="17955"/>
                      <a:pt x="2068" y="18185"/>
                      <a:pt x="1915" y="177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32"/>
              <p:cNvSpPr/>
              <p:nvPr/>
            </p:nvSpPr>
            <p:spPr>
              <a:xfrm>
                <a:off x="2434650" y="3784425"/>
                <a:ext cx="519725" cy="549400"/>
              </a:xfrm>
              <a:custGeom>
                <a:avLst/>
                <a:gdLst/>
                <a:ahLst/>
                <a:cxnLst/>
                <a:rect l="l" t="t" r="r" b="b"/>
                <a:pathLst>
                  <a:path w="20789" h="21976" extrusionOk="0">
                    <a:moveTo>
                      <a:pt x="20061" y="21669"/>
                    </a:moveTo>
                    <a:cubicBezTo>
                      <a:pt x="19755" y="18568"/>
                      <a:pt x="17994" y="16386"/>
                      <a:pt x="15543" y="14663"/>
                    </a:cubicBezTo>
                    <a:cubicBezTo>
                      <a:pt x="13897" y="13553"/>
                      <a:pt x="11983" y="12940"/>
                      <a:pt x="10337" y="11868"/>
                    </a:cubicBezTo>
                    <a:cubicBezTo>
                      <a:pt x="7772" y="10260"/>
                      <a:pt x="5092" y="8767"/>
                      <a:pt x="2872" y="6662"/>
                    </a:cubicBezTo>
                    <a:cubicBezTo>
                      <a:pt x="2029" y="5896"/>
                      <a:pt x="1149" y="5092"/>
                      <a:pt x="651" y="4058"/>
                    </a:cubicBezTo>
                    <a:cubicBezTo>
                      <a:pt x="77" y="3101"/>
                      <a:pt x="0" y="1838"/>
                      <a:pt x="651" y="881"/>
                    </a:cubicBezTo>
                    <a:cubicBezTo>
                      <a:pt x="919" y="498"/>
                      <a:pt x="1417" y="0"/>
                      <a:pt x="1953" y="77"/>
                    </a:cubicBezTo>
                    <a:cubicBezTo>
                      <a:pt x="2374" y="192"/>
                      <a:pt x="2259" y="842"/>
                      <a:pt x="1838" y="766"/>
                    </a:cubicBezTo>
                    <a:lnTo>
                      <a:pt x="1838" y="766"/>
                    </a:lnTo>
                    <a:cubicBezTo>
                      <a:pt x="1225" y="1034"/>
                      <a:pt x="957" y="1723"/>
                      <a:pt x="881" y="2336"/>
                    </a:cubicBezTo>
                    <a:cubicBezTo>
                      <a:pt x="881" y="3140"/>
                      <a:pt x="1340" y="3943"/>
                      <a:pt x="1800" y="4556"/>
                    </a:cubicBezTo>
                    <a:cubicBezTo>
                      <a:pt x="3982" y="7083"/>
                      <a:pt x="6815" y="8882"/>
                      <a:pt x="9609" y="10605"/>
                    </a:cubicBezTo>
                    <a:cubicBezTo>
                      <a:pt x="10911" y="11447"/>
                      <a:pt x="12251" y="12136"/>
                      <a:pt x="13629" y="12787"/>
                    </a:cubicBezTo>
                    <a:cubicBezTo>
                      <a:pt x="14969" y="13400"/>
                      <a:pt x="16233" y="14165"/>
                      <a:pt x="17343" y="15161"/>
                    </a:cubicBezTo>
                    <a:cubicBezTo>
                      <a:pt x="18415" y="16118"/>
                      <a:pt x="19410" y="17304"/>
                      <a:pt x="20023" y="18644"/>
                    </a:cubicBezTo>
                    <a:cubicBezTo>
                      <a:pt x="20444" y="19563"/>
                      <a:pt x="20635" y="20559"/>
                      <a:pt x="20788" y="21554"/>
                    </a:cubicBezTo>
                    <a:cubicBezTo>
                      <a:pt x="20788" y="21745"/>
                      <a:pt x="20635" y="21937"/>
                      <a:pt x="20482" y="21975"/>
                    </a:cubicBezTo>
                    <a:cubicBezTo>
                      <a:pt x="20252" y="21975"/>
                      <a:pt x="20099" y="21860"/>
                      <a:pt x="20061" y="216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32"/>
              <p:cNvSpPr/>
              <p:nvPr/>
            </p:nvSpPr>
            <p:spPr>
              <a:xfrm>
                <a:off x="2937125" y="3803550"/>
                <a:ext cx="549400" cy="536975"/>
              </a:xfrm>
              <a:custGeom>
                <a:avLst/>
                <a:gdLst/>
                <a:ahLst/>
                <a:cxnLst/>
                <a:rect l="l" t="t" r="r" b="b"/>
                <a:pathLst>
                  <a:path w="21976" h="21479" extrusionOk="0">
                    <a:moveTo>
                      <a:pt x="306" y="21440"/>
                    </a:moveTo>
                    <a:cubicBezTo>
                      <a:pt x="115" y="21402"/>
                      <a:pt x="0" y="21210"/>
                      <a:pt x="0" y="21019"/>
                    </a:cubicBezTo>
                    <a:cubicBezTo>
                      <a:pt x="115" y="20483"/>
                      <a:pt x="192" y="19947"/>
                      <a:pt x="345" y="19449"/>
                    </a:cubicBezTo>
                    <a:cubicBezTo>
                      <a:pt x="1110" y="16386"/>
                      <a:pt x="3790" y="14587"/>
                      <a:pt x="6470" y="13285"/>
                    </a:cubicBezTo>
                    <a:cubicBezTo>
                      <a:pt x="8461" y="12252"/>
                      <a:pt x="10490" y="11256"/>
                      <a:pt x="12442" y="10108"/>
                    </a:cubicBezTo>
                    <a:cubicBezTo>
                      <a:pt x="13629" y="9380"/>
                      <a:pt x="14778" y="8538"/>
                      <a:pt x="15926" y="7734"/>
                    </a:cubicBezTo>
                    <a:cubicBezTo>
                      <a:pt x="17304" y="6701"/>
                      <a:pt x="20405" y="4097"/>
                      <a:pt x="19831" y="2221"/>
                    </a:cubicBezTo>
                    <a:cubicBezTo>
                      <a:pt x="19640" y="1647"/>
                      <a:pt x="19180" y="1226"/>
                      <a:pt x="18759" y="843"/>
                    </a:cubicBezTo>
                    <a:cubicBezTo>
                      <a:pt x="18376" y="575"/>
                      <a:pt x="18836" y="1"/>
                      <a:pt x="19180" y="307"/>
                    </a:cubicBezTo>
                    <a:cubicBezTo>
                      <a:pt x="21975" y="2413"/>
                      <a:pt x="20099" y="4825"/>
                      <a:pt x="18185" y="6739"/>
                    </a:cubicBezTo>
                    <a:cubicBezTo>
                      <a:pt x="17419" y="7505"/>
                      <a:pt x="16539" y="8194"/>
                      <a:pt x="15620" y="8806"/>
                    </a:cubicBezTo>
                    <a:cubicBezTo>
                      <a:pt x="14280" y="9802"/>
                      <a:pt x="12902" y="10682"/>
                      <a:pt x="11447" y="11486"/>
                    </a:cubicBezTo>
                    <a:cubicBezTo>
                      <a:pt x="10107" y="12213"/>
                      <a:pt x="8767" y="12903"/>
                      <a:pt x="7466" y="13592"/>
                    </a:cubicBezTo>
                    <a:cubicBezTo>
                      <a:pt x="6279" y="14242"/>
                      <a:pt x="5054" y="14778"/>
                      <a:pt x="3982" y="15544"/>
                    </a:cubicBezTo>
                    <a:cubicBezTo>
                      <a:pt x="2795" y="16425"/>
                      <a:pt x="1723" y="17611"/>
                      <a:pt x="1225" y="19028"/>
                    </a:cubicBezTo>
                    <a:cubicBezTo>
                      <a:pt x="957" y="19679"/>
                      <a:pt x="842" y="20406"/>
                      <a:pt x="728" y="21134"/>
                    </a:cubicBezTo>
                    <a:cubicBezTo>
                      <a:pt x="689" y="21325"/>
                      <a:pt x="498" y="21478"/>
                      <a:pt x="306" y="214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32"/>
              <p:cNvSpPr/>
              <p:nvPr/>
            </p:nvSpPr>
            <p:spPr>
              <a:xfrm>
                <a:off x="3417575" y="3879175"/>
                <a:ext cx="20125" cy="28725"/>
              </a:xfrm>
              <a:custGeom>
                <a:avLst/>
                <a:gdLst/>
                <a:ahLst/>
                <a:cxnLst/>
                <a:rect l="l" t="t" r="r" b="b"/>
                <a:pathLst>
                  <a:path w="805" h="1149" extrusionOk="0">
                    <a:moveTo>
                      <a:pt x="384" y="1111"/>
                    </a:moveTo>
                    <a:cubicBezTo>
                      <a:pt x="154" y="1072"/>
                      <a:pt x="39" y="881"/>
                      <a:pt x="77" y="689"/>
                    </a:cubicBezTo>
                    <a:cubicBezTo>
                      <a:pt x="77" y="575"/>
                      <a:pt x="39" y="498"/>
                      <a:pt x="39" y="421"/>
                    </a:cubicBezTo>
                    <a:cubicBezTo>
                      <a:pt x="1" y="230"/>
                      <a:pt x="154" y="39"/>
                      <a:pt x="345" y="0"/>
                    </a:cubicBezTo>
                    <a:cubicBezTo>
                      <a:pt x="537" y="0"/>
                      <a:pt x="690" y="115"/>
                      <a:pt x="728" y="307"/>
                    </a:cubicBezTo>
                    <a:cubicBezTo>
                      <a:pt x="805" y="651"/>
                      <a:pt x="805" y="1149"/>
                      <a:pt x="384" y="11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32"/>
              <p:cNvSpPr/>
              <p:nvPr/>
            </p:nvSpPr>
            <p:spPr>
              <a:xfrm>
                <a:off x="2200150" y="3743275"/>
                <a:ext cx="298650" cy="357975"/>
              </a:xfrm>
              <a:custGeom>
                <a:avLst/>
                <a:gdLst/>
                <a:ahLst/>
                <a:cxnLst/>
                <a:rect l="l" t="t" r="r" b="b"/>
                <a:pathLst>
                  <a:path w="11946" h="14319" extrusionOk="0">
                    <a:moveTo>
                      <a:pt x="230" y="14203"/>
                    </a:moveTo>
                    <a:cubicBezTo>
                      <a:pt x="77" y="14127"/>
                      <a:pt x="1" y="13897"/>
                      <a:pt x="116" y="13706"/>
                    </a:cubicBezTo>
                    <a:cubicBezTo>
                      <a:pt x="537" y="13093"/>
                      <a:pt x="958" y="12481"/>
                      <a:pt x="1341" y="11830"/>
                    </a:cubicBezTo>
                    <a:cubicBezTo>
                      <a:pt x="3063" y="9341"/>
                      <a:pt x="4442" y="6623"/>
                      <a:pt x="6164" y="4173"/>
                    </a:cubicBezTo>
                    <a:cubicBezTo>
                      <a:pt x="6815" y="3254"/>
                      <a:pt x="7543" y="2335"/>
                      <a:pt x="8461" y="1646"/>
                    </a:cubicBezTo>
                    <a:cubicBezTo>
                      <a:pt x="9342" y="995"/>
                      <a:pt x="10452" y="0"/>
                      <a:pt x="11601" y="536"/>
                    </a:cubicBezTo>
                    <a:cubicBezTo>
                      <a:pt x="11945" y="727"/>
                      <a:pt x="11869" y="1417"/>
                      <a:pt x="11409" y="1378"/>
                    </a:cubicBezTo>
                    <a:cubicBezTo>
                      <a:pt x="11256" y="1340"/>
                      <a:pt x="11141" y="1225"/>
                      <a:pt x="11103" y="1110"/>
                    </a:cubicBezTo>
                    <a:cubicBezTo>
                      <a:pt x="10605" y="995"/>
                      <a:pt x="10146" y="1302"/>
                      <a:pt x="9725" y="1570"/>
                    </a:cubicBezTo>
                    <a:cubicBezTo>
                      <a:pt x="8806" y="2182"/>
                      <a:pt x="7964" y="2948"/>
                      <a:pt x="7275" y="3828"/>
                    </a:cubicBezTo>
                    <a:cubicBezTo>
                      <a:pt x="5284" y="6508"/>
                      <a:pt x="3829" y="9494"/>
                      <a:pt x="1953" y="12251"/>
                    </a:cubicBezTo>
                    <a:cubicBezTo>
                      <a:pt x="1532" y="12863"/>
                      <a:pt x="1149" y="13476"/>
                      <a:pt x="728" y="14088"/>
                    </a:cubicBezTo>
                    <a:cubicBezTo>
                      <a:pt x="613" y="14242"/>
                      <a:pt x="422" y="14318"/>
                      <a:pt x="230" y="1420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32"/>
              <p:cNvSpPr/>
              <p:nvPr/>
            </p:nvSpPr>
            <p:spPr>
              <a:xfrm>
                <a:off x="2201100" y="4075375"/>
                <a:ext cx="755175" cy="646050"/>
              </a:xfrm>
              <a:custGeom>
                <a:avLst/>
                <a:gdLst/>
                <a:ahLst/>
                <a:cxnLst/>
                <a:rect l="l" t="t" r="r" b="b"/>
                <a:pathLst>
                  <a:path w="30207" h="25842" extrusionOk="0">
                    <a:moveTo>
                      <a:pt x="29633" y="25804"/>
                    </a:moveTo>
                    <a:cubicBezTo>
                      <a:pt x="29212" y="25727"/>
                      <a:pt x="29288" y="25229"/>
                      <a:pt x="29288" y="24885"/>
                    </a:cubicBezTo>
                    <a:cubicBezTo>
                      <a:pt x="29365" y="23813"/>
                      <a:pt x="29441" y="22741"/>
                      <a:pt x="29403" y="21669"/>
                    </a:cubicBezTo>
                    <a:cubicBezTo>
                      <a:pt x="29403" y="20176"/>
                      <a:pt x="29326" y="18760"/>
                      <a:pt x="29250" y="17305"/>
                    </a:cubicBezTo>
                    <a:cubicBezTo>
                      <a:pt x="29058" y="14625"/>
                      <a:pt x="28752" y="10835"/>
                      <a:pt x="26455" y="9112"/>
                    </a:cubicBezTo>
                    <a:cubicBezTo>
                      <a:pt x="25536" y="8461"/>
                      <a:pt x="24273" y="7964"/>
                      <a:pt x="23163" y="8423"/>
                    </a:cubicBezTo>
                    <a:cubicBezTo>
                      <a:pt x="20177" y="9878"/>
                      <a:pt x="19373" y="13400"/>
                      <a:pt x="17918" y="16118"/>
                    </a:cubicBezTo>
                    <a:cubicBezTo>
                      <a:pt x="17420" y="16998"/>
                      <a:pt x="16884" y="17879"/>
                      <a:pt x="16272" y="18683"/>
                    </a:cubicBezTo>
                    <a:cubicBezTo>
                      <a:pt x="16080" y="18913"/>
                      <a:pt x="15965" y="19295"/>
                      <a:pt x="15659" y="19449"/>
                    </a:cubicBezTo>
                    <a:cubicBezTo>
                      <a:pt x="15276" y="19602"/>
                      <a:pt x="15085" y="19181"/>
                      <a:pt x="14855" y="18913"/>
                    </a:cubicBezTo>
                    <a:cubicBezTo>
                      <a:pt x="14319" y="18300"/>
                      <a:pt x="13630" y="17879"/>
                      <a:pt x="12979" y="17381"/>
                    </a:cubicBezTo>
                    <a:cubicBezTo>
                      <a:pt x="11295" y="16003"/>
                      <a:pt x="9419" y="14816"/>
                      <a:pt x="7811" y="13285"/>
                    </a:cubicBezTo>
                    <a:cubicBezTo>
                      <a:pt x="5705" y="11179"/>
                      <a:pt x="4021" y="8653"/>
                      <a:pt x="2681" y="6011"/>
                    </a:cubicBezTo>
                    <a:cubicBezTo>
                      <a:pt x="1915" y="4441"/>
                      <a:pt x="1035" y="2948"/>
                      <a:pt x="499" y="1302"/>
                    </a:cubicBezTo>
                    <a:cubicBezTo>
                      <a:pt x="384" y="919"/>
                      <a:pt x="1" y="268"/>
                      <a:pt x="499" y="77"/>
                    </a:cubicBezTo>
                    <a:cubicBezTo>
                      <a:pt x="996" y="0"/>
                      <a:pt x="958" y="498"/>
                      <a:pt x="1073" y="804"/>
                    </a:cubicBezTo>
                    <a:cubicBezTo>
                      <a:pt x="1532" y="2221"/>
                      <a:pt x="2183" y="3523"/>
                      <a:pt x="2872" y="4824"/>
                    </a:cubicBezTo>
                    <a:cubicBezTo>
                      <a:pt x="4059" y="7274"/>
                      <a:pt x="5514" y="9610"/>
                      <a:pt x="7275" y="11677"/>
                    </a:cubicBezTo>
                    <a:cubicBezTo>
                      <a:pt x="9036" y="13821"/>
                      <a:pt x="11486" y="15199"/>
                      <a:pt x="13592" y="16960"/>
                    </a:cubicBezTo>
                    <a:cubicBezTo>
                      <a:pt x="14243" y="17458"/>
                      <a:pt x="14970" y="17917"/>
                      <a:pt x="15506" y="18568"/>
                    </a:cubicBezTo>
                    <a:cubicBezTo>
                      <a:pt x="16578" y="17113"/>
                      <a:pt x="17420" y="15582"/>
                      <a:pt x="18148" y="13974"/>
                    </a:cubicBezTo>
                    <a:cubicBezTo>
                      <a:pt x="18913" y="12175"/>
                      <a:pt x="19755" y="10414"/>
                      <a:pt x="21134" y="8997"/>
                    </a:cubicBezTo>
                    <a:cubicBezTo>
                      <a:pt x="21938" y="8231"/>
                      <a:pt x="22971" y="7504"/>
                      <a:pt x="24120" y="7504"/>
                    </a:cubicBezTo>
                    <a:cubicBezTo>
                      <a:pt x="25268" y="7581"/>
                      <a:pt x="26455" y="8078"/>
                      <a:pt x="27297" y="8882"/>
                    </a:cubicBezTo>
                    <a:cubicBezTo>
                      <a:pt x="29288" y="10758"/>
                      <a:pt x="29709" y="14127"/>
                      <a:pt x="29901" y="16730"/>
                    </a:cubicBezTo>
                    <a:cubicBezTo>
                      <a:pt x="30130" y="19563"/>
                      <a:pt x="30207" y="22396"/>
                      <a:pt x="29977" y="25268"/>
                    </a:cubicBezTo>
                    <a:cubicBezTo>
                      <a:pt x="30169" y="25497"/>
                      <a:pt x="29939" y="25842"/>
                      <a:pt x="29633" y="258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32"/>
              <p:cNvSpPr/>
              <p:nvPr/>
            </p:nvSpPr>
            <p:spPr>
              <a:xfrm>
                <a:off x="2962000" y="4267750"/>
                <a:ext cx="304375" cy="454650"/>
              </a:xfrm>
              <a:custGeom>
                <a:avLst/>
                <a:gdLst/>
                <a:ahLst/>
                <a:cxnLst/>
                <a:rect l="l" t="t" r="r" b="b"/>
                <a:pathLst>
                  <a:path w="12175" h="18186" extrusionOk="0">
                    <a:moveTo>
                      <a:pt x="345" y="18032"/>
                    </a:moveTo>
                    <a:cubicBezTo>
                      <a:pt x="1" y="17841"/>
                      <a:pt x="154" y="17343"/>
                      <a:pt x="115" y="17037"/>
                    </a:cubicBezTo>
                    <a:cubicBezTo>
                      <a:pt x="115" y="15888"/>
                      <a:pt x="115" y="14778"/>
                      <a:pt x="115" y="13668"/>
                    </a:cubicBezTo>
                    <a:cubicBezTo>
                      <a:pt x="77" y="10682"/>
                      <a:pt x="307" y="7696"/>
                      <a:pt x="766" y="4709"/>
                    </a:cubicBezTo>
                    <a:cubicBezTo>
                      <a:pt x="996" y="3484"/>
                      <a:pt x="1187" y="1417"/>
                      <a:pt x="2451" y="843"/>
                    </a:cubicBezTo>
                    <a:cubicBezTo>
                      <a:pt x="4595" y="1"/>
                      <a:pt x="5973" y="2642"/>
                      <a:pt x="6777" y="4250"/>
                    </a:cubicBezTo>
                    <a:cubicBezTo>
                      <a:pt x="7657" y="6164"/>
                      <a:pt x="8576" y="8155"/>
                      <a:pt x="10184" y="9571"/>
                    </a:cubicBezTo>
                    <a:cubicBezTo>
                      <a:pt x="10490" y="9839"/>
                      <a:pt x="10797" y="10107"/>
                      <a:pt x="11141" y="10337"/>
                    </a:cubicBezTo>
                    <a:cubicBezTo>
                      <a:pt x="11409" y="10529"/>
                      <a:pt x="11677" y="10720"/>
                      <a:pt x="11945" y="10911"/>
                    </a:cubicBezTo>
                    <a:cubicBezTo>
                      <a:pt x="12098" y="10988"/>
                      <a:pt x="12175" y="11218"/>
                      <a:pt x="12060" y="11371"/>
                    </a:cubicBezTo>
                    <a:cubicBezTo>
                      <a:pt x="11945" y="11524"/>
                      <a:pt x="11715" y="11600"/>
                      <a:pt x="11562" y="11486"/>
                    </a:cubicBezTo>
                    <a:cubicBezTo>
                      <a:pt x="10988" y="11103"/>
                      <a:pt x="10414" y="10720"/>
                      <a:pt x="9916" y="10299"/>
                    </a:cubicBezTo>
                    <a:cubicBezTo>
                      <a:pt x="8806" y="9342"/>
                      <a:pt x="7925" y="8155"/>
                      <a:pt x="7275" y="6892"/>
                    </a:cubicBezTo>
                    <a:cubicBezTo>
                      <a:pt x="6585" y="5628"/>
                      <a:pt x="6088" y="4288"/>
                      <a:pt x="5322" y="3063"/>
                    </a:cubicBezTo>
                    <a:cubicBezTo>
                      <a:pt x="4748" y="2221"/>
                      <a:pt x="3752" y="919"/>
                      <a:pt x="2642" y="1532"/>
                    </a:cubicBezTo>
                    <a:cubicBezTo>
                      <a:pt x="1723" y="2221"/>
                      <a:pt x="1532" y="4595"/>
                      <a:pt x="1341" y="5667"/>
                    </a:cubicBezTo>
                    <a:cubicBezTo>
                      <a:pt x="1111" y="7466"/>
                      <a:pt x="919" y="9227"/>
                      <a:pt x="881" y="11026"/>
                    </a:cubicBezTo>
                    <a:cubicBezTo>
                      <a:pt x="805" y="12826"/>
                      <a:pt x="805" y="14625"/>
                      <a:pt x="805" y="16424"/>
                    </a:cubicBezTo>
                    <a:cubicBezTo>
                      <a:pt x="805" y="16807"/>
                      <a:pt x="805" y="17190"/>
                      <a:pt x="843" y="17573"/>
                    </a:cubicBezTo>
                    <a:cubicBezTo>
                      <a:pt x="958" y="17841"/>
                      <a:pt x="651" y="18185"/>
                      <a:pt x="345" y="180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32"/>
              <p:cNvSpPr/>
              <p:nvPr/>
            </p:nvSpPr>
            <p:spPr>
              <a:xfrm>
                <a:off x="3250100" y="3771025"/>
                <a:ext cx="427825" cy="780050"/>
              </a:xfrm>
              <a:custGeom>
                <a:avLst/>
                <a:gdLst/>
                <a:ahLst/>
                <a:cxnLst/>
                <a:rect l="l" t="t" r="r" b="b"/>
                <a:pathLst>
                  <a:path w="17113" h="31202" extrusionOk="0">
                    <a:moveTo>
                      <a:pt x="268" y="31125"/>
                    </a:moveTo>
                    <a:cubicBezTo>
                      <a:pt x="115" y="31048"/>
                      <a:pt x="0" y="30819"/>
                      <a:pt x="115" y="30666"/>
                    </a:cubicBezTo>
                    <a:cubicBezTo>
                      <a:pt x="191" y="30551"/>
                      <a:pt x="306" y="30436"/>
                      <a:pt x="383" y="30321"/>
                    </a:cubicBezTo>
                    <a:cubicBezTo>
                      <a:pt x="804" y="29976"/>
                      <a:pt x="1225" y="29594"/>
                      <a:pt x="1646" y="29211"/>
                    </a:cubicBezTo>
                    <a:cubicBezTo>
                      <a:pt x="2756" y="28177"/>
                      <a:pt x="3943" y="27143"/>
                      <a:pt x="5130" y="26186"/>
                    </a:cubicBezTo>
                    <a:cubicBezTo>
                      <a:pt x="7350" y="24234"/>
                      <a:pt x="9571" y="22205"/>
                      <a:pt x="11638" y="20138"/>
                    </a:cubicBezTo>
                    <a:cubicBezTo>
                      <a:pt x="12863" y="18798"/>
                      <a:pt x="14012" y="17419"/>
                      <a:pt x="15046" y="15926"/>
                    </a:cubicBezTo>
                    <a:cubicBezTo>
                      <a:pt x="15505" y="15237"/>
                      <a:pt x="16041" y="14586"/>
                      <a:pt x="16347" y="13821"/>
                    </a:cubicBezTo>
                    <a:cubicBezTo>
                      <a:pt x="15696" y="12978"/>
                      <a:pt x="15160" y="12060"/>
                      <a:pt x="14739" y="11064"/>
                    </a:cubicBezTo>
                    <a:cubicBezTo>
                      <a:pt x="14356" y="10069"/>
                      <a:pt x="13820" y="9112"/>
                      <a:pt x="13284" y="8193"/>
                    </a:cubicBezTo>
                    <a:cubicBezTo>
                      <a:pt x="12481" y="6853"/>
                      <a:pt x="11638" y="5437"/>
                      <a:pt x="10834" y="4135"/>
                    </a:cubicBezTo>
                    <a:cubicBezTo>
                      <a:pt x="10413" y="3446"/>
                      <a:pt x="9916" y="2833"/>
                      <a:pt x="9341" y="2297"/>
                    </a:cubicBezTo>
                    <a:cubicBezTo>
                      <a:pt x="8499" y="1532"/>
                      <a:pt x="7542" y="766"/>
                      <a:pt x="6355" y="728"/>
                    </a:cubicBezTo>
                    <a:cubicBezTo>
                      <a:pt x="6164" y="728"/>
                      <a:pt x="6049" y="498"/>
                      <a:pt x="6049" y="307"/>
                    </a:cubicBezTo>
                    <a:cubicBezTo>
                      <a:pt x="6087" y="115"/>
                      <a:pt x="6279" y="0"/>
                      <a:pt x="6470" y="39"/>
                    </a:cubicBezTo>
                    <a:cubicBezTo>
                      <a:pt x="7044" y="77"/>
                      <a:pt x="7618" y="192"/>
                      <a:pt x="8116" y="498"/>
                    </a:cubicBezTo>
                    <a:cubicBezTo>
                      <a:pt x="10337" y="1685"/>
                      <a:pt x="11523" y="3790"/>
                      <a:pt x="12748" y="5896"/>
                    </a:cubicBezTo>
                    <a:cubicBezTo>
                      <a:pt x="13820" y="7695"/>
                      <a:pt x="14931" y="9533"/>
                      <a:pt x="15696" y="11447"/>
                    </a:cubicBezTo>
                    <a:cubicBezTo>
                      <a:pt x="15964" y="11983"/>
                      <a:pt x="16232" y="12442"/>
                      <a:pt x="16539" y="12902"/>
                    </a:cubicBezTo>
                    <a:cubicBezTo>
                      <a:pt x="16768" y="13208"/>
                      <a:pt x="17113" y="13514"/>
                      <a:pt x="17036" y="13936"/>
                    </a:cubicBezTo>
                    <a:cubicBezTo>
                      <a:pt x="16921" y="14395"/>
                      <a:pt x="16615" y="14816"/>
                      <a:pt x="16385" y="15237"/>
                    </a:cubicBezTo>
                    <a:cubicBezTo>
                      <a:pt x="15811" y="16118"/>
                      <a:pt x="15160" y="16998"/>
                      <a:pt x="14510" y="17840"/>
                    </a:cubicBezTo>
                    <a:cubicBezTo>
                      <a:pt x="13131" y="19640"/>
                      <a:pt x="11600" y="21286"/>
                      <a:pt x="9916" y="22817"/>
                    </a:cubicBezTo>
                    <a:cubicBezTo>
                      <a:pt x="8461" y="24119"/>
                      <a:pt x="7044" y="25536"/>
                      <a:pt x="5513" y="26799"/>
                    </a:cubicBezTo>
                    <a:cubicBezTo>
                      <a:pt x="3828" y="28139"/>
                      <a:pt x="2259" y="29594"/>
                      <a:pt x="689" y="31048"/>
                    </a:cubicBezTo>
                    <a:lnTo>
                      <a:pt x="727" y="31048"/>
                    </a:lnTo>
                    <a:cubicBezTo>
                      <a:pt x="727" y="31010"/>
                      <a:pt x="727" y="31010"/>
                      <a:pt x="727" y="31010"/>
                    </a:cubicBezTo>
                    <a:cubicBezTo>
                      <a:pt x="613" y="31163"/>
                      <a:pt x="459" y="31201"/>
                      <a:pt x="306" y="311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32"/>
              <p:cNvSpPr/>
              <p:nvPr/>
            </p:nvSpPr>
            <p:spPr>
              <a:xfrm>
                <a:off x="2041275" y="4100250"/>
                <a:ext cx="195275" cy="88075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23" extrusionOk="0">
                    <a:moveTo>
                      <a:pt x="77" y="3255"/>
                    </a:moveTo>
                    <a:cubicBezTo>
                      <a:pt x="1" y="3064"/>
                      <a:pt x="115" y="2872"/>
                      <a:pt x="307" y="2796"/>
                    </a:cubicBezTo>
                    <a:cubicBezTo>
                      <a:pt x="919" y="2604"/>
                      <a:pt x="1570" y="2489"/>
                      <a:pt x="2183" y="2298"/>
                    </a:cubicBezTo>
                    <a:cubicBezTo>
                      <a:pt x="2872" y="2106"/>
                      <a:pt x="3561" y="1838"/>
                      <a:pt x="4250" y="1571"/>
                    </a:cubicBezTo>
                    <a:cubicBezTo>
                      <a:pt x="4901" y="1303"/>
                      <a:pt x="5590" y="996"/>
                      <a:pt x="6203" y="652"/>
                    </a:cubicBezTo>
                    <a:cubicBezTo>
                      <a:pt x="6394" y="537"/>
                      <a:pt x="6585" y="422"/>
                      <a:pt x="6777" y="307"/>
                    </a:cubicBezTo>
                    <a:cubicBezTo>
                      <a:pt x="6930" y="116"/>
                      <a:pt x="7198" y="1"/>
                      <a:pt x="7389" y="192"/>
                    </a:cubicBezTo>
                    <a:cubicBezTo>
                      <a:pt x="7810" y="652"/>
                      <a:pt x="7007" y="996"/>
                      <a:pt x="6662" y="1188"/>
                    </a:cubicBezTo>
                    <a:cubicBezTo>
                      <a:pt x="5360" y="1953"/>
                      <a:pt x="3906" y="2528"/>
                      <a:pt x="2451" y="2949"/>
                    </a:cubicBezTo>
                    <a:cubicBezTo>
                      <a:pt x="1838" y="3140"/>
                      <a:pt x="1187" y="3293"/>
                      <a:pt x="575" y="3446"/>
                    </a:cubicBezTo>
                    <a:cubicBezTo>
                      <a:pt x="383" y="3523"/>
                      <a:pt x="115" y="3446"/>
                      <a:pt x="77" y="32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32"/>
              <p:cNvSpPr/>
              <p:nvPr/>
            </p:nvSpPr>
            <p:spPr>
              <a:xfrm>
                <a:off x="3653025" y="4109825"/>
                <a:ext cx="116800" cy="63200"/>
              </a:xfrm>
              <a:custGeom>
                <a:avLst/>
                <a:gdLst/>
                <a:ahLst/>
                <a:cxnLst/>
                <a:rect l="l" t="t" r="r" b="b"/>
                <a:pathLst>
                  <a:path w="4672" h="2528" extrusionOk="0">
                    <a:moveTo>
                      <a:pt x="4059" y="2451"/>
                    </a:moveTo>
                    <a:cubicBezTo>
                      <a:pt x="2872" y="2183"/>
                      <a:pt x="1570" y="1953"/>
                      <a:pt x="575" y="1149"/>
                    </a:cubicBezTo>
                    <a:cubicBezTo>
                      <a:pt x="0" y="728"/>
                      <a:pt x="804" y="1"/>
                      <a:pt x="1072" y="652"/>
                    </a:cubicBezTo>
                    <a:cubicBezTo>
                      <a:pt x="1991" y="1341"/>
                      <a:pt x="3140" y="1532"/>
                      <a:pt x="4212" y="1762"/>
                    </a:cubicBezTo>
                    <a:cubicBezTo>
                      <a:pt x="4671" y="1877"/>
                      <a:pt x="4518" y="2527"/>
                      <a:pt x="4059" y="24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32"/>
              <p:cNvSpPr/>
              <p:nvPr/>
            </p:nvSpPr>
            <p:spPr>
              <a:xfrm>
                <a:off x="2936150" y="4315600"/>
                <a:ext cx="29700" cy="210600"/>
              </a:xfrm>
              <a:custGeom>
                <a:avLst/>
                <a:gdLst/>
                <a:ahLst/>
                <a:cxnLst/>
                <a:rect l="l" t="t" r="r" b="b"/>
                <a:pathLst>
                  <a:path w="1188" h="8424" extrusionOk="0">
                    <a:moveTo>
                      <a:pt x="460" y="7964"/>
                    </a:moveTo>
                    <a:cubicBezTo>
                      <a:pt x="384" y="5552"/>
                      <a:pt x="345" y="3102"/>
                      <a:pt x="154" y="690"/>
                    </a:cubicBezTo>
                    <a:cubicBezTo>
                      <a:pt x="1" y="269"/>
                      <a:pt x="613" y="1"/>
                      <a:pt x="805" y="422"/>
                    </a:cubicBezTo>
                    <a:cubicBezTo>
                      <a:pt x="881" y="537"/>
                      <a:pt x="881" y="690"/>
                      <a:pt x="881" y="843"/>
                    </a:cubicBezTo>
                    <a:cubicBezTo>
                      <a:pt x="1035" y="3217"/>
                      <a:pt x="1111" y="5552"/>
                      <a:pt x="1149" y="7887"/>
                    </a:cubicBezTo>
                    <a:cubicBezTo>
                      <a:pt x="1188" y="8347"/>
                      <a:pt x="499" y="8423"/>
                      <a:pt x="460" y="79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32"/>
              <p:cNvSpPr/>
              <p:nvPr/>
            </p:nvSpPr>
            <p:spPr>
              <a:xfrm>
                <a:off x="2654775" y="1711350"/>
                <a:ext cx="409650" cy="46925"/>
              </a:xfrm>
              <a:custGeom>
                <a:avLst/>
                <a:gdLst/>
                <a:ahLst/>
                <a:cxnLst/>
                <a:rect l="l" t="t" r="r" b="b"/>
                <a:pathLst>
                  <a:path w="16386" h="1877" extrusionOk="0">
                    <a:moveTo>
                      <a:pt x="39" y="1570"/>
                    </a:moveTo>
                    <a:cubicBezTo>
                      <a:pt x="1" y="1379"/>
                      <a:pt x="115" y="1188"/>
                      <a:pt x="307" y="1149"/>
                    </a:cubicBezTo>
                    <a:cubicBezTo>
                      <a:pt x="996" y="920"/>
                      <a:pt x="1762" y="805"/>
                      <a:pt x="2489" y="652"/>
                    </a:cubicBezTo>
                    <a:cubicBezTo>
                      <a:pt x="6930" y="1"/>
                      <a:pt x="11486" y="77"/>
                      <a:pt x="15927" y="613"/>
                    </a:cubicBezTo>
                    <a:cubicBezTo>
                      <a:pt x="16386" y="690"/>
                      <a:pt x="16309" y="1379"/>
                      <a:pt x="15812" y="1341"/>
                    </a:cubicBezTo>
                    <a:cubicBezTo>
                      <a:pt x="11792" y="805"/>
                      <a:pt x="7696" y="728"/>
                      <a:pt x="3676" y="1188"/>
                    </a:cubicBezTo>
                    <a:cubicBezTo>
                      <a:pt x="2948" y="1302"/>
                      <a:pt x="2221" y="1417"/>
                      <a:pt x="1494" y="1570"/>
                    </a:cubicBezTo>
                    <a:cubicBezTo>
                      <a:pt x="1149" y="1647"/>
                      <a:pt x="804" y="1724"/>
                      <a:pt x="498" y="1800"/>
                    </a:cubicBezTo>
                    <a:cubicBezTo>
                      <a:pt x="307" y="1877"/>
                      <a:pt x="77" y="1762"/>
                      <a:pt x="39" y="15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32"/>
              <p:cNvSpPr/>
              <p:nvPr/>
            </p:nvSpPr>
            <p:spPr>
              <a:xfrm>
                <a:off x="2768675" y="1642450"/>
                <a:ext cx="175175" cy="19175"/>
              </a:xfrm>
              <a:custGeom>
                <a:avLst/>
                <a:gdLst/>
                <a:ahLst/>
                <a:cxnLst/>
                <a:rect l="l" t="t" r="r" b="b"/>
                <a:pathLst>
                  <a:path w="7007" h="767" extrusionOk="0">
                    <a:moveTo>
                      <a:pt x="0" y="383"/>
                    </a:moveTo>
                    <a:cubicBezTo>
                      <a:pt x="0" y="192"/>
                      <a:pt x="153" y="39"/>
                      <a:pt x="345" y="39"/>
                    </a:cubicBezTo>
                    <a:cubicBezTo>
                      <a:pt x="1110" y="0"/>
                      <a:pt x="1838" y="0"/>
                      <a:pt x="2604" y="0"/>
                    </a:cubicBezTo>
                    <a:cubicBezTo>
                      <a:pt x="3369" y="0"/>
                      <a:pt x="4097" y="0"/>
                      <a:pt x="4901" y="0"/>
                    </a:cubicBezTo>
                    <a:cubicBezTo>
                      <a:pt x="5437" y="0"/>
                      <a:pt x="6011" y="0"/>
                      <a:pt x="6585" y="39"/>
                    </a:cubicBezTo>
                    <a:cubicBezTo>
                      <a:pt x="6891" y="39"/>
                      <a:pt x="7006" y="498"/>
                      <a:pt x="6738" y="651"/>
                    </a:cubicBezTo>
                    <a:cubicBezTo>
                      <a:pt x="6623" y="766"/>
                      <a:pt x="6509" y="728"/>
                      <a:pt x="6355" y="728"/>
                    </a:cubicBezTo>
                    <a:cubicBezTo>
                      <a:pt x="4862" y="651"/>
                      <a:pt x="3331" y="728"/>
                      <a:pt x="1800" y="728"/>
                    </a:cubicBezTo>
                    <a:cubicBezTo>
                      <a:pt x="1340" y="728"/>
                      <a:pt x="843" y="728"/>
                      <a:pt x="345" y="728"/>
                    </a:cubicBezTo>
                    <a:cubicBezTo>
                      <a:pt x="153" y="766"/>
                      <a:pt x="0" y="575"/>
                      <a:pt x="0" y="3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32"/>
              <p:cNvSpPr/>
              <p:nvPr/>
            </p:nvSpPr>
            <p:spPr>
              <a:xfrm>
                <a:off x="2124550" y="1548650"/>
                <a:ext cx="134975" cy="91900"/>
              </a:xfrm>
              <a:custGeom>
                <a:avLst/>
                <a:gdLst/>
                <a:ahLst/>
                <a:cxnLst/>
                <a:rect l="l" t="t" r="r" b="b"/>
                <a:pathLst>
                  <a:path w="5399" h="3676" extrusionOk="0">
                    <a:moveTo>
                      <a:pt x="4901" y="3638"/>
                    </a:moveTo>
                    <a:cubicBezTo>
                      <a:pt x="4173" y="3484"/>
                      <a:pt x="3561" y="2948"/>
                      <a:pt x="3140" y="2374"/>
                    </a:cubicBezTo>
                    <a:cubicBezTo>
                      <a:pt x="3140" y="2374"/>
                      <a:pt x="3178" y="2374"/>
                      <a:pt x="3178" y="2412"/>
                    </a:cubicBezTo>
                    <a:cubicBezTo>
                      <a:pt x="2221" y="2872"/>
                      <a:pt x="843" y="2795"/>
                      <a:pt x="345" y="1723"/>
                    </a:cubicBezTo>
                    <a:cubicBezTo>
                      <a:pt x="153" y="1340"/>
                      <a:pt x="0" y="843"/>
                      <a:pt x="192" y="460"/>
                    </a:cubicBezTo>
                    <a:cubicBezTo>
                      <a:pt x="383" y="1"/>
                      <a:pt x="996" y="307"/>
                      <a:pt x="843" y="728"/>
                    </a:cubicBezTo>
                    <a:cubicBezTo>
                      <a:pt x="766" y="1073"/>
                      <a:pt x="957" y="1494"/>
                      <a:pt x="1225" y="1723"/>
                    </a:cubicBezTo>
                    <a:cubicBezTo>
                      <a:pt x="1532" y="1991"/>
                      <a:pt x="1991" y="1991"/>
                      <a:pt x="2374" y="1915"/>
                    </a:cubicBezTo>
                    <a:cubicBezTo>
                      <a:pt x="2565" y="1876"/>
                      <a:pt x="2718" y="1838"/>
                      <a:pt x="2872" y="1762"/>
                    </a:cubicBezTo>
                    <a:cubicBezTo>
                      <a:pt x="3025" y="1685"/>
                      <a:pt x="3178" y="1608"/>
                      <a:pt x="3331" y="1608"/>
                    </a:cubicBezTo>
                    <a:cubicBezTo>
                      <a:pt x="3522" y="1647"/>
                      <a:pt x="3637" y="1838"/>
                      <a:pt x="3752" y="1991"/>
                    </a:cubicBezTo>
                    <a:cubicBezTo>
                      <a:pt x="4020" y="2374"/>
                      <a:pt x="4403" y="2719"/>
                      <a:pt x="4824" y="2872"/>
                    </a:cubicBezTo>
                    <a:cubicBezTo>
                      <a:pt x="4977" y="2948"/>
                      <a:pt x="5130" y="2948"/>
                      <a:pt x="5207" y="3063"/>
                    </a:cubicBezTo>
                    <a:cubicBezTo>
                      <a:pt x="5398" y="3293"/>
                      <a:pt x="5169" y="3676"/>
                      <a:pt x="4901" y="36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32"/>
              <p:cNvSpPr/>
              <p:nvPr/>
            </p:nvSpPr>
            <p:spPr>
              <a:xfrm>
                <a:off x="2144650" y="1356275"/>
                <a:ext cx="99550" cy="59375"/>
              </a:xfrm>
              <a:custGeom>
                <a:avLst/>
                <a:gdLst/>
                <a:ahLst/>
                <a:cxnLst/>
                <a:rect l="l" t="t" r="r" b="b"/>
                <a:pathLst>
                  <a:path w="3982" h="2375" extrusionOk="0">
                    <a:moveTo>
                      <a:pt x="1800" y="2183"/>
                    </a:moveTo>
                    <a:cubicBezTo>
                      <a:pt x="1110" y="1991"/>
                      <a:pt x="421" y="1608"/>
                      <a:pt x="153" y="919"/>
                    </a:cubicBezTo>
                    <a:cubicBezTo>
                      <a:pt x="0" y="613"/>
                      <a:pt x="77" y="1"/>
                      <a:pt x="536" y="115"/>
                    </a:cubicBezTo>
                    <a:cubicBezTo>
                      <a:pt x="766" y="154"/>
                      <a:pt x="843" y="383"/>
                      <a:pt x="804" y="575"/>
                    </a:cubicBezTo>
                    <a:cubicBezTo>
                      <a:pt x="919" y="1034"/>
                      <a:pt x="1417" y="1340"/>
                      <a:pt x="1838" y="1455"/>
                    </a:cubicBezTo>
                    <a:cubicBezTo>
                      <a:pt x="2374" y="1685"/>
                      <a:pt x="2986" y="1532"/>
                      <a:pt x="3522" y="1340"/>
                    </a:cubicBezTo>
                    <a:cubicBezTo>
                      <a:pt x="3714" y="1302"/>
                      <a:pt x="3905" y="1417"/>
                      <a:pt x="3943" y="1608"/>
                    </a:cubicBezTo>
                    <a:cubicBezTo>
                      <a:pt x="3982" y="1800"/>
                      <a:pt x="3867" y="1991"/>
                      <a:pt x="3714" y="2030"/>
                    </a:cubicBezTo>
                    <a:cubicBezTo>
                      <a:pt x="3101" y="2221"/>
                      <a:pt x="2412" y="2374"/>
                      <a:pt x="1800" y="21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32"/>
              <p:cNvSpPr/>
              <p:nvPr/>
            </p:nvSpPr>
            <p:spPr>
              <a:xfrm>
                <a:off x="2213550" y="1219400"/>
                <a:ext cx="56500" cy="51725"/>
              </a:xfrm>
              <a:custGeom>
                <a:avLst/>
                <a:gdLst/>
                <a:ahLst/>
                <a:cxnLst/>
                <a:rect l="l" t="t" r="r" b="b"/>
                <a:pathLst>
                  <a:path w="2260" h="2069" extrusionOk="0">
                    <a:moveTo>
                      <a:pt x="1417" y="1953"/>
                    </a:moveTo>
                    <a:cubicBezTo>
                      <a:pt x="919" y="1877"/>
                      <a:pt x="39" y="1188"/>
                      <a:pt x="1" y="652"/>
                    </a:cubicBezTo>
                    <a:cubicBezTo>
                      <a:pt x="1" y="460"/>
                      <a:pt x="39" y="269"/>
                      <a:pt x="192" y="192"/>
                    </a:cubicBezTo>
                    <a:cubicBezTo>
                      <a:pt x="498" y="1"/>
                      <a:pt x="843" y="307"/>
                      <a:pt x="728" y="614"/>
                    </a:cubicBezTo>
                    <a:cubicBezTo>
                      <a:pt x="881" y="881"/>
                      <a:pt x="1149" y="1111"/>
                      <a:pt x="1417" y="1226"/>
                    </a:cubicBezTo>
                    <a:cubicBezTo>
                      <a:pt x="1762" y="1341"/>
                      <a:pt x="2259" y="1111"/>
                      <a:pt x="2259" y="1609"/>
                    </a:cubicBezTo>
                    <a:cubicBezTo>
                      <a:pt x="2259" y="2068"/>
                      <a:pt x="1723" y="1992"/>
                      <a:pt x="1417" y="1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32"/>
              <p:cNvSpPr/>
              <p:nvPr/>
            </p:nvSpPr>
            <p:spPr>
              <a:xfrm>
                <a:off x="2098700" y="1828125"/>
                <a:ext cx="68950" cy="81375"/>
              </a:xfrm>
              <a:custGeom>
                <a:avLst/>
                <a:gdLst/>
                <a:ahLst/>
                <a:cxnLst/>
                <a:rect l="l" t="t" r="r" b="b"/>
                <a:pathLst>
                  <a:path w="2758" h="3255" extrusionOk="0">
                    <a:moveTo>
                      <a:pt x="2030" y="3178"/>
                    </a:moveTo>
                    <a:cubicBezTo>
                      <a:pt x="958" y="3101"/>
                      <a:pt x="192" y="2183"/>
                      <a:pt x="39" y="1187"/>
                    </a:cubicBezTo>
                    <a:cubicBezTo>
                      <a:pt x="1" y="881"/>
                      <a:pt x="1" y="498"/>
                      <a:pt x="269" y="268"/>
                    </a:cubicBezTo>
                    <a:cubicBezTo>
                      <a:pt x="613" y="0"/>
                      <a:pt x="1034" y="460"/>
                      <a:pt x="766" y="766"/>
                    </a:cubicBezTo>
                    <a:cubicBezTo>
                      <a:pt x="651" y="1685"/>
                      <a:pt x="1455" y="2604"/>
                      <a:pt x="2374" y="2489"/>
                    </a:cubicBezTo>
                    <a:cubicBezTo>
                      <a:pt x="2566" y="2489"/>
                      <a:pt x="2757" y="2642"/>
                      <a:pt x="2757" y="2833"/>
                    </a:cubicBezTo>
                    <a:cubicBezTo>
                      <a:pt x="2719" y="3255"/>
                      <a:pt x="2298" y="3216"/>
                      <a:pt x="1991" y="31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32"/>
              <p:cNvSpPr/>
              <p:nvPr/>
            </p:nvSpPr>
            <p:spPr>
              <a:xfrm>
                <a:off x="2124550" y="1978375"/>
                <a:ext cx="68925" cy="36400"/>
              </a:xfrm>
              <a:custGeom>
                <a:avLst/>
                <a:gdLst/>
                <a:ahLst/>
                <a:cxnLst/>
                <a:rect l="l" t="t" r="r" b="b"/>
                <a:pathLst>
                  <a:path w="2757" h="1456" extrusionOk="0">
                    <a:moveTo>
                      <a:pt x="1111" y="1379"/>
                    </a:moveTo>
                    <a:cubicBezTo>
                      <a:pt x="651" y="1226"/>
                      <a:pt x="115" y="958"/>
                      <a:pt x="39" y="460"/>
                    </a:cubicBezTo>
                    <a:cubicBezTo>
                      <a:pt x="0" y="269"/>
                      <a:pt x="153" y="78"/>
                      <a:pt x="345" y="39"/>
                    </a:cubicBezTo>
                    <a:cubicBezTo>
                      <a:pt x="536" y="1"/>
                      <a:pt x="728" y="154"/>
                      <a:pt x="728" y="384"/>
                    </a:cubicBezTo>
                    <a:cubicBezTo>
                      <a:pt x="1187" y="843"/>
                      <a:pt x="1723" y="690"/>
                      <a:pt x="2221" y="422"/>
                    </a:cubicBezTo>
                    <a:cubicBezTo>
                      <a:pt x="2374" y="307"/>
                      <a:pt x="2604" y="422"/>
                      <a:pt x="2680" y="575"/>
                    </a:cubicBezTo>
                    <a:cubicBezTo>
                      <a:pt x="2757" y="767"/>
                      <a:pt x="2680" y="996"/>
                      <a:pt x="2489" y="1073"/>
                    </a:cubicBezTo>
                    <a:cubicBezTo>
                      <a:pt x="2068" y="1264"/>
                      <a:pt x="1570" y="1456"/>
                      <a:pt x="1111" y="13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32"/>
              <p:cNvSpPr/>
              <p:nvPr/>
            </p:nvSpPr>
            <p:spPr>
              <a:xfrm>
                <a:off x="2135075" y="2124825"/>
                <a:ext cx="64150" cy="73725"/>
              </a:xfrm>
              <a:custGeom>
                <a:avLst/>
                <a:gdLst/>
                <a:ahLst/>
                <a:cxnLst/>
                <a:rect l="l" t="t" r="r" b="b"/>
                <a:pathLst>
                  <a:path w="2566" h="2949" extrusionOk="0">
                    <a:moveTo>
                      <a:pt x="1723" y="2527"/>
                    </a:moveTo>
                    <a:cubicBezTo>
                      <a:pt x="1532" y="1953"/>
                      <a:pt x="1187" y="1455"/>
                      <a:pt x="690" y="1111"/>
                    </a:cubicBezTo>
                    <a:cubicBezTo>
                      <a:pt x="575" y="1034"/>
                      <a:pt x="460" y="996"/>
                      <a:pt x="345" y="996"/>
                    </a:cubicBezTo>
                    <a:cubicBezTo>
                      <a:pt x="154" y="996"/>
                      <a:pt x="0" y="804"/>
                      <a:pt x="0" y="613"/>
                    </a:cubicBezTo>
                    <a:cubicBezTo>
                      <a:pt x="77" y="0"/>
                      <a:pt x="919" y="345"/>
                      <a:pt x="1226" y="613"/>
                    </a:cubicBezTo>
                    <a:cubicBezTo>
                      <a:pt x="1761" y="1034"/>
                      <a:pt x="2144" y="1608"/>
                      <a:pt x="2374" y="2259"/>
                    </a:cubicBezTo>
                    <a:cubicBezTo>
                      <a:pt x="2565" y="2680"/>
                      <a:pt x="1915" y="2948"/>
                      <a:pt x="1723" y="25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32"/>
              <p:cNvSpPr/>
              <p:nvPr/>
            </p:nvSpPr>
            <p:spPr>
              <a:xfrm>
                <a:off x="2567675" y="2055900"/>
                <a:ext cx="76600" cy="85225"/>
              </a:xfrm>
              <a:custGeom>
                <a:avLst/>
                <a:gdLst/>
                <a:ahLst/>
                <a:cxnLst/>
                <a:rect l="l" t="t" r="r" b="b"/>
                <a:pathLst>
                  <a:path w="3064" h="3409" extrusionOk="0">
                    <a:moveTo>
                      <a:pt x="269" y="3217"/>
                    </a:moveTo>
                    <a:cubicBezTo>
                      <a:pt x="1" y="2834"/>
                      <a:pt x="537" y="2604"/>
                      <a:pt x="766" y="2375"/>
                    </a:cubicBezTo>
                    <a:cubicBezTo>
                      <a:pt x="1379" y="1839"/>
                      <a:pt x="1838" y="1188"/>
                      <a:pt x="2221" y="460"/>
                    </a:cubicBezTo>
                    <a:cubicBezTo>
                      <a:pt x="2374" y="1"/>
                      <a:pt x="3063" y="231"/>
                      <a:pt x="2872" y="690"/>
                    </a:cubicBezTo>
                    <a:cubicBezTo>
                      <a:pt x="2413" y="1724"/>
                      <a:pt x="1685" y="2642"/>
                      <a:pt x="766" y="3293"/>
                    </a:cubicBezTo>
                    <a:cubicBezTo>
                      <a:pt x="613" y="3408"/>
                      <a:pt x="384" y="3370"/>
                      <a:pt x="269" y="32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32"/>
              <p:cNvSpPr/>
              <p:nvPr/>
            </p:nvSpPr>
            <p:spPr>
              <a:xfrm>
                <a:off x="2515050" y="2089400"/>
                <a:ext cx="45950" cy="50750"/>
              </a:xfrm>
              <a:custGeom>
                <a:avLst/>
                <a:gdLst/>
                <a:ahLst/>
                <a:cxnLst/>
                <a:rect l="l" t="t" r="r" b="b"/>
                <a:pathLst>
                  <a:path w="1838" h="2030" extrusionOk="0">
                    <a:moveTo>
                      <a:pt x="153" y="1609"/>
                    </a:moveTo>
                    <a:cubicBezTo>
                      <a:pt x="0" y="1417"/>
                      <a:pt x="115" y="1149"/>
                      <a:pt x="306" y="1035"/>
                    </a:cubicBezTo>
                    <a:cubicBezTo>
                      <a:pt x="498" y="881"/>
                      <a:pt x="651" y="728"/>
                      <a:pt x="804" y="537"/>
                    </a:cubicBezTo>
                    <a:cubicBezTo>
                      <a:pt x="995" y="307"/>
                      <a:pt x="1225" y="1"/>
                      <a:pt x="1531" y="269"/>
                    </a:cubicBezTo>
                    <a:cubicBezTo>
                      <a:pt x="1838" y="613"/>
                      <a:pt x="1378" y="920"/>
                      <a:pt x="1187" y="1149"/>
                    </a:cubicBezTo>
                    <a:cubicBezTo>
                      <a:pt x="919" y="1417"/>
                      <a:pt x="536" y="2030"/>
                      <a:pt x="153" y="16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32"/>
              <p:cNvSpPr/>
              <p:nvPr/>
            </p:nvSpPr>
            <p:spPr>
              <a:xfrm>
                <a:off x="3140025" y="2068350"/>
                <a:ext cx="76600" cy="65100"/>
              </a:xfrm>
              <a:custGeom>
                <a:avLst/>
                <a:gdLst/>
                <a:ahLst/>
                <a:cxnLst/>
                <a:rect l="l" t="t" r="r" b="b"/>
                <a:pathLst>
                  <a:path w="3064" h="2604" extrusionOk="0">
                    <a:moveTo>
                      <a:pt x="2297" y="2374"/>
                    </a:moveTo>
                    <a:cubicBezTo>
                      <a:pt x="1723" y="2030"/>
                      <a:pt x="1149" y="1647"/>
                      <a:pt x="689" y="1149"/>
                    </a:cubicBezTo>
                    <a:cubicBezTo>
                      <a:pt x="498" y="881"/>
                      <a:pt x="0" y="460"/>
                      <a:pt x="383" y="154"/>
                    </a:cubicBezTo>
                    <a:cubicBezTo>
                      <a:pt x="536" y="1"/>
                      <a:pt x="728" y="39"/>
                      <a:pt x="881" y="192"/>
                    </a:cubicBezTo>
                    <a:cubicBezTo>
                      <a:pt x="1302" y="881"/>
                      <a:pt x="1953" y="1379"/>
                      <a:pt x="2680" y="1762"/>
                    </a:cubicBezTo>
                    <a:cubicBezTo>
                      <a:pt x="3063" y="1991"/>
                      <a:pt x="2719" y="2604"/>
                      <a:pt x="2297" y="23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32"/>
              <p:cNvSpPr/>
              <p:nvPr/>
            </p:nvSpPr>
            <p:spPr>
              <a:xfrm>
                <a:off x="3216600" y="2062600"/>
                <a:ext cx="67000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2680" h="2413" extrusionOk="0">
                    <a:moveTo>
                      <a:pt x="1991" y="2260"/>
                    </a:moveTo>
                    <a:cubicBezTo>
                      <a:pt x="1187" y="1877"/>
                      <a:pt x="38" y="1264"/>
                      <a:pt x="0" y="307"/>
                    </a:cubicBezTo>
                    <a:cubicBezTo>
                      <a:pt x="0" y="116"/>
                      <a:pt x="191" y="1"/>
                      <a:pt x="383" y="1"/>
                    </a:cubicBezTo>
                    <a:cubicBezTo>
                      <a:pt x="574" y="39"/>
                      <a:pt x="689" y="192"/>
                      <a:pt x="689" y="384"/>
                    </a:cubicBezTo>
                    <a:cubicBezTo>
                      <a:pt x="727" y="384"/>
                      <a:pt x="727" y="422"/>
                      <a:pt x="727" y="422"/>
                    </a:cubicBezTo>
                    <a:cubicBezTo>
                      <a:pt x="881" y="690"/>
                      <a:pt x="1110" y="920"/>
                      <a:pt x="1340" y="1073"/>
                    </a:cubicBezTo>
                    <a:cubicBezTo>
                      <a:pt x="1646" y="1264"/>
                      <a:pt x="1953" y="1456"/>
                      <a:pt x="2259" y="1609"/>
                    </a:cubicBezTo>
                    <a:cubicBezTo>
                      <a:pt x="2680" y="1800"/>
                      <a:pt x="2412" y="2413"/>
                      <a:pt x="1991" y="22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32"/>
              <p:cNvSpPr/>
              <p:nvPr/>
            </p:nvSpPr>
            <p:spPr>
              <a:xfrm>
                <a:off x="3659725" y="1786975"/>
                <a:ext cx="107225" cy="54575"/>
              </a:xfrm>
              <a:custGeom>
                <a:avLst/>
                <a:gdLst/>
                <a:ahLst/>
                <a:cxnLst/>
                <a:rect l="l" t="t" r="r" b="b"/>
                <a:pathLst>
                  <a:path w="4289" h="2183" extrusionOk="0">
                    <a:moveTo>
                      <a:pt x="1608" y="2106"/>
                    </a:moveTo>
                    <a:cubicBezTo>
                      <a:pt x="958" y="2068"/>
                      <a:pt x="0" y="1800"/>
                      <a:pt x="39" y="996"/>
                    </a:cubicBezTo>
                    <a:cubicBezTo>
                      <a:pt x="115" y="536"/>
                      <a:pt x="766" y="613"/>
                      <a:pt x="728" y="1072"/>
                    </a:cubicBezTo>
                    <a:cubicBezTo>
                      <a:pt x="728" y="1072"/>
                      <a:pt x="728" y="1110"/>
                      <a:pt x="766" y="1110"/>
                    </a:cubicBezTo>
                    <a:cubicBezTo>
                      <a:pt x="766" y="1110"/>
                      <a:pt x="766" y="1110"/>
                      <a:pt x="766" y="1149"/>
                    </a:cubicBezTo>
                    <a:lnTo>
                      <a:pt x="766" y="1110"/>
                    </a:lnTo>
                    <a:cubicBezTo>
                      <a:pt x="766" y="1110"/>
                      <a:pt x="766" y="1110"/>
                      <a:pt x="728" y="1110"/>
                    </a:cubicBezTo>
                    <a:cubicBezTo>
                      <a:pt x="1149" y="1417"/>
                      <a:pt x="1762" y="1455"/>
                      <a:pt x="2259" y="1340"/>
                    </a:cubicBezTo>
                    <a:cubicBezTo>
                      <a:pt x="2757" y="1149"/>
                      <a:pt x="3101" y="689"/>
                      <a:pt x="3331" y="230"/>
                    </a:cubicBezTo>
                    <a:cubicBezTo>
                      <a:pt x="3446" y="38"/>
                      <a:pt x="3676" y="0"/>
                      <a:pt x="3829" y="77"/>
                    </a:cubicBezTo>
                    <a:cubicBezTo>
                      <a:pt x="4288" y="383"/>
                      <a:pt x="3752" y="919"/>
                      <a:pt x="3561" y="1225"/>
                    </a:cubicBezTo>
                    <a:cubicBezTo>
                      <a:pt x="3101" y="1800"/>
                      <a:pt x="2374" y="2182"/>
                      <a:pt x="1608" y="21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32"/>
              <p:cNvSpPr/>
              <p:nvPr/>
            </p:nvSpPr>
            <p:spPr>
              <a:xfrm>
                <a:off x="3676950" y="1675950"/>
                <a:ext cx="89025" cy="56500"/>
              </a:xfrm>
              <a:custGeom>
                <a:avLst/>
                <a:gdLst/>
                <a:ahLst/>
                <a:cxnLst/>
                <a:rect l="l" t="t" r="r" b="b"/>
                <a:pathLst>
                  <a:path w="3561" h="2260" extrusionOk="0">
                    <a:moveTo>
                      <a:pt x="690" y="1876"/>
                    </a:moveTo>
                    <a:cubicBezTo>
                      <a:pt x="230" y="1761"/>
                      <a:pt x="1" y="1072"/>
                      <a:pt x="575" y="996"/>
                    </a:cubicBezTo>
                    <a:cubicBezTo>
                      <a:pt x="728" y="996"/>
                      <a:pt x="843" y="1072"/>
                      <a:pt x="919" y="1187"/>
                    </a:cubicBezTo>
                    <a:cubicBezTo>
                      <a:pt x="1647" y="1493"/>
                      <a:pt x="2336" y="919"/>
                      <a:pt x="2719" y="345"/>
                    </a:cubicBezTo>
                    <a:cubicBezTo>
                      <a:pt x="2987" y="0"/>
                      <a:pt x="3561" y="421"/>
                      <a:pt x="3255" y="804"/>
                    </a:cubicBezTo>
                    <a:cubicBezTo>
                      <a:pt x="2719" y="1608"/>
                      <a:pt x="1685" y="2259"/>
                      <a:pt x="690" y="18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32"/>
              <p:cNvSpPr/>
              <p:nvPr/>
            </p:nvSpPr>
            <p:spPr>
              <a:xfrm>
                <a:off x="3503725" y="1451975"/>
                <a:ext cx="89025" cy="48850"/>
              </a:xfrm>
              <a:custGeom>
                <a:avLst/>
                <a:gdLst/>
                <a:ahLst/>
                <a:cxnLst/>
                <a:rect l="l" t="t" r="r" b="b"/>
                <a:pathLst>
                  <a:path w="3561" h="1954" extrusionOk="0">
                    <a:moveTo>
                      <a:pt x="689" y="1915"/>
                    </a:moveTo>
                    <a:cubicBezTo>
                      <a:pt x="460" y="1877"/>
                      <a:pt x="153" y="1800"/>
                      <a:pt x="77" y="1532"/>
                    </a:cubicBezTo>
                    <a:cubicBezTo>
                      <a:pt x="0" y="1341"/>
                      <a:pt x="115" y="1149"/>
                      <a:pt x="306" y="1111"/>
                    </a:cubicBezTo>
                    <a:cubicBezTo>
                      <a:pt x="421" y="1073"/>
                      <a:pt x="574" y="1111"/>
                      <a:pt x="651" y="1188"/>
                    </a:cubicBezTo>
                    <a:cubicBezTo>
                      <a:pt x="1417" y="1303"/>
                      <a:pt x="2106" y="767"/>
                      <a:pt x="2565" y="192"/>
                    </a:cubicBezTo>
                    <a:cubicBezTo>
                      <a:pt x="2680" y="39"/>
                      <a:pt x="2910" y="1"/>
                      <a:pt x="3063" y="116"/>
                    </a:cubicBezTo>
                    <a:cubicBezTo>
                      <a:pt x="3561" y="537"/>
                      <a:pt x="2565" y="1188"/>
                      <a:pt x="2297" y="1417"/>
                    </a:cubicBezTo>
                    <a:cubicBezTo>
                      <a:pt x="1838" y="1762"/>
                      <a:pt x="1264" y="1953"/>
                      <a:pt x="689" y="1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32"/>
              <p:cNvSpPr/>
              <p:nvPr/>
            </p:nvSpPr>
            <p:spPr>
              <a:xfrm>
                <a:off x="3586975" y="1347650"/>
                <a:ext cx="85225" cy="57475"/>
              </a:xfrm>
              <a:custGeom>
                <a:avLst/>
                <a:gdLst/>
                <a:ahLst/>
                <a:cxnLst/>
                <a:rect l="l" t="t" r="r" b="b"/>
                <a:pathLst>
                  <a:path w="3409" h="2299" extrusionOk="0">
                    <a:moveTo>
                      <a:pt x="958" y="2221"/>
                    </a:moveTo>
                    <a:cubicBezTo>
                      <a:pt x="1" y="2145"/>
                      <a:pt x="307" y="1149"/>
                      <a:pt x="920" y="1456"/>
                    </a:cubicBezTo>
                    <a:cubicBezTo>
                      <a:pt x="1609" y="1647"/>
                      <a:pt x="2183" y="996"/>
                      <a:pt x="2566" y="499"/>
                    </a:cubicBezTo>
                    <a:cubicBezTo>
                      <a:pt x="2681" y="269"/>
                      <a:pt x="2910" y="1"/>
                      <a:pt x="3178" y="154"/>
                    </a:cubicBezTo>
                    <a:cubicBezTo>
                      <a:pt x="3332" y="269"/>
                      <a:pt x="3408" y="499"/>
                      <a:pt x="3293" y="652"/>
                    </a:cubicBezTo>
                    <a:cubicBezTo>
                      <a:pt x="2834" y="1456"/>
                      <a:pt x="1992" y="2298"/>
                      <a:pt x="958" y="22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32"/>
              <p:cNvSpPr/>
              <p:nvPr/>
            </p:nvSpPr>
            <p:spPr>
              <a:xfrm>
                <a:off x="3352500" y="1211750"/>
                <a:ext cx="201975" cy="124450"/>
              </a:xfrm>
              <a:custGeom>
                <a:avLst/>
                <a:gdLst/>
                <a:ahLst/>
                <a:cxnLst/>
                <a:rect l="l" t="t" r="r" b="b"/>
                <a:pathLst>
                  <a:path w="8079" h="4978" extrusionOk="0">
                    <a:moveTo>
                      <a:pt x="728" y="4212"/>
                    </a:moveTo>
                    <a:cubicBezTo>
                      <a:pt x="421" y="4097"/>
                      <a:pt x="0" y="3753"/>
                      <a:pt x="307" y="3408"/>
                    </a:cubicBezTo>
                    <a:cubicBezTo>
                      <a:pt x="460" y="3255"/>
                      <a:pt x="728" y="3293"/>
                      <a:pt x="843" y="3446"/>
                    </a:cubicBezTo>
                    <a:cubicBezTo>
                      <a:pt x="996" y="3561"/>
                      <a:pt x="1149" y="3638"/>
                      <a:pt x="1302" y="3676"/>
                    </a:cubicBezTo>
                    <a:cubicBezTo>
                      <a:pt x="2029" y="3829"/>
                      <a:pt x="2680" y="3408"/>
                      <a:pt x="3101" y="2910"/>
                    </a:cubicBezTo>
                    <a:cubicBezTo>
                      <a:pt x="3561" y="2336"/>
                      <a:pt x="4097" y="1647"/>
                      <a:pt x="3982" y="881"/>
                    </a:cubicBezTo>
                    <a:cubicBezTo>
                      <a:pt x="3829" y="498"/>
                      <a:pt x="4326" y="192"/>
                      <a:pt x="4594" y="537"/>
                    </a:cubicBezTo>
                    <a:cubicBezTo>
                      <a:pt x="5207" y="1685"/>
                      <a:pt x="6164" y="1494"/>
                      <a:pt x="7045" y="690"/>
                    </a:cubicBezTo>
                    <a:cubicBezTo>
                      <a:pt x="7313" y="498"/>
                      <a:pt x="7542" y="1"/>
                      <a:pt x="7887" y="269"/>
                    </a:cubicBezTo>
                    <a:cubicBezTo>
                      <a:pt x="8040" y="384"/>
                      <a:pt x="8078" y="613"/>
                      <a:pt x="7963" y="766"/>
                    </a:cubicBezTo>
                    <a:cubicBezTo>
                      <a:pt x="7198" y="1723"/>
                      <a:pt x="5743" y="2604"/>
                      <a:pt x="4633" y="1685"/>
                    </a:cubicBezTo>
                    <a:cubicBezTo>
                      <a:pt x="4135" y="3255"/>
                      <a:pt x="2489" y="4978"/>
                      <a:pt x="728" y="42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32"/>
              <p:cNvSpPr/>
              <p:nvPr/>
            </p:nvSpPr>
            <p:spPr>
              <a:xfrm>
                <a:off x="3403225" y="1094025"/>
                <a:ext cx="79450" cy="34500"/>
              </a:xfrm>
              <a:custGeom>
                <a:avLst/>
                <a:gdLst/>
                <a:ahLst/>
                <a:cxnLst/>
                <a:rect l="l" t="t" r="r" b="b"/>
                <a:pathLst>
                  <a:path w="3178" h="1380" extrusionOk="0">
                    <a:moveTo>
                      <a:pt x="1455" y="1341"/>
                    </a:moveTo>
                    <a:cubicBezTo>
                      <a:pt x="1034" y="1341"/>
                      <a:pt x="0" y="1111"/>
                      <a:pt x="422" y="498"/>
                    </a:cubicBezTo>
                    <a:cubicBezTo>
                      <a:pt x="575" y="384"/>
                      <a:pt x="804" y="384"/>
                      <a:pt x="919" y="498"/>
                    </a:cubicBezTo>
                    <a:cubicBezTo>
                      <a:pt x="1111" y="575"/>
                      <a:pt x="1302" y="613"/>
                      <a:pt x="1493" y="652"/>
                    </a:cubicBezTo>
                    <a:cubicBezTo>
                      <a:pt x="1838" y="652"/>
                      <a:pt x="2144" y="498"/>
                      <a:pt x="2374" y="307"/>
                    </a:cubicBezTo>
                    <a:cubicBezTo>
                      <a:pt x="2757" y="1"/>
                      <a:pt x="3178" y="575"/>
                      <a:pt x="2833" y="843"/>
                    </a:cubicBezTo>
                    <a:cubicBezTo>
                      <a:pt x="2451" y="1149"/>
                      <a:pt x="1953" y="1379"/>
                      <a:pt x="1455" y="13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32"/>
              <p:cNvSpPr/>
              <p:nvPr/>
            </p:nvSpPr>
            <p:spPr>
              <a:xfrm>
                <a:off x="2704550" y="1021300"/>
                <a:ext cx="167500" cy="96675"/>
              </a:xfrm>
              <a:custGeom>
                <a:avLst/>
                <a:gdLst/>
                <a:ahLst/>
                <a:cxnLst/>
                <a:rect l="l" t="t" r="r" b="b"/>
                <a:pathLst>
                  <a:path w="6700" h="3867" extrusionOk="0">
                    <a:moveTo>
                      <a:pt x="0" y="3407"/>
                    </a:moveTo>
                    <a:cubicBezTo>
                      <a:pt x="39" y="2680"/>
                      <a:pt x="536" y="2068"/>
                      <a:pt x="996" y="1532"/>
                    </a:cubicBezTo>
                    <a:cubicBezTo>
                      <a:pt x="1608" y="842"/>
                      <a:pt x="2795" y="613"/>
                      <a:pt x="3599" y="1225"/>
                    </a:cubicBezTo>
                    <a:cubicBezTo>
                      <a:pt x="4326" y="498"/>
                      <a:pt x="5169" y="0"/>
                      <a:pt x="6202" y="77"/>
                    </a:cubicBezTo>
                    <a:cubicBezTo>
                      <a:pt x="6700" y="77"/>
                      <a:pt x="6700" y="766"/>
                      <a:pt x="6202" y="766"/>
                    </a:cubicBezTo>
                    <a:cubicBezTo>
                      <a:pt x="4518" y="651"/>
                      <a:pt x="4173" y="2259"/>
                      <a:pt x="3331" y="1876"/>
                    </a:cubicBezTo>
                    <a:cubicBezTo>
                      <a:pt x="2948" y="1608"/>
                      <a:pt x="2489" y="1455"/>
                      <a:pt x="2068" y="1646"/>
                    </a:cubicBezTo>
                    <a:cubicBezTo>
                      <a:pt x="1378" y="1914"/>
                      <a:pt x="881" y="2757"/>
                      <a:pt x="689" y="3407"/>
                    </a:cubicBezTo>
                    <a:cubicBezTo>
                      <a:pt x="689" y="3867"/>
                      <a:pt x="0" y="3867"/>
                      <a:pt x="0" y="340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32"/>
              <p:cNvSpPr/>
              <p:nvPr/>
            </p:nvSpPr>
            <p:spPr>
              <a:xfrm>
                <a:off x="2598300" y="1035650"/>
                <a:ext cx="34475" cy="82325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3293" extrusionOk="0">
                    <a:moveTo>
                      <a:pt x="537" y="2872"/>
                    </a:moveTo>
                    <a:cubicBezTo>
                      <a:pt x="269" y="2221"/>
                      <a:pt x="1" y="1494"/>
                      <a:pt x="384" y="804"/>
                    </a:cubicBezTo>
                    <a:cubicBezTo>
                      <a:pt x="498" y="460"/>
                      <a:pt x="881" y="1"/>
                      <a:pt x="1226" y="383"/>
                    </a:cubicBezTo>
                    <a:cubicBezTo>
                      <a:pt x="1341" y="536"/>
                      <a:pt x="1302" y="766"/>
                      <a:pt x="1149" y="881"/>
                    </a:cubicBezTo>
                    <a:cubicBezTo>
                      <a:pt x="728" y="1379"/>
                      <a:pt x="958" y="2068"/>
                      <a:pt x="1188" y="2604"/>
                    </a:cubicBezTo>
                    <a:cubicBezTo>
                      <a:pt x="1379" y="3025"/>
                      <a:pt x="728" y="3293"/>
                      <a:pt x="537" y="28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32"/>
              <p:cNvSpPr/>
              <p:nvPr/>
            </p:nvSpPr>
            <p:spPr>
              <a:xfrm>
                <a:off x="2680625" y="3556625"/>
                <a:ext cx="88075" cy="76600"/>
              </a:xfrm>
              <a:custGeom>
                <a:avLst/>
                <a:gdLst/>
                <a:ahLst/>
                <a:cxnLst/>
                <a:rect l="l" t="t" r="r" b="b"/>
                <a:pathLst>
                  <a:path w="3523" h="3064" extrusionOk="0">
                    <a:moveTo>
                      <a:pt x="1991" y="2949"/>
                    </a:moveTo>
                    <a:cubicBezTo>
                      <a:pt x="1187" y="2719"/>
                      <a:pt x="651" y="2106"/>
                      <a:pt x="345" y="1379"/>
                    </a:cubicBezTo>
                    <a:cubicBezTo>
                      <a:pt x="192" y="1034"/>
                      <a:pt x="0" y="575"/>
                      <a:pt x="268" y="269"/>
                    </a:cubicBezTo>
                    <a:cubicBezTo>
                      <a:pt x="536" y="1"/>
                      <a:pt x="996" y="307"/>
                      <a:pt x="842" y="652"/>
                    </a:cubicBezTo>
                    <a:cubicBezTo>
                      <a:pt x="957" y="1149"/>
                      <a:pt x="1225" y="1609"/>
                      <a:pt x="1570" y="1953"/>
                    </a:cubicBezTo>
                    <a:cubicBezTo>
                      <a:pt x="1761" y="2106"/>
                      <a:pt x="2029" y="2259"/>
                      <a:pt x="2297" y="2298"/>
                    </a:cubicBezTo>
                    <a:cubicBezTo>
                      <a:pt x="2603" y="2336"/>
                      <a:pt x="3063" y="1953"/>
                      <a:pt x="3293" y="2374"/>
                    </a:cubicBezTo>
                    <a:cubicBezTo>
                      <a:pt x="3522" y="2987"/>
                      <a:pt x="2335" y="3063"/>
                      <a:pt x="1991" y="29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32"/>
              <p:cNvSpPr/>
              <p:nvPr/>
            </p:nvSpPr>
            <p:spPr>
              <a:xfrm>
                <a:off x="2842375" y="3676275"/>
                <a:ext cx="64150" cy="67975"/>
              </a:xfrm>
              <a:custGeom>
                <a:avLst/>
                <a:gdLst/>
                <a:ahLst/>
                <a:cxnLst/>
                <a:rect l="l" t="t" r="r" b="b"/>
                <a:pathLst>
                  <a:path w="2566" h="2719" extrusionOk="0">
                    <a:moveTo>
                      <a:pt x="1799" y="2489"/>
                    </a:moveTo>
                    <a:cubicBezTo>
                      <a:pt x="957" y="2068"/>
                      <a:pt x="0" y="1417"/>
                      <a:pt x="192" y="306"/>
                    </a:cubicBezTo>
                    <a:cubicBezTo>
                      <a:pt x="230" y="115"/>
                      <a:pt x="383" y="0"/>
                      <a:pt x="613" y="38"/>
                    </a:cubicBezTo>
                    <a:cubicBezTo>
                      <a:pt x="804" y="38"/>
                      <a:pt x="919" y="230"/>
                      <a:pt x="881" y="421"/>
                    </a:cubicBezTo>
                    <a:cubicBezTo>
                      <a:pt x="881" y="498"/>
                      <a:pt x="881" y="574"/>
                      <a:pt x="881" y="651"/>
                    </a:cubicBezTo>
                    <a:cubicBezTo>
                      <a:pt x="957" y="1302"/>
                      <a:pt x="1646" y="1608"/>
                      <a:pt x="2182" y="1876"/>
                    </a:cubicBezTo>
                    <a:cubicBezTo>
                      <a:pt x="2565" y="2144"/>
                      <a:pt x="2221" y="2718"/>
                      <a:pt x="1799" y="24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32"/>
              <p:cNvSpPr/>
              <p:nvPr/>
            </p:nvSpPr>
            <p:spPr>
              <a:xfrm>
                <a:off x="2907450" y="3623625"/>
                <a:ext cx="60325" cy="32575"/>
              </a:xfrm>
              <a:custGeom>
                <a:avLst/>
                <a:gdLst/>
                <a:ahLst/>
                <a:cxnLst/>
                <a:rect l="l" t="t" r="r" b="b"/>
                <a:pathLst>
                  <a:path w="2413" h="1303" extrusionOk="0">
                    <a:moveTo>
                      <a:pt x="996" y="1264"/>
                    </a:moveTo>
                    <a:cubicBezTo>
                      <a:pt x="536" y="1226"/>
                      <a:pt x="0" y="919"/>
                      <a:pt x="39" y="422"/>
                    </a:cubicBezTo>
                    <a:cubicBezTo>
                      <a:pt x="77" y="1"/>
                      <a:pt x="690" y="1"/>
                      <a:pt x="728" y="422"/>
                    </a:cubicBezTo>
                    <a:cubicBezTo>
                      <a:pt x="1034" y="651"/>
                      <a:pt x="1455" y="498"/>
                      <a:pt x="1761" y="460"/>
                    </a:cubicBezTo>
                    <a:cubicBezTo>
                      <a:pt x="2221" y="345"/>
                      <a:pt x="2412" y="996"/>
                      <a:pt x="1953" y="1149"/>
                    </a:cubicBezTo>
                    <a:cubicBezTo>
                      <a:pt x="1647" y="1226"/>
                      <a:pt x="1302" y="1302"/>
                      <a:pt x="996" y="12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32"/>
              <p:cNvSpPr/>
              <p:nvPr/>
            </p:nvSpPr>
            <p:spPr>
              <a:xfrm>
                <a:off x="3059625" y="3502075"/>
                <a:ext cx="31600" cy="71800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2872" extrusionOk="0">
                    <a:moveTo>
                      <a:pt x="537" y="2374"/>
                    </a:moveTo>
                    <a:cubicBezTo>
                      <a:pt x="498" y="1953"/>
                      <a:pt x="460" y="1455"/>
                      <a:pt x="230" y="1034"/>
                    </a:cubicBezTo>
                    <a:cubicBezTo>
                      <a:pt x="77" y="919"/>
                      <a:pt x="1" y="690"/>
                      <a:pt x="154" y="498"/>
                    </a:cubicBezTo>
                    <a:cubicBezTo>
                      <a:pt x="690" y="1"/>
                      <a:pt x="1072" y="1034"/>
                      <a:pt x="1149" y="1455"/>
                    </a:cubicBezTo>
                    <a:cubicBezTo>
                      <a:pt x="1187" y="1762"/>
                      <a:pt x="1226" y="2068"/>
                      <a:pt x="1264" y="2374"/>
                    </a:cubicBezTo>
                    <a:cubicBezTo>
                      <a:pt x="1226" y="2872"/>
                      <a:pt x="537" y="2872"/>
                      <a:pt x="537" y="23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32"/>
              <p:cNvSpPr/>
              <p:nvPr/>
            </p:nvSpPr>
            <p:spPr>
              <a:xfrm>
                <a:off x="3129500" y="3523125"/>
                <a:ext cx="26825" cy="74675"/>
              </a:xfrm>
              <a:custGeom>
                <a:avLst/>
                <a:gdLst/>
                <a:ahLst/>
                <a:cxnLst/>
                <a:rect l="l" t="t" r="r" b="b"/>
                <a:pathLst>
                  <a:path w="1073" h="2987" extrusionOk="0">
                    <a:moveTo>
                      <a:pt x="383" y="2910"/>
                    </a:moveTo>
                    <a:cubicBezTo>
                      <a:pt x="0" y="2757"/>
                      <a:pt x="230" y="2374"/>
                      <a:pt x="268" y="2106"/>
                    </a:cubicBezTo>
                    <a:cubicBezTo>
                      <a:pt x="383" y="1609"/>
                      <a:pt x="307" y="1111"/>
                      <a:pt x="153" y="613"/>
                    </a:cubicBezTo>
                    <a:cubicBezTo>
                      <a:pt x="39" y="192"/>
                      <a:pt x="728" y="1"/>
                      <a:pt x="842" y="460"/>
                    </a:cubicBezTo>
                    <a:cubicBezTo>
                      <a:pt x="957" y="766"/>
                      <a:pt x="1034" y="1149"/>
                      <a:pt x="1034" y="1494"/>
                    </a:cubicBezTo>
                    <a:cubicBezTo>
                      <a:pt x="1072" y="1915"/>
                      <a:pt x="957" y="2336"/>
                      <a:pt x="842" y="2719"/>
                    </a:cubicBezTo>
                    <a:cubicBezTo>
                      <a:pt x="766" y="2910"/>
                      <a:pt x="536" y="2987"/>
                      <a:pt x="383" y="2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32"/>
              <p:cNvSpPr/>
              <p:nvPr/>
            </p:nvSpPr>
            <p:spPr>
              <a:xfrm>
                <a:off x="3173525" y="3553750"/>
                <a:ext cx="32550" cy="85225"/>
              </a:xfrm>
              <a:custGeom>
                <a:avLst/>
                <a:gdLst/>
                <a:ahLst/>
                <a:cxnLst/>
                <a:rect l="l" t="t" r="r" b="b"/>
                <a:pathLst>
                  <a:path w="1302" h="3409" extrusionOk="0">
                    <a:moveTo>
                      <a:pt x="268" y="3178"/>
                    </a:moveTo>
                    <a:cubicBezTo>
                      <a:pt x="0" y="3025"/>
                      <a:pt x="115" y="2719"/>
                      <a:pt x="268" y="2489"/>
                    </a:cubicBezTo>
                    <a:cubicBezTo>
                      <a:pt x="345" y="2260"/>
                      <a:pt x="460" y="2068"/>
                      <a:pt x="498" y="1839"/>
                    </a:cubicBezTo>
                    <a:cubicBezTo>
                      <a:pt x="575" y="1379"/>
                      <a:pt x="536" y="920"/>
                      <a:pt x="536" y="460"/>
                    </a:cubicBezTo>
                    <a:cubicBezTo>
                      <a:pt x="536" y="1"/>
                      <a:pt x="1225" y="1"/>
                      <a:pt x="1225" y="460"/>
                    </a:cubicBezTo>
                    <a:cubicBezTo>
                      <a:pt x="1264" y="1111"/>
                      <a:pt x="1302" y="1762"/>
                      <a:pt x="1072" y="2374"/>
                    </a:cubicBezTo>
                    <a:cubicBezTo>
                      <a:pt x="919" y="2681"/>
                      <a:pt x="766" y="3408"/>
                      <a:pt x="268" y="31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32"/>
              <p:cNvSpPr/>
              <p:nvPr/>
            </p:nvSpPr>
            <p:spPr>
              <a:xfrm>
                <a:off x="3069200" y="3622675"/>
                <a:ext cx="41175" cy="82325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3293" extrusionOk="0">
                    <a:moveTo>
                      <a:pt x="192" y="2795"/>
                    </a:moveTo>
                    <a:cubicBezTo>
                      <a:pt x="77" y="2680"/>
                      <a:pt x="0" y="2450"/>
                      <a:pt x="154" y="2297"/>
                    </a:cubicBezTo>
                    <a:cubicBezTo>
                      <a:pt x="268" y="2182"/>
                      <a:pt x="383" y="2029"/>
                      <a:pt x="460" y="1876"/>
                    </a:cubicBezTo>
                    <a:cubicBezTo>
                      <a:pt x="651" y="1417"/>
                      <a:pt x="804" y="957"/>
                      <a:pt x="881" y="460"/>
                    </a:cubicBezTo>
                    <a:cubicBezTo>
                      <a:pt x="957" y="0"/>
                      <a:pt x="1647" y="77"/>
                      <a:pt x="1570" y="575"/>
                    </a:cubicBezTo>
                    <a:cubicBezTo>
                      <a:pt x="1532" y="1034"/>
                      <a:pt x="919" y="3293"/>
                      <a:pt x="192" y="27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32"/>
              <p:cNvSpPr/>
              <p:nvPr/>
            </p:nvSpPr>
            <p:spPr>
              <a:xfrm>
                <a:off x="2723675" y="3486775"/>
                <a:ext cx="38325" cy="84225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3369" extrusionOk="0">
                    <a:moveTo>
                      <a:pt x="652" y="2986"/>
                    </a:moveTo>
                    <a:cubicBezTo>
                      <a:pt x="307" y="2297"/>
                      <a:pt x="1" y="1531"/>
                      <a:pt x="231" y="766"/>
                    </a:cubicBezTo>
                    <a:cubicBezTo>
                      <a:pt x="269" y="498"/>
                      <a:pt x="384" y="153"/>
                      <a:pt x="690" y="38"/>
                    </a:cubicBezTo>
                    <a:cubicBezTo>
                      <a:pt x="881" y="0"/>
                      <a:pt x="1073" y="115"/>
                      <a:pt x="1111" y="306"/>
                    </a:cubicBezTo>
                    <a:cubicBezTo>
                      <a:pt x="1149" y="421"/>
                      <a:pt x="1111" y="574"/>
                      <a:pt x="996" y="689"/>
                    </a:cubicBezTo>
                    <a:cubicBezTo>
                      <a:pt x="958" y="727"/>
                      <a:pt x="958" y="766"/>
                      <a:pt x="958" y="804"/>
                    </a:cubicBezTo>
                    <a:cubicBezTo>
                      <a:pt x="690" y="1417"/>
                      <a:pt x="996" y="2067"/>
                      <a:pt x="1303" y="2603"/>
                    </a:cubicBezTo>
                    <a:cubicBezTo>
                      <a:pt x="1532" y="3024"/>
                      <a:pt x="920" y="3369"/>
                      <a:pt x="690" y="29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32"/>
              <p:cNvSpPr/>
              <p:nvPr/>
            </p:nvSpPr>
            <p:spPr>
              <a:xfrm>
                <a:off x="2617450" y="3553750"/>
                <a:ext cx="33525" cy="57450"/>
              </a:xfrm>
              <a:custGeom>
                <a:avLst/>
                <a:gdLst/>
                <a:ahLst/>
                <a:cxnLst/>
                <a:rect l="l" t="t" r="r" b="b"/>
                <a:pathLst>
                  <a:path w="1341" h="2298" extrusionOk="0">
                    <a:moveTo>
                      <a:pt x="498" y="1877"/>
                    </a:moveTo>
                    <a:cubicBezTo>
                      <a:pt x="268" y="1456"/>
                      <a:pt x="0" y="881"/>
                      <a:pt x="230" y="384"/>
                    </a:cubicBezTo>
                    <a:cubicBezTo>
                      <a:pt x="460" y="1"/>
                      <a:pt x="996" y="269"/>
                      <a:pt x="843" y="690"/>
                    </a:cubicBezTo>
                    <a:cubicBezTo>
                      <a:pt x="804" y="996"/>
                      <a:pt x="996" y="1264"/>
                      <a:pt x="1111" y="1532"/>
                    </a:cubicBezTo>
                    <a:cubicBezTo>
                      <a:pt x="1340" y="1915"/>
                      <a:pt x="766" y="2298"/>
                      <a:pt x="498" y="18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32"/>
              <p:cNvSpPr/>
              <p:nvPr/>
            </p:nvSpPr>
            <p:spPr>
              <a:xfrm>
                <a:off x="2960100" y="3514525"/>
                <a:ext cx="1915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766" h="1800" extrusionOk="0">
                    <a:moveTo>
                      <a:pt x="345" y="1761"/>
                    </a:moveTo>
                    <a:cubicBezTo>
                      <a:pt x="0" y="1723"/>
                      <a:pt x="0" y="1378"/>
                      <a:pt x="38" y="1149"/>
                    </a:cubicBezTo>
                    <a:cubicBezTo>
                      <a:pt x="77" y="881"/>
                      <a:pt x="77" y="613"/>
                      <a:pt x="77" y="345"/>
                    </a:cubicBezTo>
                    <a:cubicBezTo>
                      <a:pt x="77" y="153"/>
                      <a:pt x="230" y="0"/>
                      <a:pt x="421" y="0"/>
                    </a:cubicBezTo>
                    <a:cubicBezTo>
                      <a:pt x="613" y="0"/>
                      <a:pt x="766" y="153"/>
                      <a:pt x="766" y="345"/>
                    </a:cubicBezTo>
                    <a:cubicBezTo>
                      <a:pt x="766" y="728"/>
                      <a:pt x="766" y="1110"/>
                      <a:pt x="727" y="1455"/>
                    </a:cubicBezTo>
                    <a:cubicBezTo>
                      <a:pt x="727" y="1646"/>
                      <a:pt x="498" y="1800"/>
                      <a:pt x="306" y="176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32"/>
              <p:cNvSpPr/>
              <p:nvPr/>
            </p:nvSpPr>
            <p:spPr>
              <a:xfrm>
                <a:off x="3259650" y="3509725"/>
                <a:ext cx="25875" cy="58425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2337" extrusionOk="0">
                    <a:moveTo>
                      <a:pt x="307" y="1992"/>
                    </a:moveTo>
                    <a:cubicBezTo>
                      <a:pt x="345" y="1570"/>
                      <a:pt x="345" y="1149"/>
                      <a:pt x="231" y="728"/>
                    </a:cubicBezTo>
                    <a:cubicBezTo>
                      <a:pt x="1" y="345"/>
                      <a:pt x="537" y="1"/>
                      <a:pt x="805" y="345"/>
                    </a:cubicBezTo>
                    <a:cubicBezTo>
                      <a:pt x="881" y="460"/>
                      <a:pt x="920" y="613"/>
                      <a:pt x="958" y="728"/>
                    </a:cubicBezTo>
                    <a:cubicBezTo>
                      <a:pt x="1035" y="1149"/>
                      <a:pt x="1035" y="1570"/>
                      <a:pt x="1035" y="1992"/>
                    </a:cubicBezTo>
                    <a:cubicBezTo>
                      <a:pt x="1035" y="2183"/>
                      <a:pt x="881" y="2336"/>
                      <a:pt x="690" y="2336"/>
                    </a:cubicBezTo>
                    <a:cubicBezTo>
                      <a:pt x="499" y="2336"/>
                      <a:pt x="307" y="2183"/>
                      <a:pt x="307" y="19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32"/>
              <p:cNvSpPr/>
              <p:nvPr/>
            </p:nvSpPr>
            <p:spPr>
              <a:xfrm>
                <a:off x="2240350" y="4031350"/>
                <a:ext cx="94775" cy="152200"/>
              </a:xfrm>
              <a:custGeom>
                <a:avLst/>
                <a:gdLst/>
                <a:ahLst/>
                <a:cxnLst/>
                <a:rect l="l" t="t" r="r" b="b"/>
                <a:pathLst>
                  <a:path w="3791" h="6088" extrusionOk="0">
                    <a:moveTo>
                      <a:pt x="498" y="6011"/>
                    </a:moveTo>
                    <a:cubicBezTo>
                      <a:pt x="1" y="5743"/>
                      <a:pt x="498" y="5284"/>
                      <a:pt x="690" y="4977"/>
                    </a:cubicBezTo>
                    <a:cubicBezTo>
                      <a:pt x="1187" y="4327"/>
                      <a:pt x="1609" y="3599"/>
                      <a:pt x="1991" y="2872"/>
                    </a:cubicBezTo>
                    <a:cubicBezTo>
                      <a:pt x="2413" y="2029"/>
                      <a:pt x="2757" y="1149"/>
                      <a:pt x="3063" y="268"/>
                    </a:cubicBezTo>
                    <a:cubicBezTo>
                      <a:pt x="3140" y="77"/>
                      <a:pt x="3370" y="0"/>
                      <a:pt x="3523" y="77"/>
                    </a:cubicBezTo>
                    <a:cubicBezTo>
                      <a:pt x="3714" y="154"/>
                      <a:pt x="3791" y="345"/>
                      <a:pt x="3714" y="536"/>
                    </a:cubicBezTo>
                    <a:cubicBezTo>
                      <a:pt x="3293" y="1608"/>
                      <a:pt x="2910" y="2719"/>
                      <a:pt x="2336" y="3714"/>
                    </a:cubicBezTo>
                    <a:cubicBezTo>
                      <a:pt x="1915" y="4480"/>
                      <a:pt x="1417" y="5169"/>
                      <a:pt x="958" y="5858"/>
                    </a:cubicBezTo>
                    <a:lnTo>
                      <a:pt x="958" y="5858"/>
                    </a:lnTo>
                    <a:lnTo>
                      <a:pt x="958" y="5820"/>
                    </a:lnTo>
                    <a:cubicBezTo>
                      <a:pt x="881" y="6011"/>
                      <a:pt x="651" y="6088"/>
                      <a:pt x="498" y="60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32"/>
              <p:cNvSpPr/>
              <p:nvPr/>
            </p:nvSpPr>
            <p:spPr>
              <a:xfrm>
                <a:off x="2293950" y="4139500"/>
                <a:ext cx="65100" cy="104350"/>
              </a:xfrm>
              <a:custGeom>
                <a:avLst/>
                <a:gdLst/>
                <a:ahLst/>
                <a:cxnLst/>
                <a:rect l="l" t="t" r="r" b="b"/>
                <a:pathLst>
                  <a:path w="2604" h="4174" extrusionOk="0">
                    <a:moveTo>
                      <a:pt x="307" y="4135"/>
                    </a:moveTo>
                    <a:cubicBezTo>
                      <a:pt x="115" y="4097"/>
                      <a:pt x="1" y="3944"/>
                      <a:pt x="1" y="3752"/>
                    </a:cubicBezTo>
                    <a:cubicBezTo>
                      <a:pt x="77" y="3484"/>
                      <a:pt x="307" y="3293"/>
                      <a:pt x="422" y="3063"/>
                    </a:cubicBezTo>
                    <a:cubicBezTo>
                      <a:pt x="728" y="2642"/>
                      <a:pt x="958" y="2221"/>
                      <a:pt x="1187" y="1762"/>
                    </a:cubicBezTo>
                    <a:cubicBezTo>
                      <a:pt x="1417" y="1340"/>
                      <a:pt x="1608" y="881"/>
                      <a:pt x="1800" y="422"/>
                    </a:cubicBezTo>
                    <a:cubicBezTo>
                      <a:pt x="1991" y="1"/>
                      <a:pt x="2604" y="268"/>
                      <a:pt x="2451" y="728"/>
                    </a:cubicBezTo>
                    <a:cubicBezTo>
                      <a:pt x="2106" y="1570"/>
                      <a:pt x="1685" y="2451"/>
                      <a:pt x="1187" y="3216"/>
                    </a:cubicBezTo>
                    <a:cubicBezTo>
                      <a:pt x="1034" y="3446"/>
                      <a:pt x="881" y="3676"/>
                      <a:pt x="690" y="3944"/>
                    </a:cubicBezTo>
                    <a:cubicBezTo>
                      <a:pt x="651" y="4059"/>
                      <a:pt x="460" y="4173"/>
                      <a:pt x="307" y="41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32"/>
              <p:cNvSpPr/>
              <p:nvPr/>
            </p:nvSpPr>
            <p:spPr>
              <a:xfrm>
                <a:off x="3458725" y="4115575"/>
                <a:ext cx="79475" cy="162725"/>
              </a:xfrm>
              <a:custGeom>
                <a:avLst/>
                <a:gdLst/>
                <a:ahLst/>
                <a:cxnLst/>
                <a:rect l="l" t="t" r="r" b="b"/>
                <a:pathLst>
                  <a:path w="3179" h="6509" extrusionOk="0">
                    <a:moveTo>
                      <a:pt x="2374" y="6202"/>
                    </a:moveTo>
                    <a:cubicBezTo>
                      <a:pt x="1264" y="5016"/>
                      <a:pt x="843" y="3408"/>
                      <a:pt x="345" y="1953"/>
                    </a:cubicBezTo>
                    <a:cubicBezTo>
                      <a:pt x="231" y="1455"/>
                      <a:pt x="116" y="958"/>
                      <a:pt x="1" y="422"/>
                    </a:cubicBezTo>
                    <a:cubicBezTo>
                      <a:pt x="1" y="230"/>
                      <a:pt x="116" y="77"/>
                      <a:pt x="307" y="39"/>
                    </a:cubicBezTo>
                    <a:cubicBezTo>
                      <a:pt x="728" y="0"/>
                      <a:pt x="728" y="422"/>
                      <a:pt x="805" y="728"/>
                    </a:cubicBezTo>
                    <a:cubicBezTo>
                      <a:pt x="1073" y="2029"/>
                      <a:pt x="1532" y="3331"/>
                      <a:pt x="2068" y="4556"/>
                    </a:cubicBezTo>
                    <a:cubicBezTo>
                      <a:pt x="2298" y="4977"/>
                      <a:pt x="2528" y="5360"/>
                      <a:pt x="2834" y="5705"/>
                    </a:cubicBezTo>
                    <a:cubicBezTo>
                      <a:pt x="3178" y="6011"/>
                      <a:pt x="2681" y="6509"/>
                      <a:pt x="2336" y="6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32"/>
              <p:cNvSpPr/>
              <p:nvPr/>
            </p:nvSpPr>
            <p:spPr>
              <a:xfrm>
                <a:off x="3508500" y="4066750"/>
                <a:ext cx="58400" cy="85225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3409" extrusionOk="0">
                    <a:moveTo>
                      <a:pt x="1494" y="3064"/>
                    </a:moveTo>
                    <a:cubicBezTo>
                      <a:pt x="996" y="2489"/>
                      <a:pt x="651" y="1839"/>
                      <a:pt x="383" y="1111"/>
                    </a:cubicBezTo>
                    <a:cubicBezTo>
                      <a:pt x="307" y="767"/>
                      <a:pt x="1" y="116"/>
                      <a:pt x="537" y="39"/>
                    </a:cubicBezTo>
                    <a:cubicBezTo>
                      <a:pt x="728" y="1"/>
                      <a:pt x="919" y="116"/>
                      <a:pt x="958" y="307"/>
                    </a:cubicBezTo>
                    <a:cubicBezTo>
                      <a:pt x="996" y="767"/>
                      <a:pt x="1149" y="1149"/>
                      <a:pt x="1341" y="1532"/>
                    </a:cubicBezTo>
                    <a:cubicBezTo>
                      <a:pt x="1532" y="1915"/>
                      <a:pt x="1762" y="2298"/>
                      <a:pt x="2068" y="2643"/>
                    </a:cubicBezTo>
                    <a:cubicBezTo>
                      <a:pt x="2336" y="2987"/>
                      <a:pt x="1800" y="3408"/>
                      <a:pt x="1494" y="30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32"/>
              <p:cNvSpPr/>
              <p:nvPr/>
            </p:nvSpPr>
            <p:spPr>
              <a:xfrm>
                <a:off x="2764850" y="4581675"/>
                <a:ext cx="106250" cy="59375"/>
              </a:xfrm>
              <a:custGeom>
                <a:avLst/>
                <a:gdLst/>
                <a:ahLst/>
                <a:cxnLst/>
                <a:rect l="l" t="t" r="r" b="b"/>
                <a:pathLst>
                  <a:path w="4250" h="2375" extrusionOk="0">
                    <a:moveTo>
                      <a:pt x="1417" y="2298"/>
                    </a:moveTo>
                    <a:cubicBezTo>
                      <a:pt x="689" y="2259"/>
                      <a:pt x="0" y="1570"/>
                      <a:pt x="498" y="881"/>
                    </a:cubicBezTo>
                    <a:cubicBezTo>
                      <a:pt x="766" y="383"/>
                      <a:pt x="1761" y="1"/>
                      <a:pt x="2259" y="269"/>
                    </a:cubicBezTo>
                    <a:cubicBezTo>
                      <a:pt x="2335" y="115"/>
                      <a:pt x="2489" y="1"/>
                      <a:pt x="2642" y="39"/>
                    </a:cubicBezTo>
                    <a:cubicBezTo>
                      <a:pt x="3025" y="115"/>
                      <a:pt x="3369" y="269"/>
                      <a:pt x="3675" y="498"/>
                    </a:cubicBezTo>
                    <a:cubicBezTo>
                      <a:pt x="4250" y="881"/>
                      <a:pt x="4135" y="1570"/>
                      <a:pt x="3561" y="1876"/>
                    </a:cubicBezTo>
                    <a:cubicBezTo>
                      <a:pt x="2910" y="2259"/>
                      <a:pt x="2144" y="2374"/>
                      <a:pt x="1417" y="2298"/>
                    </a:cubicBezTo>
                    <a:lnTo>
                      <a:pt x="1417" y="2298"/>
                    </a:lnTo>
                    <a:close/>
                    <a:moveTo>
                      <a:pt x="1991" y="1608"/>
                    </a:moveTo>
                    <a:cubicBezTo>
                      <a:pt x="2450" y="1570"/>
                      <a:pt x="2948" y="1455"/>
                      <a:pt x="3331" y="1149"/>
                    </a:cubicBezTo>
                    <a:cubicBezTo>
                      <a:pt x="3101" y="881"/>
                      <a:pt x="2718" y="805"/>
                      <a:pt x="2374" y="690"/>
                    </a:cubicBezTo>
                    <a:cubicBezTo>
                      <a:pt x="2297" y="958"/>
                      <a:pt x="1953" y="881"/>
                      <a:pt x="1761" y="919"/>
                    </a:cubicBezTo>
                    <a:cubicBezTo>
                      <a:pt x="574" y="1187"/>
                      <a:pt x="1034" y="1685"/>
                      <a:pt x="1991" y="16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32"/>
              <p:cNvSpPr/>
              <p:nvPr/>
            </p:nvSpPr>
            <p:spPr>
              <a:xfrm>
                <a:off x="3542000" y="3196775"/>
                <a:ext cx="97650" cy="149325"/>
              </a:xfrm>
              <a:custGeom>
                <a:avLst/>
                <a:gdLst/>
                <a:ahLst/>
                <a:cxnLst/>
                <a:rect l="l" t="t" r="r" b="b"/>
                <a:pathLst>
                  <a:path w="3906" h="5973" extrusionOk="0">
                    <a:moveTo>
                      <a:pt x="269" y="5781"/>
                    </a:moveTo>
                    <a:cubicBezTo>
                      <a:pt x="1" y="5628"/>
                      <a:pt x="77" y="5283"/>
                      <a:pt x="269" y="5092"/>
                    </a:cubicBezTo>
                    <a:cubicBezTo>
                      <a:pt x="498" y="4824"/>
                      <a:pt x="690" y="4556"/>
                      <a:pt x="881" y="4250"/>
                    </a:cubicBezTo>
                    <a:cubicBezTo>
                      <a:pt x="1723" y="2948"/>
                      <a:pt x="2566" y="1685"/>
                      <a:pt x="3178" y="268"/>
                    </a:cubicBezTo>
                    <a:cubicBezTo>
                      <a:pt x="3255" y="77"/>
                      <a:pt x="3484" y="0"/>
                      <a:pt x="3638" y="77"/>
                    </a:cubicBezTo>
                    <a:cubicBezTo>
                      <a:pt x="3829" y="153"/>
                      <a:pt x="3905" y="345"/>
                      <a:pt x="3829" y="536"/>
                    </a:cubicBezTo>
                    <a:cubicBezTo>
                      <a:pt x="3523" y="1263"/>
                      <a:pt x="3178" y="1914"/>
                      <a:pt x="2757" y="2603"/>
                    </a:cubicBezTo>
                    <a:cubicBezTo>
                      <a:pt x="2259" y="3484"/>
                      <a:pt x="1723" y="4326"/>
                      <a:pt x="1111" y="5168"/>
                    </a:cubicBezTo>
                    <a:cubicBezTo>
                      <a:pt x="881" y="5398"/>
                      <a:pt x="690" y="5972"/>
                      <a:pt x="269" y="57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32"/>
              <p:cNvSpPr/>
              <p:nvPr/>
            </p:nvSpPr>
            <p:spPr>
              <a:xfrm>
                <a:off x="3659725" y="3073300"/>
                <a:ext cx="30650" cy="51700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2068" extrusionOk="0">
                    <a:moveTo>
                      <a:pt x="460" y="1991"/>
                    </a:moveTo>
                    <a:cubicBezTo>
                      <a:pt x="0" y="1915"/>
                      <a:pt x="192" y="1417"/>
                      <a:pt x="230" y="1072"/>
                    </a:cubicBezTo>
                    <a:cubicBezTo>
                      <a:pt x="307" y="728"/>
                      <a:pt x="154" y="0"/>
                      <a:pt x="690" y="39"/>
                    </a:cubicBezTo>
                    <a:cubicBezTo>
                      <a:pt x="1226" y="154"/>
                      <a:pt x="919" y="804"/>
                      <a:pt x="919" y="1187"/>
                    </a:cubicBezTo>
                    <a:cubicBezTo>
                      <a:pt x="881" y="1494"/>
                      <a:pt x="919" y="2068"/>
                      <a:pt x="460" y="19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32"/>
              <p:cNvSpPr/>
              <p:nvPr/>
            </p:nvSpPr>
            <p:spPr>
              <a:xfrm>
                <a:off x="3295075" y="2432050"/>
                <a:ext cx="76600" cy="30650"/>
              </a:xfrm>
              <a:custGeom>
                <a:avLst/>
                <a:gdLst/>
                <a:ahLst/>
                <a:cxnLst/>
                <a:rect l="l" t="t" r="r" b="b"/>
                <a:pathLst>
                  <a:path w="3064" h="1226" extrusionOk="0">
                    <a:moveTo>
                      <a:pt x="498" y="1187"/>
                    </a:moveTo>
                    <a:cubicBezTo>
                      <a:pt x="0" y="1111"/>
                      <a:pt x="115" y="422"/>
                      <a:pt x="575" y="460"/>
                    </a:cubicBezTo>
                    <a:cubicBezTo>
                      <a:pt x="1187" y="498"/>
                      <a:pt x="1800" y="345"/>
                      <a:pt x="2374" y="154"/>
                    </a:cubicBezTo>
                    <a:cubicBezTo>
                      <a:pt x="2795" y="0"/>
                      <a:pt x="3063" y="613"/>
                      <a:pt x="2642" y="804"/>
                    </a:cubicBezTo>
                    <a:cubicBezTo>
                      <a:pt x="1953" y="1034"/>
                      <a:pt x="1225" y="1225"/>
                      <a:pt x="498" y="11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32"/>
              <p:cNvSpPr/>
              <p:nvPr/>
            </p:nvSpPr>
            <p:spPr>
              <a:xfrm>
                <a:off x="2411675" y="2469375"/>
                <a:ext cx="66050" cy="23950"/>
              </a:xfrm>
              <a:custGeom>
                <a:avLst/>
                <a:gdLst/>
                <a:ahLst/>
                <a:cxnLst/>
                <a:rect l="l" t="t" r="r" b="b"/>
                <a:pathLst>
                  <a:path w="2642" h="958" extrusionOk="0">
                    <a:moveTo>
                      <a:pt x="1072" y="958"/>
                    </a:moveTo>
                    <a:cubicBezTo>
                      <a:pt x="766" y="919"/>
                      <a:pt x="383" y="881"/>
                      <a:pt x="115" y="651"/>
                    </a:cubicBezTo>
                    <a:cubicBezTo>
                      <a:pt x="0" y="536"/>
                      <a:pt x="0" y="307"/>
                      <a:pt x="115" y="154"/>
                    </a:cubicBezTo>
                    <a:cubicBezTo>
                      <a:pt x="307" y="0"/>
                      <a:pt x="498" y="77"/>
                      <a:pt x="690" y="154"/>
                    </a:cubicBezTo>
                    <a:cubicBezTo>
                      <a:pt x="1149" y="307"/>
                      <a:pt x="1647" y="268"/>
                      <a:pt x="2106" y="192"/>
                    </a:cubicBezTo>
                    <a:cubicBezTo>
                      <a:pt x="2565" y="115"/>
                      <a:pt x="2642" y="804"/>
                      <a:pt x="2183" y="881"/>
                    </a:cubicBezTo>
                    <a:cubicBezTo>
                      <a:pt x="1838" y="958"/>
                      <a:pt x="1455" y="958"/>
                      <a:pt x="1072" y="9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32"/>
              <p:cNvSpPr/>
              <p:nvPr/>
            </p:nvSpPr>
            <p:spPr>
              <a:xfrm>
                <a:off x="2025975" y="937075"/>
                <a:ext cx="1746700" cy="3798725"/>
              </a:xfrm>
              <a:custGeom>
                <a:avLst/>
                <a:gdLst/>
                <a:ahLst/>
                <a:cxnLst/>
                <a:rect l="l" t="t" r="r" b="b"/>
                <a:pathLst>
                  <a:path w="69868" h="151949" extrusionOk="0">
                    <a:moveTo>
                      <a:pt x="383" y="150876"/>
                    </a:moveTo>
                    <a:cubicBezTo>
                      <a:pt x="153" y="142224"/>
                      <a:pt x="651" y="133457"/>
                      <a:pt x="651" y="124805"/>
                    </a:cubicBezTo>
                    <a:cubicBezTo>
                      <a:pt x="651" y="117952"/>
                      <a:pt x="727" y="111138"/>
                      <a:pt x="574" y="104323"/>
                    </a:cubicBezTo>
                    <a:cubicBezTo>
                      <a:pt x="613" y="94867"/>
                      <a:pt x="651" y="85449"/>
                      <a:pt x="651" y="75993"/>
                    </a:cubicBezTo>
                    <a:cubicBezTo>
                      <a:pt x="574" y="67303"/>
                      <a:pt x="345" y="58613"/>
                      <a:pt x="38" y="49922"/>
                    </a:cubicBezTo>
                    <a:cubicBezTo>
                      <a:pt x="0" y="47013"/>
                      <a:pt x="153" y="44141"/>
                      <a:pt x="153" y="41232"/>
                    </a:cubicBezTo>
                    <a:cubicBezTo>
                      <a:pt x="191" y="38552"/>
                      <a:pt x="115" y="35834"/>
                      <a:pt x="115" y="33154"/>
                    </a:cubicBezTo>
                    <a:cubicBezTo>
                      <a:pt x="230" y="24885"/>
                      <a:pt x="230" y="16654"/>
                      <a:pt x="498" y="8423"/>
                    </a:cubicBezTo>
                    <a:lnTo>
                      <a:pt x="498" y="8308"/>
                    </a:lnTo>
                    <a:lnTo>
                      <a:pt x="498" y="8308"/>
                    </a:lnTo>
                    <a:lnTo>
                      <a:pt x="498" y="8193"/>
                    </a:lnTo>
                    <a:lnTo>
                      <a:pt x="498" y="8193"/>
                    </a:lnTo>
                    <a:lnTo>
                      <a:pt x="498" y="8078"/>
                    </a:lnTo>
                    <a:lnTo>
                      <a:pt x="498" y="8078"/>
                    </a:lnTo>
                    <a:lnTo>
                      <a:pt x="498" y="7963"/>
                    </a:lnTo>
                    <a:lnTo>
                      <a:pt x="498" y="7963"/>
                    </a:lnTo>
                    <a:lnTo>
                      <a:pt x="498" y="7848"/>
                    </a:lnTo>
                    <a:lnTo>
                      <a:pt x="498" y="7848"/>
                    </a:lnTo>
                    <a:lnTo>
                      <a:pt x="498" y="7734"/>
                    </a:lnTo>
                    <a:lnTo>
                      <a:pt x="498" y="7734"/>
                    </a:lnTo>
                    <a:lnTo>
                      <a:pt x="498" y="7619"/>
                    </a:lnTo>
                    <a:lnTo>
                      <a:pt x="498" y="7619"/>
                    </a:lnTo>
                    <a:lnTo>
                      <a:pt x="498" y="7542"/>
                    </a:lnTo>
                    <a:lnTo>
                      <a:pt x="498" y="7542"/>
                    </a:lnTo>
                    <a:lnTo>
                      <a:pt x="498" y="7427"/>
                    </a:lnTo>
                    <a:lnTo>
                      <a:pt x="498" y="7427"/>
                    </a:lnTo>
                    <a:lnTo>
                      <a:pt x="498" y="7312"/>
                    </a:lnTo>
                    <a:lnTo>
                      <a:pt x="498" y="7312"/>
                    </a:lnTo>
                    <a:lnTo>
                      <a:pt x="498" y="7198"/>
                    </a:lnTo>
                    <a:lnTo>
                      <a:pt x="498" y="7198"/>
                    </a:lnTo>
                    <a:lnTo>
                      <a:pt x="498" y="7083"/>
                    </a:lnTo>
                    <a:lnTo>
                      <a:pt x="498" y="7083"/>
                    </a:lnTo>
                    <a:lnTo>
                      <a:pt x="498" y="6968"/>
                    </a:lnTo>
                    <a:lnTo>
                      <a:pt x="498" y="6968"/>
                    </a:lnTo>
                    <a:lnTo>
                      <a:pt x="498" y="6853"/>
                    </a:lnTo>
                    <a:lnTo>
                      <a:pt x="498" y="6853"/>
                    </a:lnTo>
                    <a:lnTo>
                      <a:pt x="498" y="6738"/>
                    </a:lnTo>
                    <a:lnTo>
                      <a:pt x="498" y="6738"/>
                    </a:lnTo>
                    <a:lnTo>
                      <a:pt x="498" y="6623"/>
                    </a:lnTo>
                    <a:lnTo>
                      <a:pt x="498" y="6623"/>
                    </a:lnTo>
                    <a:lnTo>
                      <a:pt x="498" y="6509"/>
                    </a:lnTo>
                    <a:lnTo>
                      <a:pt x="498" y="6509"/>
                    </a:lnTo>
                    <a:lnTo>
                      <a:pt x="498" y="6394"/>
                    </a:lnTo>
                    <a:lnTo>
                      <a:pt x="498" y="6394"/>
                    </a:lnTo>
                    <a:lnTo>
                      <a:pt x="498" y="6279"/>
                    </a:lnTo>
                    <a:lnTo>
                      <a:pt x="498" y="6279"/>
                    </a:lnTo>
                    <a:lnTo>
                      <a:pt x="498" y="6164"/>
                    </a:lnTo>
                    <a:lnTo>
                      <a:pt x="498" y="6164"/>
                    </a:lnTo>
                    <a:lnTo>
                      <a:pt x="498" y="6049"/>
                    </a:lnTo>
                    <a:lnTo>
                      <a:pt x="498" y="6049"/>
                    </a:lnTo>
                    <a:lnTo>
                      <a:pt x="498" y="5934"/>
                    </a:lnTo>
                    <a:lnTo>
                      <a:pt x="498" y="5934"/>
                    </a:lnTo>
                    <a:lnTo>
                      <a:pt x="498" y="5819"/>
                    </a:lnTo>
                    <a:lnTo>
                      <a:pt x="498" y="5819"/>
                    </a:lnTo>
                    <a:lnTo>
                      <a:pt x="498" y="5705"/>
                    </a:lnTo>
                    <a:lnTo>
                      <a:pt x="498" y="5705"/>
                    </a:lnTo>
                    <a:lnTo>
                      <a:pt x="498" y="5590"/>
                    </a:lnTo>
                    <a:lnTo>
                      <a:pt x="498" y="5590"/>
                    </a:lnTo>
                    <a:lnTo>
                      <a:pt x="498" y="5475"/>
                    </a:lnTo>
                    <a:lnTo>
                      <a:pt x="498" y="5475"/>
                    </a:lnTo>
                    <a:lnTo>
                      <a:pt x="498" y="5360"/>
                    </a:lnTo>
                    <a:lnTo>
                      <a:pt x="498" y="5360"/>
                    </a:lnTo>
                    <a:lnTo>
                      <a:pt x="498" y="5245"/>
                    </a:lnTo>
                    <a:lnTo>
                      <a:pt x="498" y="5245"/>
                    </a:lnTo>
                    <a:lnTo>
                      <a:pt x="498" y="5130"/>
                    </a:lnTo>
                    <a:lnTo>
                      <a:pt x="498" y="5130"/>
                    </a:lnTo>
                    <a:lnTo>
                      <a:pt x="498" y="5015"/>
                    </a:lnTo>
                    <a:lnTo>
                      <a:pt x="498" y="5015"/>
                    </a:lnTo>
                    <a:lnTo>
                      <a:pt x="498" y="4901"/>
                    </a:lnTo>
                    <a:lnTo>
                      <a:pt x="498" y="4901"/>
                    </a:lnTo>
                    <a:lnTo>
                      <a:pt x="498" y="4786"/>
                    </a:lnTo>
                    <a:lnTo>
                      <a:pt x="498" y="4786"/>
                    </a:lnTo>
                    <a:lnTo>
                      <a:pt x="498" y="4671"/>
                    </a:lnTo>
                    <a:lnTo>
                      <a:pt x="498" y="4556"/>
                    </a:lnTo>
                    <a:lnTo>
                      <a:pt x="498" y="4556"/>
                    </a:lnTo>
                    <a:lnTo>
                      <a:pt x="498" y="4518"/>
                    </a:lnTo>
                    <a:lnTo>
                      <a:pt x="498" y="4441"/>
                    </a:lnTo>
                    <a:lnTo>
                      <a:pt x="498" y="4403"/>
                    </a:lnTo>
                    <a:lnTo>
                      <a:pt x="498" y="4326"/>
                    </a:lnTo>
                    <a:lnTo>
                      <a:pt x="498" y="4097"/>
                    </a:lnTo>
                    <a:lnTo>
                      <a:pt x="498" y="4058"/>
                    </a:lnTo>
                    <a:lnTo>
                      <a:pt x="498" y="3982"/>
                    </a:lnTo>
                    <a:lnTo>
                      <a:pt x="498" y="3905"/>
                    </a:lnTo>
                    <a:lnTo>
                      <a:pt x="498" y="3867"/>
                    </a:lnTo>
                    <a:lnTo>
                      <a:pt x="498" y="3829"/>
                    </a:lnTo>
                    <a:lnTo>
                      <a:pt x="498" y="3752"/>
                    </a:lnTo>
                    <a:lnTo>
                      <a:pt x="498" y="3714"/>
                    </a:lnTo>
                    <a:lnTo>
                      <a:pt x="498" y="3637"/>
                    </a:lnTo>
                    <a:lnTo>
                      <a:pt x="498" y="3522"/>
                    </a:lnTo>
                    <a:cubicBezTo>
                      <a:pt x="498" y="3293"/>
                      <a:pt x="498" y="3063"/>
                      <a:pt x="498" y="2833"/>
                    </a:cubicBezTo>
                    <a:lnTo>
                      <a:pt x="498" y="2833"/>
                    </a:lnTo>
                    <a:cubicBezTo>
                      <a:pt x="498" y="2718"/>
                      <a:pt x="498" y="2604"/>
                      <a:pt x="498" y="2489"/>
                    </a:cubicBezTo>
                    <a:lnTo>
                      <a:pt x="498" y="2489"/>
                    </a:lnTo>
                    <a:lnTo>
                      <a:pt x="498" y="2374"/>
                    </a:lnTo>
                    <a:lnTo>
                      <a:pt x="498" y="2374"/>
                    </a:lnTo>
                    <a:lnTo>
                      <a:pt x="498" y="2297"/>
                    </a:lnTo>
                    <a:lnTo>
                      <a:pt x="498" y="2259"/>
                    </a:lnTo>
                    <a:cubicBezTo>
                      <a:pt x="498" y="2182"/>
                      <a:pt x="498" y="2144"/>
                      <a:pt x="498" y="2068"/>
                    </a:cubicBezTo>
                    <a:lnTo>
                      <a:pt x="498" y="2029"/>
                    </a:lnTo>
                    <a:lnTo>
                      <a:pt x="498" y="1953"/>
                    </a:lnTo>
                    <a:lnTo>
                      <a:pt x="498" y="1914"/>
                    </a:lnTo>
                    <a:lnTo>
                      <a:pt x="498" y="1838"/>
                    </a:lnTo>
                    <a:lnTo>
                      <a:pt x="498" y="1838"/>
                    </a:lnTo>
                    <a:cubicBezTo>
                      <a:pt x="498" y="1723"/>
                      <a:pt x="459" y="1608"/>
                      <a:pt x="459" y="1493"/>
                    </a:cubicBezTo>
                    <a:lnTo>
                      <a:pt x="459" y="1493"/>
                    </a:lnTo>
                    <a:lnTo>
                      <a:pt x="459" y="1378"/>
                    </a:lnTo>
                    <a:lnTo>
                      <a:pt x="459" y="1378"/>
                    </a:lnTo>
                    <a:lnTo>
                      <a:pt x="459" y="1264"/>
                    </a:lnTo>
                    <a:lnTo>
                      <a:pt x="459" y="1264"/>
                    </a:lnTo>
                    <a:lnTo>
                      <a:pt x="459" y="1149"/>
                    </a:lnTo>
                    <a:lnTo>
                      <a:pt x="459" y="1149"/>
                    </a:lnTo>
                    <a:cubicBezTo>
                      <a:pt x="421" y="1072"/>
                      <a:pt x="383" y="996"/>
                      <a:pt x="383" y="957"/>
                    </a:cubicBezTo>
                    <a:cubicBezTo>
                      <a:pt x="574" y="0"/>
                      <a:pt x="3369" y="77"/>
                      <a:pt x="4135" y="39"/>
                    </a:cubicBezTo>
                    <a:cubicBezTo>
                      <a:pt x="5475" y="0"/>
                      <a:pt x="6815" y="39"/>
                      <a:pt x="8155" y="77"/>
                    </a:cubicBezTo>
                    <a:cubicBezTo>
                      <a:pt x="13131" y="230"/>
                      <a:pt x="18108" y="307"/>
                      <a:pt x="23085" y="383"/>
                    </a:cubicBezTo>
                    <a:cubicBezTo>
                      <a:pt x="32082" y="689"/>
                      <a:pt x="41117" y="498"/>
                      <a:pt x="50152" y="230"/>
                    </a:cubicBezTo>
                    <a:cubicBezTo>
                      <a:pt x="56086" y="268"/>
                      <a:pt x="62058" y="153"/>
                      <a:pt x="67992" y="230"/>
                    </a:cubicBezTo>
                    <a:cubicBezTo>
                      <a:pt x="68337" y="230"/>
                      <a:pt x="68719" y="307"/>
                      <a:pt x="69026" y="498"/>
                    </a:cubicBezTo>
                    <a:cubicBezTo>
                      <a:pt x="69064" y="498"/>
                      <a:pt x="69102" y="536"/>
                      <a:pt x="69141" y="613"/>
                    </a:cubicBezTo>
                    <a:lnTo>
                      <a:pt x="69179" y="613"/>
                    </a:lnTo>
                    <a:cubicBezTo>
                      <a:pt x="69332" y="498"/>
                      <a:pt x="69562" y="651"/>
                      <a:pt x="69600" y="804"/>
                    </a:cubicBezTo>
                    <a:cubicBezTo>
                      <a:pt x="69638" y="919"/>
                      <a:pt x="69638" y="996"/>
                      <a:pt x="69600" y="1072"/>
                    </a:cubicBezTo>
                    <a:cubicBezTo>
                      <a:pt x="69600" y="1111"/>
                      <a:pt x="69562" y="1111"/>
                      <a:pt x="69562" y="1111"/>
                    </a:cubicBezTo>
                    <a:lnTo>
                      <a:pt x="69562" y="1149"/>
                    </a:lnTo>
                    <a:cubicBezTo>
                      <a:pt x="69562" y="1264"/>
                      <a:pt x="69562" y="1378"/>
                      <a:pt x="69562" y="1455"/>
                    </a:cubicBezTo>
                    <a:cubicBezTo>
                      <a:pt x="69562" y="2144"/>
                      <a:pt x="69600" y="2795"/>
                      <a:pt x="69600" y="3446"/>
                    </a:cubicBezTo>
                    <a:cubicBezTo>
                      <a:pt x="69600" y="3829"/>
                      <a:pt x="69638" y="4173"/>
                      <a:pt x="69638" y="4518"/>
                    </a:cubicBezTo>
                    <a:lnTo>
                      <a:pt x="69638" y="5015"/>
                    </a:lnTo>
                    <a:lnTo>
                      <a:pt x="69638" y="5130"/>
                    </a:lnTo>
                    <a:lnTo>
                      <a:pt x="69638" y="5207"/>
                    </a:lnTo>
                    <a:lnTo>
                      <a:pt x="69638" y="5207"/>
                    </a:lnTo>
                    <a:lnTo>
                      <a:pt x="69638" y="5245"/>
                    </a:lnTo>
                    <a:lnTo>
                      <a:pt x="69638" y="5245"/>
                    </a:lnTo>
                    <a:lnTo>
                      <a:pt x="69638" y="5781"/>
                    </a:lnTo>
                    <a:cubicBezTo>
                      <a:pt x="69638" y="6432"/>
                      <a:pt x="69600" y="7121"/>
                      <a:pt x="69600" y="7772"/>
                    </a:cubicBezTo>
                    <a:cubicBezTo>
                      <a:pt x="69562" y="8461"/>
                      <a:pt x="69562" y="9150"/>
                      <a:pt x="69562" y="9801"/>
                    </a:cubicBezTo>
                    <a:cubicBezTo>
                      <a:pt x="69523" y="11256"/>
                      <a:pt x="69523" y="12710"/>
                      <a:pt x="69485" y="14165"/>
                    </a:cubicBezTo>
                    <a:cubicBezTo>
                      <a:pt x="69485" y="16003"/>
                      <a:pt x="69447" y="17879"/>
                      <a:pt x="69409" y="19716"/>
                    </a:cubicBezTo>
                    <a:cubicBezTo>
                      <a:pt x="69370" y="21592"/>
                      <a:pt x="69332" y="23430"/>
                      <a:pt x="69332" y="25268"/>
                    </a:cubicBezTo>
                    <a:cubicBezTo>
                      <a:pt x="69332" y="26684"/>
                      <a:pt x="69332" y="28062"/>
                      <a:pt x="69332" y="29440"/>
                    </a:cubicBezTo>
                    <a:cubicBezTo>
                      <a:pt x="69294" y="30895"/>
                      <a:pt x="69255" y="32388"/>
                      <a:pt x="69255" y="33843"/>
                    </a:cubicBezTo>
                    <a:cubicBezTo>
                      <a:pt x="69217" y="35298"/>
                      <a:pt x="69217" y="36791"/>
                      <a:pt x="69141" y="38246"/>
                    </a:cubicBezTo>
                    <a:cubicBezTo>
                      <a:pt x="69102" y="39777"/>
                      <a:pt x="69064" y="41270"/>
                      <a:pt x="69064" y="42801"/>
                    </a:cubicBezTo>
                    <a:lnTo>
                      <a:pt x="69064" y="43605"/>
                    </a:lnTo>
                    <a:cubicBezTo>
                      <a:pt x="69064" y="45060"/>
                      <a:pt x="69102" y="46553"/>
                      <a:pt x="69102" y="48046"/>
                    </a:cubicBezTo>
                    <a:cubicBezTo>
                      <a:pt x="69141" y="49425"/>
                      <a:pt x="69179" y="50841"/>
                      <a:pt x="69179" y="52258"/>
                    </a:cubicBezTo>
                    <a:cubicBezTo>
                      <a:pt x="69179" y="52947"/>
                      <a:pt x="69179" y="53636"/>
                      <a:pt x="69217" y="54287"/>
                    </a:cubicBezTo>
                    <a:cubicBezTo>
                      <a:pt x="69217" y="55014"/>
                      <a:pt x="69217" y="55741"/>
                      <a:pt x="69255" y="56469"/>
                    </a:cubicBezTo>
                    <a:cubicBezTo>
                      <a:pt x="69294" y="57962"/>
                      <a:pt x="69332" y="59493"/>
                      <a:pt x="69370" y="61024"/>
                    </a:cubicBezTo>
                    <a:cubicBezTo>
                      <a:pt x="69409" y="62479"/>
                      <a:pt x="69447" y="63934"/>
                      <a:pt x="69485" y="65427"/>
                    </a:cubicBezTo>
                    <a:cubicBezTo>
                      <a:pt x="69485" y="66154"/>
                      <a:pt x="69485" y="66882"/>
                      <a:pt x="69485" y="67609"/>
                    </a:cubicBezTo>
                    <a:cubicBezTo>
                      <a:pt x="69485" y="68298"/>
                      <a:pt x="69523" y="69026"/>
                      <a:pt x="69523" y="69715"/>
                    </a:cubicBezTo>
                    <a:cubicBezTo>
                      <a:pt x="69562" y="71208"/>
                      <a:pt x="69600" y="72663"/>
                      <a:pt x="69638" y="74118"/>
                    </a:cubicBezTo>
                    <a:cubicBezTo>
                      <a:pt x="69677" y="75649"/>
                      <a:pt x="69715" y="77218"/>
                      <a:pt x="69715" y="78750"/>
                    </a:cubicBezTo>
                    <a:cubicBezTo>
                      <a:pt x="69715" y="80243"/>
                      <a:pt x="69715" y="81698"/>
                      <a:pt x="69715" y="83191"/>
                    </a:cubicBezTo>
                    <a:cubicBezTo>
                      <a:pt x="69715" y="84607"/>
                      <a:pt x="69753" y="86024"/>
                      <a:pt x="69753" y="87440"/>
                    </a:cubicBezTo>
                    <a:cubicBezTo>
                      <a:pt x="69753" y="88933"/>
                      <a:pt x="69753" y="90388"/>
                      <a:pt x="69715" y="91881"/>
                    </a:cubicBezTo>
                    <a:cubicBezTo>
                      <a:pt x="69715" y="93336"/>
                      <a:pt x="69677" y="94752"/>
                      <a:pt x="69638" y="96207"/>
                    </a:cubicBezTo>
                    <a:cubicBezTo>
                      <a:pt x="69600" y="97624"/>
                      <a:pt x="69600" y="99002"/>
                      <a:pt x="69600" y="100418"/>
                    </a:cubicBezTo>
                    <a:cubicBezTo>
                      <a:pt x="69600" y="101873"/>
                      <a:pt x="69600" y="103290"/>
                      <a:pt x="69638" y="104706"/>
                    </a:cubicBezTo>
                    <a:cubicBezTo>
                      <a:pt x="69677" y="106238"/>
                      <a:pt x="69677" y="107769"/>
                      <a:pt x="69715" y="109300"/>
                    </a:cubicBezTo>
                    <a:cubicBezTo>
                      <a:pt x="69715" y="110717"/>
                      <a:pt x="69715" y="112171"/>
                      <a:pt x="69753" y="113588"/>
                    </a:cubicBezTo>
                    <a:cubicBezTo>
                      <a:pt x="69791" y="115043"/>
                      <a:pt x="69830" y="116498"/>
                      <a:pt x="69868" y="117952"/>
                    </a:cubicBezTo>
                    <a:cubicBezTo>
                      <a:pt x="69868" y="118948"/>
                      <a:pt x="69868" y="119943"/>
                      <a:pt x="69868" y="120938"/>
                    </a:cubicBezTo>
                    <a:cubicBezTo>
                      <a:pt x="69868" y="121896"/>
                      <a:pt x="69868" y="122891"/>
                      <a:pt x="69868" y="123886"/>
                    </a:cubicBezTo>
                    <a:lnTo>
                      <a:pt x="69868" y="125379"/>
                    </a:lnTo>
                    <a:cubicBezTo>
                      <a:pt x="69868" y="125456"/>
                      <a:pt x="69868" y="125532"/>
                      <a:pt x="69868" y="125609"/>
                    </a:cubicBezTo>
                    <a:cubicBezTo>
                      <a:pt x="69868" y="125686"/>
                      <a:pt x="69868" y="125762"/>
                      <a:pt x="69868" y="125839"/>
                    </a:cubicBezTo>
                    <a:cubicBezTo>
                      <a:pt x="69868" y="127370"/>
                      <a:pt x="69868" y="128940"/>
                      <a:pt x="69830" y="130509"/>
                    </a:cubicBezTo>
                    <a:cubicBezTo>
                      <a:pt x="69830" y="132041"/>
                      <a:pt x="69753" y="133610"/>
                      <a:pt x="69753" y="135180"/>
                    </a:cubicBezTo>
                    <a:cubicBezTo>
                      <a:pt x="69753" y="137822"/>
                      <a:pt x="69791" y="140463"/>
                      <a:pt x="69830" y="143105"/>
                    </a:cubicBezTo>
                    <a:cubicBezTo>
                      <a:pt x="69830" y="144292"/>
                      <a:pt x="69830" y="145478"/>
                      <a:pt x="69830" y="146627"/>
                    </a:cubicBezTo>
                    <a:cubicBezTo>
                      <a:pt x="69791" y="147622"/>
                      <a:pt x="69753" y="148618"/>
                      <a:pt x="69715" y="149613"/>
                    </a:cubicBezTo>
                    <a:cubicBezTo>
                      <a:pt x="69715" y="149919"/>
                      <a:pt x="69715" y="150187"/>
                      <a:pt x="69715" y="150493"/>
                    </a:cubicBez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532"/>
                    </a:lnTo>
                    <a:lnTo>
                      <a:pt x="69715" y="150532"/>
                    </a:lnTo>
                    <a:lnTo>
                      <a:pt x="69715" y="150532"/>
                    </a:lnTo>
                    <a:cubicBezTo>
                      <a:pt x="69600" y="151948"/>
                      <a:pt x="67877" y="151680"/>
                      <a:pt x="66652" y="151604"/>
                    </a:cubicBezTo>
                    <a:lnTo>
                      <a:pt x="66652" y="151604"/>
                    </a:lnTo>
                    <a:lnTo>
                      <a:pt x="66576" y="151604"/>
                    </a:lnTo>
                    <a:lnTo>
                      <a:pt x="66576" y="151604"/>
                    </a:lnTo>
                    <a:lnTo>
                      <a:pt x="66499" y="151604"/>
                    </a:lnTo>
                    <a:lnTo>
                      <a:pt x="66499" y="151604"/>
                    </a:lnTo>
                    <a:lnTo>
                      <a:pt x="66461" y="151604"/>
                    </a:lnTo>
                    <a:lnTo>
                      <a:pt x="66422" y="151604"/>
                    </a:lnTo>
                    <a:lnTo>
                      <a:pt x="66384" y="151604"/>
                    </a:lnTo>
                    <a:lnTo>
                      <a:pt x="66346" y="151604"/>
                    </a:lnTo>
                    <a:lnTo>
                      <a:pt x="66308" y="151604"/>
                    </a:lnTo>
                    <a:lnTo>
                      <a:pt x="66308" y="151604"/>
                    </a:lnTo>
                    <a:lnTo>
                      <a:pt x="66269" y="151604"/>
                    </a:lnTo>
                    <a:lnTo>
                      <a:pt x="66231" y="151604"/>
                    </a:lnTo>
                    <a:lnTo>
                      <a:pt x="66193" y="151604"/>
                    </a:lnTo>
                    <a:lnTo>
                      <a:pt x="66154" y="151604"/>
                    </a:lnTo>
                    <a:lnTo>
                      <a:pt x="66116" y="151604"/>
                    </a:lnTo>
                    <a:lnTo>
                      <a:pt x="66116" y="151604"/>
                    </a:lnTo>
                    <a:lnTo>
                      <a:pt x="66040" y="151604"/>
                    </a:lnTo>
                    <a:lnTo>
                      <a:pt x="66040" y="151604"/>
                    </a:lnTo>
                    <a:lnTo>
                      <a:pt x="66001" y="151604"/>
                    </a:lnTo>
                    <a:cubicBezTo>
                      <a:pt x="63475" y="151489"/>
                      <a:pt x="60986" y="151527"/>
                      <a:pt x="58498" y="151527"/>
                    </a:cubicBezTo>
                    <a:cubicBezTo>
                      <a:pt x="47357" y="151604"/>
                      <a:pt x="36217" y="151872"/>
                      <a:pt x="25076" y="151795"/>
                    </a:cubicBezTo>
                    <a:cubicBezTo>
                      <a:pt x="18874" y="151757"/>
                      <a:pt x="12710" y="151604"/>
                      <a:pt x="6508" y="151527"/>
                    </a:cubicBezTo>
                    <a:cubicBezTo>
                      <a:pt x="4709" y="151489"/>
                      <a:pt x="2871" y="151565"/>
                      <a:pt x="1072" y="151451"/>
                    </a:cubicBezTo>
                    <a:cubicBezTo>
                      <a:pt x="842" y="151451"/>
                      <a:pt x="613" y="151374"/>
                      <a:pt x="459" y="151221"/>
                    </a:cubicBezTo>
                    <a:lnTo>
                      <a:pt x="459" y="151221"/>
                    </a:lnTo>
                    <a:lnTo>
                      <a:pt x="459" y="151221"/>
                    </a:lnTo>
                    <a:lnTo>
                      <a:pt x="459" y="151221"/>
                    </a:lnTo>
                    <a:lnTo>
                      <a:pt x="459" y="151221"/>
                    </a:lnTo>
                    <a:lnTo>
                      <a:pt x="459" y="151221"/>
                    </a:lnTo>
                    <a:lnTo>
                      <a:pt x="459" y="151221"/>
                    </a:lnTo>
                    <a:lnTo>
                      <a:pt x="459" y="151221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29"/>
                    </a:lnTo>
                    <a:lnTo>
                      <a:pt x="459" y="151029"/>
                    </a:lnTo>
                    <a:lnTo>
                      <a:pt x="459" y="151029"/>
                    </a:lnTo>
                    <a:lnTo>
                      <a:pt x="459" y="151029"/>
                    </a:lnTo>
                    <a:lnTo>
                      <a:pt x="459" y="151029"/>
                    </a:lnTo>
                    <a:lnTo>
                      <a:pt x="459" y="151029"/>
                    </a:lnTo>
                    <a:lnTo>
                      <a:pt x="459" y="151029"/>
                    </a:lnTo>
                    <a:lnTo>
                      <a:pt x="459" y="151029"/>
                    </a:lnTo>
                    <a:lnTo>
                      <a:pt x="459" y="150991"/>
                    </a:lnTo>
                    <a:lnTo>
                      <a:pt x="459" y="150991"/>
                    </a:lnTo>
                    <a:close/>
                    <a:moveTo>
                      <a:pt x="68949" y="1187"/>
                    </a:moveTo>
                    <a:lnTo>
                      <a:pt x="68949" y="1149"/>
                    </a:lnTo>
                    <a:lnTo>
                      <a:pt x="68949" y="1149"/>
                    </a:lnTo>
                    <a:lnTo>
                      <a:pt x="68949" y="1149"/>
                    </a:lnTo>
                    <a:lnTo>
                      <a:pt x="68949" y="1111"/>
                    </a:lnTo>
                    <a:cubicBezTo>
                      <a:pt x="68873" y="1111"/>
                      <a:pt x="68796" y="1111"/>
                      <a:pt x="68758" y="1072"/>
                    </a:cubicBezTo>
                    <a:cubicBezTo>
                      <a:pt x="68681" y="1034"/>
                      <a:pt x="68643" y="1034"/>
                      <a:pt x="68605" y="996"/>
                    </a:cubicBezTo>
                    <a:cubicBezTo>
                      <a:pt x="67877" y="804"/>
                      <a:pt x="67073" y="881"/>
                      <a:pt x="66346" y="881"/>
                    </a:cubicBezTo>
                    <a:cubicBezTo>
                      <a:pt x="60297" y="919"/>
                      <a:pt x="54286" y="881"/>
                      <a:pt x="48276" y="957"/>
                    </a:cubicBezTo>
                    <a:cubicBezTo>
                      <a:pt x="41308" y="1187"/>
                      <a:pt x="34341" y="1302"/>
                      <a:pt x="27373" y="1187"/>
                    </a:cubicBezTo>
                    <a:cubicBezTo>
                      <a:pt x="21745" y="1034"/>
                      <a:pt x="16156" y="957"/>
                      <a:pt x="10528" y="843"/>
                    </a:cubicBezTo>
                    <a:cubicBezTo>
                      <a:pt x="7580" y="804"/>
                      <a:pt x="4632" y="498"/>
                      <a:pt x="1723" y="919"/>
                    </a:cubicBezTo>
                    <a:cubicBezTo>
                      <a:pt x="1570" y="957"/>
                      <a:pt x="1417" y="996"/>
                      <a:pt x="1263" y="1072"/>
                    </a:cubicBez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cubicBezTo>
                      <a:pt x="1340" y="4671"/>
                      <a:pt x="1187" y="8270"/>
                      <a:pt x="1110" y="11868"/>
                    </a:cubicBezTo>
                    <a:cubicBezTo>
                      <a:pt x="1072" y="15582"/>
                      <a:pt x="919" y="19295"/>
                      <a:pt x="919" y="23047"/>
                    </a:cubicBezTo>
                    <a:cubicBezTo>
                      <a:pt x="919" y="25650"/>
                      <a:pt x="919" y="28292"/>
                      <a:pt x="842" y="30934"/>
                    </a:cubicBezTo>
                    <a:cubicBezTo>
                      <a:pt x="766" y="35566"/>
                      <a:pt x="957" y="40236"/>
                      <a:pt x="804" y="44869"/>
                    </a:cubicBezTo>
                    <a:cubicBezTo>
                      <a:pt x="651" y="49003"/>
                      <a:pt x="881" y="53100"/>
                      <a:pt x="995" y="57234"/>
                    </a:cubicBezTo>
                    <a:cubicBezTo>
                      <a:pt x="1072" y="60144"/>
                      <a:pt x="1110" y="63092"/>
                      <a:pt x="1187" y="66001"/>
                    </a:cubicBezTo>
                    <a:cubicBezTo>
                      <a:pt x="1570" y="80970"/>
                      <a:pt x="1110" y="95939"/>
                      <a:pt x="1378" y="110908"/>
                    </a:cubicBezTo>
                    <a:cubicBezTo>
                      <a:pt x="1455" y="122738"/>
                      <a:pt x="1225" y="134567"/>
                      <a:pt x="995" y="146397"/>
                    </a:cubicBezTo>
                    <a:lnTo>
                      <a:pt x="995" y="146435"/>
                    </a:lnTo>
                    <a:lnTo>
                      <a:pt x="995" y="146435"/>
                    </a:lnTo>
                    <a:lnTo>
                      <a:pt x="995" y="146512"/>
                    </a:lnTo>
                    <a:lnTo>
                      <a:pt x="995" y="146512"/>
                    </a:lnTo>
                    <a:lnTo>
                      <a:pt x="995" y="146589"/>
                    </a:lnTo>
                    <a:lnTo>
                      <a:pt x="995" y="146589"/>
                    </a:lnTo>
                    <a:lnTo>
                      <a:pt x="995" y="146627"/>
                    </a:lnTo>
                    <a:lnTo>
                      <a:pt x="995" y="146627"/>
                    </a:lnTo>
                    <a:lnTo>
                      <a:pt x="995" y="146703"/>
                    </a:lnTo>
                    <a:lnTo>
                      <a:pt x="995" y="146703"/>
                    </a:lnTo>
                    <a:lnTo>
                      <a:pt x="995" y="146780"/>
                    </a:lnTo>
                    <a:lnTo>
                      <a:pt x="995" y="146780"/>
                    </a:lnTo>
                    <a:lnTo>
                      <a:pt x="995" y="146818"/>
                    </a:lnTo>
                    <a:lnTo>
                      <a:pt x="995" y="146818"/>
                    </a:lnTo>
                    <a:lnTo>
                      <a:pt x="995" y="146895"/>
                    </a:lnTo>
                    <a:lnTo>
                      <a:pt x="995" y="146895"/>
                    </a:lnTo>
                    <a:lnTo>
                      <a:pt x="995" y="146971"/>
                    </a:lnTo>
                    <a:lnTo>
                      <a:pt x="995" y="146971"/>
                    </a:lnTo>
                    <a:lnTo>
                      <a:pt x="995" y="147010"/>
                    </a:lnTo>
                    <a:lnTo>
                      <a:pt x="995" y="147048"/>
                    </a:lnTo>
                    <a:lnTo>
                      <a:pt x="995" y="147086"/>
                    </a:lnTo>
                    <a:lnTo>
                      <a:pt x="995" y="147086"/>
                    </a:lnTo>
                    <a:lnTo>
                      <a:pt x="995" y="147163"/>
                    </a:lnTo>
                    <a:lnTo>
                      <a:pt x="995" y="147163"/>
                    </a:lnTo>
                    <a:lnTo>
                      <a:pt x="995" y="147239"/>
                    </a:lnTo>
                    <a:lnTo>
                      <a:pt x="995" y="147239"/>
                    </a:lnTo>
                    <a:lnTo>
                      <a:pt x="995" y="147278"/>
                    </a:lnTo>
                    <a:lnTo>
                      <a:pt x="995" y="147316"/>
                    </a:lnTo>
                    <a:lnTo>
                      <a:pt x="995" y="147354"/>
                    </a:lnTo>
                    <a:lnTo>
                      <a:pt x="995" y="147354"/>
                    </a:lnTo>
                    <a:lnTo>
                      <a:pt x="995" y="147431"/>
                    </a:lnTo>
                    <a:lnTo>
                      <a:pt x="995" y="147431"/>
                    </a:lnTo>
                    <a:lnTo>
                      <a:pt x="995" y="147469"/>
                    </a:lnTo>
                    <a:lnTo>
                      <a:pt x="995" y="147507"/>
                    </a:lnTo>
                    <a:lnTo>
                      <a:pt x="995" y="147546"/>
                    </a:lnTo>
                    <a:lnTo>
                      <a:pt x="995" y="147584"/>
                    </a:lnTo>
                    <a:lnTo>
                      <a:pt x="995" y="147622"/>
                    </a:lnTo>
                    <a:lnTo>
                      <a:pt x="995" y="147660"/>
                    </a:lnTo>
                    <a:lnTo>
                      <a:pt x="995" y="147699"/>
                    </a:lnTo>
                    <a:lnTo>
                      <a:pt x="995" y="147699"/>
                    </a:lnTo>
                    <a:lnTo>
                      <a:pt x="995" y="147737"/>
                    </a:lnTo>
                    <a:lnTo>
                      <a:pt x="995" y="147775"/>
                    </a:lnTo>
                    <a:lnTo>
                      <a:pt x="995" y="147814"/>
                    </a:lnTo>
                    <a:lnTo>
                      <a:pt x="995" y="147852"/>
                    </a:lnTo>
                    <a:lnTo>
                      <a:pt x="995" y="147890"/>
                    </a:lnTo>
                    <a:lnTo>
                      <a:pt x="995" y="147890"/>
                    </a:lnTo>
                    <a:lnTo>
                      <a:pt x="995" y="147928"/>
                    </a:lnTo>
                    <a:lnTo>
                      <a:pt x="995" y="147967"/>
                    </a:lnTo>
                    <a:lnTo>
                      <a:pt x="995" y="148005"/>
                    </a:lnTo>
                    <a:lnTo>
                      <a:pt x="995" y="148043"/>
                    </a:lnTo>
                    <a:lnTo>
                      <a:pt x="995" y="148082"/>
                    </a:lnTo>
                    <a:lnTo>
                      <a:pt x="995" y="148120"/>
                    </a:lnTo>
                    <a:lnTo>
                      <a:pt x="995" y="148158"/>
                    </a:lnTo>
                    <a:lnTo>
                      <a:pt x="995" y="148158"/>
                    </a:lnTo>
                    <a:lnTo>
                      <a:pt x="995" y="148196"/>
                    </a:lnTo>
                    <a:lnTo>
                      <a:pt x="995" y="148235"/>
                    </a:lnTo>
                    <a:lnTo>
                      <a:pt x="995" y="148273"/>
                    </a:lnTo>
                    <a:lnTo>
                      <a:pt x="995" y="148311"/>
                    </a:lnTo>
                    <a:lnTo>
                      <a:pt x="995" y="148350"/>
                    </a:lnTo>
                    <a:lnTo>
                      <a:pt x="995" y="148388"/>
                    </a:lnTo>
                    <a:lnTo>
                      <a:pt x="995" y="148388"/>
                    </a:lnTo>
                    <a:lnTo>
                      <a:pt x="995" y="148426"/>
                    </a:lnTo>
                    <a:lnTo>
                      <a:pt x="995" y="148464"/>
                    </a:lnTo>
                    <a:lnTo>
                      <a:pt x="995" y="148503"/>
                    </a:lnTo>
                    <a:lnTo>
                      <a:pt x="995" y="148541"/>
                    </a:lnTo>
                    <a:lnTo>
                      <a:pt x="995" y="148579"/>
                    </a:lnTo>
                    <a:lnTo>
                      <a:pt x="995" y="148618"/>
                    </a:lnTo>
                    <a:lnTo>
                      <a:pt x="995" y="148656"/>
                    </a:lnTo>
                    <a:lnTo>
                      <a:pt x="995" y="148656"/>
                    </a:lnTo>
                    <a:lnTo>
                      <a:pt x="995" y="148694"/>
                    </a:lnTo>
                    <a:lnTo>
                      <a:pt x="995" y="148732"/>
                    </a:lnTo>
                    <a:lnTo>
                      <a:pt x="995" y="148771"/>
                    </a:lnTo>
                    <a:lnTo>
                      <a:pt x="995" y="148809"/>
                    </a:lnTo>
                    <a:lnTo>
                      <a:pt x="995" y="148847"/>
                    </a:lnTo>
                    <a:lnTo>
                      <a:pt x="995" y="148886"/>
                    </a:lnTo>
                    <a:lnTo>
                      <a:pt x="995" y="148924"/>
                    </a:lnTo>
                    <a:lnTo>
                      <a:pt x="995" y="148924"/>
                    </a:lnTo>
                    <a:lnTo>
                      <a:pt x="995" y="148962"/>
                    </a:lnTo>
                    <a:lnTo>
                      <a:pt x="995" y="149000"/>
                    </a:lnTo>
                    <a:lnTo>
                      <a:pt x="995" y="149039"/>
                    </a:lnTo>
                    <a:lnTo>
                      <a:pt x="995" y="149077"/>
                    </a:lnTo>
                    <a:lnTo>
                      <a:pt x="995" y="149115"/>
                    </a:lnTo>
                    <a:lnTo>
                      <a:pt x="995" y="149115"/>
                    </a:lnTo>
                    <a:lnTo>
                      <a:pt x="995" y="149192"/>
                    </a:lnTo>
                    <a:lnTo>
                      <a:pt x="995" y="149230"/>
                    </a:lnTo>
                    <a:lnTo>
                      <a:pt x="995" y="149268"/>
                    </a:lnTo>
                    <a:lnTo>
                      <a:pt x="995" y="149307"/>
                    </a:lnTo>
                    <a:lnTo>
                      <a:pt x="995" y="149345"/>
                    </a:lnTo>
                    <a:lnTo>
                      <a:pt x="995" y="149383"/>
                    </a:lnTo>
                    <a:lnTo>
                      <a:pt x="995" y="149383"/>
                    </a:lnTo>
                    <a:lnTo>
                      <a:pt x="995" y="149460"/>
                    </a:lnTo>
                    <a:lnTo>
                      <a:pt x="995" y="149460"/>
                    </a:lnTo>
                    <a:lnTo>
                      <a:pt x="995" y="149498"/>
                    </a:lnTo>
                    <a:lnTo>
                      <a:pt x="995" y="149536"/>
                    </a:lnTo>
                    <a:lnTo>
                      <a:pt x="995" y="149575"/>
                    </a:lnTo>
                    <a:lnTo>
                      <a:pt x="995" y="149575"/>
                    </a:lnTo>
                    <a:lnTo>
                      <a:pt x="995" y="149651"/>
                    </a:lnTo>
                    <a:lnTo>
                      <a:pt x="995" y="149651"/>
                    </a:lnTo>
                    <a:lnTo>
                      <a:pt x="995" y="149804"/>
                    </a:lnTo>
                    <a:lnTo>
                      <a:pt x="995" y="149804"/>
                    </a:lnTo>
                    <a:lnTo>
                      <a:pt x="995" y="149843"/>
                    </a:lnTo>
                    <a:lnTo>
                      <a:pt x="995" y="149843"/>
                    </a:lnTo>
                    <a:lnTo>
                      <a:pt x="995" y="149919"/>
                    </a:lnTo>
                    <a:lnTo>
                      <a:pt x="995" y="149919"/>
                    </a:lnTo>
                    <a:lnTo>
                      <a:pt x="995" y="150034"/>
                    </a:lnTo>
                    <a:lnTo>
                      <a:pt x="995" y="150034"/>
                    </a:lnTo>
                    <a:lnTo>
                      <a:pt x="995" y="150034"/>
                    </a:lnTo>
                    <a:lnTo>
                      <a:pt x="995" y="150111"/>
                    </a:lnTo>
                    <a:lnTo>
                      <a:pt x="995" y="150111"/>
                    </a:lnTo>
                    <a:lnTo>
                      <a:pt x="995" y="150187"/>
                    </a:lnTo>
                    <a:lnTo>
                      <a:pt x="995" y="150187"/>
                    </a:lnTo>
                    <a:lnTo>
                      <a:pt x="995" y="150302"/>
                    </a:lnTo>
                    <a:lnTo>
                      <a:pt x="995" y="150302"/>
                    </a:lnTo>
                    <a:lnTo>
                      <a:pt x="995" y="150379"/>
                    </a:lnTo>
                    <a:lnTo>
                      <a:pt x="995" y="150379"/>
                    </a:lnTo>
                    <a:lnTo>
                      <a:pt x="995" y="150455"/>
                    </a:lnTo>
                    <a:lnTo>
                      <a:pt x="995" y="150455"/>
                    </a:lnTo>
                    <a:lnTo>
                      <a:pt x="995" y="150532"/>
                    </a:lnTo>
                    <a:lnTo>
                      <a:pt x="995" y="150532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cubicBezTo>
                      <a:pt x="3560" y="150685"/>
                      <a:pt x="6087" y="150570"/>
                      <a:pt x="8614" y="150647"/>
                    </a:cubicBezTo>
                    <a:cubicBezTo>
                      <a:pt x="18300" y="150876"/>
                      <a:pt x="27986" y="150953"/>
                      <a:pt x="37633" y="150915"/>
                    </a:cubicBezTo>
                    <a:cubicBezTo>
                      <a:pt x="46477" y="150800"/>
                      <a:pt x="55320" y="150608"/>
                      <a:pt x="64164" y="150647"/>
                    </a:cubicBezTo>
                    <a:cubicBezTo>
                      <a:pt x="65197" y="150685"/>
                      <a:pt x="66231" y="150723"/>
                      <a:pt x="67265" y="150761"/>
                    </a:cubicBezTo>
                    <a:cubicBezTo>
                      <a:pt x="67724" y="150761"/>
                      <a:pt x="68260" y="150876"/>
                      <a:pt x="68681" y="150608"/>
                    </a:cubicBezTo>
                    <a:cubicBezTo>
                      <a:pt x="68796" y="150493"/>
                      <a:pt x="68758" y="150302"/>
                      <a:pt x="68758" y="150149"/>
                    </a:cubicBez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34"/>
                    </a:lnTo>
                    <a:lnTo>
                      <a:pt x="68758" y="149996"/>
                    </a:lnTo>
                    <a:lnTo>
                      <a:pt x="68758" y="149996"/>
                    </a:lnTo>
                    <a:lnTo>
                      <a:pt x="68758" y="149957"/>
                    </a:lnTo>
                    <a:lnTo>
                      <a:pt x="68758" y="149957"/>
                    </a:lnTo>
                    <a:lnTo>
                      <a:pt x="68758" y="149919"/>
                    </a:lnTo>
                    <a:lnTo>
                      <a:pt x="68758" y="149919"/>
                    </a:lnTo>
                    <a:lnTo>
                      <a:pt x="68758" y="149881"/>
                    </a:lnTo>
                    <a:lnTo>
                      <a:pt x="68758" y="149881"/>
                    </a:lnTo>
                    <a:lnTo>
                      <a:pt x="68758" y="149843"/>
                    </a:lnTo>
                    <a:lnTo>
                      <a:pt x="68758" y="149843"/>
                    </a:lnTo>
                    <a:lnTo>
                      <a:pt x="68758" y="149804"/>
                    </a:lnTo>
                    <a:lnTo>
                      <a:pt x="68758" y="149804"/>
                    </a:lnTo>
                    <a:lnTo>
                      <a:pt x="68758" y="149766"/>
                    </a:lnTo>
                    <a:lnTo>
                      <a:pt x="68758" y="149766"/>
                    </a:lnTo>
                    <a:lnTo>
                      <a:pt x="68758" y="149728"/>
                    </a:lnTo>
                    <a:lnTo>
                      <a:pt x="68758" y="149728"/>
                    </a:lnTo>
                    <a:lnTo>
                      <a:pt x="68758" y="149690"/>
                    </a:lnTo>
                    <a:lnTo>
                      <a:pt x="68758" y="149690"/>
                    </a:lnTo>
                    <a:lnTo>
                      <a:pt x="68758" y="149651"/>
                    </a:lnTo>
                    <a:lnTo>
                      <a:pt x="68758" y="149651"/>
                    </a:lnTo>
                    <a:lnTo>
                      <a:pt x="68758" y="149613"/>
                    </a:lnTo>
                    <a:lnTo>
                      <a:pt x="68758" y="149613"/>
                    </a:lnTo>
                    <a:lnTo>
                      <a:pt x="68758" y="149613"/>
                    </a:lnTo>
                    <a:lnTo>
                      <a:pt x="68758" y="149536"/>
                    </a:lnTo>
                    <a:lnTo>
                      <a:pt x="68758" y="149536"/>
                    </a:lnTo>
                    <a:lnTo>
                      <a:pt x="68758" y="149460"/>
                    </a:lnTo>
                    <a:lnTo>
                      <a:pt x="68758" y="149460"/>
                    </a:lnTo>
                    <a:lnTo>
                      <a:pt x="68758" y="149422"/>
                    </a:lnTo>
                    <a:lnTo>
                      <a:pt x="68758" y="149422"/>
                    </a:lnTo>
                    <a:lnTo>
                      <a:pt x="68758" y="149383"/>
                    </a:lnTo>
                    <a:lnTo>
                      <a:pt x="68758" y="149383"/>
                    </a:lnTo>
                    <a:lnTo>
                      <a:pt x="68758" y="149345"/>
                    </a:lnTo>
                    <a:lnTo>
                      <a:pt x="68758" y="149345"/>
                    </a:lnTo>
                    <a:lnTo>
                      <a:pt x="68758" y="149307"/>
                    </a:lnTo>
                    <a:lnTo>
                      <a:pt x="68758" y="149307"/>
                    </a:lnTo>
                    <a:lnTo>
                      <a:pt x="68758" y="149268"/>
                    </a:lnTo>
                    <a:lnTo>
                      <a:pt x="68758" y="149268"/>
                    </a:lnTo>
                    <a:lnTo>
                      <a:pt x="68758" y="149230"/>
                    </a:lnTo>
                    <a:lnTo>
                      <a:pt x="68758" y="149230"/>
                    </a:lnTo>
                    <a:lnTo>
                      <a:pt x="68758" y="149192"/>
                    </a:lnTo>
                    <a:lnTo>
                      <a:pt x="68758" y="149192"/>
                    </a:lnTo>
                    <a:lnTo>
                      <a:pt x="68758" y="149154"/>
                    </a:lnTo>
                    <a:lnTo>
                      <a:pt x="68758" y="149115"/>
                    </a:lnTo>
                    <a:lnTo>
                      <a:pt x="68758" y="149115"/>
                    </a:lnTo>
                    <a:lnTo>
                      <a:pt x="68758" y="149115"/>
                    </a:lnTo>
                    <a:lnTo>
                      <a:pt x="68758" y="149115"/>
                    </a:lnTo>
                    <a:lnTo>
                      <a:pt x="68758" y="149077"/>
                    </a:lnTo>
                    <a:lnTo>
                      <a:pt x="68758" y="149077"/>
                    </a:lnTo>
                    <a:lnTo>
                      <a:pt x="68758" y="149039"/>
                    </a:lnTo>
                    <a:lnTo>
                      <a:pt x="68758" y="149039"/>
                    </a:lnTo>
                    <a:lnTo>
                      <a:pt x="68758" y="149000"/>
                    </a:lnTo>
                    <a:lnTo>
                      <a:pt x="68758" y="149000"/>
                    </a:lnTo>
                    <a:lnTo>
                      <a:pt x="68758" y="148962"/>
                    </a:lnTo>
                    <a:lnTo>
                      <a:pt x="68758" y="148924"/>
                    </a:lnTo>
                    <a:lnTo>
                      <a:pt x="68758" y="148924"/>
                    </a:lnTo>
                    <a:lnTo>
                      <a:pt x="68758" y="148886"/>
                    </a:lnTo>
                    <a:lnTo>
                      <a:pt x="68758" y="148886"/>
                    </a:lnTo>
                    <a:lnTo>
                      <a:pt x="68758" y="148847"/>
                    </a:lnTo>
                    <a:lnTo>
                      <a:pt x="68758" y="148847"/>
                    </a:lnTo>
                    <a:lnTo>
                      <a:pt x="68758" y="148809"/>
                    </a:lnTo>
                    <a:lnTo>
                      <a:pt x="68758" y="148809"/>
                    </a:lnTo>
                    <a:lnTo>
                      <a:pt x="68758" y="148771"/>
                    </a:lnTo>
                    <a:lnTo>
                      <a:pt x="68758" y="148771"/>
                    </a:lnTo>
                    <a:lnTo>
                      <a:pt x="68758" y="148732"/>
                    </a:lnTo>
                    <a:lnTo>
                      <a:pt x="68758" y="148732"/>
                    </a:lnTo>
                    <a:lnTo>
                      <a:pt x="68758" y="148694"/>
                    </a:lnTo>
                    <a:lnTo>
                      <a:pt x="68758" y="148694"/>
                    </a:lnTo>
                    <a:lnTo>
                      <a:pt x="68758" y="148656"/>
                    </a:lnTo>
                    <a:lnTo>
                      <a:pt x="68758" y="148656"/>
                    </a:lnTo>
                    <a:lnTo>
                      <a:pt x="68758" y="148618"/>
                    </a:lnTo>
                    <a:lnTo>
                      <a:pt x="68758" y="148618"/>
                    </a:lnTo>
                    <a:lnTo>
                      <a:pt x="68758" y="148579"/>
                    </a:lnTo>
                    <a:lnTo>
                      <a:pt x="68758" y="148579"/>
                    </a:lnTo>
                    <a:lnTo>
                      <a:pt x="68758" y="148541"/>
                    </a:lnTo>
                    <a:lnTo>
                      <a:pt x="68758" y="148541"/>
                    </a:lnTo>
                    <a:lnTo>
                      <a:pt x="68758" y="148503"/>
                    </a:lnTo>
                    <a:lnTo>
                      <a:pt x="68758" y="148464"/>
                    </a:lnTo>
                    <a:lnTo>
                      <a:pt x="68758" y="148464"/>
                    </a:lnTo>
                    <a:lnTo>
                      <a:pt x="68758" y="148426"/>
                    </a:lnTo>
                    <a:lnTo>
                      <a:pt x="68758" y="148426"/>
                    </a:lnTo>
                    <a:lnTo>
                      <a:pt x="68758" y="148388"/>
                    </a:lnTo>
                    <a:lnTo>
                      <a:pt x="68758" y="148388"/>
                    </a:lnTo>
                    <a:lnTo>
                      <a:pt x="68758" y="148350"/>
                    </a:lnTo>
                    <a:lnTo>
                      <a:pt x="68758" y="148350"/>
                    </a:lnTo>
                    <a:lnTo>
                      <a:pt x="68758" y="148311"/>
                    </a:lnTo>
                    <a:lnTo>
                      <a:pt x="68758" y="148311"/>
                    </a:lnTo>
                    <a:lnTo>
                      <a:pt x="68758" y="148273"/>
                    </a:lnTo>
                    <a:lnTo>
                      <a:pt x="68758" y="148273"/>
                    </a:lnTo>
                    <a:lnTo>
                      <a:pt x="68758" y="148235"/>
                    </a:lnTo>
                    <a:lnTo>
                      <a:pt x="68758" y="148235"/>
                    </a:lnTo>
                    <a:lnTo>
                      <a:pt x="68758" y="148196"/>
                    </a:lnTo>
                    <a:lnTo>
                      <a:pt x="68758" y="148196"/>
                    </a:lnTo>
                    <a:lnTo>
                      <a:pt x="68758" y="148158"/>
                    </a:lnTo>
                    <a:lnTo>
                      <a:pt x="68758" y="148158"/>
                    </a:lnTo>
                    <a:lnTo>
                      <a:pt x="68758" y="148120"/>
                    </a:lnTo>
                    <a:lnTo>
                      <a:pt x="68758" y="148120"/>
                    </a:lnTo>
                    <a:lnTo>
                      <a:pt x="68758" y="148082"/>
                    </a:lnTo>
                    <a:lnTo>
                      <a:pt x="68758" y="148082"/>
                    </a:lnTo>
                    <a:lnTo>
                      <a:pt x="68758" y="148043"/>
                    </a:lnTo>
                    <a:lnTo>
                      <a:pt x="68758" y="148043"/>
                    </a:lnTo>
                    <a:lnTo>
                      <a:pt x="68758" y="148005"/>
                    </a:lnTo>
                    <a:lnTo>
                      <a:pt x="68758" y="148005"/>
                    </a:lnTo>
                    <a:lnTo>
                      <a:pt x="68758" y="147967"/>
                    </a:lnTo>
                    <a:lnTo>
                      <a:pt x="68758" y="147928"/>
                    </a:lnTo>
                    <a:lnTo>
                      <a:pt x="68758" y="147928"/>
                    </a:lnTo>
                    <a:lnTo>
                      <a:pt x="68758" y="147890"/>
                    </a:lnTo>
                    <a:lnTo>
                      <a:pt x="68758" y="147890"/>
                    </a:lnTo>
                    <a:lnTo>
                      <a:pt x="68758" y="147852"/>
                    </a:lnTo>
                    <a:lnTo>
                      <a:pt x="68758" y="147852"/>
                    </a:lnTo>
                    <a:lnTo>
                      <a:pt x="68758" y="147814"/>
                    </a:lnTo>
                    <a:lnTo>
                      <a:pt x="68758" y="147814"/>
                    </a:lnTo>
                    <a:lnTo>
                      <a:pt x="68758" y="147775"/>
                    </a:lnTo>
                    <a:lnTo>
                      <a:pt x="68758" y="147775"/>
                    </a:lnTo>
                    <a:lnTo>
                      <a:pt x="68758" y="147737"/>
                    </a:lnTo>
                    <a:lnTo>
                      <a:pt x="68758" y="147737"/>
                    </a:lnTo>
                    <a:lnTo>
                      <a:pt x="68758" y="147699"/>
                    </a:lnTo>
                    <a:lnTo>
                      <a:pt x="68758" y="147699"/>
                    </a:lnTo>
                    <a:lnTo>
                      <a:pt x="68758" y="147660"/>
                    </a:lnTo>
                    <a:cubicBezTo>
                      <a:pt x="68796" y="146474"/>
                      <a:pt x="68796" y="145287"/>
                      <a:pt x="68796" y="144100"/>
                    </a:cubicBezTo>
                    <a:cubicBezTo>
                      <a:pt x="68796" y="142798"/>
                      <a:pt x="68796" y="141497"/>
                      <a:pt x="68758" y="140233"/>
                    </a:cubicBezTo>
                    <a:cubicBezTo>
                      <a:pt x="68758" y="138894"/>
                      <a:pt x="68758" y="137554"/>
                      <a:pt x="68758" y="136252"/>
                    </a:cubicBezTo>
                    <a:cubicBezTo>
                      <a:pt x="68758" y="135563"/>
                      <a:pt x="68719" y="134912"/>
                      <a:pt x="68758" y="134223"/>
                    </a:cubicBezTo>
                    <a:cubicBezTo>
                      <a:pt x="68758" y="133534"/>
                      <a:pt x="68758" y="132883"/>
                      <a:pt x="68796" y="132194"/>
                    </a:cubicBezTo>
                    <a:cubicBezTo>
                      <a:pt x="68796" y="130816"/>
                      <a:pt x="68834" y="129399"/>
                      <a:pt x="68834" y="128021"/>
                    </a:cubicBezTo>
                    <a:lnTo>
                      <a:pt x="68834" y="127064"/>
                    </a:lnTo>
                    <a:lnTo>
                      <a:pt x="68834" y="125724"/>
                    </a:lnTo>
                    <a:lnTo>
                      <a:pt x="68834" y="125686"/>
                    </a:lnTo>
                    <a:lnTo>
                      <a:pt x="68834" y="125647"/>
                    </a:lnTo>
                    <a:lnTo>
                      <a:pt x="68834" y="125341"/>
                    </a:lnTo>
                    <a:lnTo>
                      <a:pt x="68834" y="124575"/>
                    </a:lnTo>
                    <a:lnTo>
                      <a:pt x="68834" y="123350"/>
                    </a:lnTo>
                    <a:cubicBezTo>
                      <a:pt x="68834" y="122432"/>
                      <a:pt x="68873" y="121551"/>
                      <a:pt x="68873" y="120632"/>
                    </a:cubicBezTo>
                    <a:cubicBezTo>
                      <a:pt x="68873" y="119254"/>
                      <a:pt x="68834" y="117837"/>
                      <a:pt x="68796" y="116459"/>
                    </a:cubicBezTo>
                    <a:cubicBezTo>
                      <a:pt x="68758" y="114928"/>
                      <a:pt x="68719" y="113435"/>
                      <a:pt x="68719" y="111942"/>
                    </a:cubicBezTo>
                    <a:cubicBezTo>
                      <a:pt x="68681" y="111253"/>
                      <a:pt x="68681" y="110525"/>
                      <a:pt x="68681" y="109798"/>
                    </a:cubicBezTo>
                    <a:cubicBezTo>
                      <a:pt x="68681" y="109071"/>
                      <a:pt x="68643" y="108343"/>
                      <a:pt x="68643" y="107616"/>
                    </a:cubicBezTo>
                    <a:cubicBezTo>
                      <a:pt x="68643" y="106123"/>
                      <a:pt x="68605" y="104630"/>
                      <a:pt x="68566" y="103098"/>
                    </a:cubicBezTo>
                    <a:cubicBezTo>
                      <a:pt x="68566" y="101950"/>
                      <a:pt x="68566" y="100763"/>
                      <a:pt x="68566" y="99576"/>
                    </a:cubicBezTo>
                    <a:cubicBezTo>
                      <a:pt x="68566" y="98428"/>
                      <a:pt x="68605" y="97279"/>
                      <a:pt x="68605" y="96092"/>
                    </a:cubicBezTo>
                    <a:cubicBezTo>
                      <a:pt x="68681" y="93757"/>
                      <a:pt x="68719" y="91383"/>
                      <a:pt x="68719" y="89010"/>
                    </a:cubicBezTo>
                    <a:cubicBezTo>
                      <a:pt x="68719" y="87555"/>
                      <a:pt x="68719" y="86100"/>
                      <a:pt x="68719" y="84684"/>
                    </a:cubicBezTo>
                    <a:cubicBezTo>
                      <a:pt x="68719" y="83229"/>
                      <a:pt x="68719" y="81813"/>
                      <a:pt x="68681" y="80358"/>
                    </a:cubicBezTo>
                    <a:cubicBezTo>
                      <a:pt x="68681" y="78826"/>
                      <a:pt x="68681" y="77295"/>
                      <a:pt x="68643" y="75725"/>
                    </a:cubicBezTo>
                    <a:cubicBezTo>
                      <a:pt x="68643" y="74232"/>
                      <a:pt x="68566" y="72739"/>
                      <a:pt x="68528" y="71208"/>
                    </a:cubicBezTo>
                    <a:cubicBezTo>
                      <a:pt x="68528" y="69791"/>
                      <a:pt x="68490" y="68375"/>
                      <a:pt x="68451" y="66958"/>
                    </a:cubicBezTo>
                    <a:cubicBezTo>
                      <a:pt x="68451" y="66231"/>
                      <a:pt x="68451" y="65542"/>
                      <a:pt x="68451" y="64815"/>
                    </a:cubicBezTo>
                    <a:cubicBezTo>
                      <a:pt x="68451" y="64125"/>
                      <a:pt x="68413" y="63398"/>
                      <a:pt x="68413" y="62709"/>
                    </a:cubicBezTo>
                    <a:cubicBezTo>
                      <a:pt x="68375" y="61216"/>
                      <a:pt x="68298" y="59723"/>
                      <a:pt x="68260" y="58230"/>
                    </a:cubicBezTo>
                    <a:cubicBezTo>
                      <a:pt x="68222" y="56737"/>
                      <a:pt x="68183" y="55244"/>
                      <a:pt x="68183" y="53751"/>
                    </a:cubicBezTo>
                    <a:cubicBezTo>
                      <a:pt x="68145" y="52372"/>
                      <a:pt x="68145" y="50994"/>
                      <a:pt x="68145" y="49616"/>
                    </a:cubicBezTo>
                    <a:cubicBezTo>
                      <a:pt x="68107" y="48123"/>
                      <a:pt x="68069" y="46668"/>
                      <a:pt x="68069" y="45175"/>
                    </a:cubicBezTo>
                    <a:cubicBezTo>
                      <a:pt x="68030" y="42189"/>
                      <a:pt x="68107" y="39241"/>
                      <a:pt x="68183" y="36255"/>
                    </a:cubicBezTo>
                    <a:cubicBezTo>
                      <a:pt x="68222" y="34609"/>
                      <a:pt x="68260" y="32963"/>
                      <a:pt x="68260" y="31316"/>
                    </a:cubicBezTo>
                    <a:cubicBezTo>
                      <a:pt x="68298" y="29708"/>
                      <a:pt x="68337" y="28101"/>
                      <a:pt x="68337" y="26493"/>
                    </a:cubicBezTo>
                    <a:cubicBezTo>
                      <a:pt x="68337" y="25114"/>
                      <a:pt x="68337" y="23774"/>
                      <a:pt x="68337" y="22435"/>
                    </a:cubicBezTo>
                    <a:cubicBezTo>
                      <a:pt x="68375" y="20941"/>
                      <a:pt x="68413" y="19448"/>
                      <a:pt x="68451" y="17955"/>
                    </a:cubicBezTo>
                    <a:cubicBezTo>
                      <a:pt x="68490" y="15046"/>
                      <a:pt x="68528" y="12136"/>
                      <a:pt x="68566" y="9188"/>
                    </a:cubicBezTo>
                    <a:cubicBezTo>
                      <a:pt x="68566" y="7848"/>
                      <a:pt x="68643" y="6509"/>
                      <a:pt x="68643" y="5169"/>
                    </a:cubicBezTo>
                    <a:lnTo>
                      <a:pt x="68643" y="5169"/>
                    </a:lnTo>
                    <a:cubicBezTo>
                      <a:pt x="68643" y="5092"/>
                      <a:pt x="68643" y="5015"/>
                      <a:pt x="68643" y="4939"/>
                    </a:cubicBezTo>
                    <a:cubicBezTo>
                      <a:pt x="68643" y="3944"/>
                      <a:pt x="68605" y="2948"/>
                      <a:pt x="68566" y="1914"/>
                    </a:cubicBezTo>
                    <a:lnTo>
                      <a:pt x="68566" y="1914"/>
                    </a:lnTo>
                    <a:lnTo>
                      <a:pt x="68566" y="1914"/>
                    </a:lnTo>
                    <a:lnTo>
                      <a:pt x="68566" y="1914"/>
                    </a:lnTo>
                    <a:lnTo>
                      <a:pt x="68566" y="1914"/>
                    </a:lnTo>
                    <a:lnTo>
                      <a:pt x="68566" y="1914"/>
                    </a:lnTo>
                    <a:lnTo>
                      <a:pt x="68566" y="1876"/>
                    </a:lnTo>
                    <a:lnTo>
                      <a:pt x="68566" y="1876"/>
                    </a:lnTo>
                    <a:lnTo>
                      <a:pt x="68566" y="1876"/>
                    </a:lnTo>
                    <a:lnTo>
                      <a:pt x="68566" y="1876"/>
                    </a:lnTo>
                    <a:lnTo>
                      <a:pt x="68566" y="1838"/>
                    </a:lnTo>
                    <a:lnTo>
                      <a:pt x="68566" y="1838"/>
                    </a:lnTo>
                    <a:lnTo>
                      <a:pt x="68566" y="1838"/>
                    </a:lnTo>
                    <a:lnTo>
                      <a:pt x="68566" y="1838"/>
                    </a:lnTo>
                    <a:lnTo>
                      <a:pt x="68566" y="1800"/>
                    </a:lnTo>
                    <a:lnTo>
                      <a:pt x="68566" y="1800"/>
                    </a:lnTo>
                    <a:lnTo>
                      <a:pt x="68566" y="1800"/>
                    </a:lnTo>
                    <a:lnTo>
                      <a:pt x="68566" y="1800"/>
                    </a:lnTo>
                    <a:lnTo>
                      <a:pt x="68566" y="1800"/>
                    </a:lnTo>
                    <a:lnTo>
                      <a:pt x="68566" y="1761"/>
                    </a:lnTo>
                    <a:lnTo>
                      <a:pt x="68566" y="1761"/>
                    </a:lnTo>
                    <a:lnTo>
                      <a:pt x="68566" y="1761"/>
                    </a:lnTo>
                    <a:lnTo>
                      <a:pt x="68566" y="1761"/>
                    </a:lnTo>
                    <a:lnTo>
                      <a:pt x="68566" y="1723"/>
                    </a:lnTo>
                    <a:lnTo>
                      <a:pt x="68566" y="1723"/>
                    </a:lnTo>
                    <a:lnTo>
                      <a:pt x="68566" y="1723"/>
                    </a:lnTo>
                    <a:lnTo>
                      <a:pt x="68566" y="1723"/>
                    </a:lnTo>
                    <a:lnTo>
                      <a:pt x="68566" y="1723"/>
                    </a:lnTo>
                    <a:lnTo>
                      <a:pt x="68566" y="1723"/>
                    </a:lnTo>
                    <a:lnTo>
                      <a:pt x="68566" y="1685"/>
                    </a:lnTo>
                    <a:lnTo>
                      <a:pt x="68566" y="1685"/>
                    </a:lnTo>
                    <a:lnTo>
                      <a:pt x="68566" y="1685"/>
                    </a:lnTo>
                    <a:lnTo>
                      <a:pt x="68566" y="1685"/>
                    </a:lnTo>
                    <a:lnTo>
                      <a:pt x="68566" y="1685"/>
                    </a:lnTo>
                    <a:lnTo>
                      <a:pt x="68566" y="1646"/>
                    </a:lnTo>
                    <a:lnTo>
                      <a:pt x="68566" y="1646"/>
                    </a:lnTo>
                    <a:lnTo>
                      <a:pt x="68566" y="1646"/>
                    </a:lnTo>
                    <a:lnTo>
                      <a:pt x="68566" y="1646"/>
                    </a:lnTo>
                    <a:lnTo>
                      <a:pt x="68566" y="1646"/>
                    </a:lnTo>
                    <a:lnTo>
                      <a:pt x="68566" y="1646"/>
                    </a:lnTo>
                    <a:lnTo>
                      <a:pt x="68566" y="1608"/>
                    </a:lnTo>
                    <a:lnTo>
                      <a:pt x="68566" y="1608"/>
                    </a:lnTo>
                    <a:lnTo>
                      <a:pt x="68566" y="1608"/>
                    </a:lnTo>
                    <a:lnTo>
                      <a:pt x="68566" y="1570"/>
                    </a:lnTo>
                    <a:lnTo>
                      <a:pt x="68566" y="1570"/>
                    </a:lnTo>
                    <a:lnTo>
                      <a:pt x="68566" y="1570"/>
                    </a:lnTo>
                    <a:lnTo>
                      <a:pt x="68566" y="1570"/>
                    </a:lnTo>
                    <a:lnTo>
                      <a:pt x="68566" y="1570"/>
                    </a:lnTo>
                    <a:lnTo>
                      <a:pt x="68566" y="1570"/>
                    </a:lnTo>
                    <a:lnTo>
                      <a:pt x="68566" y="1532"/>
                    </a:lnTo>
                    <a:lnTo>
                      <a:pt x="68566" y="1532"/>
                    </a:lnTo>
                    <a:lnTo>
                      <a:pt x="68566" y="1532"/>
                    </a:lnTo>
                    <a:lnTo>
                      <a:pt x="68566" y="1532"/>
                    </a:lnTo>
                    <a:lnTo>
                      <a:pt x="68566" y="1532"/>
                    </a:lnTo>
                    <a:lnTo>
                      <a:pt x="68566" y="1493"/>
                    </a:lnTo>
                    <a:lnTo>
                      <a:pt x="68566" y="1493"/>
                    </a:lnTo>
                    <a:lnTo>
                      <a:pt x="68566" y="1493"/>
                    </a:lnTo>
                    <a:lnTo>
                      <a:pt x="68566" y="1455"/>
                    </a:lnTo>
                    <a:lnTo>
                      <a:pt x="68566" y="1455"/>
                    </a:lnTo>
                    <a:lnTo>
                      <a:pt x="68566" y="1455"/>
                    </a:lnTo>
                    <a:lnTo>
                      <a:pt x="68566" y="1455"/>
                    </a:lnTo>
                    <a:lnTo>
                      <a:pt x="68566" y="1417"/>
                    </a:lnTo>
                    <a:lnTo>
                      <a:pt x="68566" y="1417"/>
                    </a:lnTo>
                    <a:lnTo>
                      <a:pt x="68566" y="1417"/>
                    </a:lnTo>
                    <a:lnTo>
                      <a:pt x="68566" y="1378"/>
                    </a:lnTo>
                    <a:lnTo>
                      <a:pt x="68566" y="1378"/>
                    </a:lnTo>
                    <a:lnTo>
                      <a:pt x="68566" y="1378"/>
                    </a:lnTo>
                    <a:lnTo>
                      <a:pt x="68566" y="1378"/>
                    </a:lnTo>
                    <a:lnTo>
                      <a:pt x="68566" y="1378"/>
                    </a:lnTo>
                    <a:lnTo>
                      <a:pt x="68566" y="1340"/>
                    </a:lnTo>
                    <a:lnTo>
                      <a:pt x="68566" y="1340"/>
                    </a:lnTo>
                    <a:lnTo>
                      <a:pt x="68566" y="1340"/>
                    </a:lnTo>
                    <a:lnTo>
                      <a:pt x="68566" y="1302"/>
                    </a:lnTo>
                    <a:lnTo>
                      <a:pt x="68566" y="1302"/>
                    </a:lnTo>
                    <a:lnTo>
                      <a:pt x="68566" y="1302"/>
                    </a:lnTo>
                    <a:lnTo>
                      <a:pt x="68566" y="1302"/>
                    </a:lnTo>
                    <a:lnTo>
                      <a:pt x="68566" y="1302"/>
                    </a:lnTo>
                    <a:lnTo>
                      <a:pt x="68566" y="1264"/>
                    </a:lnTo>
                    <a:lnTo>
                      <a:pt x="68566" y="1264"/>
                    </a:lnTo>
                    <a:lnTo>
                      <a:pt x="68566" y="1264"/>
                    </a:lnTo>
                    <a:lnTo>
                      <a:pt x="68566" y="1264"/>
                    </a:lnTo>
                    <a:lnTo>
                      <a:pt x="68566" y="1264"/>
                    </a:lnTo>
                    <a:lnTo>
                      <a:pt x="68566" y="1225"/>
                    </a:lnTo>
                    <a:lnTo>
                      <a:pt x="68566" y="1225"/>
                    </a:lnTo>
                    <a:lnTo>
                      <a:pt x="68566" y="1225"/>
                    </a:lnTo>
                    <a:lnTo>
                      <a:pt x="68566" y="1225"/>
                    </a:lnTo>
                    <a:lnTo>
                      <a:pt x="68566" y="1187"/>
                    </a:lnTo>
                    <a:lnTo>
                      <a:pt x="68566" y="1187"/>
                    </a:lnTo>
                    <a:lnTo>
                      <a:pt x="68566" y="1187"/>
                    </a:lnTo>
                    <a:lnTo>
                      <a:pt x="68566" y="1187"/>
                    </a:lnTo>
                    <a:lnTo>
                      <a:pt x="68566" y="1149"/>
                    </a:lnTo>
                    <a:lnTo>
                      <a:pt x="68566" y="1149"/>
                    </a:lnTo>
                    <a:lnTo>
                      <a:pt x="68566" y="1149"/>
                    </a:lnTo>
                    <a:lnTo>
                      <a:pt x="68566" y="1149"/>
                    </a:lnTo>
                    <a:lnTo>
                      <a:pt x="68566" y="11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70" name="Google Shape;1170;p32"/>
            <p:cNvSpPr/>
            <p:nvPr/>
          </p:nvSpPr>
          <p:spPr>
            <a:xfrm>
              <a:off x="7585253" y="1282025"/>
              <a:ext cx="373935" cy="27458"/>
            </a:xfrm>
            <a:custGeom>
              <a:avLst/>
              <a:gdLst/>
              <a:ahLst/>
              <a:cxnLst/>
              <a:rect l="l" t="t" r="r" b="b"/>
              <a:pathLst>
                <a:path w="10214" h="750" extrusionOk="0">
                  <a:moveTo>
                    <a:pt x="1" y="494"/>
                  </a:moveTo>
                  <a:cubicBezTo>
                    <a:pt x="1" y="395"/>
                    <a:pt x="80" y="296"/>
                    <a:pt x="178" y="296"/>
                  </a:cubicBezTo>
                  <a:cubicBezTo>
                    <a:pt x="356" y="296"/>
                    <a:pt x="553" y="277"/>
                    <a:pt x="730" y="277"/>
                  </a:cubicBezTo>
                  <a:cubicBezTo>
                    <a:pt x="1322" y="237"/>
                    <a:pt x="1893" y="198"/>
                    <a:pt x="2485" y="178"/>
                  </a:cubicBezTo>
                  <a:cubicBezTo>
                    <a:pt x="3668" y="139"/>
                    <a:pt x="4870" y="139"/>
                    <a:pt x="6053" y="119"/>
                  </a:cubicBezTo>
                  <a:cubicBezTo>
                    <a:pt x="7216" y="79"/>
                    <a:pt x="8380" y="20"/>
                    <a:pt x="9543" y="1"/>
                  </a:cubicBezTo>
                  <a:cubicBezTo>
                    <a:pt x="9700" y="1"/>
                    <a:pt x="9838" y="1"/>
                    <a:pt x="9976" y="1"/>
                  </a:cubicBezTo>
                  <a:cubicBezTo>
                    <a:pt x="10213" y="1"/>
                    <a:pt x="10213" y="356"/>
                    <a:pt x="9976" y="356"/>
                  </a:cubicBezTo>
                  <a:cubicBezTo>
                    <a:pt x="8399" y="375"/>
                    <a:pt x="6822" y="474"/>
                    <a:pt x="5245" y="494"/>
                  </a:cubicBezTo>
                  <a:cubicBezTo>
                    <a:pt x="3668" y="513"/>
                    <a:pt x="2091" y="553"/>
                    <a:pt x="513" y="651"/>
                  </a:cubicBezTo>
                  <a:cubicBezTo>
                    <a:pt x="336" y="651"/>
                    <a:pt x="20" y="750"/>
                    <a:pt x="1" y="4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2"/>
            <p:cNvSpPr/>
            <p:nvPr/>
          </p:nvSpPr>
          <p:spPr>
            <a:xfrm>
              <a:off x="7993788" y="1287809"/>
              <a:ext cx="96028" cy="13729"/>
            </a:xfrm>
            <a:custGeom>
              <a:avLst/>
              <a:gdLst/>
              <a:ahLst/>
              <a:cxnLst/>
              <a:rect l="l" t="t" r="r" b="b"/>
              <a:pathLst>
                <a:path w="2623" h="375" extrusionOk="0">
                  <a:moveTo>
                    <a:pt x="2386" y="375"/>
                  </a:moveTo>
                  <a:cubicBezTo>
                    <a:pt x="1676" y="355"/>
                    <a:pt x="966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966" y="0"/>
                    <a:pt x="1676" y="0"/>
                    <a:pt x="2386" y="0"/>
                  </a:cubicBezTo>
                  <a:cubicBezTo>
                    <a:pt x="2622" y="0"/>
                    <a:pt x="2622" y="355"/>
                    <a:pt x="2386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2" name="Google Shape;1172;p32"/>
          <p:cNvSpPr txBox="1">
            <a:spLocks noGrp="1"/>
          </p:cNvSpPr>
          <p:nvPr>
            <p:ph type="title"/>
          </p:nvPr>
        </p:nvSpPr>
        <p:spPr>
          <a:xfrm>
            <a:off x="722375" y="2023750"/>
            <a:ext cx="3929700" cy="156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NOMBRE DE LA SECCIÓN  </a:t>
            </a:r>
            <a:endParaRPr/>
          </a:p>
        </p:txBody>
      </p:sp>
      <p:sp>
        <p:nvSpPr>
          <p:cNvPr id="1173" name="Google Shape;1173;p32"/>
          <p:cNvSpPr txBox="1">
            <a:spLocks noGrp="1"/>
          </p:cNvSpPr>
          <p:nvPr>
            <p:ph type="subTitle" idx="1"/>
          </p:nvPr>
        </p:nvSpPr>
        <p:spPr>
          <a:xfrm>
            <a:off x="722375" y="3743992"/>
            <a:ext cx="32982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en qué consiste esta sección si lo necesitas</a:t>
            </a:r>
            <a:endParaRPr/>
          </a:p>
        </p:txBody>
      </p:sp>
      <p:sp>
        <p:nvSpPr>
          <p:cNvPr id="1174" name="Google Shape;1174;p32"/>
          <p:cNvSpPr txBox="1">
            <a:spLocks noGrp="1"/>
          </p:cNvSpPr>
          <p:nvPr>
            <p:ph type="title" idx="2"/>
          </p:nvPr>
        </p:nvSpPr>
        <p:spPr>
          <a:xfrm>
            <a:off x="850442" y="1090475"/>
            <a:ext cx="1077900" cy="8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175" name="Google Shape;1175;p32"/>
          <p:cNvGrpSpPr/>
          <p:nvPr/>
        </p:nvGrpSpPr>
        <p:grpSpPr>
          <a:xfrm>
            <a:off x="1032305" y="2018699"/>
            <a:ext cx="714058" cy="27449"/>
            <a:chOff x="7585253" y="1282025"/>
            <a:chExt cx="504563" cy="27458"/>
          </a:xfrm>
        </p:grpSpPr>
        <p:sp>
          <p:nvSpPr>
            <p:cNvPr id="1176" name="Google Shape;1176;p32"/>
            <p:cNvSpPr/>
            <p:nvPr/>
          </p:nvSpPr>
          <p:spPr>
            <a:xfrm>
              <a:off x="7585253" y="1282025"/>
              <a:ext cx="373935" cy="27458"/>
            </a:xfrm>
            <a:custGeom>
              <a:avLst/>
              <a:gdLst/>
              <a:ahLst/>
              <a:cxnLst/>
              <a:rect l="l" t="t" r="r" b="b"/>
              <a:pathLst>
                <a:path w="10214" h="750" extrusionOk="0">
                  <a:moveTo>
                    <a:pt x="1" y="494"/>
                  </a:moveTo>
                  <a:cubicBezTo>
                    <a:pt x="1" y="395"/>
                    <a:pt x="80" y="296"/>
                    <a:pt x="178" y="296"/>
                  </a:cubicBezTo>
                  <a:cubicBezTo>
                    <a:pt x="356" y="296"/>
                    <a:pt x="553" y="277"/>
                    <a:pt x="730" y="277"/>
                  </a:cubicBezTo>
                  <a:cubicBezTo>
                    <a:pt x="1322" y="237"/>
                    <a:pt x="1893" y="198"/>
                    <a:pt x="2485" y="178"/>
                  </a:cubicBezTo>
                  <a:cubicBezTo>
                    <a:pt x="3668" y="139"/>
                    <a:pt x="4870" y="139"/>
                    <a:pt x="6053" y="119"/>
                  </a:cubicBezTo>
                  <a:cubicBezTo>
                    <a:pt x="7216" y="79"/>
                    <a:pt x="8380" y="20"/>
                    <a:pt x="9543" y="1"/>
                  </a:cubicBezTo>
                  <a:cubicBezTo>
                    <a:pt x="9700" y="1"/>
                    <a:pt x="9838" y="1"/>
                    <a:pt x="9976" y="1"/>
                  </a:cubicBezTo>
                  <a:cubicBezTo>
                    <a:pt x="10213" y="1"/>
                    <a:pt x="10213" y="356"/>
                    <a:pt x="9976" y="356"/>
                  </a:cubicBezTo>
                  <a:cubicBezTo>
                    <a:pt x="8399" y="375"/>
                    <a:pt x="6822" y="474"/>
                    <a:pt x="5245" y="494"/>
                  </a:cubicBezTo>
                  <a:cubicBezTo>
                    <a:pt x="3668" y="513"/>
                    <a:pt x="2091" y="553"/>
                    <a:pt x="513" y="651"/>
                  </a:cubicBezTo>
                  <a:cubicBezTo>
                    <a:pt x="336" y="651"/>
                    <a:pt x="20" y="750"/>
                    <a:pt x="1" y="4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2"/>
            <p:cNvSpPr/>
            <p:nvPr/>
          </p:nvSpPr>
          <p:spPr>
            <a:xfrm>
              <a:off x="7993788" y="1287809"/>
              <a:ext cx="96028" cy="13729"/>
            </a:xfrm>
            <a:custGeom>
              <a:avLst/>
              <a:gdLst/>
              <a:ahLst/>
              <a:cxnLst/>
              <a:rect l="l" t="t" r="r" b="b"/>
              <a:pathLst>
                <a:path w="2623" h="375" extrusionOk="0">
                  <a:moveTo>
                    <a:pt x="2386" y="375"/>
                  </a:moveTo>
                  <a:cubicBezTo>
                    <a:pt x="1676" y="355"/>
                    <a:pt x="966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966" y="0"/>
                    <a:pt x="1676" y="0"/>
                    <a:pt x="2386" y="0"/>
                  </a:cubicBezTo>
                  <a:cubicBezTo>
                    <a:pt x="2622" y="0"/>
                    <a:pt x="2622" y="355"/>
                    <a:pt x="2386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8" name="Google Shape;1178;p32"/>
          <p:cNvGrpSpPr/>
          <p:nvPr/>
        </p:nvGrpSpPr>
        <p:grpSpPr>
          <a:xfrm>
            <a:off x="775500" y="3634602"/>
            <a:ext cx="2277457" cy="21075"/>
            <a:chOff x="775500" y="3265438"/>
            <a:chExt cx="2277457" cy="21075"/>
          </a:xfrm>
        </p:grpSpPr>
        <p:sp>
          <p:nvSpPr>
            <p:cNvPr id="1179" name="Google Shape;1179;p32"/>
            <p:cNvSpPr/>
            <p:nvPr/>
          </p:nvSpPr>
          <p:spPr>
            <a:xfrm>
              <a:off x="775500" y="3265438"/>
              <a:ext cx="2165006" cy="21075"/>
            </a:xfrm>
            <a:custGeom>
              <a:avLst/>
              <a:gdLst/>
              <a:ahLst/>
              <a:cxnLst/>
              <a:rect l="l" t="t" r="r" b="b"/>
              <a:pathLst>
                <a:path w="7079" h="514" extrusionOk="0">
                  <a:moveTo>
                    <a:pt x="6861" y="513"/>
                  </a:moveTo>
                  <a:cubicBezTo>
                    <a:pt x="5304" y="454"/>
                    <a:pt x="3727" y="434"/>
                    <a:pt x="2150" y="454"/>
                  </a:cubicBezTo>
                  <a:cubicBezTo>
                    <a:pt x="1519" y="434"/>
                    <a:pt x="888" y="513"/>
                    <a:pt x="257" y="434"/>
                  </a:cubicBezTo>
                  <a:cubicBezTo>
                    <a:pt x="1" y="355"/>
                    <a:pt x="119" y="1"/>
                    <a:pt x="395" y="79"/>
                  </a:cubicBezTo>
                  <a:cubicBezTo>
                    <a:pt x="1341" y="139"/>
                    <a:pt x="2268" y="60"/>
                    <a:pt x="3214" y="79"/>
                  </a:cubicBezTo>
                  <a:cubicBezTo>
                    <a:pt x="4082" y="79"/>
                    <a:pt x="4929" y="99"/>
                    <a:pt x="5777" y="119"/>
                  </a:cubicBezTo>
                  <a:cubicBezTo>
                    <a:pt x="6152" y="119"/>
                    <a:pt x="6526" y="139"/>
                    <a:pt x="6901" y="139"/>
                  </a:cubicBezTo>
                  <a:cubicBezTo>
                    <a:pt x="6999" y="158"/>
                    <a:pt x="7078" y="257"/>
                    <a:pt x="7059" y="355"/>
                  </a:cubicBezTo>
                  <a:cubicBezTo>
                    <a:pt x="7059" y="454"/>
                    <a:pt x="6960" y="513"/>
                    <a:pt x="6861" y="5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2"/>
            <p:cNvSpPr/>
            <p:nvPr/>
          </p:nvSpPr>
          <p:spPr>
            <a:xfrm>
              <a:off x="2993981" y="3266276"/>
              <a:ext cx="58975" cy="19413"/>
            </a:xfrm>
            <a:custGeom>
              <a:avLst/>
              <a:gdLst/>
              <a:ahLst/>
              <a:cxnLst/>
              <a:rect l="l" t="t" r="r" b="b"/>
              <a:pathLst>
                <a:path w="1440" h="474" extrusionOk="0">
                  <a:moveTo>
                    <a:pt x="1223" y="473"/>
                  </a:moveTo>
                  <a:cubicBezTo>
                    <a:pt x="887" y="454"/>
                    <a:pt x="552" y="454"/>
                    <a:pt x="217" y="414"/>
                  </a:cubicBezTo>
                  <a:cubicBezTo>
                    <a:pt x="0" y="355"/>
                    <a:pt x="59" y="0"/>
                    <a:pt x="296" y="59"/>
                  </a:cubicBezTo>
                  <a:cubicBezTo>
                    <a:pt x="611" y="99"/>
                    <a:pt x="947" y="99"/>
                    <a:pt x="1262" y="118"/>
                  </a:cubicBezTo>
                  <a:cubicBezTo>
                    <a:pt x="1361" y="118"/>
                    <a:pt x="1439" y="217"/>
                    <a:pt x="1420" y="296"/>
                  </a:cubicBezTo>
                  <a:cubicBezTo>
                    <a:pt x="1420" y="414"/>
                    <a:pt x="1321" y="473"/>
                    <a:pt x="1223" y="4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1" name="Google Shape;1181;p32"/>
          <p:cNvGrpSpPr/>
          <p:nvPr/>
        </p:nvGrpSpPr>
        <p:grpSpPr>
          <a:xfrm>
            <a:off x="3657497" y="4172619"/>
            <a:ext cx="1103719" cy="493812"/>
            <a:chOff x="3657497" y="4172619"/>
            <a:chExt cx="1103719" cy="493812"/>
          </a:xfrm>
        </p:grpSpPr>
        <p:grpSp>
          <p:nvGrpSpPr>
            <p:cNvPr id="1182" name="Google Shape;1182;p32"/>
            <p:cNvGrpSpPr/>
            <p:nvPr/>
          </p:nvGrpSpPr>
          <p:grpSpPr>
            <a:xfrm flipH="1">
              <a:off x="3657497" y="4510239"/>
              <a:ext cx="170569" cy="156192"/>
              <a:chOff x="5117325" y="2664025"/>
              <a:chExt cx="110925" cy="101575"/>
            </a:xfrm>
          </p:grpSpPr>
          <p:sp>
            <p:nvSpPr>
              <p:cNvPr id="1183" name="Google Shape;1183;p32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32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32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32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7" name="Google Shape;1187;p32"/>
            <p:cNvGrpSpPr/>
            <p:nvPr/>
          </p:nvGrpSpPr>
          <p:grpSpPr>
            <a:xfrm flipH="1">
              <a:off x="4590647" y="4337114"/>
              <a:ext cx="170569" cy="156192"/>
              <a:chOff x="5117325" y="2664025"/>
              <a:chExt cx="110925" cy="101575"/>
            </a:xfrm>
          </p:grpSpPr>
          <p:sp>
            <p:nvSpPr>
              <p:cNvPr id="1188" name="Google Shape;1188;p32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32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32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32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92" name="Google Shape;1192;p32"/>
            <p:cNvSpPr/>
            <p:nvPr/>
          </p:nvSpPr>
          <p:spPr>
            <a:xfrm flipH="1">
              <a:off x="4059953" y="4172619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3" name="Google Shape;1193;p32"/>
          <p:cNvGrpSpPr/>
          <p:nvPr/>
        </p:nvGrpSpPr>
        <p:grpSpPr>
          <a:xfrm>
            <a:off x="3536044" y="429799"/>
            <a:ext cx="795191" cy="1006866"/>
            <a:chOff x="3536044" y="429799"/>
            <a:chExt cx="795191" cy="1006866"/>
          </a:xfrm>
        </p:grpSpPr>
        <p:grpSp>
          <p:nvGrpSpPr>
            <p:cNvPr id="1194" name="Google Shape;1194;p32"/>
            <p:cNvGrpSpPr/>
            <p:nvPr/>
          </p:nvGrpSpPr>
          <p:grpSpPr>
            <a:xfrm>
              <a:off x="4198570" y="429799"/>
              <a:ext cx="132665" cy="145543"/>
              <a:chOff x="5197175" y="335700"/>
              <a:chExt cx="86275" cy="94650"/>
            </a:xfrm>
          </p:grpSpPr>
          <p:sp>
            <p:nvSpPr>
              <p:cNvPr id="1195" name="Google Shape;1195;p32"/>
              <p:cNvSpPr/>
              <p:nvPr/>
            </p:nvSpPr>
            <p:spPr>
              <a:xfrm>
                <a:off x="5235125" y="335700"/>
                <a:ext cx="153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612" h="1657" extrusionOk="0">
                    <a:moveTo>
                      <a:pt x="20" y="1440"/>
                    </a:moveTo>
                    <a:cubicBezTo>
                      <a:pt x="0" y="1223"/>
                      <a:pt x="0" y="986"/>
                      <a:pt x="20" y="750"/>
                    </a:cubicBezTo>
                    <a:cubicBezTo>
                      <a:pt x="40" y="572"/>
                      <a:pt x="20" y="375"/>
                      <a:pt x="138" y="217"/>
                    </a:cubicBezTo>
                    <a:cubicBezTo>
                      <a:pt x="296" y="1"/>
                      <a:pt x="612" y="257"/>
                      <a:pt x="414" y="454"/>
                    </a:cubicBezTo>
                    <a:cubicBezTo>
                      <a:pt x="355" y="750"/>
                      <a:pt x="375" y="1045"/>
                      <a:pt x="395" y="1361"/>
                    </a:cubicBezTo>
                    <a:cubicBezTo>
                      <a:pt x="395" y="1420"/>
                      <a:pt x="395" y="1479"/>
                      <a:pt x="355" y="1538"/>
                    </a:cubicBezTo>
                    <a:cubicBezTo>
                      <a:pt x="257" y="1657"/>
                      <a:pt x="40" y="1597"/>
                      <a:pt x="20" y="14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32"/>
              <p:cNvSpPr/>
              <p:nvPr/>
            </p:nvSpPr>
            <p:spPr>
              <a:xfrm>
                <a:off x="5254825" y="381550"/>
                <a:ext cx="28625" cy="9375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375" extrusionOk="0">
                    <a:moveTo>
                      <a:pt x="198" y="375"/>
                    </a:moveTo>
                    <a:cubicBezTo>
                      <a:pt x="100" y="375"/>
                      <a:pt x="1" y="296"/>
                      <a:pt x="1" y="197"/>
                    </a:cubicBezTo>
                    <a:cubicBezTo>
                      <a:pt x="1" y="99"/>
                      <a:pt x="100" y="0"/>
                      <a:pt x="198" y="0"/>
                    </a:cubicBezTo>
                    <a:lnTo>
                      <a:pt x="908" y="0"/>
                    </a:lnTo>
                    <a:cubicBezTo>
                      <a:pt x="1144" y="20"/>
                      <a:pt x="1144" y="375"/>
                      <a:pt x="908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32"/>
              <p:cNvSpPr/>
              <p:nvPr/>
            </p:nvSpPr>
            <p:spPr>
              <a:xfrm>
                <a:off x="5230200" y="400750"/>
                <a:ext cx="15800" cy="2960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84" extrusionOk="0">
                    <a:moveTo>
                      <a:pt x="158" y="1026"/>
                    </a:moveTo>
                    <a:cubicBezTo>
                      <a:pt x="158" y="770"/>
                      <a:pt x="0" y="21"/>
                      <a:pt x="375" y="1"/>
                    </a:cubicBezTo>
                    <a:cubicBezTo>
                      <a:pt x="533" y="1"/>
                      <a:pt x="631" y="218"/>
                      <a:pt x="513" y="316"/>
                    </a:cubicBezTo>
                    <a:cubicBezTo>
                      <a:pt x="473" y="474"/>
                      <a:pt x="493" y="652"/>
                      <a:pt x="513" y="809"/>
                    </a:cubicBezTo>
                    <a:cubicBezTo>
                      <a:pt x="513" y="947"/>
                      <a:pt x="552" y="1144"/>
                      <a:pt x="355" y="1184"/>
                    </a:cubicBezTo>
                    <a:cubicBezTo>
                      <a:pt x="257" y="1184"/>
                      <a:pt x="158" y="1125"/>
                      <a:pt x="158" y="10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32"/>
              <p:cNvSpPr/>
              <p:nvPr/>
            </p:nvSpPr>
            <p:spPr>
              <a:xfrm>
                <a:off x="5197175" y="384500"/>
                <a:ext cx="276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1105" h="494" extrusionOk="0">
                    <a:moveTo>
                      <a:pt x="20" y="335"/>
                    </a:moveTo>
                    <a:cubicBezTo>
                      <a:pt x="0" y="237"/>
                      <a:pt x="79" y="138"/>
                      <a:pt x="178" y="119"/>
                    </a:cubicBezTo>
                    <a:cubicBezTo>
                      <a:pt x="414" y="99"/>
                      <a:pt x="651" y="79"/>
                      <a:pt x="888" y="20"/>
                    </a:cubicBezTo>
                    <a:cubicBezTo>
                      <a:pt x="986" y="0"/>
                      <a:pt x="1065" y="99"/>
                      <a:pt x="1085" y="178"/>
                    </a:cubicBezTo>
                    <a:cubicBezTo>
                      <a:pt x="1104" y="276"/>
                      <a:pt x="1026" y="375"/>
                      <a:pt x="927" y="395"/>
                    </a:cubicBezTo>
                    <a:cubicBezTo>
                      <a:pt x="690" y="434"/>
                      <a:pt x="454" y="454"/>
                      <a:pt x="237" y="493"/>
                    </a:cubicBezTo>
                    <a:cubicBezTo>
                      <a:pt x="138" y="493"/>
                      <a:pt x="40" y="434"/>
                      <a:pt x="20" y="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99" name="Google Shape;1199;p32"/>
            <p:cNvSpPr/>
            <p:nvPr/>
          </p:nvSpPr>
          <p:spPr>
            <a:xfrm rot="655445">
              <a:off x="3550236" y="1259082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3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TÍTULO DE LA DIAPOSITIVA</a:t>
            </a:r>
            <a:endParaRPr/>
          </a:p>
        </p:txBody>
      </p:sp>
      <p:sp>
        <p:nvSpPr>
          <p:cNvPr id="1205" name="Google Shape;1205;p33"/>
          <p:cNvSpPr txBox="1">
            <a:spLocks noGrp="1"/>
          </p:cNvSpPr>
          <p:nvPr>
            <p:ph type="body" idx="1"/>
          </p:nvPr>
        </p:nvSpPr>
        <p:spPr>
          <a:xfrm>
            <a:off x="722375" y="2329525"/>
            <a:ext cx="4336500" cy="145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¿Sabes qué te ayuda a aclarar tus ideas? Listas como esta: 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Son simples 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Puedes organizar tus ideas de forma clara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¡Nunca más olvidarás comprar leche!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público entenderá todo lo que le muestres al instante</a:t>
            </a:r>
            <a:endParaRPr/>
          </a:p>
        </p:txBody>
      </p:sp>
      <p:sp>
        <p:nvSpPr>
          <p:cNvPr id="1207" name="Google Shape;1207;p33"/>
          <p:cNvSpPr/>
          <p:nvPr/>
        </p:nvSpPr>
        <p:spPr>
          <a:xfrm>
            <a:off x="733335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8" name="Google Shape;1208;p33"/>
          <p:cNvSpPr/>
          <p:nvPr/>
        </p:nvSpPr>
        <p:spPr>
          <a:xfrm flipH="1">
            <a:off x="8261392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Рисунок 1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3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DOS COLUMNAS</a:t>
            </a:r>
            <a:endParaRPr/>
          </a:p>
        </p:txBody>
      </p:sp>
      <p:sp>
        <p:nvSpPr>
          <p:cNvPr id="1214" name="Google Shape;1214;p34"/>
          <p:cNvSpPr txBox="1">
            <a:spLocks noGrp="1"/>
          </p:cNvSpPr>
          <p:nvPr>
            <p:ph type="subTitle" idx="1"/>
          </p:nvPr>
        </p:nvSpPr>
        <p:spPr>
          <a:xfrm>
            <a:off x="5250640" y="2884725"/>
            <a:ext cx="2716800" cy="7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tiene un nombre precioso y es el segundo planeta más cercano al Sol</a:t>
            </a:r>
            <a:endParaRPr/>
          </a:p>
        </p:txBody>
      </p:sp>
      <p:sp>
        <p:nvSpPr>
          <p:cNvPr id="1215" name="Google Shape;1215;p34"/>
          <p:cNvSpPr txBox="1">
            <a:spLocks noGrp="1"/>
          </p:cNvSpPr>
          <p:nvPr>
            <p:ph type="subTitle" idx="2"/>
          </p:nvPr>
        </p:nvSpPr>
        <p:spPr>
          <a:xfrm>
            <a:off x="5250645" y="2534575"/>
            <a:ext cx="27168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216" name="Google Shape;1216;p34"/>
          <p:cNvSpPr txBox="1">
            <a:spLocks noGrp="1"/>
          </p:cNvSpPr>
          <p:nvPr>
            <p:ph type="subTitle" idx="3"/>
          </p:nvPr>
        </p:nvSpPr>
        <p:spPr>
          <a:xfrm>
            <a:off x="1176555" y="2884725"/>
            <a:ext cx="2716800" cy="7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Mercurio es el planeta más cercano al sol y el más pequeño del sistema solar</a:t>
            </a:r>
            <a:endParaRPr/>
          </a:p>
        </p:txBody>
      </p:sp>
      <p:sp>
        <p:nvSpPr>
          <p:cNvPr id="1217" name="Google Shape;1217;p34"/>
          <p:cNvSpPr txBox="1">
            <a:spLocks noGrp="1"/>
          </p:cNvSpPr>
          <p:nvPr>
            <p:ph type="subTitle" idx="4"/>
          </p:nvPr>
        </p:nvSpPr>
        <p:spPr>
          <a:xfrm>
            <a:off x="1176555" y="2534575"/>
            <a:ext cx="27168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MERCURIO</a:t>
            </a:r>
            <a:endParaRPr/>
          </a:p>
        </p:txBody>
      </p:sp>
      <p:grpSp>
        <p:nvGrpSpPr>
          <p:cNvPr id="1218" name="Google Shape;1218;p34"/>
          <p:cNvGrpSpPr/>
          <p:nvPr/>
        </p:nvGrpSpPr>
        <p:grpSpPr>
          <a:xfrm>
            <a:off x="2359039" y="2078476"/>
            <a:ext cx="351799" cy="351904"/>
            <a:chOff x="6324614" y="2756696"/>
            <a:chExt cx="351799" cy="351904"/>
          </a:xfrm>
        </p:grpSpPr>
        <p:sp>
          <p:nvSpPr>
            <p:cNvPr id="1219" name="Google Shape;1219;p34"/>
            <p:cNvSpPr/>
            <p:nvPr/>
          </p:nvSpPr>
          <p:spPr>
            <a:xfrm>
              <a:off x="6329722" y="2761830"/>
              <a:ext cx="258990" cy="170739"/>
            </a:xfrm>
            <a:custGeom>
              <a:avLst/>
              <a:gdLst/>
              <a:ahLst/>
              <a:cxnLst/>
              <a:rect l="l" t="t" r="r" b="b"/>
              <a:pathLst>
                <a:path w="9887" h="6518" extrusionOk="0">
                  <a:moveTo>
                    <a:pt x="840" y="0"/>
                  </a:moveTo>
                  <a:cubicBezTo>
                    <a:pt x="377" y="0"/>
                    <a:pt x="0" y="377"/>
                    <a:pt x="0" y="843"/>
                  </a:cubicBezTo>
                  <a:lnTo>
                    <a:pt x="0" y="6309"/>
                  </a:lnTo>
                  <a:cubicBezTo>
                    <a:pt x="0" y="6425"/>
                    <a:pt x="93" y="6518"/>
                    <a:pt x="209" y="6518"/>
                  </a:cubicBezTo>
                  <a:lnTo>
                    <a:pt x="2313" y="6518"/>
                  </a:lnTo>
                  <a:cubicBezTo>
                    <a:pt x="2546" y="6518"/>
                    <a:pt x="2735" y="6329"/>
                    <a:pt x="2735" y="6100"/>
                  </a:cubicBezTo>
                  <a:lnTo>
                    <a:pt x="2735" y="5678"/>
                  </a:lnTo>
                  <a:cubicBezTo>
                    <a:pt x="2738" y="5497"/>
                    <a:pt x="2663" y="5322"/>
                    <a:pt x="2526" y="5202"/>
                  </a:cubicBezTo>
                  <a:cubicBezTo>
                    <a:pt x="2149" y="4894"/>
                    <a:pt x="2008" y="4383"/>
                    <a:pt x="2170" y="3924"/>
                  </a:cubicBezTo>
                  <a:cubicBezTo>
                    <a:pt x="2334" y="3465"/>
                    <a:pt x="2766" y="3156"/>
                    <a:pt x="3252" y="3153"/>
                  </a:cubicBezTo>
                  <a:cubicBezTo>
                    <a:pt x="3255" y="3153"/>
                    <a:pt x="3258" y="3153"/>
                    <a:pt x="3261" y="3153"/>
                  </a:cubicBezTo>
                  <a:cubicBezTo>
                    <a:pt x="3747" y="3153"/>
                    <a:pt x="4179" y="3457"/>
                    <a:pt x="4346" y="3910"/>
                  </a:cubicBezTo>
                  <a:cubicBezTo>
                    <a:pt x="4513" y="4369"/>
                    <a:pt x="4376" y="4880"/>
                    <a:pt x="4006" y="5195"/>
                  </a:cubicBezTo>
                  <a:cubicBezTo>
                    <a:pt x="3866" y="5315"/>
                    <a:pt x="3787" y="5486"/>
                    <a:pt x="3787" y="5672"/>
                  </a:cubicBezTo>
                  <a:lnTo>
                    <a:pt x="3787" y="6100"/>
                  </a:lnTo>
                  <a:cubicBezTo>
                    <a:pt x="3787" y="6333"/>
                    <a:pt x="3975" y="6518"/>
                    <a:pt x="4205" y="6518"/>
                  </a:cubicBezTo>
                  <a:lnTo>
                    <a:pt x="6518" y="6518"/>
                  </a:lnTo>
                  <a:lnTo>
                    <a:pt x="6518" y="4205"/>
                  </a:lnTo>
                  <a:cubicBezTo>
                    <a:pt x="6518" y="3975"/>
                    <a:pt x="6707" y="3787"/>
                    <a:pt x="6940" y="3787"/>
                  </a:cubicBezTo>
                  <a:lnTo>
                    <a:pt x="7368" y="3787"/>
                  </a:lnTo>
                  <a:cubicBezTo>
                    <a:pt x="7550" y="3787"/>
                    <a:pt x="7724" y="3866"/>
                    <a:pt x="7844" y="4006"/>
                  </a:cubicBezTo>
                  <a:cubicBezTo>
                    <a:pt x="8070" y="4271"/>
                    <a:pt x="8395" y="4416"/>
                    <a:pt x="8730" y="4416"/>
                  </a:cubicBezTo>
                  <a:cubicBezTo>
                    <a:pt x="8864" y="4416"/>
                    <a:pt x="8999" y="4393"/>
                    <a:pt x="9129" y="4345"/>
                  </a:cubicBezTo>
                  <a:cubicBezTo>
                    <a:pt x="9585" y="4177"/>
                    <a:pt x="9887" y="3742"/>
                    <a:pt x="9887" y="3256"/>
                  </a:cubicBezTo>
                  <a:cubicBezTo>
                    <a:pt x="9883" y="2766"/>
                    <a:pt x="9575" y="2334"/>
                    <a:pt x="9116" y="2169"/>
                  </a:cubicBezTo>
                  <a:cubicBezTo>
                    <a:pt x="8989" y="2125"/>
                    <a:pt x="8859" y="2104"/>
                    <a:pt x="8730" y="2104"/>
                  </a:cubicBezTo>
                  <a:cubicBezTo>
                    <a:pt x="8391" y="2104"/>
                    <a:pt x="8061" y="2253"/>
                    <a:pt x="7837" y="2526"/>
                  </a:cubicBezTo>
                  <a:cubicBezTo>
                    <a:pt x="7720" y="2660"/>
                    <a:pt x="7550" y="2735"/>
                    <a:pt x="7373" y="2735"/>
                  </a:cubicBezTo>
                  <a:cubicBezTo>
                    <a:pt x="7369" y="2735"/>
                    <a:pt x="7365" y="2735"/>
                    <a:pt x="7361" y="2735"/>
                  </a:cubicBezTo>
                  <a:lnTo>
                    <a:pt x="6940" y="2735"/>
                  </a:lnTo>
                  <a:cubicBezTo>
                    <a:pt x="6707" y="2735"/>
                    <a:pt x="6522" y="2546"/>
                    <a:pt x="6522" y="2313"/>
                  </a:cubicBezTo>
                  <a:lnTo>
                    <a:pt x="6522" y="213"/>
                  </a:lnTo>
                  <a:cubicBezTo>
                    <a:pt x="6522" y="93"/>
                    <a:pt x="6426" y="0"/>
                    <a:pt x="63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4"/>
            <p:cNvSpPr/>
            <p:nvPr/>
          </p:nvSpPr>
          <p:spPr>
            <a:xfrm>
              <a:off x="6500540" y="2761830"/>
              <a:ext cx="170765" cy="258990"/>
            </a:xfrm>
            <a:custGeom>
              <a:avLst/>
              <a:gdLst/>
              <a:ahLst/>
              <a:cxnLst/>
              <a:rect l="l" t="t" r="r" b="b"/>
              <a:pathLst>
                <a:path w="6519" h="9887" extrusionOk="0">
                  <a:moveTo>
                    <a:pt x="210" y="0"/>
                  </a:moveTo>
                  <a:cubicBezTo>
                    <a:pt x="93" y="0"/>
                    <a:pt x="1" y="96"/>
                    <a:pt x="1" y="213"/>
                  </a:cubicBezTo>
                  <a:lnTo>
                    <a:pt x="1" y="2313"/>
                  </a:lnTo>
                  <a:cubicBezTo>
                    <a:pt x="1" y="2546"/>
                    <a:pt x="189" y="2735"/>
                    <a:pt x="422" y="2735"/>
                  </a:cubicBezTo>
                  <a:lnTo>
                    <a:pt x="840" y="2735"/>
                  </a:lnTo>
                  <a:cubicBezTo>
                    <a:pt x="844" y="2735"/>
                    <a:pt x="848" y="2735"/>
                    <a:pt x="852" y="2735"/>
                  </a:cubicBezTo>
                  <a:cubicBezTo>
                    <a:pt x="1029" y="2735"/>
                    <a:pt x="1199" y="2660"/>
                    <a:pt x="1316" y="2526"/>
                  </a:cubicBezTo>
                  <a:cubicBezTo>
                    <a:pt x="1540" y="2253"/>
                    <a:pt x="1872" y="2104"/>
                    <a:pt x="2212" y="2104"/>
                  </a:cubicBezTo>
                  <a:cubicBezTo>
                    <a:pt x="2341" y="2104"/>
                    <a:pt x="2472" y="2125"/>
                    <a:pt x="2598" y="2169"/>
                  </a:cubicBezTo>
                  <a:cubicBezTo>
                    <a:pt x="3054" y="2334"/>
                    <a:pt x="3362" y="2766"/>
                    <a:pt x="3366" y="3256"/>
                  </a:cubicBezTo>
                  <a:cubicBezTo>
                    <a:pt x="3369" y="3742"/>
                    <a:pt x="3064" y="4177"/>
                    <a:pt x="2608" y="4345"/>
                  </a:cubicBezTo>
                  <a:cubicBezTo>
                    <a:pt x="2479" y="4393"/>
                    <a:pt x="2344" y="4416"/>
                    <a:pt x="2211" y="4416"/>
                  </a:cubicBezTo>
                  <a:cubicBezTo>
                    <a:pt x="1876" y="4416"/>
                    <a:pt x="1549" y="4271"/>
                    <a:pt x="1323" y="4006"/>
                  </a:cubicBezTo>
                  <a:cubicBezTo>
                    <a:pt x="1207" y="3866"/>
                    <a:pt x="1032" y="3787"/>
                    <a:pt x="847" y="3787"/>
                  </a:cubicBezTo>
                  <a:lnTo>
                    <a:pt x="419" y="3787"/>
                  </a:lnTo>
                  <a:cubicBezTo>
                    <a:pt x="189" y="3787"/>
                    <a:pt x="1" y="3975"/>
                    <a:pt x="1" y="4208"/>
                  </a:cubicBezTo>
                  <a:lnTo>
                    <a:pt x="1" y="6521"/>
                  </a:lnTo>
                  <a:lnTo>
                    <a:pt x="2314" y="6521"/>
                  </a:lnTo>
                  <a:cubicBezTo>
                    <a:pt x="2543" y="6521"/>
                    <a:pt x="2732" y="6706"/>
                    <a:pt x="2732" y="6939"/>
                  </a:cubicBezTo>
                  <a:lnTo>
                    <a:pt x="2732" y="7368"/>
                  </a:lnTo>
                  <a:cubicBezTo>
                    <a:pt x="2732" y="7553"/>
                    <a:pt x="2653" y="7724"/>
                    <a:pt x="2512" y="7844"/>
                  </a:cubicBezTo>
                  <a:cubicBezTo>
                    <a:pt x="2142" y="8159"/>
                    <a:pt x="2005" y="8670"/>
                    <a:pt x="2173" y="9129"/>
                  </a:cubicBezTo>
                  <a:cubicBezTo>
                    <a:pt x="2340" y="9582"/>
                    <a:pt x="2771" y="9886"/>
                    <a:pt x="3258" y="9886"/>
                  </a:cubicBezTo>
                  <a:cubicBezTo>
                    <a:pt x="3261" y="9886"/>
                    <a:pt x="3264" y="9886"/>
                    <a:pt x="3266" y="9886"/>
                  </a:cubicBezTo>
                  <a:cubicBezTo>
                    <a:pt x="3753" y="9883"/>
                    <a:pt x="4185" y="9575"/>
                    <a:pt x="4349" y="9115"/>
                  </a:cubicBezTo>
                  <a:cubicBezTo>
                    <a:pt x="4510" y="8656"/>
                    <a:pt x="4370" y="8146"/>
                    <a:pt x="3993" y="7837"/>
                  </a:cubicBezTo>
                  <a:cubicBezTo>
                    <a:pt x="3856" y="7717"/>
                    <a:pt x="3780" y="7543"/>
                    <a:pt x="3784" y="7361"/>
                  </a:cubicBezTo>
                  <a:lnTo>
                    <a:pt x="3784" y="6939"/>
                  </a:lnTo>
                  <a:cubicBezTo>
                    <a:pt x="3784" y="6710"/>
                    <a:pt x="3972" y="6521"/>
                    <a:pt x="4205" y="6521"/>
                  </a:cubicBezTo>
                  <a:lnTo>
                    <a:pt x="6309" y="6521"/>
                  </a:lnTo>
                  <a:cubicBezTo>
                    <a:pt x="6426" y="6521"/>
                    <a:pt x="6518" y="6425"/>
                    <a:pt x="6518" y="6309"/>
                  </a:cubicBezTo>
                  <a:lnTo>
                    <a:pt x="6518" y="843"/>
                  </a:lnTo>
                  <a:cubicBezTo>
                    <a:pt x="6518" y="377"/>
                    <a:pt x="6141" y="0"/>
                    <a:pt x="56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4"/>
            <p:cNvSpPr/>
            <p:nvPr/>
          </p:nvSpPr>
          <p:spPr>
            <a:xfrm>
              <a:off x="6412315" y="2932648"/>
              <a:ext cx="258990" cy="170765"/>
            </a:xfrm>
            <a:custGeom>
              <a:avLst/>
              <a:gdLst/>
              <a:ahLst/>
              <a:cxnLst/>
              <a:rect l="l" t="t" r="r" b="b"/>
              <a:pathLst>
                <a:path w="9887" h="6519" extrusionOk="0">
                  <a:moveTo>
                    <a:pt x="3369" y="0"/>
                  </a:moveTo>
                  <a:lnTo>
                    <a:pt x="3369" y="2313"/>
                  </a:lnTo>
                  <a:cubicBezTo>
                    <a:pt x="3369" y="2544"/>
                    <a:pt x="3183" y="2732"/>
                    <a:pt x="2953" y="2732"/>
                  </a:cubicBezTo>
                  <a:cubicBezTo>
                    <a:pt x="2951" y="2732"/>
                    <a:pt x="2949" y="2732"/>
                    <a:pt x="2947" y="2732"/>
                  </a:cubicBezTo>
                  <a:lnTo>
                    <a:pt x="2519" y="2732"/>
                  </a:lnTo>
                  <a:cubicBezTo>
                    <a:pt x="2515" y="2732"/>
                    <a:pt x="2511" y="2732"/>
                    <a:pt x="2508" y="2732"/>
                  </a:cubicBezTo>
                  <a:cubicBezTo>
                    <a:pt x="2330" y="2732"/>
                    <a:pt x="2160" y="2650"/>
                    <a:pt x="2042" y="2516"/>
                  </a:cubicBezTo>
                  <a:cubicBezTo>
                    <a:pt x="1817" y="2248"/>
                    <a:pt x="1491" y="2102"/>
                    <a:pt x="1156" y="2102"/>
                  </a:cubicBezTo>
                  <a:cubicBezTo>
                    <a:pt x="1023" y="2102"/>
                    <a:pt x="888" y="2125"/>
                    <a:pt x="757" y="2173"/>
                  </a:cubicBezTo>
                  <a:cubicBezTo>
                    <a:pt x="302" y="2341"/>
                    <a:pt x="0" y="2779"/>
                    <a:pt x="0" y="3266"/>
                  </a:cubicBezTo>
                  <a:cubicBezTo>
                    <a:pt x="3" y="3753"/>
                    <a:pt x="312" y="4184"/>
                    <a:pt x="771" y="4349"/>
                  </a:cubicBezTo>
                  <a:cubicBezTo>
                    <a:pt x="898" y="4394"/>
                    <a:pt x="1028" y="4416"/>
                    <a:pt x="1158" y="4416"/>
                  </a:cubicBezTo>
                  <a:cubicBezTo>
                    <a:pt x="1497" y="4416"/>
                    <a:pt x="1826" y="4265"/>
                    <a:pt x="2049" y="3993"/>
                  </a:cubicBezTo>
                  <a:cubicBezTo>
                    <a:pt x="2167" y="3858"/>
                    <a:pt x="2336" y="3783"/>
                    <a:pt x="2514" y="3783"/>
                  </a:cubicBezTo>
                  <a:cubicBezTo>
                    <a:pt x="2518" y="3783"/>
                    <a:pt x="2522" y="3783"/>
                    <a:pt x="2526" y="3784"/>
                  </a:cubicBezTo>
                  <a:lnTo>
                    <a:pt x="2947" y="3784"/>
                  </a:lnTo>
                  <a:cubicBezTo>
                    <a:pt x="3180" y="3784"/>
                    <a:pt x="3369" y="3972"/>
                    <a:pt x="3369" y="4205"/>
                  </a:cubicBezTo>
                  <a:lnTo>
                    <a:pt x="3369" y="6309"/>
                  </a:lnTo>
                  <a:cubicBezTo>
                    <a:pt x="3369" y="6426"/>
                    <a:pt x="3461" y="6518"/>
                    <a:pt x="3578" y="6518"/>
                  </a:cubicBezTo>
                  <a:lnTo>
                    <a:pt x="9047" y="6518"/>
                  </a:lnTo>
                  <a:cubicBezTo>
                    <a:pt x="9509" y="6518"/>
                    <a:pt x="9886" y="6141"/>
                    <a:pt x="9886" y="5679"/>
                  </a:cubicBezTo>
                  <a:lnTo>
                    <a:pt x="9886" y="209"/>
                  </a:lnTo>
                  <a:cubicBezTo>
                    <a:pt x="9886" y="93"/>
                    <a:pt x="9794" y="0"/>
                    <a:pt x="9677" y="0"/>
                  </a:cubicBezTo>
                  <a:lnTo>
                    <a:pt x="7573" y="0"/>
                  </a:lnTo>
                  <a:cubicBezTo>
                    <a:pt x="7340" y="0"/>
                    <a:pt x="7152" y="189"/>
                    <a:pt x="7152" y="422"/>
                  </a:cubicBezTo>
                  <a:lnTo>
                    <a:pt x="7152" y="840"/>
                  </a:lnTo>
                  <a:cubicBezTo>
                    <a:pt x="7148" y="1022"/>
                    <a:pt x="7224" y="1196"/>
                    <a:pt x="7361" y="1316"/>
                  </a:cubicBezTo>
                  <a:cubicBezTo>
                    <a:pt x="7738" y="1625"/>
                    <a:pt x="7878" y="2139"/>
                    <a:pt x="7717" y="2598"/>
                  </a:cubicBezTo>
                  <a:cubicBezTo>
                    <a:pt x="7553" y="3057"/>
                    <a:pt x="7121" y="3362"/>
                    <a:pt x="6634" y="3365"/>
                  </a:cubicBezTo>
                  <a:cubicBezTo>
                    <a:pt x="6632" y="3365"/>
                    <a:pt x="6629" y="3365"/>
                    <a:pt x="6626" y="3365"/>
                  </a:cubicBezTo>
                  <a:cubicBezTo>
                    <a:pt x="6139" y="3365"/>
                    <a:pt x="5708" y="3065"/>
                    <a:pt x="5541" y="2608"/>
                  </a:cubicBezTo>
                  <a:cubicBezTo>
                    <a:pt x="5373" y="2152"/>
                    <a:pt x="5510" y="1638"/>
                    <a:pt x="5880" y="1323"/>
                  </a:cubicBezTo>
                  <a:cubicBezTo>
                    <a:pt x="6021" y="1207"/>
                    <a:pt x="6100" y="1032"/>
                    <a:pt x="6100" y="847"/>
                  </a:cubicBezTo>
                  <a:lnTo>
                    <a:pt x="6100" y="418"/>
                  </a:lnTo>
                  <a:cubicBezTo>
                    <a:pt x="6100" y="189"/>
                    <a:pt x="5911" y="0"/>
                    <a:pt x="568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4"/>
            <p:cNvSpPr/>
            <p:nvPr/>
          </p:nvSpPr>
          <p:spPr>
            <a:xfrm>
              <a:off x="6329722" y="2844397"/>
              <a:ext cx="170765" cy="259016"/>
            </a:xfrm>
            <a:custGeom>
              <a:avLst/>
              <a:gdLst/>
              <a:ahLst/>
              <a:cxnLst/>
              <a:rect l="l" t="t" r="r" b="b"/>
              <a:pathLst>
                <a:path w="6519" h="9888" extrusionOk="0">
                  <a:moveTo>
                    <a:pt x="3252" y="1"/>
                  </a:moveTo>
                  <a:cubicBezTo>
                    <a:pt x="2766" y="4"/>
                    <a:pt x="2334" y="313"/>
                    <a:pt x="2170" y="772"/>
                  </a:cubicBezTo>
                  <a:cubicBezTo>
                    <a:pt x="2005" y="1231"/>
                    <a:pt x="2149" y="1742"/>
                    <a:pt x="2522" y="2053"/>
                  </a:cubicBezTo>
                  <a:cubicBezTo>
                    <a:pt x="2660" y="2170"/>
                    <a:pt x="2738" y="2345"/>
                    <a:pt x="2735" y="2530"/>
                  </a:cubicBezTo>
                  <a:lnTo>
                    <a:pt x="2735" y="2948"/>
                  </a:lnTo>
                  <a:cubicBezTo>
                    <a:pt x="2735" y="3181"/>
                    <a:pt x="2546" y="3369"/>
                    <a:pt x="2313" y="3369"/>
                  </a:cubicBezTo>
                  <a:lnTo>
                    <a:pt x="209" y="3369"/>
                  </a:lnTo>
                  <a:cubicBezTo>
                    <a:pt x="93" y="3369"/>
                    <a:pt x="0" y="3462"/>
                    <a:pt x="0" y="3578"/>
                  </a:cubicBezTo>
                  <a:lnTo>
                    <a:pt x="0" y="9048"/>
                  </a:lnTo>
                  <a:cubicBezTo>
                    <a:pt x="0" y="9510"/>
                    <a:pt x="377" y="9887"/>
                    <a:pt x="840" y="9887"/>
                  </a:cubicBezTo>
                  <a:lnTo>
                    <a:pt x="6306" y="9887"/>
                  </a:lnTo>
                  <a:cubicBezTo>
                    <a:pt x="6422" y="9887"/>
                    <a:pt x="6518" y="9795"/>
                    <a:pt x="6518" y="9678"/>
                  </a:cubicBezTo>
                  <a:lnTo>
                    <a:pt x="6518" y="7574"/>
                  </a:lnTo>
                  <a:cubicBezTo>
                    <a:pt x="6518" y="7341"/>
                    <a:pt x="6330" y="7153"/>
                    <a:pt x="6097" y="7153"/>
                  </a:cubicBezTo>
                  <a:lnTo>
                    <a:pt x="5679" y="7153"/>
                  </a:lnTo>
                  <a:cubicBezTo>
                    <a:pt x="5675" y="7152"/>
                    <a:pt x="5671" y="7152"/>
                    <a:pt x="5667" y="7152"/>
                  </a:cubicBezTo>
                  <a:cubicBezTo>
                    <a:pt x="5489" y="7152"/>
                    <a:pt x="5320" y="7227"/>
                    <a:pt x="5202" y="7362"/>
                  </a:cubicBezTo>
                  <a:cubicBezTo>
                    <a:pt x="4976" y="7635"/>
                    <a:pt x="4646" y="7784"/>
                    <a:pt x="4306" y="7784"/>
                  </a:cubicBezTo>
                  <a:cubicBezTo>
                    <a:pt x="4177" y="7784"/>
                    <a:pt x="4047" y="7762"/>
                    <a:pt x="3921" y="7718"/>
                  </a:cubicBezTo>
                  <a:cubicBezTo>
                    <a:pt x="3461" y="7553"/>
                    <a:pt x="3156" y="7122"/>
                    <a:pt x="3153" y="6635"/>
                  </a:cubicBezTo>
                  <a:cubicBezTo>
                    <a:pt x="3150" y="6148"/>
                    <a:pt x="3451" y="5710"/>
                    <a:pt x="3910" y="5542"/>
                  </a:cubicBezTo>
                  <a:cubicBezTo>
                    <a:pt x="4040" y="5494"/>
                    <a:pt x="4175" y="5471"/>
                    <a:pt x="4308" y="5471"/>
                  </a:cubicBezTo>
                  <a:cubicBezTo>
                    <a:pt x="4643" y="5471"/>
                    <a:pt x="4969" y="5617"/>
                    <a:pt x="5192" y="5881"/>
                  </a:cubicBezTo>
                  <a:cubicBezTo>
                    <a:pt x="5309" y="6019"/>
                    <a:pt x="5480" y="6101"/>
                    <a:pt x="5657" y="6101"/>
                  </a:cubicBezTo>
                  <a:cubicBezTo>
                    <a:pt x="5661" y="6101"/>
                    <a:pt x="5665" y="6101"/>
                    <a:pt x="5668" y="6101"/>
                  </a:cubicBezTo>
                  <a:lnTo>
                    <a:pt x="6097" y="6101"/>
                  </a:lnTo>
                  <a:cubicBezTo>
                    <a:pt x="6330" y="6101"/>
                    <a:pt x="6518" y="5912"/>
                    <a:pt x="6518" y="5682"/>
                  </a:cubicBezTo>
                  <a:lnTo>
                    <a:pt x="6518" y="3369"/>
                  </a:lnTo>
                  <a:lnTo>
                    <a:pt x="4205" y="3369"/>
                  </a:lnTo>
                  <a:cubicBezTo>
                    <a:pt x="3972" y="3369"/>
                    <a:pt x="3784" y="3181"/>
                    <a:pt x="3784" y="2948"/>
                  </a:cubicBezTo>
                  <a:lnTo>
                    <a:pt x="3784" y="2520"/>
                  </a:lnTo>
                  <a:cubicBezTo>
                    <a:pt x="3784" y="2338"/>
                    <a:pt x="3866" y="2163"/>
                    <a:pt x="4003" y="2043"/>
                  </a:cubicBezTo>
                  <a:cubicBezTo>
                    <a:pt x="4376" y="1731"/>
                    <a:pt x="4513" y="1217"/>
                    <a:pt x="4346" y="758"/>
                  </a:cubicBezTo>
                  <a:cubicBezTo>
                    <a:pt x="4178" y="302"/>
                    <a:pt x="3739" y="1"/>
                    <a:pt x="3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4"/>
            <p:cNvSpPr/>
            <p:nvPr/>
          </p:nvSpPr>
          <p:spPr>
            <a:xfrm>
              <a:off x="6329722" y="2932648"/>
              <a:ext cx="38533" cy="170765"/>
            </a:xfrm>
            <a:custGeom>
              <a:avLst/>
              <a:gdLst/>
              <a:ahLst/>
              <a:cxnLst/>
              <a:rect l="l" t="t" r="r" b="b"/>
              <a:pathLst>
                <a:path w="1471" h="6519" extrusionOk="0">
                  <a:moveTo>
                    <a:pt x="209" y="0"/>
                  </a:moveTo>
                  <a:cubicBezTo>
                    <a:pt x="93" y="0"/>
                    <a:pt x="0" y="93"/>
                    <a:pt x="0" y="209"/>
                  </a:cubicBezTo>
                  <a:lnTo>
                    <a:pt x="0" y="5679"/>
                  </a:lnTo>
                  <a:cubicBezTo>
                    <a:pt x="0" y="6141"/>
                    <a:pt x="377" y="6518"/>
                    <a:pt x="840" y="6518"/>
                  </a:cubicBezTo>
                  <a:lnTo>
                    <a:pt x="1470" y="6518"/>
                  </a:lnTo>
                  <a:cubicBezTo>
                    <a:pt x="1008" y="6518"/>
                    <a:pt x="631" y="6141"/>
                    <a:pt x="631" y="5679"/>
                  </a:cubicBezTo>
                  <a:lnTo>
                    <a:pt x="631" y="209"/>
                  </a:lnTo>
                  <a:cubicBezTo>
                    <a:pt x="631" y="93"/>
                    <a:pt x="723" y="0"/>
                    <a:pt x="840" y="0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4"/>
            <p:cNvSpPr/>
            <p:nvPr/>
          </p:nvSpPr>
          <p:spPr>
            <a:xfrm>
              <a:off x="6381876" y="2844528"/>
              <a:ext cx="38795" cy="88146"/>
            </a:xfrm>
            <a:custGeom>
              <a:avLst/>
              <a:gdLst/>
              <a:ahLst/>
              <a:cxnLst/>
              <a:rect l="l" t="t" r="r" b="b"/>
              <a:pathLst>
                <a:path w="1481" h="3365" extrusionOk="0">
                  <a:moveTo>
                    <a:pt x="1269" y="0"/>
                  </a:moveTo>
                  <a:cubicBezTo>
                    <a:pt x="827" y="0"/>
                    <a:pt x="415" y="253"/>
                    <a:pt x="223" y="667"/>
                  </a:cubicBezTo>
                  <a:cubicBezTo>
                    <a:pt x="0" y="1144"/>
                    <a:pt x="127" y="1713"/>
                    <a:pt x="535" y="2048"/>
                  </a:cubicBezTo>
                  <a:cubicBezTo>
                    <a:pt x="672" y="2165"/>
                    <a:pt x="747" y="2340"/>
                    <a:pt x="744" y="2525"/>
                  </a:cubicBezTo>
                  <a:lnTo>
                    <a:pt x="744" y="2943"/>
                  </a:lnTo>
                  <a:cubicBezTo>
                    <a:pt x="744" y="3176"/>
                    <a:pt x="555" y="3364"/>
                    <a:pt x="322" y="3364"/>
                  </a:cubicBezTo>
                  <a:lnTo>
                    <a:pt x="744" y="3364"/>
                  </a:lnTo>
                  <a:cubicBezTo>
                    <a:pt x="977" y="3364"/>
                    <a:pt x="1165" y="3176"/>
                    <a:pt x="1165" y="2943"/>
                  </a:cubicBezTo>
                  <a:lnTo>
                    <a:pt x="1165" y="2525"/>
                  </a:lnTo>
                  <a:cubicBezTo>
                    <a:pt x="1169" y="2340"/>
                    <a:pt x="1090" y="2165"/>
                    <a:pt x="953" y="2048"/>
                  </a:cubicBezTo>
                  <a:cubicBezTo>
                    <a:pt x="199" y="1421"/>
                    <a:pt x="514" y="198"/>
                    <a:pt x="1481" y="20"/>
                  </a:cubicBezTo>
                  <a:cubicBezTo>
                    <a:pt x="1410" y="7"/>
                    <a:pt x="1339" y="0"/>
                    <a:pt x="1269" y="0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4"/>
            <p:cNvSpPr/>
            <p:nvPr/>
          </p:nvSpPr>
          <p:spPr>
            <a:xfrm>
              <a:off x="6329722" y="2761830"/>
              <a:ext cx="38611" cy="170844"/>
            </a:xfrm>
            <a:custGeom>
              <a:avLst/>
              <a:gdLst/>
              <a:ahLst/>
              <a:cxnLst/>
              <a:rect l="l" t="t" r="r" b="b"/>
              <a:pathLst>
                <a:path w="1474" h="6522" extrusionOk="0">
                  <a:moveTo>
                    <a:pt x="840" y="0"/>
                  </a:moveTo>
                  <a:cubicBezTo>
                    <a:pt x="377" y="0"/>
                    <a:pt x="0" y="377"/>
                    <a:pt x="0" y="843"/>
                  </a:cubicBezTo>
                  <a:lnTo>
                    <a:pt x="0" y="6309"/>
                  </a:lnTo>
                  <a:cubicBezTo>
                    <a:pt x="0" y="6425"/>
                    <a:pt x="93" y="6521"/>
                    <a:pt x="209" y="6521"/>
                  </a:cubicBezTo>
                  <a:lnTo>
                    <a:pt x="840" y="6521"/>
                  </a:lnTo>
                  <a:cubicBezTo>
                    <a:pt x="723" y="6521"/>
                    <a:pt x="631" y="6425"/>
                    <a:pt x="631" y="6309"/>
                  </a:cubicBezTo>
                  <a:lnTo>
                    <a:pt x="631" y="843"/>
                  </a:lnTo>
                  <a:cubicBezTo>
                    <a:pt x="631" y="377"/>
                    <a:pt x="1008" y="0"/>
                    <a:pt x="1474" y="0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4"/>
            <p:cNvSpPr/>
            <p:nvPr/>
          </p:nvSpPr>
          <p:spPr>
            <a:xfrm>
              <a:off x="6563827" y="2816683"/>
              <a:ext cx="39974" cy="60799"/>
            </a:xfrm>
            <a:custGeom>
              <a:avLst/>
              <a:gdLst/>
              <a:ahLst/>
              <a:cxnLst/>
              <a:rect l="l" t="t" r="r" b="b"/>
              <a:pathLst>
                <a:path w="1526" h="2321" extrusionOk="0">
                  <a:moveTo>
                    <a:pt x="263" y="1"/>
                  </a:moveTo>
                  <a:cubicBezTo>
                    <a:pt x="176" y="1"/>
                    <a:pt x="88" y="11"/>
                    <a:pt x="0" y="31"/>
                  </a:cubicBezTo>
                  <a:cubicBezTo>
                    <a:pt x="545" y="134"/>
                    <a:pt x="939" y="610"/>
                    <a:pt x="943" y="1162"/>
                  </a:cubicBezTo>
                  <a:cubicBezTo>
                    <a:pt x="946" y="1717"/>
                    <a:pt x="556" y="2193"/>
                    <a:pt x="14" y="2303"/>
                  </a:cubicBezTo>
                  <a:lnTo>
                    <a:pt x="7" y="2303"/>
                  </a:lnTo>
                  <a:cubicBezTo>
                    <a:pt x="78" y="2315"/>
                    <a:pt x="149" y="2321"/>
                    <a:pt x="220" y="2321"/>
                  </a:cubicBezTo>
                  <a:cubicBezTo>
                    <a:pt x="292" y="2321"/>
                    <a:pt x="364" y="2315"/>
                    <a:pt x="436" y="2303"/>
                  </a:cubicBezTo>
                  <a:cubicBezTo>
                    <a:pt x="1083" y="2207"/>
                    <a:pt x="1525" y="1587"/>
                    <a:pt x="1402" y="942"/>
                  </a:cubicBezTo>
                  <a:cubicBezTo>
                    <a:pt x="1296" y="384"/>
                    <a:pt x="807" y="1"/>
                    <a:pt x="263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4"/>
            <p:cNvSpPr/>
            <p:nvPr/>
          </p:nvSpPr>
          <p:spPr>
            <a:xfrm>
              <a:off x="6500540" y="2761830"/>
              <a:ext cx="22030" cy="71643"/>
            </a:xfrm>
            <a:custGeom>
              <a:avLst/>
              <a:gdLst/>
              <a:ahLst/>
              <a:cxnLst/>
              <a:rect l="l" t="t" r="r" b="b"/>
              <a:pathLst>
                <a:path w="841" h="2735" extrusionOk="0">
                  <a:moveTo>
                    <a:pt x="210" y="0"/>
                  </a:moveTo>
                  <a:cubicBezTo>
                    <a:pt x="93" y="0"/>
                    <a:pt x="1" y="96"/>
                    <a:pt x="1" y="213"/>
                  </a:cubicBezTo>
                  <a:lnTo>
                    <a:pt x="1" y="2313"/>
                  </a:lnTo>
                  <a:cubicBezTo>
                    <a:pt x="1" y="2546"/>
                    <a:pt x="186" y="2735"/>
                    <a:pt x="419" y="2735"/>
                  </a:cubicBezTo>
                  <a:lnTo>
                    <a:pt x="840" y="2735"/>
                  </a:lnTo>
                  <a:cubicBezTo>
                    <a:pt x="607" y="2735"/>
                    <a:pt x="419" y="2546"/>
                    <a:pt x="419" y="2313"/>
                  </a:cubicBezTo>
                  <a:lnTo>
                    <a:pt x="419" y="213"/>
                  </a:lnTo>
                  <a:cubicBezTo>
                    <a:pt x="419" y="96"/>
                    <a:pt x="515" y="0"/>
                    <a:pt x="631" y="0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4"/>
            <p:cNvSpPr/>
            <p:nvPr/>
          </p:nvSpPr>
          <p:spPr>
            <a:xfrm>
              <a:off x="6500540" y="2861004"/>
              <a:ext cx="22030" cy="71565"/>
            </a:xfrm>
            <a:custGeom>
              <a:avLst/>
              <a:gdLst/>
              <a:ahLst/>
              <a:cxnLst/>
              <a:rect l="l" t="t" r="r" b="b"/>
              <a:pathLst>
                <a:path w="841" h="2732" extrusionOk="0">
                  <a:moveTo>
                    <a:pt x="419" y="1"/>
                  </a:moveTo>
                  <a:cubicBezTo>
                    <a:pt x="186" y="1"/>
                    <a:pt x="1" y="189"/>
                    <a:pt x="1" y="419"/>
                  </a:cubicBezTo>
                  <a:lnTo>
                    <a:pt x="1" y="2732"/>
                  </a:lnTo>
                  <a:lnTo>
                    <a:pt x="419" y="2732"/>
                  </a:lnTo>
                  <a:lnTo>
                    <a:pt x="419" y="419"/>
                  </a:lnTo>
                  <a:cubicBezTo>
                    <a:pt x="419" y="189"/>
                    <a:pt x="607" y="1"/>
                    <a:pt x="840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4"/>
            <p:cNvSpPr/>
            <p:nvPr/>
          </p:nvSpPr>
          <p:spPr>
            <a:xfrm>
              <a:off x="6547219" y="2932648"/>
              <a:ext cx="44191" cy="88120"/>
            </a:xfrm>
            <a:custGeom>
              <a:avLst/>
              <a:gdLst/>
              <a:ahLst/>
              <a:cxnLst/>
              <a:rect l="l" t="t" r="r" b="b"/>
              <a:pathLst>
                <a:path w="1687" h="3364" extrusionOk="0">
                  <a:moveTo>
                    <a:pt x="532" y="0"/>
                  </a:moveTo>
                  <a:cubicBezTo>
                    <a:pt x="761" y="0"/>
                    <a:pt x="950" y="189"/>
                    <a:pt x="950" y="422"/>
                  </a:cubicBezTo>
                  <a:lnTo>
                    <a:pt x="950" y="850"/>
                  </a:lnTo>
                  <a:cubicBezTo>
                    <a:pt x="950" y="1032"/>
                    <a:pt x="871" y="1207"/>
                    <a:pt x="730" y="1327"/>
                  </a:cubicBezTo>
                  <a:cubicBezTo>
                    <a:pt x="0" y="1943"/>
                    <a:pt x="292" y="3132"/>
                    <a:pt x="1227" y="3338"/>
                  </a:cubicBezTo>
                  <a:cubicBezTo>
                    <a:pt x="1309" y="3355"/>
                    <a:pt x="1392" y="3363"/>
                    <a:pt x="1476" y="3363"/>
                  </a:cubicBezTo>
                  <a:cubicBezTo>
                    <a:pt x="1546" y="3363"/>
                    <a:pt x="1616" y="3357"/>
                    <a:pt x="1686" y="3345"/>
                  </a:cubicBezTo>
                  <a:cubicBezTo>
                    <a:pt x="1673" y="3341"/>
                    <a:pt x="1659" y="3341"/>
                    <a:pt x="1649" y="3338"/>
                  </a:cubicBezTo>
                  <a:cubicBezTo>
                    <a:pt x="713" y="3132"/>
                    <a:pt x="422" y="1943"/>
                    <a:pt x="1152" y="1327"/>
                  </a:cubicBezTo>
                  <a:cubicBezTo>
                    <a:pt x="1292" y="1207"/>
                    <a:pt x="1371" y="1032"/>
                    <a:pt x="1371" y="850"/>
                  </a:cubicBezTo>
                  <a:lnTo>
                    <a:pt x="1371" y="422"/>
                  </a:lnTo>
                  <a:cubicBezTo>
                    <a:pt x="1371" y="189"/>
                    <a:pt x="1183" y="0"/>
                    <a:pt x="950" y="0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4"/>
            <p:cNvSpPr/>
            <p:nvPr/>
          </p:nvSpPr>
          <p:spPr>
            <a:xfrm>
              <a:off x="6489512" y="2932648"/>
              <a:ext cx="22004" cy="71565"/>
            </a:xfrm>
            <a:custGeom>
              <a:avLst/>
              <a:gdLst/>
              <a:ahLst/>
              <a:cxnLst/>
              <a:rect l="l" t="t" r="r" b="b"/>
              <a:pathLst>
                <a:path w="840" h="2732" extrusionOk="0">
                  <a:moveTo>
                    <a:pt x="422" y="0"/>
                  </a:moveTo>
                  <a:lnTo>
                    <a:pt x="422" y="2313"/>
                  </a:lnTo>
                  <a:cubicBezTo>
                    <a:pt x="422" y="2546"/>
                    <a:pt x="233" y="2732"/>
                    <a:pt x="0" y="2732"/>
                  </a:cubicBezTo>
                  <a:lnTo>
                    <a:pt x="422" y="2732"/>
                  </a:lnTo>
                  <a:cubicBezTo>
                    <a:pt x="424" y="2732"/>
                    <a:pt x="426" y="2732"/>
                    <a:pt x="428" y="2732"/>
                  </a:cubicBezTo>
                  <a:cubicBezTo>
                    <a:pt x="655" y="2732"/>
                    <a:pt x="840" y="2544"/>
                    <a:pt x="840" y="2313"/>
                  </a:cubicBezTo>
                  <a:lnTo>
                    <a:pt x="840" y="0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4"/>
            <p:cNvSpPr/>
            <p:nvPr/>
          </p:nvSpPr>
          <p:spPr>
            <a:xfrm>
              <a:off x="6408255" y="2987736"/>
              <a:ext cx="39895" cy="60825"/>
            </a:xfrm>
            <a:custGeom>
              <a:avLst/>
              <a:gdLst/>
              <a:ahLst/>
              <a:cxnLst/>
              <a:rect l="l" t="t" r="r" b="b"/>
              <a:pathLst>
                <a:path w="1523" h="2322" extrusionOk="0">
                  <a:moveTo>
                    <a:pt x="1303" y="1"/>
                  </a:moveTo>
                  <a:cubicBezTo>
                    <a:pt x="1232" y="1"/>
                    <a:pt x="1161" y="7"/>
                    <a:pt x="1091" y="19"/>
                  </a:cubicBezTo>
                  <a:cubicBezTo>
                    <a:pt x="439" y="114"/>
                    <a:pt x="1" y="735"/>
                    <a:pt x="124" y="1379"/>
                  </a:cubicBezTo>
                  <a:cubicBezTo>
                    <a:pt x="230" y="1937"/>
                    <a:pt x="715" y="2321"/>
                    <a:pt x="1257" y="2321"/>
                  </a:cubicBezTo>
                  <a:cubicBezTo>
                    <a:pt x="1344" y="2321"/>
                    <a:pt x="1433" y="2311"/>
                    <a:pt x="1522" y="2290"/>
                  </a:cubicBezTo>
                  <a:cubicBezTo>
                    <a:pt x="882" y="2171"/>
                    <a:pt x="463" y="1543"/>
                    <a:pt x="604" y="906"/>
                  </a:cubicBezTo>
                  <a:cubicBezTo>
                    <a:pt x="703" y="457"/>
                    <a:pt x="1060" y="108"/>
                    <a:pt x="1512" y="19"/>
                  </a:cubicBezTo>
                  <a:lnTo>
                    <a:pt x="1515" y="19"/>
                  </a:lnTo>
                  <a:cubicBezTo>
                    <a:pt x="1445" y="7"/>
                    <a:pt x="1374" y="1"/>
                    <a:pt x="1303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4"/>
            <p:cNvSpPr/>
            <p:nvPr/>
          </p:nvSpPr>
          <p:spPr>
            <a:xfrm>
              <a:off x="6489512" y="3031743"/>
              <a:ext cx="27479" cy="71670"/>
            </a:xfrm>
            <a:custGeom>
              <a:avLst/>
              <a:gdLst/>
              <a:ahLst/>
              <a:cxnLst/>
              <a:rect l="l" t="t" r="r" b="b"/>
              <a:pathLst>
                <a:path w="1049" h="2736" extrusionOk="0">
                  <a:moveTo>
                    <a:pt x="0" y="1"/>
                  </a:moveTo>
                  <a:cubicBezTo>
                    <a:pt x="233" y="4"/>
                    <a:pt x="422" y="189"/>
                    <a:pt x="422" y="422"/>
                  </a:cubicBezTo>
                  <a:lnTo>
                    <a:pt x="422" y="2526"/>
                  </a:lnTo>
                  <a:cubicBezTo>
                    <a:pt x="422" y="2643"/>
                    <a:pt x="514" y="2735"/>
                    <a:pt x="631" y="2735"/>
                  </a:cubicBezTo>
                  <a:lnTo>
                    <a:pt x="1049" y="2735"/>
                  </a:lnTo>
                  <a:cubicBezTo>
                    <a:pt x="932" y="2735"/>
                    <a:pt x="840" y="2643"/>
                    <a:pt x="840" y="2526"/>
                  </a:cubicBezTo>
                  <a:lnTo>
                    <a:pt x="840" y="422"/>
                  </a:lnTo>
                  <a:cubicBezTo>
                    <a:pt x="840" y="189"/>
                    <a:pt x="651" y="1"/>
                    <a:pt x="422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4"/>
            <p:cNvSpPr/>
            <p:nvPr/>
          </p:nvSpPr>
          <p:spPr>
            <a:xfrm>
              <a:off x="6324614" y="2756696"/>
              <a:ext cx="351799" cy="351904"/>
            </a:xfrm>
            <a:custGeom>
              <a:avLst/>
              <a:gdLst/>
              <a:ahLst/>
              <a:cxnLst/>
              <a:rect l="l" t="t" r="r" b="b"/>
              <a:pathLst>
                <a:path w="13430" h="13434" extrusionOk="0">
                  <a:moveTo>
                    <a:pt x="3460" y="3546"/>
                  </a:moveTo>
                  <a:cubicBezTo>
                    <a:pt x="3528" y="3546"/>
                    <a:pt x="3596" y="3554"/>
                    <a:pt x="3663" y="3568"/>
                  </a:cubicBezTo>
                  <a:cubicBezTo>
                    <a:pt x="4438" y="3739"/>
                    <a:pt x="4681" y="4726"/>
                    <a:pt x="4071" y="5240"/>
                  </a:cubicBezTo>
                  <a:cubicBezTo>
                    <a:pt x="3889" y="5395"/>
                    <a:pt x="3783" y="5624"/>
                    <a:pt x="3783" y="5864"/>
                  </a:cubicBezTo>
                  <a:lnTo>
                    <a:pt x="3783" y="6292"/>
                  </a:lnTo>
                  <a:cubicBezTo>
                    <a:pt x="3783" y="6635"/>
                    <a:pt x="4061" y="6909"/>
                    <a:pt x="4400" y="6913"/>
                  </a:cubicBezTo>
                  <a:lnTo>
                    <a:pt x="6518" y="6913"/>
                  </a:lnTo>
                  <a:lnTo>
                    <a:pt x="6518" y="9030"/>
                  </a:lnTo>
                  <a:cubicBezTo>
                    <a:pt x="6518" y="9154"/>
                    <a:pt x="6418" y="9253"/>
                    <a:pt x="6295" y="9253"/>
                  </a:cubicBezTo>
                  <a:lnTo>
                    <a:pt x="5867" y="9253"/>
                  </a:lnTo>
                  <a:cubicBezTo>
                    <a:pt x="5740" y="9253"/>
                    <a:pt x="5623" y="9198"/>
                    <a:pt x="5541" y="9106"/>
                  </a:cubicBezTo>
                  <a:cubicBezTo>
                    <a:pt x="5263" y="8775"/>
                    <a:pt x="4886" y="8623"/>
                    <a:pt x="4514" y="8623"/>
                  </a:cubicBezTo>
                  <a:cubicBezTo>
                    <a:pt x="3919" y="8623"/>
                    <a:pt x="3335" y="9013"/>
                    <a:pt x="3187" y="9688"/>
                  </a:cubicBezTo>
                  <a:cubicBezTo>
                    <a:pt x="3053" y="10298"/>
                    <a:pt x="3355" y="10919"/>
                    <a:pt x="3917" y="11193"/>
                  </a:cubicBezTo>
                  <a:cubicBezTo>
                    <a:pt x="4106" y="11285"/>
                    <a:pt x="4308" y="11330"/>
                    <a:pt x="4508" y="11330"/>
                  </a:cubicBezTo>
                  <a:cubicBezTo>
                    <a:pt x="4902" y="11330"/>
                    <a:pt x="5289" y="11157"/>
                    <a:pt x="5555" y="10836"/>
                  </a:cubicBezTo>
                  <a:cubicBezTo>
                    <a:pt x="5631" y="10747"/>
                    <a:pt x="5746" y="10699"/>
                    <a:pt x="5865" y="10699"/>
                  </a:cubicBezTo>
                  <a:cubicBezTo>
                    <a:pt x="5869" y="10699"/>
                    <a:pt x="5873" y="10699"/>
                    <a:pt x="5877" y="10699"/>
                  </a:cubicBezTo>
                  <a:lnTo>
                    <a:pt x="6298" y="10699"/>
                  </a:lnTo>
                  <a:cubicBezTo>
                    <a:pt x="6422" y="10699"/>
                    <a:pt x="6521" y="10799"/>
                    <a:pt x="6521" y="10922"/>
                  </a:cubicBezTo>
                  <a:lnTo>
                    <a:pt x="6521" y="13040"/>
                  </a:lnTo>
                  <a:lnTo>
                    <a:pt x="1038" y="13040"/>
                  </a:lnTo>
                  <a:cubicBezTo>
                    <a:pt x="682" y="13040"/>
                    <a:pt x="394" y="12752"/>
                    <a:pt x="391" y="12396"/>
                  </a:cubicBezTo>
                  <a:lnTo>
                    <a:pt x="391" y="6913"/>
                  </a:lnTo>
                  <a:lnTo>
                    <a:pt x="2508" y="6913"/>
                  </a:lnTo>
                  <a:cubicBezTo>
                    <a:pt x="2848" y="6913"/>
                    <a:pt x="3125" y="6635"/>
                    <a:pt x="3125" y="6296"/>
                  </a:cubicBezTo>
                  <a:lnTo>
                    <a:pt x="3125" y="5874"/>
                  </a:lnTo>
                  <a:cubicBezTo>
                    <a:pt x="3132" y="5634"/>
                    <a:pt x="3026" y="5401"/>
                    <a:pt x="2844" y="5247"/>
                  </a:cubicBezTo>
                  <a:cubicBezTo>
                    <a:pt x="2375" y="4860"/>
                    <a:pt x="2378" y="4144"/>
                    <a:pt x="2851" y="3760"/>
                  </a:cubicBezTo>
                  <a:cubicBezTo>
                    <a:pt x="3024" y="3621"/>
                    <a:pt x="3241" y="3546"/>
                    <a:pt x="3460" y="3546"/>
                  </a:cubicBezTo>
                  <a:close/>
                  <a:moveTo>
                    <a:pt x="12395" y="391"/>
                  </a:moveTo>
                  <a:cubicBezTo>
                    <a:pt x="12748" y="395"/>
                    <a:pt x="13036" y="679"/>
                    <a:pt x="13036" y="1036"/>
                  </a:cubicBezTo>
                  <a:lnTo>
                    <a:pt x="13036" y="6519"/>
                  </a:lnTo>
                  <a:lnTo>
                    <a:pt x="12813" y="6519"/>
                  </a:lnTo>
                  <a:cubicBezTo>
                    <a:pt x="12549" y="6519"/>
                    <a:pt x="12549" y="6913"/>
                    <a:pt x="12813" y="6913"/>
                  </a:cubicBezTo>
                  <a:lnTo>
                    <a:pt x="13036" y="6913"/>
                  </a:lnTo>
                  <a:lnTo>
                    <a:pt x="13036" y="12396"/>
                  </a:lnTo>
                  <a:cubicBezTo>
                    <a:pt x="13036" y="12749"/>
                    <a:pt x="12748" y="13040"/>
                    <a:pt x="12395" y="13040"/>
                  </a:cubicBezTo>
                  <a:lnTo>
                    <a:pt x="12395" y="13036"/>
                  </a:lnTo>
                  <a:lnTo>
                    <a:pt x="6912" y="13036"/>
                  </a:lnTo>
                  <a:lnTo>
                    <a:pt x="6912" y="10922"/>
                  </a:lnTo>
                  <a:cubicBezTo>
                    <a:pt x="6912" y="10583"/>
                    <a:pt x="6634" y="10305"/>
                    <a:pt x="6295" y="10305"/>
                  </a:cubicBezTo>
                  <a:lnTo>
                    <a:pt x="5874" y="10305"/>
                  </a:lnTo>
                  <a:cubicBezTo>
                    <a:pt x="5870" y="10305"/>
                    <a:pt x="5866" y="10305"/>
                    <a:pt x="5862" y="10305"/>
                  </a:cubicBezTo>
                  <a:cubicBezTo>
                    <a:pt x="5623" y="10305"/>
                    <a:pt x="5398" y="10408"/>
                    <a:pt x="5246" y="10586"/>
                  </a:cubicBezTo>
                  <a:cubicBezTo>
                    <a:pt x="5054" y="10820"/>
                    <a:pt x="4779" y="10937"/>
                    <a:pt x="4505" y="10937"/>
                  </a:cubicBezTo>
                  <a:cubicBezTo>
                    <a:pt x="4228" y="10937"/>
                    <a:pt x="3952" y="10818"/>
                    <a:pt x="3759" y="10583"/>
                  </a:cubicBezTo>
                  <a:cubicBezTo>
                    <a:pt x="3574" y="10353"/>
                    <a:pt x="3506" y="10055"/>
                    <a:pt x="3567" y="9767"/>
                  </a:cubicBezTo>
                  <a:cubicBezTo>
                    <a:pt x="3673" y="9291"/>
                    <a:pt x="4086" y="9016"/>
                    <a:pt x="4507" y="9016"/>
                  </a:cubicBezTo>
                  <a:cubicBezTo>
                    <a:pt x="4772" y="9016"/>
                    <a:pt x="5039" y="9124"/>
                    <a:pt x="5236" y="9359"/>
                  </a:cubicBezTo>
                  <a:cubicBezTo>
                    <a:pt x="5394" y="9541"/>
                    <a:pt x="5623" y="9647"/>
                    <a:pt x="5863" y="9647"/>
                  </a:cubicBezTo>
                  <a:lnTo>
                    <a:pt x="6292" y="9647"/>
                  </a:lnTo>
                  <a:cubicBezTo>
                    <a:pt x="6631" y="9647"/>
                    <a:pt x="6908" y="9370"/>
                    <a:pt x="6908" y="9030"/>
                  </a:cubicBezTo>
                  <a:lnTo>
                    <a:pt x="6908" y="6913"/>
                  </a:lnTo>
                  <a:lnTo>
                    <a:pt x="9026" y="6913"/>
                  </a:lnTo>
                  <a:cubicBezTo>
                    <a:pt x="9150" y="6913"/>
                    <a:pt x="9249" y="7012"/>
                    <a:pt x="9249" y="7139"/>
                  </a:cubicBezTo>
                  <a:lnTo>
                    <a:pt x="9249" y="7567"/>
                  </a:lnTo>
                  <a:cubicBezTo>
                    <a:pt x="9249" y="7691"/>
                    <a:pt x="9194" y="7810"/>
                    <a:pt x="9098" y="7893"/>
                  </a:cubicBezTo>
                  <a:cubicBezTo>
                    <a:pt x="8241" y="8616"/>
                    <a:pt x="8588" y="10007"/>
                    <a:pt x="9681" y="10247"/>
                  </a:cubicBezTo>
                  <a:cubicBezTo>
                    <a:pt x="9777" y="10268"/>
                    <a:pt x="9873" y="10278"/>
                    <a:pt x="9969" y="10278"/>
                  </a:cubicBezTo>
                  <a:cubicBezTo>
                    <a:pt x="9971" y="10278"/>
                    <a:pt x="9974" y="10278"/>
                    <a:pt x="9977" y="10278"/>
                  </a:cubicBezTo>
                  <a:cubicBezTo>
                    <a:pt x="10546" y="10278"/>
                    <a:pt x="11056" y="9919"/>
                    <a:pt x="11247" y="9383"/>
                  </a:cubicBezTo>
                  <a:cubicBezTo>
                    <a:pt x="11442" y="8845"/>
                    <a:pt x="11274" y="8242"/>
                    <a:pt x="10832" y="7879"/>
                  </a:cubicBezTo>
                  <a:cubicBezTo>
                    <a:pt x="10740" y="7797"/>
                    <a:pt x="10688" y="7677"/>
                    <a:pt x="10695" y="7553"/>
                  </a:cubicBezTo>
                  <a:lnTo>
                    <a:pt x="10695" y="7135"/>
                  </a:lnTo>
                  <a:cubicBezTo>
                    <a:pt x="10695" y="7012"/>
                    <a:pt x="10794" y="6913"/>
                    <a:pt x="10918" y="6913"/>
                  </a:cubicBezTo>
                  <a:lnTo>
                    <a:pt x="11970" y="6913"/>
                  </a:lnTo>
                  <a:cubicBezTo>
                    <a:pt x="12079" y="6913"/>
                    <a:pt x="12165" y="6824"/>
                    <a:pt x="12165" y="6714"/>
                  </a:cubicBezTo>
                  <a:cubicBezTo>
                    <a:pt x="12165" y="6604"/>
                    <a:pt x="12079" y="6519"/>
                    <a:pt x="11970" y="6519"/>
                  </a:cubicBezTo>
                  <a:lnTo>
                    <a:pt x="10918" y="6519"/>
                  </a:lnTo>
                  <a:cubicBezTo>
                    <a:pt x="10579" y="6519"/>
                    <a:pt x="10301" y="6793"/>
                    <a:pt x="10301" y="7135"/>
                  </a:cubicBezTo>
                  <a:lnTo>
                    <a:pt x="10301" y="7553"/>
                  </a:lnTo>
                  <a:cubicBezTo>
                    <a:pt x="10294" y="7793"/>
                    <a:pt x="10397" y="8026"/>
                    <a:pt x="10582" y="8181"/>
                  </a:cubicBezTo>
                  <a:cubicBezTo>
                    <a:pt x="11051" y="8568"/>
                    <a:pt x="11048" y="9284"/>
                    <a:pt x="10575" y="9668"/>
                  </a:cubicBezTo>
                  <a:cubicBezTo>
                    <a:pt x="10403" y="9808"/>
                    <a:pt x="10188" y="9882"/>
                    <a:pt x="9969" y="9882"/>
                  </a:cubicBezTo>
                  <a:cubicBezTo>
                    <a:pt x="9900" y="9882"/>
                    <a:pt x="9831" y="9875"/>
                    <a:pt x="9763" y="9860"/>
                  </a:cubicBezTo>
                  <a:cubicBezTo>
                    <a:pt x="8989" y="9688"/>
                    <a:pt x="8745" y="8701"/>
                    <a:pt x="9355" y="8191"/>
                  </a:cubicBezTo>
                  <a:cubicBezTo>
                    <a:pt x="9537" y="8033"/>
                    <a:pt x="9643" y="7804"/>
                    <a:pt x="9643" y="7564"/>
                  </a:cubicBezTo>
                  <a:lnTo>
                    <a:pt x="9643" y="7135"/>
                  </a:lnTo>
                  <a:cubicBezTo>
                    <a:pt x="9643" y="6793"/>
                    <a:pt x="9365" y="6519"/>
                    <a:pt x="9026" y="6519"/>
                  </a:cubicBezTo>
                  <a:lnTo>
                    <a:pt x="6908" y="6519"/>
                  </a:lnTo>
                  <a:lnTo>
                    <a:pt x="6908" y="4404"/>
                  </a:lnTo>
                  <a:cubicBezTo>
                    <a:pt x="6908" y="4277"/>
                    <a:pt x="7008" y="4178"/>
                    <a:pt x="7131" y="4178"/>
                  </a:cubicBezTo>
                  <a:lnTo>
                    <a:pt x="7560" y="4178"/>
                  </a:lnTo>
                  <a:cubicBezTo>
                    <a:pt x="7686" y="4178"/>
                    <a:pt x="7806" y="4233"/>
                    <a:pt x="7889" y="4329"/>
                  </a:cubicBezTo>
                  <a:cubicBezTo>
                    <a:pt x="8167" y="4658"/>
                    <a:pt x="8544" y="4810"/>
                    <a:pt x="8916" y="4810"/>
                  </a:cubicBezTo>
                  <a:cubicBezTo>
                    <a:pt x="9511" y="4810"/>
                    <a:pt x="10095" y="4421"/>
                    <a:pt x="10243" y="3746"/>
                  </a:cubicBezTo>
                  <a:cubicBezTo>
                    <a:pt x="10376" y="3136"/>
                    <a:pt x="10075" y="2513"/>
                    <a:pt x="9513" y="2239"/>
                  </a:cubicBezTo>
                  <a:cubicBezTo>
                    <a:pt x="9324" y="2148"/>
                    <a:pt x="9123" y="2104"/>
                    <a:pt x="8923" y="2104"/>
                  </a:cubicBezTo>
                  <a:cubicBezTo>
                    <a:pt x="8527" y="2104"/>
                    <a:pt x="8139" y="2276"/>
                    <a:pt x="7875" y="2595"/>
                  </a:cubicBezTo>
                  <a:cubicBezTo>
                    <a:pt x="7795" y="2685"/>
                    <a:pt x="7683" y="2736"/>
                    <a:pt x="7564" y="2736"/>
                  </a:cubicBezTo>
                  <a:cubicBezTo>
                    <a:pt x="7560" y="2736"/>
                    <a:pt x="7557" y="2736"/>
                    <a:pt x="7553" y="2735"/>
                  </a:cubicBezTo>
                  <a:lnTo>
                    <a:pt x="7131" y="2735"/>
                  </a:lnTo>
                  <a:cubicBezTo>
                    <a:pt x="7008" y="2732"/>
                    <a:pt x="6908" y="2633"/>
                    <a:pt x="6908" y="2509"/>
                  </a:cubicBezTo>
                  <a:lnTo>
                    <a:pt x="6908" y="1457"/>
                  </a:lnTo>
                  <a:cubicBezTo>
                    <a:pt x="6908" y="1327"/>
                    <a:pt x="6810" y="1262"/>
                    <a:pt x="6711" y="1262"/>
                  </a:cubicBezTo>
                  <a:cubicBezTo>
                    <a:pt x="6613" y="1262"/>
                    <a:pt x="6514" y="1327"/>
                    <a:pt x="6514" y="1457"/>
                  </a:cubicBezTo>
                  <a:lnTo>
                    <a:pt x="6514" y="2509"/>
                  </a:lnTo>
                  <a:cubicBezTo>
                    <a:pt x="6514" y="2852"/>
                    <a:pt x="6792" y="3126"/>
                    <a:pt x="7131" y="3126"/>
                  </a:cubicBezTo>
                  <a:lnTo>
                    <a:pt x="7560" y="3126"/>
                  </a:lnTo>
                  <a:cubicBezTo>
                    <a:pt x="7567" y="3126"/>
                    <a:pt x="7575" y="3126"/>
                    <a:pt x="7582" y="3126"/>
                  </a:cubicBezTo>
                  <a:cubicBezTo>
                    <a:pt x="7814" y="3126"/>
                    <a:pt x="8034" y="3024"/>
                    <a:pt x="8187" y="2845"/>
                  </a:cubicBezTo>
                  <a:cubicBezTo>
                    <a:pt x="8378" y="2613"/>
                    <a:pt x="8652" y="2496"/>
                    <a:pt x="8927" y="2496"/>
                  </a:cubicBezTo>
                  <a:cubicBezTo>
                    <a:pt x="9203" y="2496"/>
                    <a:pt x="9480" y="2615"/>
                    <a:pt x="9670" y="2852"/>
                  </a:cubicBezTo>
                  <a:cubicBezTo>
                    <a:pt x="9856" y="3078"/>
                    <a:pt x="9924" y="3380"/>
                    <a:pt x="9862" y="3664"/>
                  </a:cubicBezTo>
                  <a:cubicBezTo>
                    <a:pt x="9757" y="4142"/>
                    <a:pt x="9344" y="4417"/>
                    <a:pt x="8922" y="4417"/>
                  </a:cubicBezTo>
                  <a:cubicBezTo>
                    <a:pt x="8658" y="4417"/>
                    <a:pt x="8390" y="4309"/>
                    <a:pt x="8194" y="4075"/>
                  </a:cubicBezTo>
                  <a:cubicBezTo>
                    <a:pt x="8036" y="3890"/>
                    <a:pt x="7806" y="3784"/>
                    <a:pt x="7566" y="3784"/>
                  </a:cubicBezTo>
                  <a:lnTo>
                    <a:pt x="7138" y="3784"/>
                  </a:lnTo>
                  <a:cubicBezTo>
                    <a:pt x="6795" y="3784"/>
                    <a:pt x="6521" y="4062"/>
                    <a:pt x="6521" y="4404"/>
                  </a:cubicBezTo>
                  <a:lnTo>
                    <a:pt x="6521" y="6519"/>
                  </a:lnTo>
                  <a:lnTo>
                    <a:pt x="4400" y="6519"/>
                  </a:lnTo>
                  <a:cubicBezTo>
                    <a:pt x="4277" y="6519"/>
                    <a:pt x="4177" y="6419"/>
                    <a:pt x="4177" y="6296"/>
                  </a:cubicBezTo>
                  <a:lnTo>
                    <a:pt x="4177" y="5868"/>
                  </a:lnTo>
                  <a:cubicBezTo>
                    <a:pt x="4177" y="5741"/>
                    <a:pt x="4232" y="5624"/>
                    <a:pt x="4325" y="5542"/>
                  </a:cubicBezTo>
                  <a:cubicBezTo>
                    <a:pt x="5188" y="4819"/>
                    <a:pt x="4846" y="3421"/>
                    <a:pt x="3746" y="3184"/>
                  </a:cubicBezTo>
                  <a:cubicBezTo>
                    <a:pt x="3647" y="3163"/>
                    <a:pt x="3549" y="3152"/>
                    <a:pt x="3453" y="3152"/>
                  </a:cubicBezTo>
                  <a:cubicBezTo>
                    <a:pt x="2727" y="3152"/>
                    <a:pt x="2104" y="3742"/>
                    <a:pt x="2104" y="4507"/>
                  </a:cubicBezTo>
                  <a:cubicBezTo>
                    <a:pt x="2101" y="4911"/>
                    <a:pt x="2282" y="5292"/>
                    <a:pt x="2598" y="5549"/>
                  </a:cubicBezTo>
                  <a:cubicBezTo>
                    <a:pt x="2687" y="5631"/>
                    <a:pt x="2738" y="5751"/>
                    <a:pt x="2735" y="5871"/>
                  </a:cubicBezTo>
                  <a:lnTo>
                    <a:pt x="2735" y="6296"/>
                  </a:lnTo>
                  <a:cubicBezTo>
                    <a:pt x="2735" y="6419"/>
                    <a:pt x="2632" y="6519"/>
                    <a:pt x="2508" y="6519"/>
                  </a:cubicBezTo>
                  <a:lnTo>
                    <a:pt x="394" y="6519"/>
                  </a:lnTo>
                  <a:lnTo>
                    <a:pt x="394" y="1036"/>
                  </a:lnTo>
                  <a:cubicBezTo>
                    <a:pt x="394" y="679"/>
                    <a:pt x="682" y="395"/>
                    <a:pt x="1035" y="391"/>
                  </a:cubicBezTo>
                  <a:lnTo>
                    <a:pt x="6518" y="391"/>
                  </a:lnTo>
                  <a:lnTo>
                    <a:pt x="6518" y="618"/>
                  </a:lnTo>
                  <a:cubicBezTo>
                    <a:pt x="6518" y="724"/>
                    <a:pt x="6607" y="813"/>
                    <a:pt x="6713" y="813"/>
                  </a:cubicBezTo>
                  <a:cubicBezTo>
                    <a:pt x="6823" y="813"/>
                    <a:pt x="6912" y="724"/>
                    <a:pt x="6912" y="618"/>
                  </a:cubicBezTo>
                  <a:lnTo>
                    <a:pt x="6912" y="391"/>
                  </a:lnTo>
                  <a:close/>
                  <a:moveTo>
                    <a:pt x="1035" y="1"/>
                  </a:moveTo>
                  <a:cubicBezTo>
                    <a:pt x="463" y="1"/>
                    <a:pt x="0" y="463"/>
                    <a:pt x="0" y="1039"/>
                  </a:cubicBezTo>
                  <a:lnTo>
                    <a:pt x="0" y="12396"/>
                  </a:lnTo>
                  <a:cubicBezTo>
                    <a:pt x="0" y="12968"/>
                    <a:pt x="463" y="13430"/>
                    <a:pt x="1035" y="13434"/>
                  </a:cubicBezTo>
                  <a:lnTo>
                    <a:pt x="12395" y="13434"/>
                  </a:lnTo>
                  <a:cubicBezTo>
                    <a:pt x="12967" y="13430"/>
                    <a:pt x="13430" y="12968"/>
                    <a:pt x="13430" y="12396"/>
                  </a:cubicBezTo>
                  <a:lnTo>
                    <a:pt x="13430" y="1039"/>
                  </a:lnTo>
                  <a:cubicBezTo>
                    <a:pt x="13430" y="463"/>
                    <a:pt x="12967" y="1"/>
                    <a:pt x="123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4" name="Google Shape;1234;p34"/>
          <p:cNvGrpSpPr/>
          <p:nvPr/>
        </p:nvGrpSpPr>
        <p:grpSpPr>
          <a:xfrm>
            <a:off x="6416413" y="2045068"/>
            <a:ext cx="385276" cy="385302"/>
            <a:chOff x="4655076" y="3665112"/>
            <a:chExt cx="385276" cy="385302"/>
          </a:xfrm>
        </p:grpSpPr>
        <p:sp>
          <p:nvSpPr>
            <p:cNvPr id="1235" name="Google Shape;1235;p34"/>
            <p:cNvSpPr/>
            <p:nvPr/>
          </p:nvSpPr>
          <p:spPr>
            <a:xfrm>
              <a:off x="4660734" y="3670875"/>
              <a:ext cx="373881" cy="373881"/>
            </a:xfrm>
            <a:custGeom>
              <a:avLst/>
              <a:gdLst/>
              <a:ahLst/>
              <a:cxnLst/>
              <a:rect l="l" t="t" r="r" b="b"/>
              <a:pathLst>
                <a:path w="14273" h="14273" extrusionOk="0">
                  <a:moveTo>
                    <a:pt x="2416" y="0"/>
                  </a:moveTo>
                  <a:cubicBezTo>
                    <a:pt x="1083" y="0"/>
                    <a:pt x="0" y="1080"/>
                    <a:pt x="0" y="2416"/>
                  </a:cubicBezTo>
                  <a:lnTo>
                    <a:pt x="0" y="11857"/>
                  </a:lnTo>
                  <a:cubicBezTo>
                    <a:pt x="0" y="13190"/>
                    <a:pt x="1083" y="14273"/>
                    <a:pt x="2416" y="14273"/>
                  </a:cubicBezTo>
                  <a:lnTo>
                    <a:pt x="11857" y="14273"/>
                  </a:lnTo>
                  <a:cubicBezTo>
                    <a:pt x="13193" y="14273"/>
                    <a:pt x="14273" y="13190"/>
                    <a:pt x="14273" y="11857"/>
                  </a:cubicBezTo>
                  <a:lnTo>
                    <a:pt x="14273" y="2416"/>
                  </a:lnTo>
                  <a:cubicBezTo>
                    <a:pt x="14273" y="1080"/>
                    <a:pt x="13193" y="0"/>
                    <a:pt x="118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4"/>
            <p:cNvSpPr/>
            <p:nvPr/>
          </p:nvSpPr>
          <p:spPr>
            <a:xfrm>
              <a:off x="4676792" y="3686854"/>
              <a:ext cx="341845" cy="341845"/>
            </a:xfrm>
            <a:custGeom>
              <a:avLst/>
              <a:gdLst/>
              <a:ahLst/>
              <a:cxnLst/>
              <a:rect l="l" t="t" r="r" b="b"/>
              <a:pathLst>
                <a:path w="13050" h="13050" extrusionOk="0">
                  <a:moveTo>
                    <a:pt x="1803" y="0"/>
                  </a:moveTo>
                  <a:cubicBezTo>
                    <a:pt x="809" y="4"/>
                    <a:pt x="0" y="809"/>
                    <a:pt x="0" y="1806"/>
                  </a:cubicBezTo>
                  <a:lnTo>
                    <a:pt x="0" y="11247"/>
                  </a:lnTo>
                  <a:cubicBezTo>
                    <a:pt x="0" y="12241"/>
                    <a:pt x="809" y="13049"/>
                    <a:pt x="1803" y="13049"/>
                  </a:cubicBezTo>
                  <a:lnTo>
                    <a:pt x="11244" y="13049"/>
                  </a:lnTo>
                  <a:cubicBezTo>
                    <a:pt x="12241" y="13049"/>
                    <a:pt x="13046" y="12241"/>
                    <a:pt x="13050" y="11247"/>
                  </a:cubicBezTo>
                  <a:lnTo>
                    <a:pt x="13050" y="1806"/>
                  </a:lnTo>
                  <a:cubicBezTo>
                    <a:pt x="13046" y="809"/>
                    <a:pt x="12241" y="4"/>
                    <a:pt x="112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4"/>
            <p:cNvSpPr/>
            <p:nvPr/>
          </p:nvSpPr>
          <p:spPr>
            <a:xfrm>
              <a:off x="4800930" y="3731281"/>
              <a:ext cx="93018" cy="89482"/>
            </a:xfrm>
            <a:custGeom>
              <a:avLst/>
              <a:gdLst/>
              <a:ahLst/>
              <a:cxnLst/>
              <a:rect l="l" t="t" r="r" b="b"/>
              <a:pathLst>
                <a:path w="3551" h="3416" extrusionOk="0">
                  <a:moveTo>
                    <a:pt x="1841" y="1"/>
                  </a:moveTo>
                  <a:cubicBezTo>
                    <a:pt x="1152" y="1"/>
                    <a:pt x="528" y="415"/>
                    <a:pt x="265" y="1056"/>
                  </a:cubicBezTo>
                  <a:cubicBezTo>
                    <a:pt x="1" y="1693"/>
                    <a:pt x="148" y="2427"/>
                    <a:pt x="635" y="2913"/>
                  </a:cubicBezTo>
                  <a:cubicBezTo>
                    <a:pt x="962" y="3241"/>
                    <a:pt x="1398" y="3415"/>
                    <a:pt x="1841" y="3415"/>
                  </a:cubicBezTo>
                  <a:cubicBezTo>
                    <a:pt x="2062" y="3415"/>
                    <a:pt x="2284" y="3372"/>
                    <a:pt x="2495" y="3283"/>
                  </a:cubicBezTo>
                  <a:cubicBezTo>
                    <a:pt x="3133" y="3020"/>
                    <a:pt x="3551" y="2399"/>
                    <a:pt x="3551" y="1707"/>
                  </a:cubicBezTo>
                  <a:cubicBezTo>
                    <a:pt x="3551" y="765"/>
                    <a:pt x="2783" y="1"/>
                    <a:pt x="18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4"/>
            <p:cNvSpPr/>
            <p:nvPr/>
          </p:nvSpPr>
          <p:spPr>
            <a:xfrm>
              <a:off x="4775625" y="3845020"/>
              <a:ext cx="144177" cy="139253"/>
            </a:xfrm>
            <a:custGeom>
              <a:avLst/>
              <a:gdLst/>
              <a:ahLst/>
              <a:cxnLst/>
              <a:rect l="l" t="t" r="r" b="b"/>
              <a:pathLst>
                <a:path w="5504" h="5316" extrusionOk="0">
                  <a:moveTo>
                    <a:pt x="405" y="0"/>
                  </a:moveTo>
                  <a:cubicBezTo>
                    <a:pt x="182" y="0"/>
                    <a:pt x="0" y="182"/>
                    <a:pt x="0" y="408"/>
                  </a:cubicBezTo>
                  <a:lnTo>
                    <a:pt x="0" y="963"/>
                  </a:lnTo>
                  <a:cubicBezTo>
                    <a:pt x="0" y="1186"/>
                    <a:pt x="182" y="1368"/>
                    <a:pt x="405" y="1368"/>
                  </a:cubicBezTo>
                  <a:lnTo>
                    <a:pt x="771" y="1368"/>
                  </a:lnTo>
                  <a:cubicBezTo>
                    <a:pt x="994" y="1368"/>
                    <a:pt x="1176" y="1549"/>
                    <a:pt x="1176" y="1775"/>
                  </a:cubicBezTo>
                  <a:lnTo>
                    <a:pt x="1176" y="3544"/>
                  </a:lnTo>
                  <a:cubicBezTo>
                    <a:pt x="1176" y="3770"/>
                    <a:pt x="994" y="3948"/>
                    <a:pt x="771" y="3951"/>
                  </a:cubicBezTo>
                  <a:lnTo>
                    <a:pt x="518" y="3951"/>
                  </a:lnTo>
                  <a:cubicBezTo>
                    <a:pt x="295" y="3951"/>
                    <a:pt x="113" y="4130"/>
                    <a:pt x="113" y="4356"/>
                  </a:cubicBezTo>
                  <a:lnTo>
                    <a:pt x="113" y="4911"/>
                  </a:lnTo>
                  <a:cubicBezTo>
                    <a:pt x="113" y="5134"/>
                    <a:pt x="295" y="5315"/>
                    <a:pt x="518" y="5315"/>
                  </a:cubicBezTo>
                  <a:lnTo>
                    <a:pt x="5099" y="5315"/>
                  </a:lnTo>
                  <a:cubicBezTo>
                    <a:pt x="5322" y="5315"/>
                    <a:pt x="5504" y="5134"/>
                    <a:pt x="5504" y="4911"/>
                  </a:cubicBezTo>
                  <a:lnTo>
                    <a:pt x="5504" y="4356"/>
                  </a:lnTo>
                  <a:cubicBezTo>
                    <a:pt x="5504" y="4132"/>
                    <a:pt x="5325" y="3951"/>
                    <a:pt x="5106" y="3951"/>
                  </a:cubicBezTo>
                  <a:cubicBezTo>
                    <a:pt x="5104" y="3951"/>
                    <a:pt x="5101" y="3951"/>
                    <a:pt x="5099" y="3951"/>
                  </a:cubicBezTo>
                  <a:lnTo>
                    <a:pt x="4846" y="3948"/>
                  </a:lnTo>
                  <a:cubicBezTo>
                    <a:pt x="4623" y="3948"/>
                    <a:pt x="4441" y="3766"/>
                    <a:pt x="4441" y="3544"/>
                  </a:cubicBezTo>
                  <a:lnTo>
                    <a:pt x="4441" y="408"/>
                  </a:lnTo>
                  <a:cubicBezTo>
                    <a:pt x="4441" y="182"/>
                    <a:pt x="4260" y="4"/>
                    <a:pt x="40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4"/>
            <p:cNvSpPr/>
            <p:nvPr/>
          </p:nvSpPr>
          <p:spPr>
            <a:xfrm>
              <a:off x="4655076" y="3665112"/>
              <a:ext cx="385276" cy="385302"/>
            </a:xfrm>
            <a:custGeom>
              <a:avLst/>
              <a:gdLst/>
              <a:ahLst/>
              <a:cxnLst/>
              <a:rect l="l" t="t" r="r" b="b"/>
              <a:pathLst>
                <a:path w="14708" h="14709" extrusionOk="0">
                  <a:moveTo>
                    <a:pt x="2632" y="1"/>
                  </a:moveTo>
                  <a:cubicBezTo>
                    <a:pt x="1179" y="1"/>
                    <a:pt x="0" y="1180"/>
                    <a:pt x="0" y="2636"/>
                  </a:cubicBezTo>
                  <a:lnTo>
                    <a:pt x="0" y="12077"/>
                  </a:lnTo>
                  <a:cubicBezTo>
                    <a:pt x="0" y="13530"/>
                    <a:pt x="1179" y="14709"/>
                    <a:pt x="2632" y="14709"/>
                  </a:cubicBezTo>
                  <a:lnTo>
                    <a:pt x="12073" y="14709"/>
                  </a:lnTo>
                  <a:cubicBezTo>
                    <a:pt x="13529" y="14709"/>
                    <a:pt x="14704" y="13530"/>
                    <a:pt x="14708" y="12077"/>
                  </a:cubicBezTo>
                  <a:lnTo>
                    <a:pt x="14708" y="2636"/>
                  </a:lnTo>
                  <a:cubicBezTo>
                    <a:pt x="14704" y="1180"/>
                    <a:pt x="13529" y="1"/>
                    <a:pt x="12073" y="1"/>
                  </a:cubicBezTo>
                  <a:lnTo>
                    <a:pt x="10616" y="1"/>
                  </a:lnTo>
                  <a:cubicBezTo>
                    <a:pt x="10325" y="1"/>
                    <a:pt x="10325" y="440"/>
                    <a:pt x="10616" y="440"/>
                  </a:cubicBezTo>
                  <a:lnTo>
                    <a:pt x="12073" y="440"/>
                  </a:lnTo>
                  <a:cubicBezTo>
                    <a:pt x="13286" y="440"/>
                    <a:pt x="14269" y="1423"/>
                    <a:pt x="14269" y="2636"/>
                  </a:cubicBezTo>
                  <a:lnTo>
                    <a:pt x="14269" y="12077"/>
                  </a:lnTo>
                  <a:cubicBezTo>
                    <a:pt x="14269" y="13290"/>
                    <a:pt x="13286" y="14270"/>
                    <a:pt x="12073" y="14274"/>
                  </a:cubicBezTo>
                  <a:lnTo>
                    <a:pt x="2632" y="14274"/>
                  </a:lnTo>
                  <a:cubicBezTo>
                    <a:pt x="1419" y="14270"/>
                    <a:pt x="439" y="13290"/>
                    <a:pt x="435" y="12077"/>
                  </a:cubicBezTo>
                  <a:lnTo>
                    <a:pt x="435" y="2636"/>
                  </a:lnTo>
                  <a:cubicBezTo>
                    <a:pt x="439" y="1423"/>
                    <a:pt x="1419" y="440"/>
                    <a:pt x="2632" y="440"/>
                  </a:cubicBezTo>
                  <a:lnTo>
                    <a:pt x="9742" y="440"/>
                  </a:lnTo>
                  <a:cubicBezTo>
                    <a:pt x="9862" y="436"/>
                    <a:pt x="9962" y="340"/>
                    <a:pt x="9962" y="220"/>
                  </a:cubicBezTo>
                  <a:cubicBezTo>
                    <a:pt x="9962" y="100"/>
                    <a:pt x="9862" y="1"/>
                    <a:pt x="97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4"/>
            <p:cNvSpPr/>
            <p:nvPr/>
          </p:nvSpPr>
          <p:spPr>
            <a:xfrm>
              <a:off x="4798677" y="3725466"/>
              <a:ext cx="105068" cy="100982"/>
            </a:xfrm>
            <a:custGeom>
              <a:avLst/>
              <a:gdLst/>
              <a:ahLst/>
              <a:cxnLst/>
              <a:rect l="l" t="t" r="r" b="b"/>
              <a:pathLst>
                <a:path w="4011" h="3855" extrusionOk="0">
                  <a:moveTo>
                    <a:pt x="1927" y="442"/>
                  </a:moveTo>
                  <a:cubicBezTo>
                    <a:pt x="2530" y="442"/>
                    <a:pt x="3071" y="805"/>
                    <a:pt x="3304" y="1360"/>
                  </a:cubicBezTo>
                  <a:cubicBezTo>
                    <a:pt x="3534" y="1915"/>
                    <a:pt x="3407" y="2556"/>
                    <a:pt x="2982" y="2981"/>
                  </a:cubicBezTo>
                  <a:cubicBezTo>
                    <a:pt x="2696" y="3268"/>
                    <a:pt x="2314" y="3419"/>
                    <a:pt x="1926" y="3419"/>
                  </a:cubicBezTo>
                  <a:cubicBezTo>
                    <a:pt x="1734" y="3419"/>
                    <a:pt x="1541" y="3383"/>
                    <a:pt x="1358" y="3307"/>
                  </a:cubicBezTo>
                  <a:cubicBezTo>
                    <a:pt x="803" y="3074"/>
                    <a:pt x="440" y="2532"/>
                    <a:pt x="440" y="1929"/>
                  </a:cubicBezTo>
                  <a:cubicBezTo>
                    <a:pt x="440" y="1107"/>
                    <a:pt x="1108" y="442"/>
                    <a:pt x="1927" y="442"/>
                  </a:cubicBezTo>
                  <a:close/>
                  <a:moveTo>
                    <a:pt x="1930" y="0"/>
                  </a:moveTo>
                  <a:cubicBezTo>
                    <a:pt x="1682" y="0"/>
                    <a:pt x="1432" y="48"/>
                    <a:pt x="1194" y="147"/>
                  </a:cubicBezTo>
                  <a:cubicBezTo>
                    <a:pt x="474" y="445"/>
                    <a:pt x="4" y="1148"/>
                    <a:pt x="4" y="1929"/>
                  </a:cubicBezTo>
                  <a:cubicBezTo>
                    <a:pt x="1" y="2991"/>
                    <a:pt x="865" y="3855"/>
                    <a:pt x="1927" y="3855"/>
                  </a:cubicBezTo>
                  <a:cubicBezTo>
                    <a:pt x="2708" y="3855"/>
                    <a:pt x="3411" y="3385"/>
                    <a:pt x="3709" y="2666"/>
                  </a:cubicBezTo>
                  <a:cubicBezTo>
                    <a:pt x="4010" y="1946"/>
                    <a:pt x="3846" y="1117"/>
                    <a:pt x="3294" y="565"/>
                  </a:cubicBezTo>
                  <a:cubicBezTo>
                    <a:pt x="2925" y="196"/>
                    <a:pt x="2432" y="0"/>
                    <a:pt x="1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4"/>
            <p:cNvSpPr/>
            <p:nvPr/>
          </p:nvSpPr>
          <p:spPr>
            <a:xfrm>
              <a:off x="4769862" y="3839257"/>
              <a:ext cx="155703" cy="150752"/>
            </a:xfrm>
            <a:custGeom>
              <a:avLst/>
              <a:gdLst/>
              <a:ahLst/>
              <a:cxnLst/>
              <a:rect l="l" t="t" r="r" b="b"/>
              <a:pathLst>
                <a:path w="5944" h="5755" extrusionOk="0">
                  <a:moveTo>
                    <a:pt x="625" y="1"/>
                  </a:moveTo>
                  <a:cubicBezTo>
                    <a:pt x="279" y="1"/>
                    <a:pt x="1" y="282"/>
                    <a:pt x="1" y="625"/>
                  </a:cubicBezTo>
                  <a:lnTo>
                    <a:pt x="1" y="1183"/>
                  </a:lnTo>
                  <a:cubicBezTo>
                    <a:pt x="1" y="1526"/>
                    <a:pt x="279" y="1803"/>
                    <a:pt x="625" y="1807"/>
                  </a:cubicBezTo>
                  <a:lnTo>
                    <a:pt x="991" y="1807"/>
                  </a:lnTo>
                  <a:cubicBezTo>
                    <a:pt x="1094" y="1807"/>
                    <a:pt x="1176" y="1889"/>
                    <a:pt x="1176" y="1992"/>
                  </a:cubicBezTo>
                  <a:lnTo>
                    <a:pt x="1176" y="3764"/>
                  </a:lnTo>
                  <a:cubicBezTo>
                    <a:pt x="1176" y="3866"/>
                    <a:pt x="1094" y="3949"/>
                    <a:pt x="991" y="3949"/>
                  </a:cubicBezTo>
                  <a:lnTo>
                    <a:pt x="738" y="3949"/>
                  </a:lnTo>
                  <a:cubicBezTo>
                    <a:pt x="395" y="3949"/>
                    <a:pt x="114" y="4230"/>
                    <a:pt x="114" y="4572"/>
                  </a:cubicBezTo>
                  <a:lnTo>
                    <a:pt x="114" y="5131"/>
                  </a:lnTo>
                  <a:cubicBezTo>
                    <a:pt x="114" y="5474"/>
                    <a:pt x="395" y="5755"/>
                    <a:pt x="738" y="5755"/>
                  </a:cubicBezTo>
                  <a:lnTo>
                    <a:pt x="5319" y="5755"/>
                  </a:lnTo>
                  <a:cubicBezTo>
                    <a:pt x="5662" y="5755"/>
                    <a:pt x="5940" y="5474"/>
                    <a:pt x="5943" y="5131"/>
                  </a:cubicBezTo>
                  <a:lnTo>
                    <a:pt x="5943" y="4572"/>
                  </a:lnTo>
                  <a:cubicBezTo>
                    <a:pt x="5940" y="4230"/>
                    <a:pt x="5662" y="3949"/>
                    <a:pt x="5319" y="3949"/>
                  </a:cubicBezTo>
                  <a:lnTo>
                    <a:pt x="5066" y="3949"/>
                  </a:lnTo>
                  <a:lnTo>
                    <a:pt x="5066" y="3952"/>
                  </a:lnTo>
                  <a:cubicBezTo>
                    <a:pt x="4963" y="3952"/>
                    <a:pt x="4877" y="3866"/>
                    <a:pt x="4877" y="3764"/>
                  </a:cubicBezTo>
                  <a:lnTo>
                    <a:pt x="4877" y="628"/>
                  </a:lnTo>
                  <a:cubicBezTo>
                    <a:pt x="4877" y="282"/>
                    <a:pt x="4600" y="4"/>
                    <a:pt x="4254" y="4"/>
                  </a:cubicBezTo>
                  <a:lnTo>
                    <a:pt x="1910" y="4"/>
                  </a:lnTo>
                  <a:cubicBezTo>
                    <a:pt x="1618" y="4"/>
                    <a:pt x="1618" y="440"/>
                    <a:pt x="1910" y="440"/>
                  </a:cubicBezTo>
                  <a:lnTo>
                    <a:pt x="4254" y="440"/>
                  </a:lnTo>
                  <a:cubicBezTo>
                    <a:pt x="4356" y="440"/>
                    <a:pt x="4442" y="525"/>
                    <a:pt x="4442" y="628"/>
                  </a:cubicBezTo>
                  <a:lnTo>
                    <a:pt x="4442" y="3764"/>
                  </a:lnTo>
                  <a:cubicBezTo>
                    <a:pt x="4442" y="4110"/>
                    <a:pt x="4720" y="4387"/>
                    <a:pt x="5066" y="4387"/>
                  </a:cubicBezTo>
                  <a:lnTo>
                    <a:pt x="5319" y="4387"/>
                  </a:lnTo>
                  <a:cubicBezTo>
                    <a:pt x="5422" y="4387"/>
                    <a:pt x="5504" y="4473"/>
                    <a:pt x="5504" y="4576"/>
                  </a:cubicBezTo>
                  <a:lnTo>
                    <a:pt x="5504" y="5131"/>
                  </a:lnTo>
                  <a:cubicBezTo>
                    <a:pt x="5504" y="5234"/>
                    <a:pt x="5422" y="5319"/>
                    <a:pt x="5319" y="5319"/>
                  </a:cubicBezTo>
                  <a:lnTo>
                    <a:pt x="738" y="5319"/>
                  </a:lnTo>
                  <a:cubicBezTo>
                    <a:pt x="635" y="5319"/>
                    <a:pt x="553" y="5234"/>
                    <a:pt x="553" y="5131"/>
                  </a:cubicBezTo>
                  <a:lnTo>
                    <a:pt x="553" y="4576"/>
                  </a:lnTo>
                  <a:cubicBezTo>
                    <a:pt x="553" y="4473"/>
                    <a:pt x="635" y="4387"/>
                    <a:pt x="738" y="4387"/>
                  </a:cubicBezTo>
                  <a:lnTo>
                    <a:pt x="991" y="4387"/>
                  </a:lnTo>
                  <a:cubicBezTo>
                    <a:pt x="1334" y="4387"/>
                    <a:pt x="1615" y="4110"/>
                    <a:pt x="1615" y="3764"/>
                  </a:cubicBezTo>
                  <a:lnTo>
                    <a:pt x="1615" y="1992"/>
                  </a:lnTo>
                  <a:cubicBezTo>
                    <a:pt x="1615" y="1649"/>
                    <a:pt x="1334" y="1368"/>
                    <a:pt x="991" y="1368"/>
                  </a:cubicBezTo>
                  <a:lnTo>
                    <a:pt x="625" y="1368"/>
                  </a:lnTo>
                  <a:cubicBezTo>
                    <a:pt x="522" y="1368"/>
                    <a:pt x="436" y="1286"/>
                    <a:pt x="436" y="1183"/>
                  </a:cubicBezTo>
                  <a:lnTo>
                    <a:pt x="436" y="625"/>
                  </a:lnTo>
                  <a:cubicBezTo>
                    <a:pt x="436" y="522"/>
                    <a:pt x="522" y="440"/>
                    <a:pt x="625" y="440"/>
                  </a:cubicBezTo>
                  <a:lnTo>
                    <a:pt x="1036" y="440"/>
                  </a:lnTo>
                  <a:cubicBezTo>
                    <a:pt x="1156" y="440"/>
                    <a:pt x="1252" y="340"/>
                    <a:pt x="1252" y="220"/>
                  </a:cubicBezTo>
                  <a:cubicBezTo>
                    <a:pt x="1252" y="100"/>
                    <a:pt x="1156" y="1"/>
                    <a:pt x="1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2" name="Google Shape;1242;p34"/>
          <p:cNvSpPr/>
          <p:nvPr/>
        </p:nvSpPr>
        <p:spPr>
          <a:xfrm>
            <a:off x="2183095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p34"/>
          <p:cNvSpPr/>
          <p:nvPr/>
        </p:nvSpPr>
        <p:spPr>
          <a:xfrm flipH="1">
            <a:off x="6807020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3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TRES COLUMNAS</a:t>
            </a:r>
            <a:endParaRPr/>
          </a:p>
        </p:txBody>
      </p:sp>
      <p:sp>
        <p:nvSpPr>
          <p:cNvPr id="1249" name="Google Shape;1249;p35"/>
          <p:cNvSpPr txBox="1">
            <a:spLocks noGrp="1"/>
          </p:cNvSpPr>
          <p:nvPr>
            <p:ph type="subTitle" idx="1"/>
          </p:nvPr>
        </p:nvSpPr>
        <p:spPr>
          <a:xfrm>
            <a:off x="3393300" y="2883204"/>
            <a:ext cx="2357400" cy="7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tiene un nombre precioso y es el segundo planeta más cercano al Sol</a:t>
            </a:r>
            <a:endParaRPr/>
          </a:p>
        </p:txBody>
      </p:sp>
      <p:sp>
        <p:nvSpPr>
          <p:cNvPr id="1250" name="Google Shape;1250;p35"/>
          <p:cNvSpPr txBox="1">
            <a:spLocks noGrp="1"/>
          </p:cNvSpPr>
          <p:nvPr>
            <p:ph type="subTitle" idx="2"/>
          </p:nvPr>
        </p:nvSpPr>
        <p:spPr>
          <a:xfrm>
            <a:off x="3393300" y="2533038"/>
            <a:ext cx="23574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251" name="Google Shape;1251;p35"/>
          <p:cNvSpPr txBox="1">
            <a:spLocks noGrp="1"/>
          </p:cNvSpPr>
          <p:nvPr>
            <p:ph type="subTitle" idx="3"/>
          </p:nvPr>
        </p:nvSpPr>
        <p:spPr>
          <a:xfrm>
            <a:off x="714100" y="2883204"/>
            <a:ext cx="2357400" cy="7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Mercurio es el planeta más cercano al sol y el más pequeño del sistema solar</a:t>
            </a:r>
            <a:endParaRPr/>
          </a:p>
        </p:txBody>
      </p:sp>
      <p:sp>
        <p:nvSpPr>
          <p:cNvPr id="1252" name="Google Shape;1252;p35"/>
          <p:cNvSpPr txBox="1">
            <a:spLocks noGrp="1"/>
          </p:cNvSpPr>
          <p:nvPr>
            <p:ph type="subTitle" idx="4"/>
          </p:nvPr>
        </p:nvSpPr>
        <p:spPr>
          <a:xfrm>
            <a:off x="714100" y="2533038"/>
            <a:ext cx="23574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MERCURIO</a:t>
            </a:r>
            <a:endParaRPr/>
          </a:p>
        </p:txBody>
      </p:sp>
      <p:sp>
        <p:nvSpPr>
          <p:cNvPr id="1253" name="Google Shape;1253;p35"/>
          <p:cNvSpPr txBox="1">
            <a:spLocks noGrp="1"/>
          </p:cNvSpPr>
          <p:nvPr>
            <p:ph type="subTitle" idx="5"/>
          </p:nvPr>
        </p:nvSpPr>
        <p:spPr>
          <a:xfrm>
            <a:off x="6072500" y="2883204"/>
            <a:ext cx="2357400" cy="7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Aunque sea rojo, Marte es en realidad uno de los planetas más fríos</a:t>
            </a:r>
            <a:endParaRPr/>
          </a:p>
        </p:txBody>
      </p:sp>
      <p:sp>
        <p:nvSpPr>
          <p:cNvPr id="1254" name="Google Shape;1254;p35"/>
          <p:cNvSpPr txBox="1">
            <a:spLocks noGrp="1"/>
          </p:cNvSpPr>
          <p:nvPr>
            <p:ph type="subTitle" idx="6"/>
          </p:nvPr>
        </p:nvSpPr>
        <p:spPr>
          <a:xfrm>
            <a:off x="6072500" y="2533038"/>
            <a:ext cx="23574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MARTE</a:t>
            </a:r>
            <a:endParaRPr/>
          </a:p>
        </p:txBody>
      </p:sp>
      <p:grpSp>
        <p:nvGrpSpPr>
          <p:cNvPr id="1255" name="Google Shape;1255;p35"/>
          <p:cNvGrpSpPr/>
          <p:nvPr/>
        </p:nvGrpSpPr>
        <p:grpSpPr>
          <a:xfrm>
            <a:off x="4367775" y="2038577"/>
            <a:ext cx="408459" cy="384752"/>
            <a:chOff x="4102650" y="3665322"/>
            <a:chExt cx="408459" cy="384752"/>
          </a:xfrm>
        </p:grpSpPr>
        <p:sp>
          <p:nvSpPr>
            <p:cNvPr id="1256" name="Google Shape;1256;p35"/>
            <p:cNvSpPr/>
            <p:nvPr/>
          </p:nvSpPr>
          <p:spPr>
            <a:xfrm>
              <a:off x="4117188" y="3671137"/>
              <a:ext cx="373986" cy="373724"/>
            </a:xfrm>
            <a:custGeom>
              <a:avLst/>
              <a:gdLst/>
              <a:ahLst/>
              <a:cxnLst/>
              <a:rect l="l" t="t" r="r" b="b"/>
              <a:pathLst>
                <a:path w="14277" h="14267" extrusionOk="0">
                  <a:moveTo>
                    <a:pt x="7138" y="1558"/>
                  </a:moveTo>
                  <a:cubicBezTo>
                    <a:pt x="8573" y="1558"/>
                    <a:pt x="9999" y="2111"/>
                    <a:pt x="11080" y="3191"/>
                  </a:cubicBezTo>
                  <a:cubicBezTo>
                    <a:pt x="13050" y="5154"/>
                    <a:pt x="13266" y="8273"/>
                    <a:pt x="11590" y="10493"/>
                  </a:cubicBezTo>
                  <a:lnTo>
                    <a:pt x="3777" y="2687"/>
                  </a:lnTo>
                  <a:cubicBezTo>
                    <a:pt x="4778" y="1930"/>
                    <a:pt x="5961" y="1558"/>
                    <a:pt x="7138" y="1558"/>
                  </a:cubicBezTo>
                  <a:close/>
                  <a:moveTo>
                    <a:pt x="2674" y="3794"/>
                  </a:moveTo>
                  <a:lnTo>
                    <a:pt x="10483" y="11593"/>
                  </a:lnTo>
                  <a:cubicBezTo>
                    <a:pt x="9500" y="12330"/>
                    <a:pt x="8323" y="12707"/>
                    <a:pt x="7138" y="12707"/>
                  </a:cubicBezTo>
                  <a:cubicBezTo>
                    <a:pt x="6288" y="12707"/>
                    <a:pt x="5434" y="12513"/>
                    <a:pt x="4644" y="12118"/>
                  </a:cubicBezTo>
                  <a:cubicBezTo>
                    <a:pt x="2756" y="11175"/>
                    <a:pt x="1563" y="9246"/>
                    <a:pt x="1560" y="7135"/>
                  </a:cubicBezTo>
                  <a:cubicBezTo>
                    <a:pt x="1560" y="5929"/>
                    <a:pt x="1951" y="4757"/>
                    <a:pt x="2674" y="3794"/>
                  </a:cubicBezTo>
                  <a:close/>
                  <a:moveTo>
                    <a:pt x="7139" y="1"/>
                  </a:moveTo>
                  <a:cubicBezTo>
                    <a:pt x="3198" y="1"/>
                    <a:pt x="1" y="3194"/>
                    <a:pt x="1" y="7135"/>
                  </a:cubicBezTo>
                  <a:cubicBezTo>
                    <a:pt x="1" y="11073"/>
                    <a:pt x="3195" y="14266"/>
                    <a:pt x="7139" y="14266"/>
                  </a:cubicBezTo>
                  <a:cubicBezTo>
                    <a:pt x="11080" y="14266"/>
                    <a:pt x="14277" y="11073"/>
                    <a:pt x="14277" y="7135"/>
                  </a:cubicBezTo>
                  <a:cubicBezTo>
                    <a:pt x="14277" y="3194"/>
                    <a:pt x="11083" y="1"/>
                    <a:pt x="7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5"/>
            <p:cNvSpPr/>
            <p:nvPr/>
          </p:nvSpPr>
          <p:spPr>
            <a:xfrm>
              <a:off x="4292878" y="3671137"/>
              <a:ext cx="198296" cy="373724"/>
            </a:xfrm>
            <a:custGeom>
              <a:avLst/>
              <a:gdLst/>
              <a:ahLst/>
              <a:cxnLst/>
              <a:rect l="l" t="t" r="r" b="b"/>
              <a:pathLst>
                <a:path w="7570" h="14267" extrusionOk="0">
                  <a:moveTo>
                    <a:pt x="432" y="1"/>
                  </a:moveTo>
                  <a:cubicBezTo>
                    <a:pt x="288" y="1"/>
                    <a:pt x="144" y="7"/>
                    <a:pt x="0" y="14"/>
                  </a:cubicBezTo>
                  <a:cubicBezTo>
                    <a:pt x="3742" y="237"/>
                    <a:pt x="6710" y="3338"/>
                    <a:pt x="6710" y="7135"/>
                  </a:cubicBezTo>
                  <a:cubicBezTo>
                    <a:pt x="6710" y="10929"/>
                    <a:pt x="3742" y="14030"/>
                    <a:pt x="0" y="14253"/>
                  </a:cubicBezTo>
                  <a:cubicBezTo>
                    <a:pt x="144" y="14263"/>
                    <a:pt x="288" y="14266"/>
                    <a:pt x="432" y="14266"/>
                  </a:cubicBezTo>
                  <a:cubicBezTo>
                    <a:pt x="4373" y="14266"/>
                    <a:pt x="7570" y="11073"/>
                    <a:pt x="7570" y="7135"/>
                  </a:cubicBezTo>
                  <a:cubicBezTo>
                    <a:pt x="7570" y="3194"/>
                    <a:pt x="4376" y="1"/>
                    <a:pt x="432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5"/>
            <p:cNvSpPr/>
            <p:nvPr/>
          </p:nvSpPr>
          <p:spPr>
            <a:xfrm>
              <a:off x="4309590" y="3706920"/>
              <a:ext cx="155651" cy="244661"/>
            </a:xfrm>
            <a:custGeom>
              <a:avLst/>
              <a:gdLst/>
              <a:ahLst/>
              <a:cxnLst/>
              <a:rect l="l" t="t" r="r" b="b"/>
              <a:pathLst>
                <a:path w="5942" h="9340" extrusionOk="0">
                  <a:moveTo>
                    <a:pt x="292" y="1"/>
                  </a:moveTo>
                  <a:cubicBezTo>
                    <a:pt x="28" y="1"/>
                    <a:pt x="0" y="407"/>
                    <a:pt x="277" y="430"/>
                  </a:cubicBezTo>
                  <a:cubicBezTo>
                    <a:pt x="2172" y="602"/>
                    <a:pt x="3834" y="1760"/>
                    <a:pt x="4646" y="3483"/>
                  </a:cubicBezTo>
                  <a:cubicBezTo>
                    <a:pt x="5458" y="5204"/>
                    <a:pt x="5294" y="7226"/>
                    <a:pt x="4218" y="8795"/>
                  </a:cubicBezTo>
                  <a:lnTo>
                    <a:pt x="1240" y="5821"/>
                  </a:lnTo>
                  <a:cubicBezTo>
                    <a:pt x="1193" y="5774"/>
                    <a:pt x="1141" y="5754"/>
                    <a:pt x="1090" y="5754"/>
                  </a:cubicBezTo>
                  <a:cubicBezTo>
                    <a:pt x="924" y="5754"/>
                    <a:pt x="780" y="5970"/>
                    <a:pt x="935" y="6126"/>
                  </a:cubicBezTo>
                  <a:lnTo>
                    <a:pt x="4091" y="9278"/>
                  </a:lnTo>
                  <a:cubicBezTo>
                    <a:pt x="4132" y="9319"/>
                    <a:pt x="4187" y="9340"/>
                    <a:pt x="4245" y="9340"/>
                  </a:cubicBezTo>
                  <a:lnTo>
                    <a:pt x="4259" y="9340"/>
                  </a:lnTo>
                  <a:cubicBezTo>
                    <a:pt x="4321" y="9336"/>
                    <a:pt x="4379" y="9306"/>
                    <a:pt x="4417" y="9254"/>
                  </a:cubicBezTo>
                  <a:cubicBezTo>
                    <a:pt x="5684" y="7578"/>
                    <a:pt x="5941" y="5344"/>
                    <a:pt x="5088" y="3422"/>
                  </a:cubicBezTo>
                  <a:cubicBezTo>
                    <a:pt x="4235" y="1499"/>
                    <a:pt x="2408" y="190"/>
                    <a:pt x="315" y="2"/>
                  </a:cubicBezTo>
                  <a:cubicBezTo>
                    <a:pt x="307" y="1"/>
                    <a:pt x="299" y="1"/>
                    <a:pt x="2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5"/>
            <p:cNvSpPr/>
            <p:nvPr/>
          </p:nvSpPr>
          <p:spPr>
            <a:xfrm>
              <a:off x="4209656" y="3706998"/>
              <a:ext cx="117904" cy="143549"/>
            </a:xfrm>
            <a:custGeom>
              <a:avLst/>
              <a:gdLst/>
              <a:ahLst/>
              <a:cxnLst/>
              <a:rect l="l" t="t" r="r" b="b"/>
              <a:pathLst>
                <a:path w="4501" h="5480" extrusionOk="0">
                  <a:moveTo>
                    <a:pt x="3112" y="1"/>
                  </a:moveTo>
                  <a:cubicBezTo>
                    <a:pt x="3104" y="1"/>
                    <a:pt x="3096" y="1"/>
                    <a:pt x="3088" y="2"/>
                  </a:cubicBezTo>
                  <a:cubicBezTo>
                    <a:pt x="2008" y="98"/>
                    <a:pt x="980" y="492"/>
                    <a:pt x="117" y="1147"/>
                  </a:cubicBezTo>
                  <a:cubicBezTo>
                    <a:pt x="11" y="1226"/>
                    <a:pt x="0" y="1380"/>
                    <a:pt x="96" y="1472"/>
                  </a:cubicBezTo>
                  <a:lnTo>
                    <a:pt x="4041" y="5413"/>
                  </a:lnTo>
                  <a:cubicBezTo>
                    <a:pt x="4087" y="5460"/>
                    <a:pt x="4140" y="5480"/>
                    <a:pt x="4190" y="5480"/>
                  </a:cubicBezTo>
                  <a:cubicBezTo>
                    <a:pt x="4357" y="5480"/>
                    <a:pt x="4501" y="5264"/>
                    <a:pt x="4346" y="5108"/>
                  </a:cubicBezTo>
                  <a:lnTo>
                    <a:pt x="580" y="1346"/>
                  </a:lnTo>
                  <a:cubicBezTo>
                    <a:pt x="1333" y="825"/>
                    <a:pt x="2211" y="509"/>
                    <a:pt x="3126" y="431"/>
                  </a:cubicBezTo>
                  <a:cubicBezTo>
                    <a:pt x="3242" y="420"/>
                    <a:pt x="3331" y="314"/>
                    <a:pt x="3321" y="198"/>
                  </a:cubicBezTo>
                  <a:cubicBezTo>
                    <a:pt x="3311" y="86"/>
                    <a:pt x="3218" y="1"/>
                    <a:pt x="31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5"/>
            <p:cNvSpPr/>
            <p:nvPr/>
          </p:nvSpPr>
          <p:spPr>
            <a:xfrm>
              <a:off x="4152289" y="3764811"/>
              <a:ext cx="245997" cy="244766"/>
            </a:xfrm>
            <a:custGeom>
              <a:avLst/>
              <a:gdLst/>
              <a:ahLst/>
              <a:cxnLst/>
              <a:rect l="l" t="t" r="r" b="b"/>
              <a:pathLst>
                <a:path w="9391" h="9344" extrusionOk="0">
                  <a:moveTo>
                    <a:pt x="1361" y="547"/>
                  </a:moveTo>
                  <a:lnTo>
                    <a:pt x="8811" y="7990"/>
                  </a:lnTo>
                  <a:cubicBezTo>
                    <a:pt x="7928" y="8593"/>
                    <a:pt x="6882" y="8915"/>
                    <a:pt x="5816" y="8915"/>
                  </a:cubicBezTo>
                  <a:cubicBezTo>
                    <a:pt x="5810" y="8915"/>
                    <a:pt x="5804" y="8915"/>
                    <a:pt x="5799" y="8915"/>
                  </a:cubicBezTo>
                  <a:cubicBezTo>
                    <a:pt x="2841" y="8915"/>
                    <a:pt x="436" y="6513"/>
                    <a:pt x="436" y="3559"/>
                  </a:cubicBezTo>
                  <a:cubicBezTo>
                    <a:pt x="432" y="2483"/>
                    <a:pt x="755" y="1435"/>
                    <a:pt x="1361" y="547"/>
                  </a:cubicBezTo>
                  <a:close/>
                  <a:moveTo>
                    <a:pt x="1341" y="1"/>
                  </a:moveTo>
                  <a:cubicBezTo>
                    <a:pt x="1334" y="1"/>
                    <a:pt x="1327" y="1"/>
                    <a:pt x="1320" y="2"/>
                  </a:cubicBezTo>
                  <a:cubicBezTo>
                    <a:pt x="1258" y="6"/>
                    <a:pt x="1200" y="36"/>
                    <a:pt x="1162" y="88"/>
                  </a:cubicBezTo>
                  <a:cubicBezTo>
                    <a:pt x="408" y="1085"/>
                    <a:pt x="1" y="2305"/>
                    <a:pt x="8" y="3556"/>
                  </a:cubicBezTo>
                  <a:cubicBezTo>
                    <a:pt x="8" y="6749"/>
                    <a:pt x="2605" y="9344"/>
                    <a:pt x="5799" y="9344"/>
                  </a:cubicBezTo>
                  <a:cubicBezTo>
                    <a:pt x="5804" y="9344"/>
                    <a:pt x="5809" y="9344"/>
                    <a:pt x="5815" y="9344"/>
                  </a:cubicBezTo>
                  <a:cubicBezTo>
                    <a:pt x="7063" y="9344"/>
                    <a:pt x="8277" y="8939"/>
                    <a:pt x="9274" y="8189"/>
                  </a:cubicBezTo>
                  <a:cubicBezTo>
                    <a:pt x="9380" y="8110"/>
                    <a:pt x="9390" y="7956"/>
                    <a:pt x="9298" y="7863"/>
                  </a:cubicBezTo>
                  <a:lnTo>
                    <a:pt x="1488" y="64"/>
                  </a:lnTo>
                  <a:cubicBezTo>
                    <a:pt x="1448" y="24"/>
                    <a:pt x="1395" y="1"/>
                    <a:pt x="13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5"/>
            <p:cNvSpPr/>
            <p:nvPr/>
          </p:nvSpPr>
          <p:spPr>
            <a:xfrm>
              <a:off x="4102650" y="3665322"/>
              <a:ext cx="408459" cy="384752"/>
            </a:xfrm>
            <a:custGeom>
              <a:avLst/>
              <a:gdLst/>
              <a:ahLst/>
              <a:cxnLst/>
              <a:rect l="l" t="t" r="r" b="b"/>
              <a:pathLst>
                <a:path w="15593" h="14688" extrusionOk="0">
                  <a:moveTo>
                    <a:pt x="7685" y="1"/>
                  </a:moveTo>
                  <a:cubicBezTo>
                    <a:pt x="7254" y="1"/>
                    <a:pt x="6820" y="39"/>
                    <a:pt x="6388" y="116"/>
                  </a:cubicBezTo>
                  <a:cubicBezTo>
                    <a:pt x="4017" y="545"/>
                    <a:pt x="2002" y="2107"/>
                    <a:pt x="1001" y="4300"/>
                  </a:cubicBezTo>
                  <a:cubicBezTo>
                    <a:pt x="1" y="6494"/>
                    <a:pt x="138" y="9036"/>
                    <a:pt x="1371" y="11109"/>
                  </a:cubicBezTo>
                  <a:cubicBezTo>
                    <a:pt x="2602" y="13179"/>
                    <a:pt x="4771" y="14519"/>
                    <a:pt x="7176" y="14687"/>
                  </a:cubicBezTo>
                  <a:cubicBezTo>
                    <a:pt x="7181" y="14687"/>
                    <a:pt x="7185" y="14687"/>
                    <a:pt x="7189" y="14687"/>
                  </a:cubicBezTo>
                  <a:cubicBezTo>
                    <a:pt x="7300" y="14687"/>
                    <a:pt x="7396" y="14601"/>
                    <a:pt x="7406" y="14488"/>
                  </a:cubicBezTo>
                  <a:cubicBezTo>
                    <a:pt x="7413" y="14368"/>
                    <a:pt x="7324" y="14266"/>
                    <a:pt x="7204" y="14259"/>
                  </a:cubicBezTo>
                  <a:cubicBezTo>
                    <a:pt x="3482" y="13995"/>
                    <a:pt x="638" y="10832"/>
                    <a:pt x="772" y="7104"/>
                  </a:cubicBezTo>
                  <a:cubicBezTo>
                    <a:pt x="902" y="3379"/>
                    <a:pt x="3962" y="428"/>
                    <a:pt x="7694" y="428"/>
                  </a:cubicBezTo>
                  <a:cubicBezTo>
                    <a:pt x="11422" y="428"/>
                    <a:pt x="14486" y="3379"/>
                    <a:pt x="14616" y="7104"/>
                  </a:cubicBezTo>
                  <a:cubicBezTo>
                    <a:pt x="14746" y="10832"/>
                    <a:pt x="11902" y="13995"/>
                    <a:pt x="8180" y="14259"/>
                  </a:cubicBezTo>
                  <a:cubicBezTo>
                    <a:pt x="7899" y="14269"/>
                    <a:pt x="7909" y="14687"/>
                    <a:pt x="8187" y="14687"/>
                  </a:cubicBezTo>
                  <a:cubicBezTo>
                    <a:pt x="8191" y="14687"/>
                    <a:pt x="8194" y="14687"/>
                    <a:pt x="8198" y="14687"/>
                  </a:cubicBezTo>
                  <a:lnTo>
                    <a:pt x="8211" y="14687"/>
                  </a:lnTo>
                  <a:cubicBezTo>
                    <a:pt x="11083" y="14485"/>
                    <a:pt x="13574" y="12628"/>
                    <a:pt x="14582" y="9931"/>
                  </a:cubicBezTo>
                  <a:cubicBezTo>
                    <a:pt x="15593" y="7234"/>
                    <a:pt x="14931" y="4194"/>
                    <a:pt x="12892" y="2159"/>
                  </a:cubicBezTo>
                  <a:cubicBezTo>
                    <a:pt x="11502" y="766"/>
                    <a:pt x="9622" y="1"/>
                    <a:pt x="76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2" name="Google Shape;1262;p35"/>
          <p:cNvGrpSpPr/>
          <p:nvPr/>
        </p:nvGrpSpPr>
        <p:grpSpPr>
          <a:xfrm>
            <a:off x="1711880" y="2066904"/>
            <a:ext cx="361835" cy="356432"/>
            <a:chOff x="1711880" y="2066904"/>
            <a:chExt cx="361835" cy="356432"/>
          </a:xfrm>
        </p:grpSpPr>
        <p:sp>
          <p:nvSpPr>
            <p:cNvPr id="1263" name="Google Shape;1263;p35"/>
            <p:cNvSpPr/>
            <p:nvPr/>
          </p:nvSpPr>
          <p:spPr>
            <a:xfrm>
              <a:off x="1810574" y="2077526"/>
              <a:ext cx="19094" cy="13140"/>
            </a:xfrm>
            <a:custGeom>
              <a:avLst/>
              <a:gdLst/>
              <a:ahLst/>
              <a:cxnLst/>
              <a:rect l="l" t="t" r="r" b="b"/>
              <a:pathLst>
                <a:path w="728" h="501" extrusionOk="0">
                  <a:moveTo>
                    <a:pt x="1" y="0"/>
                  </a:moveTo>
                  <a:lnTo>
                    <a:pt x="515" y="501"/>
                  </a:lnTo>
                  <a:lnTo>
                    <a:pt x="727" y="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5"/>
            <p:cNvSpPr/>
            <p:nvPr/>
          </p:nvSpPr>
          <p:spPr>
            <a:xfrm>
              <a:off x="1738265" y="2366763"/>
              <a:ext cx="72204" cy="44849"/>
            </a:xfrm>
            <a:custGeom>
              <a:avLst/>
              <a:gdLst/>
              <a:ahLst/>
              <a:cxnLst/>
              <a:rect l="l" t="t" r="r" b="b"/>
              <a:pathLst>
                <a:path w="2753" h="1710" extrusionOk="0">
                  <a:moveTo>
                    <a:pt x="0" y="1"/>
                  </a:moveTo>
                  <a:lnTo>
                    <a:pt x="0" y="1709"/>
                  </a:lnTo>
                  <a:lnTo>
                    <a:pt x="2753" y="1709"/>
                  </a:lnTo>
                  <a:lnTo>
                    <a:pt x="275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5"/>
            <p:cNvSpPr/>
            <p:nvPr/>
          </p:nvSpPr>
          <p:spPr>
            <a:xfrm>
              <a:off x="1750513" y="2366763"/>
              <a:ext cx="60087" cy="44849"/>
            </a:xfrm>
            <a:custGeom>
              <a:avLst/>
              <a:gdLst/>
              <a:ahLst/>
              <a:cxnLst/>
              <a:rect l="l" t="t" r="r" b="b"/>
              <a:pathLst>
                <a:path w="2291" h="1710" extrusionOk="0">
                  <a:moveTo>
                    <a:pt x="0" y="1"/>
                  </a:moveTo>
                  <a:lnTo>
                    <a:pt x="0" y="1709"/>
                  </a:lnTo>
                  <a:lnTo>
                    <a:pt x="2291" y="1709"/>
                  </a:lnTo>
                  <a:lnTo>
                    <a:pt x="2291" y="1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5"/>
            <p:cNvSpPr/>
            <p:nvPr/>
          </p:nvSpPr>
          <p:spPr>
            <a:xfrm>
              <a:off x="1722371" y="2223534"/>
              <a:ext cx="93160" cy="103651"/>
            </a:xfrm>
            <a:custGeom>
              <a:avLst/>
              <a:gdLst/>
              <a:ahLst/>
              <a:cxnLst/>
              <a:rect l="l" t="t" r="r" b="b"/>
              <a:pathLst>
                <a:path w="3552" h="3952" extrusionOk="0">
                  <a:moveTo>
                    <a:pt x="1035" y="1"/>
                  </a:moveTo>
                  <a:cubicBezTo>
                    <a:pt x="924" y="1"/>
                    <a:pt x="837" y="87"/>
                    <a:pt x="837" y="198"/>
                  </a:cubicBezTo>
                  <a:lnTo>
                    <a:pt x="837" y="1492"/>
                  </a:lnTo>
                  <a:cubicBezTo>
                    <a:pt x="837" y="1502"/>
                    <a:pt x="837" y="1507"/>
                    <a:pt x="837" y="1516"/>
                  </a:cubicBezTo>
                  <a:lnTo>
                    <a:pt x="837" y="1521"/>
                  </a:lnTo>
                  <a:cubicBezTo>
                    <a:pt x="837" y="1531"/>
                    <a:pt x="833" y="1536"/>
                    <a:pt x="833" y="1540"/>
                  </a:cubicBezTo>
                  <a:cubicBezTo>
                    <a:pt x="833" y="1550"/>
                    <a:pt x="828" y="1555"/>
                    <a:pt x="823" y="1564"/>
                  </a:cubicBezTo>
                  <a:cubicBezTo>
                    <a:pt x="823" y="1574"/>
                    <a:pt x="818" y="1579"/>
                    <a:pt x="813" y="1584"/>
                  </a:cubicBezTo>
                  <a:lnTo>
                    <a:pt x="813" y="1588"/>
                  </a:lnTo>
                  <a:cubicBezTo>
                    <a:pt x="813" y="1593"/>
                    <a:pt x="809" y="1598"/>
                    <a:pt x="804" y="1603"/>
                  </a:cubicBezTo>
                  <a:lnTo>
                    <a:pt x="799" y="1608"/>
                  </a:lnTo>
                  <a:lnTo>
                    <a:pt x="784" y="1622"/>
                  </a:lnTo>
                  <a:lnTo>
                    <a:pt x="765" y="1637"/>
                  </a:lnTo>
                  <a:lnTo>
                    <a:pt x="760" y="1637"/>
                  </a:lnTo>
                  <a:lnTo>
                    <a:pt x="741" y="1646"/>
                  </a:lnTo>
                  <a:cubicBezTo>
                    <a:pt x="718" y="1656"/>
                    <a:pt x="695" y="1660"/>
                    <a:pt x="672" y="1660"/>
                  </a:cubicBezTo>
                  <a:cubicBezTo>
                    <a:pt x="581" y="1660"/>
                    <a:pt x="501" y="1588"/>
                    <a:pt x="501" y="1487"/>
                  </a:cubicBezTo>
                  <a:lnTo>
                    <a:pt x="501" y="1223"/>
                  </a:lnTo>
                  <a:lnTo>
                    <a:pt x="703" y="1179"/>
                  </a:lnTo>
                  <a:lnTo>
                    <a:pt x="438" y="1146"/>
                  </a:lnTo>
                  <a:lnTo>
                    <a:pt x="395" y="1141"/>
                  </a:lnTo>
                  <a:lnTo>
                    <a:pt x="255" y="1141"/>
                  </a:lnTo>
                  <a:lnTo>
                    <a:pt x="236" y="1146"/>
                  </a:lnTo>
                  <a:lnTo>
                    <a:pt x="221" y="1151"/>
                  </a:lnTo>
                  <a:lnTo>
                    <a:pt x="202" y="1155"/>
                  </a:lnTo>
                  <a:lnTo>
                    <a:pt x="188" y="1165"/>
                  </a:lnTo>
                  <a:lnTo>
                    <a:pt x="173" y="1170"/>
                  </a:lnTo>
                  <a:cubicBezTo>
                    <a:pt x="169" y="1175"/>
                    <a:pt x="159" y="1179"/>
                    <a:pt x="149" y="1189"/>
                  </a:cubicBezTo>
                  <a:cubicBezTo>
                    <a:pt x="0" y="1314"/>
                    <a:pt x="24" y="1733"/>
                    <a:pt x="48" y="2103"/>
                  </a:cubicBezTo>
                  <a:cubicBezTo>
                    <a:pt x="77" y="2623"/>
                    <a:pt x="630" y="3138"/>
                    <a:pt x="837" y="3297"/>
                  </a:cubicBezTo>
                  <a:cubicBezTo>
                    <a:pt x="881" y="3330"/>
                    <a:pt x="905" y="3378"/>
                    <a:pt x="905" y="3436"/>
                  </a:cubicBezTo>
                  <a:lnTo>
                    <a:pt x="905" y="3951"/>
                  </a:lnTo>
                  <a:lnTo>
                    <a:pt x="3065" y="3951"/>
                  </a:lnTo>
                  <a:lnTo>
                    <a:pt x="3065" y="3234"/>
                  </a:lnTo>
                  <a:cubicBezTo>
                    <a:pt x="3065" y="3181"/>
                    <a:pt x="3089" y="3133"/>
                    <a:pt x="3128" y="3104"/>
                  </a:cubicBezTo>
                  <a:cubicBezTo>
                    <a:pt x="3527" y="2763"/>
                    <a:pt x="3551" y="1997"/>
                    <a:pt x="3527" y="1733"/>
                  </a:cubicBezTo>
                  <a:cubicBezTo>
                    <a:pt x="3518" y="1728"/>
                    <a:pt x="3518" y="1723"/>
                    <a:pt x="3518" y="1718"/>
                  </a:cubicBezTo>
                  <a:lnTo>
                    <a:pt x="3518" y="703"/>
                  </a:lnTo>
                  <a:cubicBezTo>
                    <a:pt x="3513" y="655"/>
                    <a:pt x="3498" y="612"/>
                    <a:pt x="3469" y="578"/>
                  </a:cubicBezTo>
                  <a:lnTo>
                    <a:pt x="3479" y="568"/>
                  </a:lnTo>
                  <a:lnTo>
                    <a:pt x="3426" y="540"/>
                  </a:lnTo>
                  <a:cubicBezTo>
                    <a:pt x="3402" y="520"/>
                    <a:pt x="3373" y="511"/>
                    <a:pt x="3344" y="506"/>
                  </a:cubicBezTo>
                  <a:lnTo>
                    <a:pt x="3296" y="506"/>
                  </a:lnTo>
                  <a:cubicBezTo>
                    <a:pt x="3186" y="506"/>
                    <a:pt x="3099" y="597"/>
                    <a:pt x="3099" y="708"/>
                  </a:cubicBezTo>
                  <a:lnTo>
                    <a:pt x="3099" y="1141"/>
                  </a:lnTo>
                  <a:cubicBezTo>
                    <a:pt x="3099" y="1146"/>
                    <a:pt x="3099" y="1155"/>
                    <a:pt x="3099" y="1160"/>
                  </a:cubicBezTo>
                  <a:lnTo>
                    <a:pt x="3099" y="1165"/>
                  </a:lnTo>
                  <a:cubicBezTo>
                    <a:pt x="3094" y="1175"/>
                    <a:pt x="3094" y="1179"/>
                    <a:pt x="3094" y="1189"/>
                  </a:cubicBezTo>
                  <a:cubicBezTo>
                    <a:pt x="3089" y="1194"/>
                    <a:pt x="3089" y="1199"/>
                    <a:pt x="3084" y="1208"/>
                  </a:cubicBezTo>
                  <a:lnTo>
                    <a:pt x="3084" y="1213"/>
                  </a:lnTo>
                  <a:cubicBezTo>
                    <a:pt x="3084" y="1218"/>
                    <a:pt x="3080" y="1223"/>
                    <a:pt x="3075" y="1228"/>
                  </a:cubicBezTo>
                  <a:lnTo>
                    <a:pt x="3075" y="1232"/>
                  </a:lnTo>
                  <a:cubicBezTo>
                    <a:pt x="3070" y="1237"/>
                    <a:pt x="3070" y="1242"/>
                    <a:pt x="3065" y="1247"/>
                  </a:cubicBezTo>
                  <a:lnTo>
                    <a:pt x="3060" y="1252"/>
                  </a:lnTo>
                  <a:lnTo>
                    <a:pt x="3046" y="1266"/>
                  </a:lnTo>
                  <a:lnTo>
                    <a:pt x="3041" y="1271"/>
                  </a:lnTo>
                  <a:cubicBezTo>
                    <a:pt x="3036" y="1276"/>
                    <a:pt x="3032" y="1276"/>
                    <a:pt x="3027" y="1281"/>
                  </a:cubicBezTo>
                  <a:lnTo>
                    <a:pt x="3022" y="1281"/>
                  </a:lnTo>
                  <a:lnTo>
                    <a:pt x="3003" y="1290"/>
                  </a:lnTo>
                  <a:lnTo>
                    <a:pt x="2998" y="1290"/>
                  </a:lnTo>
                  <a:cubicBezTo>
                    <a:pt x="2974" y="1301"/>
                    <a:pt x="2950" y="1306"/>
                    <a:pt x="2927" y="1306"/>
                  </a:cubicBezTo>
                  <a:cubicBezTo>
                    <a:pt x="2836" y="1306"/>
                    <a:pt x="2757" y="1231"/>
                    <a:pt x="2757" y="1131"/>
                  </a:cubicBezTo>
                  <a:lnTo>
                    <a:pt x="2757" y="549"/>
                  </a:lnTo>
                  <a:cubicBezTo>
                    <a:pt x="2757" y="501"/>
                    <a:pt x="2743" y="458"/>
                    <a:pt x="2709" y="419"/>
                  </a:cubicBezTo>
                  <a:lnTo>
                    <a:pt x="2724" y="414"/>
                  </a:lnTo>
                  <a:lnTo>
                    <a:pt x="2671" y="386"/>
                  </a:lnTo>
                  <a:cubicBezTo>
                    <a:pt x="2642" y="366"/>
                    <a:pt x="2618" y="357"/>
                    <a:pt x="2584" y="352"/>
                  </a:cubicBezTo>
                  <a:lnTo>
                    <a:pt x="2536" y="352"/>
                  </a:lnTo>
                  <a:cubicBezTo>
                    <a:pt x="2464" y="352"/>
                    <a:pt x="2396" y="395"/>
                    <a:pt x="2363" y="463"/>
                  </a:cubicBezTo>
                  <a:lnTo>
                    <a:pt x="2358" y="472"/>
                  </a:lnTo>
                  <a:lnTo>
                    <a:pt x="2358" y="1030"/>
                  </a:lnTo>
                  <a:cubicBezTo>
                    <a:pt x="2358" y="1040"/>
                    <a:pt x="2358" y="1045"/>
                    <a:pt x="2358" y="1054"/>
                  </a:cubicBezTo>
                  <a:lnTo>
                    <a:pt x="2358" y="1059"/>
                  </a:lnTo>
                  <a:cubicBezTo>
                    <a:pt x="2353" y="1064"/>
                    <a:pt x="2353" y="1074"/>
                    <a:pt x="2353" y="1078"/>
                  </a:cubicBezTo>
                  <a:cubicBezTo>
                    <a:pt x="2348" y="1083"/>
                    <a:pt x="2348" y="1093"/>
                    <a:pt x="2343" y="1098"/>
                  </a:cubicBezTo>
                  <a:lnTo>
                    <a:pt x="2343" y="1103"/>
                  </a:lnTo>
                  <a:cubicBezTo>
                    <a:pt x="2343" y="1112"/>
                    <a:pt x="2339" y="1117"/>
                    <a:pt x="2334" y="1122"/>
                  </a:cubicBezTo>
                  <a:cubicBezTo>
                    <a:pt x="2329" y="1131"/>
                    <a:pt x="2324" y="1136"/>
                    <a:pt x="2319" y="1141"/>
                  </a:cubicBezTo>
                  <a:lnTo>
                    <a:pt x="2319" y="1146"/>
                  </a:lnTo>
                  <a:lnTo>
                    <a:pt x="2305" y="1155"/>
                  </a:lnTo>
                  <a:lnTo>
                    <a:pt x="2300" y="1160"/>
                  </a:lnTo>
                  <a:lnTo>
                    <a:pt x="2286" y="1175"/>
                  </a:lnTo>
                  <a:lnTo>
                    <a:pt x="2281" y="1175"/>
                  </a:lnTo>
                  <a:lnTo>
                    <a:pt x="2262" y="1184"/>
                  </a:lnTo>
                  <a:cubicBezTo>
                    <a:pt x="2240" y="1194"/>
                    <a:pt x="2217" y="1198"/>
                    <a:pt x="2195" y="1198"/>
                  </a:cubicBezTo>
                  <a:cubicBezTo>
                    <a:pt x="2103" y="1198"/>
                    <a:pt x="2021" y="1122"/>
                    <a:pt x="2021" y="1021"/>
                  </a:cubicBezTo>
                  <a:lnTo>
                    <a:pt x="2021" y="414"/>
                  </a:lnTo>
                  <a:cubicBezTo>
                    <a:pt x="2021" y="366"/>
                    <a:pt x="2002" y="318"/>
                    <a:pt x="1973" y="285"/>
                  </a:cubicBezTo>
                  <a:lnTo>
                    <a:pt x="1983" y="280"/>
                  </a:lnTo>
                  <a:lnTo>
                    <a:pt x="1930" y="246"/>
                  </a:lnTo>
                  <a:cubicBezTo>
                    <a:pt x="1906" y="232"/>
                    <a:pt x="1877" y="222"/>
                    <a:pt x="1848" y="217"/>
                  </a:cubicBezTo>
                  <a:lnTo>
                    <a:pt x="1800" y="217"/>
                  </a:lnTo>
                  <a:cubicBezTo>
                    <a:pt x="1728" y="217"/>
                    <a:pt x="1660" y="256"/>
                    <a:pt x="1626" y="323"/>
                  </a:cubicBezTo>
                  <a:lnTo>
                    <a:pt x="1622" y="333"/>
                  </a:lnTo>
                  <a:lnTo>
                    <a:pt x="1622" y="1030"/>
                  </a:lnTo>
                  <a:cubicBezTo>
                    <a:pt x="1622" y="1040"/>
                    <a:pt x="1622" y="1045"/>
                    <a:pt x="1622" y="1054"/>
                  </a:cubicBezTo>
                  <a:lnTo>
                    <a:pt x="1622" y="1059"/>
                  </a:lnTo>
                  <a:cubicBezTo>
                    <a:pt x="1622" y="1064"/>
                    <a:pt x="1617" y="1074"/>
                    <a:pt x="1617" y="1078"/>
                  </a:cubicBezTo>
                  <a:cubicBezTo>
                    <a:pt x="1612" y="1083"/>
                    <a:pt x="1612" y="1093"/>
                    <a:pt x="1607" y="1098"/>
                  </a:cubicBezTo>
                  <a:lnTo>
                    <a:pt x="1607" y="1103"/>
                  </a:lnTo>
                  <a:cubicBezTo>
                    <a:pt x="1607" y="1112"/>
                    <a:pt x="1602" y="1117"/>
                    <a:pt x="1598" y="1122"/>
                  </a:cubicBezTo>
                  <a:cubicBezTo>
                    <a:pt x="1598" y="1131"/>
                    <a:pt x="1593" y="1136"/>
                    <a:pt x="1588" y="1141"/>
                  </a:cubicBezTo>
                  <a:lnTo>
                    <a:pt x="1583" y="1146"/>
                  </a:lnTo>
                  <a:lnTo>
                    <a:pt x="1569" y="1155"/>
                  </a:lnTo>
                  <a:lnTo>
                    <a:pt x="1564" y="1160"/>
                  </a:lnTo>
                  <a:lnTo>
                    <a:pt x="1550" y="1175"/>
                  </a:lnTo>
                  <a:lnTo>
                    <a:pt x="1545" y="1175"/>
                  </a:lnTo>
                  <a:lnTo>
                    <a:pt x="1525" y="1184"/>
                  </a:lnTo>
                  <a:cubicBezTo>
                    <a:pt x="1503" y="1194"/>
                    <a:pt x="1481" y="1198"/>
                    <a:pt x="1459" y="1198"/>
                  </a:cubicBezTo>
                  <a:cubicBezTo>
                    <a:pt x="1367" y="1198"/>
                    <a:pt x="1285" y="1122"/>
                    <a:pt x="1285" y="1021"/>
                  </a:cubicBezTo>
                  <a:lnTo>
                    <a:pt x="1285" y="198"/>
                  </a:lnTo>
                  <a:cubicBezTo>
                    <a:pt x="1285" y="150"/>
                    <a:pt x="1270" y="106"/>
                    <a:pt x="1237" y="68"/>
                  </a:cubicBezTo>
                  <a:lnTo>
                    <a:pt x="1251" y="63"/>
                  </a:lnTo>
                  <a:lnTo>
                    <a:pt x="1198" y="34"/>
                  </a:lnTo>
                  <a:cubicBezTo>
                    <a:pt x="1174" y="15"/>
                    <a:pt x="1145" y="5"/>
                    <a:pt x="1112" y="1"/>
                  </a:cubicBezTo>
                  <a:close/>
                </a:path>
              </a:pathLst>
            </a:custGeom>
            <a:solidFill>
              <a:srgbClr val="D5A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5"/>
            <p:cNvSpPr/>
            <p:nvPr/>
          </p:nvSpPr>
          <p:spPr>
            <a:xfrm>
              <a:off x="1855004" y="2081014"/>
              <a:ext cx="100346" cy="118837"/>
            </a:xfrm>
            <a:custGeom>
              <a:avLst/>
              <a:gdLst/>
              <a:ahLst/>
              <a:cxnLst/>
              <a:rect l="l" t="t" r="r" b="b"/>
              <a:pathLst>
                <a:path w="3826" h="4531" extrusionOk="0">
                  <a:moveTo>
                    <a:pt x="1515" y="0"/>
                  </a:moveTo>
                  <a:cubicBezTo>
                    <a:pt x="1479" y="0"/>
                    <a:pt x="1445" y="11"/>
                    <a:pt x="1415" y="31"/>
                  </a:cubicBezTo>
                  <a:cubicBezTo>
                    <a:pt x="1367" y="55"/>
                    <a:pt x="1338" y="98"/>
                    <a:pt x="1323" y="151"/>
                  </a:cubicBezTo>
                  <a:lnTo>
                    <a:pt x="939" y="1585"/>
                  </a:lnTo>
                  <a:cubicBezTo>
                    <a:pt x="934" y="1595"/>
                    <a:pt x="934" y="1604"/>
                    <a:pt x="929" y="1609"/>
                  </a:cubicBezTo>
                  <a:lnTo>
                    <a:pt x="929" y="1619"/>
                  </a:lnTo>
                  <a:cubicBezTo>
                    <a:pt x="924" y="1624"/>
                    <a:pt x="919" y="1633"/>
                    <a:pt x="914" y="1638"/>
                  </a:cubicBezTo>
                  <a:cubicBezTo>
                    <a:pt x="910" y="1643"/>
                    <a:pt x="905" y="1653"/>
                    <a:pt x="900" y="1657"/>
                  </a:cubicBezTo>
                  <a:lnTo>
                    <a:pt x="895" y="1662"/>
                  </a:lnTo>
                  <a:lnTo>
                    <a:pt x="881" y="1677"/>
                  </a:lnTo>
                  <a:lnTo>
                    <a:pt x="876" y="1681"/>
                  </a:lnTo>
                  <a:cubicBezTo>
                    <a:pt x="871" y="1686"/>
                    <a:pt x="866" y="1686"/>
                    <a:pt x="857" y="1691"/>
                  </a:cubicBezTo>
                  <a:lnTo>
                    <a:pt x="847" y="1696"/>
                  </a:lnTo>
                  <a:cubicBezTo>
                    <a:pt x="822" y="1709"/>
                    <a:pt x="795" y="1716"/>
                    <a:pt x="769" y="1716"/>
                  </a:cubicBezTo>
                  <a:cubicBezTo>
                    <a:pt x="700" y="1716"/>
                    <a:pt x="634" y="1673"/>
                    <a:pt x="607" y="1600"/>
                  </a:cubicBezTo>
                  <a:lnTo>
                    <a:pt x="602" y="1585"/>
                  </a:lnTo>
                  <a:lnTo>
                    <a:pt x="380" y="1494"/>
                  </a:lnTo>
                  <a:lnTo>
                    <a:pt x="149" y="1393"/>
                  </a:lnTo>
                  <a:lnTo>
                    <a:pt x="135" y="1441"/>
                  </a:lnTo>
                  <a:cubicBezTo>
                    <a:pt x="82" y="1624"/>
                    <a:pt x="44" y="1811"/>
                    <a:pt x="15" y="2004"/>
                  </a:cubicBezTo>
                  <a:cubicBezTo>
                    <a:pt x="5" y="2062"/>
                    <a:pt x="0" y="2119"/>
                    <a:pt x="5" y="2177"/>
                  </a:cubicBezTo>
                  <a:cubicBezTo>
                    <a:pt x="15" y="2687"/>
                    <a:pt x="409" y="3212"/>
                    <a:pt x="491" y="3322"/>
                  </a:cubicBezTo>
                  <a:lnTo>
                    <a:pt x="510" y="3342"/>
                  </a:lnTo>
                  <a:cubicBezTo>
                    <a:pt x="534" y="3370"/>
                    <a:pt x="549" y="3409"/>
                    <a:pt x="549" y="3452"/>
                  </a:cubicBezTo>
                  <a:lnTo>
                    <a:pt x="549" y="4530"/>
                  </a:lnTo>
                  <a:lnTo>
                    <a:pt x="2685" y="4530"/>
                  </a:lnTo>
                  <a:lnTo>
                    <a:pt x="2685" y="3827"/>
                  </a:lnTo>
                  <a:cubicBezTo>
                    <a:pt x="2685" y="3760"/>
                    <a:pt x="2724" y="3702"/>
                    <a:pt x="2781" y="3674"/>
                  </a:cubicBezTo>
                  <a:cubicBezTo>
                    <a:pt x="3344" y="3385"/>
                    <a:pt x="3484" y="2442"/>
                    <a:pt x="3484" y="2432"/>
                  </a:cubicBezTo>
                  <a:cubicBezTo>
                    <a:pt x="3489" y="2427"/>
                    <a:pt x="3489" y="2418"/>
                    <a:pt x="3489" y="2413"/>
                  </a:cubicBezTo>
                  <a:lnTo>
                    <a:pt x="3811" y="1253"/>
                  </a:lnTo>
                  <a:cubicBezTo>
                    <a:pt x="3826" y="1191"/>
                    <a:pt x="3806" y="1128"/>
                    <a:pt x="3763" y="1080"/>
                  </a:cubicBezTo>
                  <a:lnTo>
                    <a:pt x="3773" y="1075"/>
                  </a:lnTo>
                  <a:lnTo>
                    <a:pt x="3715" y="1042"/>
                  </a:lnTo>
                  <a:cubicBezTo>
                    <a:pt x="3696" y="1032"/>
                    <a:pt x="3676" y="1027"/>
                    <a:pt x="3657" y="1022"/>
                  </a:cubicBezTo>
                  <a:lnTo>
                    <a:pt x="3638" y="1017"/>
                  </a:lnTo>
                  <a:cubicBezTo>
                    <a:pt x="3621" y="1013"/>
                    <a:pt x="3603" y="1011"/>
                    <a:pt x="3587" y="1011"/>
                  </a:cubicBezTo>
                  <a:cubicBezTo>
                    <a:pt x="3496" y="1011"/>
                    <a:pt x="3418" y="1073"/>
                    <a:pt x="3397" y="1167"/>
                  </a:cubicBezTo>
                  <a:lnTo>
                    <a:pt x="3205" y="1768"/>
                  </a:lnTo>
                  <a:cubicBezTo>
                    <a:pt x="3205" y="1778"/>
                    <a:pt x="3200" y="1783"/>
                    <a:pt x="3195" y="1792"/>
                  </a:cubicBezTo>
                  <a:lnTo>
                    <a:pt x="3195" y="1802"/>
                  </a:lnTo>
                  <a:lnTo>
                    <a:pt x="3186" y="1811"/>
                  </a:lnTo>
                  <a:cubicBezTo>
                    <a:pt x="3166" y="1840"/>
                    <a:pt x="3142" y="1864"/>
                    <a:pt x="3109" y="1874"/>
                  </a:cubicBezTo>
                  <a:lnTo>
                    <a:pt x="3094" y="1884"/>
                  </a:lnTo>
                  <a:cubicBezTo>
                    <a:pt x="3077" y="1888"/>
                    <a:pt x="3059" y="1891"/>
                    <a:pt x="3041" y="1891"/>
                  </a:cubicBezTo>
                  <a:cubicBezTo>
                    <a:pt x="3023" y="1891"/>
                    <a:pt x="3005" y="1888"/>
                    <a:pt x="2988" y="1884"/>
                  </a:cubicBezTo>
                  <a:cubicBezTo>
                    <a:pt x="2897" y="1855"/>
                    <a:pt x="2849" y="1758"/>
                    <a:pt x="2878" y="1667"/>
                  </a:cubicBezTo>
                  <a:lnTo>
                    <a:pt x="3061" y="1080"/>
                  </a:lnTo>
                  <a:lnTo>
                    <a:pt x="3094" y="936"/>
                  </a:lnTo>
                  <a:cubicBezTo>
                    <a:pt x="3109" y="873"/>
                    <a:pt x="3094" y="806"/>
                    <a:pt x="3046" y="758"/>
                  </a:cubicBezTo>
                  <a:lnTo>
                    <a:pt x="3061" y="748"/>
                  </a:lnTo>
                  <a:lnTo>
                    <a:pt x="2993" y="714"/>
                  </a:lnTo>
                  <a:lnTo>
                    <a:pt x="2974" y="705"/>
                  </a:lnTo>
                  <a:lnTo>
                    <a:pt x="2950" y="700"/>
                  </a:lnTo>
                  <a:lnTo>
                    <a:pt x="2931" y="695"/>
                  </a:lnTo>
                  <a:cubicBezTo>
                    <a:pt x="2914" y="691"/>
                    <a:pt x="2897" y="689"/>
                    <a:pt x="2881" y="689"/>
                  </a:cubicBezTo>
                  <a:cubicBezTo>
                    <a:pt x="2818" y="689"/>
                    <a:pt x="2762" y="718"/>
                    <a:pt x="2724" y="767"/>
                  </a:cubicBezTo>
                  <a:lnTo>
                    <a:pt x="2719" y="777"/>
                  </a:lnTo>
                  <a:lnTo>
                    <a:pt x="2507" y="1489"/>
                  </a:lnTo>
                  <a:cubicBezTo>
                    <a:pt x="2502" y="1499"/>
                    <a:pt x="2502" y="1503"/>
                    <a:pt x="2498" y="1513"/>
                  </a:cubicBezTo>
                  <a:lnTo>
                    <a:pt x="2498" y="1518"/>
                  </a:lnTo>
                  <a:cubicBezTo>
                    <a:pt x="2493" y="1527"/>
                    <a:pt x="2493" y="1532"/>
                    <a:pt x="2488" y="1537"/>
                  </a:cubicBezTo>
                  <a:lnTo>
                    <a:pt x="2488" y="1542"/>
                  </a:lnTo>
                  <a:cubicBezTo>
                    <a:pt x="2483" y="1547"/>
                    <a:pt x="2478" y="1552"/>
                    <a:pt x="2474" y="1556"/>
                  </a:cubicBezTo>
                  <a:lnTo>
                    <a:pt x="2469" y="1566"/>
                  </a:lnTo>
                  <a:lnTo>
                    <a:pt x="2459" y="1571"/>
                  </a:lnTo>
                  <a:cubicBezTo>
                    <a:pt x="2445" y="1585"/>
                    <a:pt x="2430" y="1590"/>
                    <a:pt x="2416" y="1600"/>
                  </a:cubicBezTo>
                  <a:cubicBezTo>
                    <a:pt x="2392" y="1609"/>
                    <a:pt x="2372" y="1614"/>
                    <a:pt x="2348" y="1614"/>
                  </a:cubicBezTo>
                  <a:cubicBezTo>
                    <a:pt x="2233" y="1614"/>
                    <a:pt x="2146" y="1503"/>
                    <a:pt x="2180" y="1393"/>
                  </a:cubicBezTo>
                  <a:lnTo>
                    <a:pt x="2406" y="628"/>
                  </a:lnTo>
                  <a:cubicBezTo>
                    <a:pt x="2421" y="565"/>
                    <a:pt x="2406" y="498"/>
                    <a:pt x="2363" y="450"/>
                  </a:cubicBezTo>
                  <a:lnTo>
                    <a:pt x="2372" y="445"/>
                  </a:lnTo>
                  <a:lnTo>
                    <a:pt x="2315" y="416"/>
                  </a:lnTo>
                  <a:cubicBezTo>
                    <a:pt x="2300" y="406"/>
                    <a:pt x="2281" y="397"/>
                    <a:pt x="2262" y="392"/>
                  </a:cubicBezTo>
                  <a:lnTo>
                    <a:pt x="2238" y="387"/>
                  </a:lnTo>
                  <a:cubicBezTo>
                    <a:pt x="2223" y="383"/>
                    <a:pt x="2207" y="381"/>
                    <a:pt x="2192" y="381"/>
                  </a:cubicBezTo>
                  <a:cubicBezTo>
                    <a:pt x="2135" y="381"/>
                    <a:pt x="2079" y="409"/>
                    <a:pt x="2040" y="454"/>
                  </a:cubicBezTo>
                  <a:lnTo>
                    <a:pt x="2036" y="459"/>
                  </a:lnTo>
                  <a:lnTo>
                    <a:pt x="1785" y="1321"/>
                  </a:lnTo>
                  <a:cubicBezTo>
                    <a:pt x="1785" y="1330"/>
                    <a:pt x="1781" y="1335"/>
                    <a:pt x="1776" y="1345"/>
                  </a:cubicBezTo>
                  <a:lnTo>
                    <a:pt x="1776" y="1349"/>
                  </a:lnTo>
                  <a:cubicBezTo>
                    <a:pt x="1776" y="1354"/>
                    <a:pt x="1771" y="1364"/>
                    <a:pt x="1766" y="1369"/>
                  </a:cubicBezTo>
                  <a:lnTo>
                    <a:pt x="1761" y="1374"/>
                  </a:lnTo>
                  <a:cubicBezTo>
                    <a:pt x="1757" y="1378"/>
                    <a:pt x="1757" y="1383"/>
                    <a:pt x="1752" y="1388"/>
                  </a:cubicBezTo>
                  <a:lnTo>
                    <a:pt x="1742" y="1398"/>
                  </a:lnTo>
                  <a:lnTo>
                    <a:pt x="1737" y="1402"/>
                  </a:lnTo>
                  <a:cubicBezTo>
                    <a:pt x="1723" y="1412"/>
                    <a:pt x="1708" y="1422"/>
                    <a:pt x="1694" y="1431"/>
                  </a:cubicBezTo>
                  <a:lnTo>
                    <a:pt x="1680" y="1436"/>
                  </a:lnTo>
                  <a:cubicBezTo>
                    <a:pt x="1660" y="1441"/>
                    <a:pt x="1641" y="1446"/>
                    <a:pt x="1622" y="1446"/>
                  </a:cubicBezTo>
                  <a:cubicBezTo>
                    <a:pt x="1506" y="1446"/>
                    <a:pt x="1425" y="1335"/>
                    <a:pt x="1453" y="1224"/>
                  </a:cubicBezTo>
                  <a:lnTo>
                    <a:pt x="1708" y="339"/>
                  </a:lnTo>
                  <a:lnTo>
                    <a:pt x="1732" y="248"/>
                  </a:lnTo>
                  <a:cubicBezTo>
                    <a:pt x="1742" y="195"/>
                    <a:pt x="1737" y="142"/>
                    <a:pt x="1708" y="98"/>
                  </a:cubicBezTo>
                  <a:cubicBezTo>
                    <a:pt x="1699" y="89"/>
                    <a:pt x="1694" y="79"/>
                    <a:pt x="1684" y="70"/>
                  </a:cubicBezTo>
                  <a:lnTo>
                    <a:pt x="1699" y="65"/>
                  </a:lnTo>
                  <a:lnTo>
                    <a:pt x="1641" y="31"/>
                  </a:lnTo>
                  <a:cubicBezTo>
                    <a:pt x="1622" y="21"/>
                    <a:pt x="1603" y="17"/>
                    <a:pt x="1583" y="12"/>
                  </a:cubicBezTo>
                  <a:lnTo>
                    <a:pt x="1564" y="7"/>
                  </a:lnTo>
                  <a:cubicBezTo>
                    <a:pt x="1548" y="3"/>
                    <a:pt x="1531" y="0"/>
                    <a:pt x="1515" y="0"/>
                  </a:cubicBezTo>
                  <a:close/>
                </a:path>
              </a:pathLst>
            </a:custGeom>
            <a:solidFill>
              <a:srgbClr val="AD8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5"/>
            <p:cNvSpPr/>
            <p:nvPr/>
          </p:nvSpPr>
          <p:spPr>
            <a:xfrm>
              <a:off x="1969592" y="2192376"/>
              <a:ext cx="93160" cy="103625"/>
            </a:xfrm>
            <a:custGeom>
              <a:avLst/>
              <a:gdLst/>
              <a:ahLst/>
              <a:cxnLst/>
              <a:rect l="l" t="t" r="r" b="b"/>
              <a:pathLst>
                <a:path w="3552" h="3951" extrusionOk="0">
                  <a:moveTo>
                    <a:pt x="1040" y="0"/>
                  </a:moveTo>
                  <a:cubicBezTo>
                    <a:pt x="929" y="0"/>
                    <a:pt x="842" y="87"/>
                    <a:pt x="842" y="197"/>
                  </a:cubicBezTo>
                  <a:lnTo>
                    <a:pt x="842" y="1492"/>
                  </a:lnTo>
                  <a:cubicBezTo>
                    <a:pt x="842" y="1497"/>
                    <a:pt x="842" y="1506"/>
                    <a:pt x="842" y="1516"/>
                  </a:cubicBezTo>
                  <a:lnTo>
                    <a:pt x="842" y="1521"/>
                  </a:lnTo>
                  <a:cubicBezTo>
                    <a:pt x="838" y="1525"/>
                    <a:pt x="838" y="1530"/>
                    <a:pt x="838" y="1540"/>
                  </a:cubicBezTo>
                  <a:cubicBezTo>
                    <a:pt x="833" y="1545"/>
                    <a:pt x="833" y="1554"/>
                    <a:pt x="828" y="1559"/>
                  </a:cubicBezTo>
                  <a:lnTo>
                    <a:pt x="828" y="1564"/>
                  </a:lnTo>
                  <a:cubicBezTo>
                    <a:pt x="828" y="1569"/>
                    <a:pt x="823" y="1574"/>
                    <a:pt x="818" y="1578"/>
                  </a:cubicBezTo>
                  <a:lnTo>
                    <a:pt x="818" y="1583"/>
                  </a:lnTo>
                  <a:cubicBezTo>
                    <a:pt x="814" y="1588"/>
                    <a:pt x="814" y="1598"/>
                    <a:pt x="809" y="1602"/>
                  </a:cubicBezTo>
                  <a:lnTo>
                    <a:pt x="804" y="1607"/>
                  </a:lnTo>
                  <a:lnTo>
                    <a:pt x="789" y="1617"/>
                  </a:lnTo>
                  <a:lnTo>
                    <a:pt x="785" y="1622"/>
                  </a:lnTo>
                  <a:lnTo>
                    <a:pt x="770" y="1631"/>
                  </a:lnTo>
                  <a:lnTo>
                    <a:pt x="765" y="1631"/>
                  </a:lnTo>
                  <a:lnTo>
                    <a:pt x="746" y="1641"/>
                  </a:lnTo>
                  <a:cubicBezTo>
                    <a:pt x="722" y="1652"/>
                    <a:pt x="698" y="1657"/>
                    <a:pt x="675" y="1657"/>
                  </a:cubicBezTo>
                  <a:cubicBezTo>
                    <a:pt x="585" y="1657"/>
                    <a:pt x="506" y="1582"/>
                    <a:pt x="506" y="1482"/>
                  </a:cubicBezTo>
                  <a:lnTo>
                    <a:pt x="506" y="1217"/>
                  </a:lnTo>
                  <a:lnTo>
                    <a:pt x="708" y="1179"/>
                  </a:lnTo>
                  <a:lnTo>
                    <a:pt x="443" y="1145"/>
                  </a:lnTo>
                  <a:lnTo>
                    <a:pt x="395" y="1140"/>
                  </a:lnTo>
                  <a:lnTo>
                    <a:pt x="260" y="1140"/>
                  </a:lnTo>
                  <a:lnTo>
                    <a:pt x="236" y="1145"/>
                  </a:lnTo>
                  <a:lnTo>
                    <a:pt x="222" y="1150"/>
                  </a:lnTo>
                  <a:lnTo>
                    <a:pt x="207" y="1155"/>
                  </a:lnTo>
                  <a:lnTo>
                    <a:pt x="188" y="1165"/>
                  </a:lnTo>
                  <a:lnTo>
                    <a:pt x="178" y="1169"/>
                  </a:lnTo>
                  <a:cubicBezTo>
                    <a:pt x="169" y="1174"/>
                    <a:pt x="159" y="1179"/>
                    <a:pt x="154" y="1184"/>
                  </a:cubicBezTo>
                  <a:cubicBezTo>
                    <a:pt x="0" y="1314"/>
                    <a:pt x="24" y="1732"/>
                    <a:pt x="48" y="2103"/>
                  </a:cubicBezTo>
                  <a:cubicBezTo>
                    <a:pt x="87" y="2728"/>
                    <a:pt x="833" y="3287"/>
                    <a:pt x="838" y="3291"/>
                  </a:cubicBezTo>
                  <a:cubicBezTo>
                    <a:pt x="881" y="3325"/>
                    <a:pt x="910" y="3378"/>
                    <a:pt x="910" y="3431"/>
                  </a:cubicBezTo>
                  <a:lnTo>
                    <a:pt x="910" y="3951"/>
                  </a:lnTo>
                  <a:lnTo>
                    <a:pt x="3065" y="3951"/>
                  </a:lnTo>
                  <a:lnTo>
                    <a:pt x="3065" y="3229"/>
                  </a:lnTo>
                  <a:cubicBezTo>
                    <a:pt x="3065" y="3181"/>
                    <a:pt x="3089" y="3133"/>
                    <a:pt x="3128" y="3099"/>
                  </a:cubicBezTo>
                  <a:cubicBezTo>
                    <a:pt x="3532" y="2757"/>
                    <a:pt x="3551" y="1997"/>
                    <a:pt x="3527" y="1732"/>
                  </a:cubicBezTo>
                  <a:cubicBezTo>
                    <a:pt x="3518" y="1728"/>
                    <a:pt x="3508" y="1723"/>
                    <a:pt x="3503" y="1713"/>
                  </a:cubicBezTo>
                  <a:lnTo>
                    <a:pt x="3503" y="698"/>
                  </a:lnTo>
                  <a:cubicBezTo>
                    <a:pt x="3503" y="655"/>
                    <a:pt x="3484" y="606"/>
                    <a:pt x="3455" y="573"/>
                  </a:cubicBezTo>
                  <a:lnTo>
                    <a:pt x="3470" y="568"/>
                  </a:lnTo>
                  <a:lnTo>
                    <a:pt x="3417" y="534"/>
                  </a:lnTo>
                  <a:cubicBezTo>
                    <a:pt x="3393" y="520"/>
                    <a:pt x="3364" y="510"/>
                    <a:pt x="3330" y="505"/>
                  </a:cubicBezTo>
                  <a:lnTo>
                    <a:pt x="3282" y="505"/>
                  </a:lnTo>
                  <a:cubicBezTo>
                    <a:pt x="3176" y="505"/>
                    <a:pt x="3085" y="592"/>
                    <a:pt x="3085" y="703"/>
                  </a:cubicBezTo>
                  <a:lnTo>
                    <a:pt x="3085" y="1136"/>
                  </a:lnTo>
                  <a:cubicBezTo>
                    <a:pt x="3085" y="1145"/>
                    <a:pt x="3085" y="1150"/>
                    <a:pt x="3085" y="1160"/>
                  </a:cubicBezTo>
                  <a:lnTo>
                    <a:pt x="3085" y="1165"/>
                  </a:lnTo>
                  <a:cubicBezTo>
                    <a:pt x="3085" y="1169"/>
                    <a:pt x="3085" y="1179"/>
                    <a:pt x="3080" y="1184"/>
                  </a:cubicBezTo>
                  <a:cubicBezTo>
                    <a:pt x="3080" y="1189"/>
                    <a:pt x="3075" y="1198"/>
                    <a:pt x="3075" y="1203"/>
                  </a:cubicBezTo>
                  <a:lnTo>
                    <a:pt x="3075" y="1208"/>
                  </a:lnTo>
                  <a:cubicBezTo>
                    <a:pt x="3070" y="1213"/>
                    <a:pt x="3065" y="1222"/>
                    <a:pt x="3065" y="1227"/>
                  </a:cubicBezTo>
                  <a:cubicBezTo>
                    <a:pt x="3061" y="1237"/>
                    <a:pt x="3056" y="1242"/>
                    <a:pt x="3051" y="1246"/>
                  </a:cubicBezTo>
                  <a:lnTo>
                    <a:pt x="3046" y="1251"/>
                  </a:lnTo>
                  <a:lnTo>
                    <a:pt x="3037" y="1261"/>
                  </a:lnTo>
                  <a:lnTo>
                    <a:pt x="3032" y="1266"/>
                  </a:lnTo>
                  <a:cubicBezTo>
                    <a:pt x="3027" y="1270"/>
                    <a:pt x="3022" y="1275"/>
                    <a:pt x="3012" y="1280"/>
                  </a:cubicBezTo>
                  <a:lnTo>
                    <a:pt x="3008" y="1280"/>
                  </a:lnTo>
                  <a:lnTo>
                    <a:pt x="2988" y="1290"/>
                  </a:lnTo>
                  <a:lnTo>
                    <a:pt x="2979" y="1290"/>
                  </a:lnTo>
                  <a:cubicBezTo>
                    <a:pt x="2956" y="1299"/>
                    <a:pt x="2932" y="1304"/>
                    <a:pt x="2910" y="1304"/>
                  </a:cubicBezTo>
                  <a:cubicBezTo>
                    <a:pt x="2817" y="1304"/>
                    <a:pt x="2734" y="1231"/>
                    <a:pt x="2738" y="1131"/>
                  </a:cubicBezTo>
                  <a:lnTo>
                    <a:pt x="2738" y="549"/>
                  </a:lnTo>
                  <a:cubicBezTo>
                    <a:pt x="2733" y="501"/>
                    <a:pt x="2719" y="452"/>
                    <a:pt x="2690" y="419"/>
                  </a:cubicBezTo>
                  <a:lnTo>
                    <a:pt x="2700" y="414"/>
                  </a:lnTo>
                  <a:lnTo>
                    <a:pt x="2647" y="380"/>
                  </a:lnTo>
                  <a:cubicBezTo>
                    <a:pt x="2623" y="366"/>
                    <a:pt x="2594" y="356"/>
                    <a:pt x="2565" y="351"/>
                  </a:cubicBezTo>
                  <a:lnTo>
                    <a:pt x="2517" y="351"/>
                  </a:lnTo>
                  <a:cubicBezTo>
                    <a:pt x="2440" y="351"/>
                    <a:pt x="2373" y="395"/>
                    <a:pt x="2339" y="457"/>
                  </a:cubicBezTo>
                  <a:lnTo>
                    <a:pt x="2334" y="467"/>
                  </a:lnTo>
                  <a:lnTo>
                    <a:pt x="2334" y="1025"/>
                  </a:lnTo>
                  <a:cubicBezTo>
                    <a:pt x="2334" y="1035"/>
                    <a:pt x="2334" y="1039"/>
                    <a:pt x="2334" y="1049"/>
                  </a:cubicBezTo>
                  <a:lnTo>
                    <a:pt x="2334" y="1054"/>
                  </a:lnTo>
                  <a:cubicBezTo>
                    <a:pt x="2334" y="1059"/>
                    <a:pt x="2329" y="1068"/>
                    <a:pt x="2329" y="1073"/>
                  </a:cubicBezTo>
                  <a:cubicBezTo>
                    <a:pt x="2329" y="1078"/>
                    <a:pt x="2324" y="1088"/>
                    <a:pt x="2324" y="1092"/>
                  </a:cubicBezTo>
                  <a:lnTo>
                    <a:pt x="2324" y="1097"/>
                  </a:lnTo>
                  <a:cubicBezTo>
                    <a:pt x="2320" y="1102"/>
                    <a:pt x="2315" y="1112"/>
                    <a:pt x="2315" y="1116"/>
                  </a:cubicBezTo>
                  <a:cubicBezTo>
                    <a:pt x="2310" y="1126"/>
                    <a:pt x="2305" y="1131"/>
                    <a:pt x="2300" y="1136"/>
                  </a:cubicBezTo>
                  <a:lnTo>
                    <a:pt x="2296" y="1140"/>
                  </a:lnTo>
                  <a:lnTo>
                    <a:pt x="2281" y="1150"/>
                  </a:lnTo>
                  <a:lnTo>
                    <a:pt x="2281" y="1155"/>
                  </a:lnTo>
                  <a:cubicBezTo>
                    <a:pt x="2276" y="1160"/>
                    <a:pt x="2267" y="1165"/>
                    <a:pt x="2262" y="1169"/>
                  </a:cubicBezTo>
                  <a:lnTo>
                    <a:pt x="2257" y="1169"/>
                  </a:lnTo>
                  <a:lnTo>
                    <a:pt x="2238" y="1179"/>
                  </a:lnTo>
                  <a:lnTo>
                    <a:pt x="2233" y="1179"/>
                  </a:lnTo>
                  <a:cubicBezTo>
                    <a:pt x="2211" y="1189"/>
                    <a:pt x="2188" y="1193"/>
                    <a:pt x="2166" y="1193"/>
                  </a:cubicBezTo>
                  <a:cubicBezTo>
                    <a:pt x="2076" y="1193"/>
                    <a:pt x="1992" y="1121"/>
                    <a:pt x="1992" y="1020"/>
                  </a:cubicBezTo>
                  <a:lnTo>
                    <a:pt x="1992" y="409"/>
                  </a:lnTo>
                  <a:cubicBezTo>
                    <a:pt x="1992" y="361"/>
                    <a:pt x="1978" y="318"/>
                    <a:pt x="1949" y="279"/>
                  </a:cubicBezTo>
                  <a:lnTo>
                    <a:pt x="1959" y="274"/>
                  </a:lnTo>
                  <a:lnTo>
                    <a:pt x="1906" y="246"/>
                  </a:lnTo>
                  <a:cubicBezTo>
                    <a:pt x="1882" y="226"/>
                    <a:pt x="1853" y="217"/>
                    <a:pt x="1824" y="212"/>
                  </a:cubicBezTo>
                  <a:lnTo>
                    <a:pt x="1776" y="212"/>
                  </a:lnTo>
                  <a:cubicBezTo>
                    <a:pt x="1704" y="212"/>
                    <a:pt x="1636" y="255"/>
                    <a:pt x="1598" y="318"/>
                  </a:cubicBezTo>
                  <a:lnTo>
                    <a:pt x="1593" y="327"/>
                  </a:lnTo>
                  <a:lnTo>
                    <a:pt x="1593" y="1030"/>
                  </a:lnTo>
                  <a:cubicBezTo>
                    <a:pt x="1593" y="1035"/>
                    <a:pt x="1593" y="1044"/>
                    <a:pt x="1593" y="1054"/>
                  </a:cubicBezTo>
                  <a:lnTo>
                    <a:pt x="1593" y="1059"/>
                  </a:lnTo>
                  <a:cubicBezTo>
                    <a:pt x="1593" y="1064"/>
                    <a:pt x="1593" y="1073"/>
                    <a:pt x="1588" y="1078"/>
                  </a:cubicBezTo>
                  <a:cubicBezTo>
                    <a:pt x="1588" y="1083"/>
                    <a:pt x="1588" y="1092"/>
                    <a:pt x="1583" y="1097"/>
                  </a:cubicBezTo>
                  <a:lnTo>
                    <a:pt x="1583" y="1102"/>
                  </a:lnTo>
                  <a:cubicBezTo>
                    <a:pt x="1579" y="1107"/>
                    <a:pt x="1579" y="1112"/>
                    <a:pt x="1574" y="1121"/>
                  </a:cubicBezTo>
                  <a:cubicBezTo>
                    <a:pt x="1569" y="1126"/>
                    <a:pt x="1564" y="1136"/>
                    <a:pt x="1559" y="1140"/>
                  </a:cubicBezTo>
                  <a:lnTo>
                    <a:pt x="1555" y="1145"/>
                  </a:lnTo>
                  <a:lnTo>
                    <a:pt x="1545" y="1155"/>
                  </a:lnTo>
                  <a:lnTo>
                    <a:pt x="1540" y="1160"/>
                  </a:lnTo>
                  <a:lnTo>
                    <a:pt x="1521" y="1174"/>
                  </a:lnTo>
                  <a:lnTo>
                    <a:pt x="1516" y="1174"/>
                  </a:lnTo>
                  <a:lnTo>
                    <a:pt x="1502" y="1184"/>
                  </a:lnTo>
                  <a:cubicBezTo>
                    <a:pt x="1479" y="1193"/>
                    <a:pt x="1457" y="1197"/>
                    <a:pt x="1435" y="1197"/>
                  </a:cubicBezTo>
                  <a:cubicBezTo>
                    <a:pt x="1343" y="1197"/>
                    <a:pt x="1261" y="1121"/>
                    <a:pt x="1261" y="1020"/>
                  </a:cubicBezTo>
                  <a:lnTo>
                    <a:pt x="1261" y="193"/>
                  </a:lnTo>
                  <a:cubicBezTo>
                    <a:pt x="1261" y="144"/>
                    <a:pt x="1242" y="101"/>
                    <a:pt x="1213" y="67"/>
                  </a:cubicBezTo>
                  <a:lnTo>
                    <a:pt x="1223" y="58"/>
                  </a:lnTo>
                  <a:lnTo>
                    <a:pt x="1170" y="29"/>
                  </a:lnTo>
                  <a:cubicBezTo>
                    <a:pt x="1146" y="15"/>
                    <a:pt x="1117" y="0"/>
                    <a:pt x="1088" y="0"/>
                  </a:cubicBezTo>
                  <a:close/>
                </a:path>
              </a:pathLst>
            </a:custGeom>
            <a:solidFill>
              <a:srgbClr val="EFB3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5"/>
            <p:cNvSpPr/>
            <p:nvPr/>
          </p:nvSpPr>
          <p:spPr>
            <a:xfrm>
              <a:off x="1722109" y="2253696"/>
              <a:ext cx="29821" cy="73726"/>
            </a:xfrm>
            <a:custGeom>
              <a:avLst/>
              <a:gdLst/>
              <a:ahLst/>
              <a:cxnLst/>
              <a:rect l="l" t="t" r="r" b="b"/>
              <a:pathLst>
                <a:path w="1137" h="2811" extrusionOk="0">
                  <a:moveTo>
                    <a:pt x="256" y="1"/>
                  </a:moveTo>
                  <a:lnTo>
                    <a:pt x="236" y="5"/>
                  </a:lnTo>
                  <a:lnTo>
                    <a:pt x="222" y="10"/>
                  </a:lnTo>
                  <a:lnTo>
                    <a:pt x="203" y="15"/>
                  </a:lnTo>
                  <a:lnTo>
                    <a:pt x="188" y="20"/>
                  </a:lnTo>
                  <a:lnTo>
                    <a:pt x="174" y="25"/>
                  </a:lnTo>
                  <a:cubicBezTo>
                    <a:pt x="169" y="29"/>
                    <a:pt x="159" y="39"/>
                    <a:pt x="150" y="44"/>
                  </a:cubicBezTo>
                  <a:cubicBezTo>
                    <a:pt x="1" y="169"/>
                    <a:pt x="25" y="592"/>
                    <a:pt x="49" y="963"/>
                  </a:cubicBezTo>
                  <a:cubicBezTo>
                    <a:pt x="77" y="1483"/>
                    <a:pt x="631" y="1997"/>
                    <a:pt x="838" y="2151"/>
                  </a:cubicBezTo>
                  <a:cubicBezTo>
                    <a:pt x="881" y="2185"/>
                    <a:pt x="905" y="2233"/>
                    <a:pt x="905" y="2291"/>
                  </a:cubicBezTo>
                  <a:lnTo>
                    <a:pt x="905" y="2811"/>
                  </a:lnTo>
                  <a:lnTo>
                    <a:pt x="1136" y="2811"/>
                  </a:lnTo>
                  <a:lnTo>
                    <a:pt x="1136" y="2291"/>
                  </a:lnTo>
                  <a:cubicBezTo>
                    <a:pt x="1136" y="2238"/>
                    <a:pt x="1107" y="2185"/>
                    <a:pt x="1064" y="2156"/>
                  </a:cubicBezTo>
                  <a:cubicBezTo>
                    <a:pt x="857" y="1997"/>
                    <a:pt x="308" y="1483"/>
                    <a:pt x="275" y="963"/>
                  </a:cubicBezTo>
                  <a:cubicBezTo>
                    <a:pt x="256" y="592"/>
                    <a:pt x="227" y="174"/>
                    <a:pt x="381" y="49"/>
                  </a:cubicBezTo>
                  <a:cubicBezTo>
                    <a:pt x="385" y="39"/>
                    <a:pt x="395" y="34"/>
                    <a:pt x="405" y="29"/>
                  </a:cubicBezTo>
                  <a:lnTo>
                    <a:pt x="414" y="25"/>
                  </a:lnTo>
                  <a:lnTo>
                    <a:pt x="434" y="15"/>
                  </a:lnTo>
                  <a:lnTo>
                    <a:pt x="448" y="10"/>
                  </a:lnTo>
                  <a:lnTo>
                    <a:pt x="462" y="5"/>
                  </a:lnTo>
                  <a:lnTo>
                    <a:pt x="438" y="5"/>
                  </a:lnTo>
                  <a:lnTo>
                    <a:pt x="395" y="1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5"/>
            <p:cNvSpPr/>
            <p:nvPr/>
          </p:nvSpPr>
          <p:spPr>
            <a:xfrm>
              <a:off x="1802129" y="2237041"/>
              <a:ext cx="9730" cy="20851"/>
            </a:xfrm>
            <a:custGeom>
              <a:avLst/>
              <a:gdLst/>
              <a:ahLst/>
              <a:cxnLst/>
              <a:rect l="l" t="t" r="r" b="b"/>
              <a:pathLst>
                <a:path w="371" h="795" extrusionOk="0">
                  <a:moveTo>
                    <a:pt x="246" y="0"/>
                  </a:moveTo>
                  <a:cubicBezTo>
                    <a:pt x="135" y="0"/>
                    <a:pt x="48" y="87"/>
                    <a:pt x="48" y="198"/>
                  </a:cubicBezTo>
                  <a:lnTo>
                    <a:pt x="48" y="631"/>
                  </a:lnTo>
                  <a:cubicBezTo>
                    <a:pt x="48" y="636"/>
                    <a:pt x="48" y="645"/>
                    <a:pt x="48" y="655"/>
                  </a:cubicBezTo>
                  <a:lnTo>
                    <a:pt x="48" y="660"/>
                  </a:lnTo>
                  <a:cubicBezTo>
                    <a:pt x="48" y="664"/>
                    <a:pt x="43" y="669"/>
                    <a:pt x="43" y="679"/>
                  </a:cubicBezTo>
                  <a:cubicBezTo>
                    <a:pt x="43" y="684"/>
                    <a:pt x="39" y="693"/>
                    <a:pt x="34" y="698"/>
                  </a:cubicBezTo>
                  <a:lnTo>
                    <a:pt x="34" y="703"/>
                  </a:lnTo>
                  <a:cubicBezTo>
                    <a:pt x="34" y="708"/>
                    <a:pt x="29" y="713"/>
                    <a:pt x="29" y="717"/>
                  </a:cubicBezTo>
                  <a:lnTo>
                    <a:pt x="29" y="722"/>
                  </a:lnTo>
                  <a:cubicBezTo>
                    <a:pt x="24" y="727"/>
                    <a:pt x="19" y="737"/>
                    <a:pt x="15" y="741"/>
                  </a:cubicBezTo>
                  <a:lnTo>
                    <a:pt x="10" y="746"/>
                  </a:lnTo>
                  <a:lnTo>
                    <a:pt x="0" y="756"/>
                  </a:lnTo>
                  <a:cubicBezTo>
                    <a:pt x="29" y="780"/>
                    <a:pt x="72" y="794"/>
                    <a:pt x="111" y="794"/>
                  </a:cubicBezTo>
                  <a:cubicBezTo>
                    <a:pt x="135" y="794"/>
                    <a:pt x="159" y="790"/>
                    <a:pt x="178" y="780"/>
                  </a:cubicBezTo>
                  <a:lnTo>
                    <a:pt x="183" y="780"/>
                  </a:lnTo>
                  <a:lnTo>
                    <a:pt x="202" y="770"/>
                  </a:lnTo>
                  <a:lnTo>
                    <a:pt x="207" y="770"/>
                  </a:lnTo>
                  <a:cubicBezTo>
                    <a:pt x="212" y="766"/>
                    <a:pt x="217" y="761"/>
                    <a:pt x="226" y="761"/>
                  </a:cubicBezTo>
                  <a:lnTo>
                    <a:pt x="226" y="756"/>
                  </a:lnTo>
                  <a:lnTo>
                    <a:pt x="241" y="741"/>
                  </a:lnTo>
                  <a:lnTo>
                    <a:pt x="246" y="737"/>
                  </a:lnTo>
                  <a:cubicBezTo>
                    <a:pt x="250" y="732"/>
                    <a:pt x="255" y="727"/>
                    <a:pt x="255" y="722"/>
                  </a:cubicBezTo>
                  <a:lnTo>
                    <a:pt x="255" y="717"/>
                  </a:lnTo>
                  <a:cubicBezTo>
                    <a:pt x="260" y="713"/>
                    <a:pt x="265" y="708"/>
                    <a:pt x="265" y="703"/>
                  </a:cubicBezTo>
                  <a:lnTo>
                    <a:pt x="265" y="698"/>
                  </a:lnTo>
                  <a:cubicBezTo>
                    <a:pt x="270" y="689"/>
                    <a:pt x="270" y="684"/>
                    <a:pt x="274" y="674"/>
                  </a:cubicBezTo>
                  <a:cubicBezTo>
                    <a:pt x="274" y="669"/>
                    <a:pt x="279" y="664"/>
                    <a:pt x="279" y="655"/>
                  </a:cubicBezTo>
                  <a:lnTo>
                    <a:pt x="279" y="650"/>
                  </a:lnTo>
                  <a:cubicBezTo>
                    <a:pt x="279" y="645"/>
                    <a:pt x="279" y="636"/>
                    <a:pt x="279" y="626"/>
                  </a:cubicBezTo>
                  <a:lnTo>
                    <a:pt x="279" y="193"/>
                  </a:lnTo>
                  <a:cubicBezTo>
                    <a:pt x="279" y="126"/>
                    <a:pt x="313" y="63"/>
                    <a:pt x="371" y="25"/>
                  </a:cubicBezTo>
                  <a:cubicBezTo>
                    <a:pt x="347" y="10"/>
                    <a:pt x="323" y="0"/>
                    <a:pt x="294" y="0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5"/>
            <p:cNvSpPr/>
            <p:nvPr/>
          </p:nvSpPr>
          <p:spPr>
            <a:xfrm>
              <a:off x="1782301" y="2233133"/>
              <a:ext cx="9494" cy="21979"/>
            </a:xfrm>
            <a:custGeom>
              <a:avLst/>
              <a:gdLst/>
              <a:ahLst/>
              <a:cxnLst/>
              <a:rect l="l" t="t" r="r" b="b"/>
              <a:pathLst>
                <a:path w="362" h="838" extrusionOk="0">
                  <a:moveTo>
                    <a:pt x="236" y="0"/>
                  </a:moveTo>
                  <a:cubicBezTo>
                    <a:pt x="159" y="0"/>
                    <a:pt x="92" y="44"/>
                    <a:pt x="58" y="106"/>
                  </a:cubicBezTo>
                  <a:lnTo>
                    <a:pt x="54" y="116"/>
                  </a:lnTo>
                  <a:lnTo>
                    <a:pt x="54" y="664"/>
                  </a:lnTo>
                  <a:cubicBezTo>
                    <a:pt x="54" y="674"/>
                    <a:pt x="54" y="679"/>
                    <a:pt x="54" y="688"/>
                  </a:cubicBezTo>
                  <a:lnTo>
                    <a:pt x="54" y="693"/>
                  </a:lnTo>
                  <a:cubicBezTo>
                    <a:pt x="54" y="698"/>
                    <a:pt x="49" y="708"/>
                    <a:pt x="49" y="712"/>
                  </a:cubicBezTo>
                  <a:cubicBezTo>
                    <a:pt x="49" y="717"/>
                    <a:pt x="44" y="727"/>
                    <a:pt x="39" y="732"/>
                  </a:cubicBezTo>
                  <a:lnTo>
                    <a:pt x="39" y="737"/>
                  </a:lnTo>
                  <a:cubicBezTo>
                    <a:pt x="39" y="746"/>
                    <a:pt x="34" y="751"/>
                    <a:pt x="34" y="756"/>
                  </a:cubicBezTo>
                  <a:cubicBezTo>
                    <a:pt x="30" y="765"/>
                    <a:pt x="25" y="770"/>
                    <a:pt x="20" y="775"/>
                  </a:cubicBezTo>
                  <a:lnTo>
                    <a:pt x="15" y="780"/>
                  </a:lnTo>
                  <a:lnTo>
                    <a:pt x="1" y="789"/>
                  </a:lnTo>
                  <a:cubicBezTo>
                    <a:pt x="34" y="818"/>
                    <a:pt x="78" y="838"/>
                    <a:pt x="121" y="838"/>
                  </a:cubicBezTo>
                  <a:cubicBezTo>
                    <a:pt x="145" y="838"/>
                    <a:pt x="164" y="833"/>
                    <a:pt x="188" y="823"/>
                  </a:cubicBezTo>
                  <a:lnTo>
                    <a:pt x="208" y="813"/>
                  </a:lnTo>
                  <a:lnTo>
                    <a:pt x="212" y="813"/>
                  </a:lnTo>
                  <a:lnTo>
                    <a:pt x="227" y="804"/>
                  </a:lnTo>
                  <a:lnTo>
                    <a:pt x="232" y="799"/>
                  </a:lnTo>
                  <a:lnTo>
                    <a:pt x="246" y="785"/>
                  </a:lnTo>
                  <a:lnTo>
                    <a:pt x="251" y="785"/>
                  </a:lnTo>
                  <a:cubicBezTo>
                    <a:pt x="251" y="775"/>
                    <a:pt x="256" y="770"/>
                    <a:pt x="261" y="765"/>
                  </a:cubicBezTo>
                  <a:lnTo>
                    <a:pt x="261" y="761"/>
                  </a:lnTo>
                  <a:cubicBezTo>
                    <a:pt x="265" y="756"/>
                    <a:pt x="270" y="751"/>
                    <a:pt x="270" y="746"/>
                  </a:cubicBezTo>
                  <a:lnTo>
                    <a:pt x="270" y="741"/>
                  </a:lnTo>
                  <a:cubicBezTo>
                    <a:pt x="275" y="737"/>
                    <a:pt x="275" y="727"/>
                    <a:pt x="280" y="722"/>
                  </a:cubicBezTo>
                  <a:cubicBezTo>
                    <a:pt x="280" y="712"/>
                    <a:pt x="280" y="708"/>
                    <a:pt x="285" y="703"/>
                  </a:cubicBezTo>
                  <a:lnTo>
                    <a:pt x="285" y="693"/>
                  </a:lnTo>
                  <a:cubicBezTo>
                    <a:pt x="285" y="688"/>
                    <a:pt x="285" y="679"/>
                    <a:pt x="285" y="674"/>
                  </a:cubicBezTo>
                  <a:lnTo>
                    <a:pt x="285" y="116"/>
                  </a:lnTo>
                  <a:lnTo>
                    <a:pt x="289" y="106"/>
                  </a:lnTo>
                  <a:cubicBezTo>
                    <a:pt x="304" y="72"/>
                    <a:pt x="328" y="48"/>
                    <a:pt x="362" y="29"/>
                  </a:cubicBezTo>
                  <a:cubicBezTo>
                    <a:pt x="338" y="15"/>
                    <a:pt x="309" y="5"/>
                    <a:pt x="285" y="0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5"/>
            <p:cNvSpPr/>
            <p:nvPr/>
          </p:nvSpPr>
          <p:spPr>
            <a:xfrm>
              <a:off x="1762867" y="2229226"/>
              <a:ext cx="9363" cy="25887"/>
            </a:xfrm>
            <a:custGeom>
              <a:avLst/>
              <a:gdLst/>
              <a:ahLst/>
              <a:cxnLst/>
              <a:rect l="l" t="t" r="r" b="b"/>
              <a:pathLst>
                <a:path w="357" h="987" extrusionOk="0">
                  <a:moveTo>
                    <a:pt x="227" y="0"/>
                  </a:moveTo>
                  <a:cubicBezTo>
                    <a:pt x="155" y="0"/>
                    <a:pt x="87" y="39"/>
                    <a:pt x="54" y="106"/>
                  </a:cubicBezTo>
                  <a:lnTo>
                    <a:pt x="49" y="116"/>
                  </a:lnTo>
                  <a:lnTo>
                    <a:pt x="49" y="813"/>
                  </a:lnTo>
                  <a:cubicBezTo>
                    <a:pt x="49" y="823"/>
                    <a:pt x="49" y="828"/>
                    <a:pt x="49" y="837"/>
                  </a:cubicBezTo>
                  <a:lnTo>
                    <a:pt x="49" y="842"/>
                  </a:lnTo>
                  <a:cubicBezTo>
                    <a:pt x="49" y="847"/>
                    <a:pt x="49" y="857"/>
                    <a:pt x="44" y="861"/>
                  </a:cubicBezTo>
                  <a:cubicBezTo>
                    <a:pt x="44" y="866"/>
                    <a:pt x="39" y="876"/>
                    <a:pt x="39" y="881"/>
                  </a:cubicBezTo>
                  <a:lnTo>
                    <a:pt x="39" y="886"/>
                  </a:lnTo>
                  <a:cubicBezTo>
                    <a:pt x="34" y="895"/>
                    <a:pt x="30" y="900"/>
                    <a:pt x="30" y="905"/>
                  </a:cubicBezTo>
                  <a:cubicBezTo>
                    <a:pt x="25" y="914"/>
                    <a:pt x="20" y="919"/>
                    <a:pt x="15" y="924"/>
                  </a:cubicBezTo>
                  <a:lnTo>
                    <a:pt x="10" y="929"/>
                  </a:lnTo>
                  <a:lnTo>
                    <a:pt x="1" y="938"/>
                  </a:lnTo>
                  <a:cubicBezTo>
                    <a:pt x="30" y="967"/>
                    <a:pt x="73" y="987"/>
                    <a:pt x="116" y="987"/>
                  </a:cubicBezTo>
                  <a:cubicBezTo>
                    <a:pt x="140" y="987"/>
                    <a:pt x="164" y="982"/>
                    <a:pt x="184" y="972"/>
                  </a:cubicBezTo>
                  <a:lnTo>
                    <a:pt x="203" y="962"/>
                  </a:lnTo>
                  <a:lnTo>
                    <a:pt x="208" y="962"/>
                  </a:lnTo>
                  <a:lnTo>
                    <a:pt x="222" y="953"/>
                  </a:lnTo>
                  <a:lnTo>
                    <a:pt x="227" y="948"/>
                  </a:lnTo>
                  <a:lnTo>
                    <a:pt x="241" y="934"/>
                  </a:lnTo>
                  <a:lnTo>
                    <a:pt x="246" y="934"/>
                  </a:lnTo>
                  <a:cubicBezTo>
                    <a:pt x="251" y="924"/>
                    <a:pt x="256" y="919"/>
                    <a:pt x="256" y="914"/>
                  </a:cubicBezTo>
                  <a:lnTo>
                    <a:pt x="256" y="910"/>
                  </a:lnTo>
                  <a:cubicBezTo>
                    <a:pt x="261" y="905"/>
                    <a:pt x="265" y="900"/>
                    <a:pt x="265" y="895"/>
                  </a:cubicBezTo>
                  <a:lnTo>
                    <a:pt x="265" y="890"/>
                  </a:lnTo>
                  <a:cubicBezTo>
                    <a:pt x="270" y="886"/>
                    <a:pt x="270" y="876"/>
                    <a:pt x="275" y="871"/>
                  </a:cubicBezTo>
                  <a:cubicBezTo>
                    <a:pt x="275" y="861"/>
                    <a:pt x="280" y="857"/>
                    <a:pt x="280" y="852"/>
                  </a:cubicBezTo>
                  <a:lnTo>
                    <a:pt x="280" y="842"/>
                  </a:lnTo>
                  <a:cubicBezTo>
                    <a:pt x="280" y="837"/>
                    <a:pt x="280" y="828"/>
                    <a:pt x="280" y="823"/>
                  </a:cubicBezTo>
                  <a:lnTo>
                    <a:pt x="280" y="111"/>
                  </a:lnTo>
                  <a:lnTo>
                    <a:pt x="285" y="101"/>
                  </a:lnTo>
                  <a:cubicBezTo>
                    <a:pt x="299" y="72"/>
                    <a:pt x="323" y="48"/>
                    <a:pt x="357" y="29"/>
                  </a:cubicBezTo>
                  <a:cubicBezTo>
                    <a:pt x="333" y="15"/>
                    <a:pt x="304" y="5"/>
                    <a:pt x="280" y="0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5"/>
            <p:cNvSpPr/>
            <p:nvPr/>
          </p:nvSpPr>
          <p:spPr>
            <a:xfrm>
              <a:off x="1743065" y="2223534"/>
              <a:ext cx="9730" cy="43590"/>
            </a:xfrm>
            <a:custGeom>
              <a:avLst/>
              <a:gdLst/>
              <a:ahLst/>
              <a:cxnLst/>
              <a:rect l="l" t="t" r="r" b="b"/>
              <a:pathLst>
                <a:path w="371" h="1662" extrusionOk="0">
                  <a:moveTo>
                    <a:pt x="246" y="1"/>
                  </a:moveTo>
                  <a:cubicBezTo>
                    <a:pt x="135" y="1"/>
                    <a:pt x="48" y="87"/>
                    <a:pt x="48" y="198"/>
                  </a:cubicBezTo>
                  <a:lnTo>
                    <a:pt x="48" y="1175"/>
                  </a:lnTo>
                  <a:lnTo>
                    <a:pt x="135" y="1184"/>
                  </a:lnTo>
                  <a:lnTo>
                    <a:pt x="48" y="1204"/>
                  </a:lnTo>
                  <a:lnTo>
                    <a:pt x="48" y="1492"/>
                  </a:lnTo>
                  <a:cubicBezTo>
                    <a:pt x="48" y="1497"/>
                    <a:pt x="48" y="1507"/>
                    <a:pt x="48" y="1516"/>
                  </a:cubicBezTo>
                  <a:lnTo>
                    <a:pt x="48" y="1521"/>
                  </a:lnTo>
                  <a:cubicBezTo>
                    <a:pt x="48" y="1526"/>
                    <a:pt x="48" y="1531"/>
                    <a:pt x="44" y="1540"/>
                  </a:cubicBezTo>
                  <a:cubicBezTo>
                    <a:pt x="44" y="1545"/>
                    <a:pt x="39" y="1555"/>
                    <a:pt x="39" y="1560"/>
                  </a:cubicBezTo>
                  <a:lnTo>
                    <a:pt x="39" y="1564"/>
                  </a:lnTo>
                  <a:cubicBezTo>
                    <a:pt x="34" y="1569"/>
                    <a:pt x="34" y="1574"/>
                    <a:pt x="29" y="1579"/>
                  </a:cubicBezTo>
                  <a:lnTo>
                    <a:pt x="29" y="1584"/>
                  </a:lnTo>
                  <a:cubicBezTo>
                    <a:pt x="24" y="1588"/>
                    <a:pt x="20" y="1598"/>
                    <a:pt x="15" y="1603"/>
                  </a:cubicBezTo>
                  <a:lnTo>
                    <a:pt x="10" y="1608"/>
                  </a:lnTo>
                  <a:lnTo>
                    <a:pt x="0" y="1617"/>
                  </a:lnTo>
                  <a:cubicBezTo>
                    <a:pt x="31" y="1645"/>
                    <a:pt x="72" y="1661"/>
                    <a:pt x="113" y="1661"/>
                  </a:cubicBezTo>
                  <a:cubicBezTo>
                    <a:pt x="136" y="1661"/>
                    <a:pt x="158" y="1656"/>
                    <a:pt x="178" y="1646"/>
                  </a:cubicBezTo>
                  <a:lnTo>
                    <a:pt x="198" y="1637"/>
                  </a:lnTo>
                  <a:lnTo>
                    <a:pt x="202" y="1637"/>
                  </a:lnTo>
                  <a:lnTo>
                    <a:pt x="222" y="1627"/>
                  </a:lnTo>
                  <a:lnTo>
                    <a:pt x="226" y="1622"/>
                  </a:lnTo>
                  <a:lnTo>
                    <a:pt x="236" y="1608"/>
                  </a:lnTo>
                  <a:lnTo>
                    <a:pt x="241" y="1603"/>
                  </a:lnTo>
                  <a:cubicBezTo>
                    <a:pt x="246" y="1598"/>
                    <a:pt x="250" y="1593"/>
                    <a:pt x="255" y="1588"/>
                  </a:cubicBezTo>
                  <a:lnTo>
                    <a:pt x="255" y="1584"/>
                  </a:lnTo>
                  <a:cubicBezTo>
                    <a:pt x="260" y="1579"/>
                    <a:pt x="260" y="1574"/>
                    <a:pt x="265" y="1569"/>
                  </a:cubicBezTo>
                  <a:lnTo>
                    <a:pt x="265" y="1564"/>
                  </a:lnTo>
                  <a:cubicBezTo>
                    <a:pt x="265" y="1555"/>
                    <a:pt x="270" y="1550"/>
                    <a:pt x="270" y="1545"/>
                  </a:cubicBezTo>
                  <a:cubicBezTo>
                    <a:pt x="275" y="1536"/>
                    <a:pt x="275" y="1531"/>
                    <a:pt x="275" y="1521"/>
                  </a:cubicBezTo>
                  <a:lnTo>
                    <a:pt x="275" y="1511"/>
                  </a:lnTo>
                  <a:cubicBezTo>
                    <a:pt x="275" y="1502"/>
                    <a:pt x="275" y="1497"/>
                    <a:pt x="275" y="1487"/>
                  </a:cubicBezTo>
                  <a:lnTo>
                    <a:pt x="275" y="198"/>
                  </a:lnTo>
                  <a:cubicBezTo>
                    <a:pt x="275" y="126"/>
                    <a:pt x="313" y="63"/>
                    <a:pt x="371" y="29"/>
                  </a:cubicBezTo>
                  <a:cubicBezTo>
                    <a:pt x="347" y="15"/>
                    <a:pt x="318" y="5"/>
                    <a:pt x="294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5"/>
            <p:cNvSpPr/>
            <p:nvPr/>
          </p:nvSpPr>
          <p:spPr>
            <a:xfrm>
              <a:off x="1937909" y="2107504"/>
              <a:ext cx="14530" cy="23133"/>
            </a:xfrm>
            <a:custGeom>
              <a:avLst/>
              <a:gdLst/>
              <a:ahLst/>
              <a:cxnLst/>
              <a:rect l="l" t="t" r="r" b="b"/>
              <a:pathLst>
                <a:path w="554" h="882" extrusionOk="0">
                  <a:moveTo>
                    <a:pt x="427" y="1"/>
                  </a:moveTo>
                  <a:cubicBezTo>
                    <a:pt x="339" y="1"/>
                    <a:pt x="257" y="63"/>
                    <a:pt x="236" y="157"/>
                  </a:cubicBezTo>
                  <a:lnTo>
                    <a:pt x="49" y="758"/>
                  </a:lnTo>
                  <a:cubicBezTo>
                    <a:pt x="44" y="768"/>
                    <a:pt x="44" y="773"/>
                    <a:pt x="39" y="782"/>
                  </a:cubicBezTo>
                  <a:lnTo>
                    <a:pt x="39" y="792"/>
                  </a:lnTo>
                  <a:lnTo>
                    <a:pt x="29" y="801"/>
                  </a:lnTo>
                  <a:cubicBezTo>
                    <a:pt x="20" y="816"/>
                    <a:pt x="10" y="825"/>
                    <a:pt x="1" y="835"/>
                  </a:cubicBezTo>
                  <a:cubicBezTo>
                    <a:pt x="31" y="866"/>
                    <a:pt x="74" y="882"/>
                    <a:pt x="117" y="882"/>
                  </a:cubicBezTo>
                  <a:cubicBezTo>
                    <a:pt x="134" y="882"/>
                    <a:pt x="152" y="879"/>
                    <a:pt x="169" y="874"/>
                  </a:cubicBezTo>
                  <a:lnTo>
                    <a:pt x="183" y="864"/>
                  </a:lnTo>
                  <a:cubicBezTo>
                    <a:pt x="212" y="854"/>
                    <a:pt x="241" y="830"/>
                    <a:pt x="260" y="801"/>
                  </a:cubicBezTo>
                  <a:lnTo>
                    <a:pt x="265" y="792"/>
                  </a:lnTo>
                  <a:lnTo>
                    <a:pt x="270" y="782"/>
                  </a:lnTo>
                  <a:cubicBezTo>
                    <a:pt x="275" y="773"/>
                    <a:pt x="275" y="768"/>
                    <a:pt x="280" y="758"/>
                  </a:cubicBezTo>
                  <a:lnTo>
                    <a:pt x="467" y="157"/>
                  </a:lnTo>
                  <a:cubicBezTo>
                    <a:pt x="482" y="104"/>
                    <a:pt x="511" y="60"/>
                    <a:pt x="554" y="36"/>
                  </a:cubicBezTo>
                  <a:cubicBezTo>
                    <a:pt x="535" y="22"/>
                    <a:pt x="520" y="17"/>
                    <a:pt x="501" y="12"/>
                  </a:cubicBezTo>
                  <a:lnTo>
                    <a:pt x="477" y="7"/>
                  </a:lnTo>
                  <a:cubicBezTo>
                    <a:pt x="460" y="3"/>
                    <a:pt x="444" y="1"/>
                    <a:pt x="427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5"/>
            <p:cNvSpPr/>
            <p:nvPr/>
          </p:nvSpPr>
          <p:spPr>
            <a:xfrm>
              <a:off x="1919602" y="2099085"/>
              <a:ext cx="14294" cy="24287"/>
            </a:xfrm>
            <a:custGeom>
              <a:avLst/>
              <a:gdLst/>
              <a:ahLst/>
              <a:cxnLst/>
              <a:rect l="l" t="t" r="r" b="b"/>
              <a:pathLst>
                <a:path w="545" h="926" extrusionOk="0">
                  <a:moveTo>
                    <a:pt x="424" y="1"/>
                  </a:moveTo>
                  <a:cubicBezTo>
                    <a:pt x="361" y="1"/>
                    <a:pt x="301" y="32"/>
                    <a:pt x="266" y="83"/>
                  </a:cubicBezTo>
                  <a:lnTo>
                    <a:pt x="261" y="88"/>
                  </a:lnTo>
                  <a:lnTo>
                    <a:pt x="49" y="805"/>
                  </a:lnTo>
                  <a:cubicBezTo>
                    <a:pt x="44" y="810"/>
                    <a:pt x="39" y="819"/>
                    <a:pt x="35" y="824"/>
                  </a:cubicBezTo>
                  <a:lnTo>
                    <a:pt x="35" y="834"/>
                  </a:lnTo>
                  <a:cubicBezTo>
                    <a:pt x="35" y="838"/>
                    <a:pt x="30" y="843"/>
                    <a:pt x="25" y="848"/>
                  </a:cubicBezTo>
                  <a:lnTo>
                    <a:pt x="25" y="853"/>
                  </a:lnTo>
                  <a:cubicBezTo>
                    <a:pt x="20" y="858"/>
                    <a:pt x="15" y="863"/>
                    <a:pt x="11" y="872"/>
                  </a:cubicBezTo>
                  <a:lnTo>
                    <a:pt x="6" y="877"/>
                  </a:lnTo>
                  <a:lnTo>
                    <a:pt x="1" y="882"/>
                  </a:lnTo>
                  <a:cubicBezTo>
                    <a:pt x="20" y="896"/>
                    <a:pt x="39" y="911"/>
                    <a:pt x="68" y="920"/>
                  </a:cubicBezTo>
                  <a:cubicBezTo>
                    <a:pt x="83" y="925"/>
                    <a:pt x="97" y="925"/>
                    <a:pt x="116" y="925"/>
                  </a:cubicBezTo>
                  <a:cubicBezTo>
                    <a:pt x="140" y="925"/>
                    <a:pt x="164" y="920"/>
                    <a:pt x="184" y="911"/>
                  </a:cubicBezTo>
                  <a:cubicBezTo>
                    <a:pt x="198" y="906"/>
                    <a:pt x="213" y="896"/>
                    <a:pt x="227" y="887"/>
                  </a:cubicBezTo>
                  <a:lnTo>
                    <a:pt x="237" y="877"/>
                  </a:lnTo>
                  <a:lnTo>
                    <a:pt x="241" y="872"/>
                  </a:lnTo>
                  <a:cubicBezTo>
                    <a:pt x="246" y="867"/>
                    <a:pt x="251" y="863"/>
                    <a:pt x="256" y="853"/>
                  </a:cubicBezTo>
                  <a:cubicBezTo>
                    <a:pt x="261" y="843"/>
                    <a:pt x="266" y="838"/>
                    <a:pt x="266" y="834"/>
                  </a:cubicBezTo>
                  <a:lnTo>
                    <a:pt x="266" y="824"/>
                  </a:lnTo>
                  <a:cubicBezTo>
                    <a:pt x="270" y="819"/>
                    <a:pt x="275" y="810"/>
                    <a:pt x="275" y="805"/>
                  </a:cubicBezTo>
                  <a:lnTo>
                    <a:pt x="487" y="88"/>
                  </a:lnTo>
                  <a:lnTo>
                    <a:pt x="492" y="83"/>
                  </a:lnTo>
                  <a:cubicBezTo>
                    <a:pt x="506" y="64"/>
                    <a:pt x="525" y="45"/>
                    <a:pt x="545" y="35"/>
                  </a:cubicBezTo>
                  <a:lnTo>
                    <a:pt x="535" y="30"/>
                  </a:lnTo>
                  <a:lnTo>
                    <a:pt x="511" y="21"/>
                  </a:lnTo>
                  <a:lnTo>
                    <a:pt x="492" y="11"/>
                  </a:lnTo>
                  <a:lnTo>
                    <a:pt x="468" y="6"/>
                  </a:lnTo>
                  <a:cubicBezTo>
                    <a:pt x="453" y="2"/>
                    <a:pt x="438" y="1"/>
                    <a:pt x="424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5"/>
            <p:cNvSpPr/>
            <p:nvPr/>
          </p:nvSpPr>
          <p:spPr>
            <a:xfrm>
              <a:off x="1900561" y="2090928"/>
              <a:ext cx="15159" cy="27880"/>
            </a:xfrm>
            <a:custGeom>
              <a:avLst/>
              <a:gdLst/>
              <a:ahLst/>
              <a:cxnLst/>
              <a:rect l="l" t="t" r="r" b="b"/>
              <a:pathLst>
                <a:path w="578" h="1063" extrusionOk="0">
                  <a:moveTo>
                    <a:pt x="459" y="0"/>
                  </a:moveTo>
                  <a:cubicBezTo>
                    <a:pt x="400" y="0"/>
                    <a:pt x="342" y="25"/>
                    <a:pt x="303" y="72"/>
                  </a:cubicBezTo>
                  <a:lnTo>
                    <a:pt x="299" y="76"/>
                  </a:lnTo>
                  <a:lnTo>
                    <a:pt x="48" y="938"/>
                  </a:lnTo>
                  <a:cubicBezTo>
                    <a:pt x="44" y="947"/>
                    <a:pt x="44" y="957"/>
                    <a:pt x="39" y="962"/>
                  </a:cubicBezTo>
                  <a:lnTo>
                    <a:pt x="39" y="971"/>
                  </a:lnTo>
                  <a:cubicBezTo>
                    <a:pt x="34" y="976"/>
                    <a:pt x="29" y="981"/>
                    <a:pt x="29" y="986"/>
                  </a:cubicBezTo>
                  <a:lnTo>
                    <a:pt x="24" y="991"/>
                  </a:lnTo>
                  <a:cubicBezTo>
                    <a:pt x="20" y="996"/>
                    <a:pt x="15" y="1005"/>
                    <a:pt x="10" y="1010"/>
                  </a:cubicBezTo>
                  <a:lnTo>
                    <a:pt x="0" y="1015"/>
                  </a:lnTo>
                  <a:lnTo>
                    <a:pt x="0" y="1020"/>
                  </a:lnTo>
                  <a:cubicBezTo>
                    <a:pt x="20" y="1039"/>
                    <a:pt x="39" y="1048"/>
                    <a:pt x="68" y="1058"/>
                  </a:cubicBezTo>
                  <a:cubicBezTo>
                    <a:pt x="82" y="1063"/>
                    <a:pt x="97" y="1063"/>
                    <a:pt x="116" y="1063"/>
                  </a:cubicBezTo>
                  <a:cubicBezTo>
                    <a:pt x="135" y="1063"/>
                    <a:pt x="154" y="1063"/>
                    <a:pt x="174" y="1053"/>
                  </a:cubicBezTo>
                  <a:lnTo>
                    <a:pt x="183" y="1048"/>
                  </a:lnTo>
                  <a:cubicBezTo>
                    <a:pt x="202" y="1044"/>
                    <a:pt x="217" y="1034"/>
                    <a:pt x="231" y="1020"/>
                  </a:cubicBezTo>
                  <a:lnTo>
                    <a:pt x="236" y="1015"/>
                  </a:lnTo>
                  <a:lnTo>
                    <a:pt x="246" y="1005"/>
                  </a:lnTo>
                  <a:lnTo>
                    <a:pt x="255" y="991"/>
                  </a:lnTo>
                  <a:lnTo>
                    <a:pt x="260" y="986"/>
                  </a:lnTo>
                  <a:cubicBezTo>
                    <a:pt x="265" y="981"/>
                    <a:pt x="265" y="976"/>
                    <a:pt x="270" y="967"/>
                  </a:cubicBezTo>
                  <a:lnTo>
                    <a:pt x="270" y="962"/>
                  </a:lnTo>
                  <a:cubicBezTo>
                    <a:pt x="275" y="957"/>
                    <a:pt x="275" y="947"/>
                    <a:pt x="279" y="938"/>
                  </a:cubicBezTo>
                  <a:lnTo>
                    <a:pt x="530" y="76"/>
                  </a:lnTo>
                  <a:lnTo>
                    <a:pt x="534" y="72"/>
                  </a:lnTo>
                  <a:cubicBezTo>
                    <a:pt x="544" y="57"/>
                    <a:pt x="563" y="43"/>
                    <a:pt x="578" y="33"/>
                  </a:cubicBezTo>
                  <a:cubicBezTo>
                    <a:pt x="558" y="24"/>
                    <a:pt x="544" y="14"/>
                    <a:pt x="525" y="9"/>
                  </a:cubicBezTo>
                  <a:lnTo>
                    <a:pt x="501" y="4"/>
                  </a:lnTo>
                  <a:cubicBezTo>
                    <a:pt x="487" y="2"/>
                    <a:pt x="473" y="0"/>
                    <a:pt x="459" y="0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5"/>
            <p:cNvSpPr/>
            <p:nvPr/>
          </p:nvSpPr>
          <p:spPr>
            <a:xfrm>
              <a:off x="1878084" y="2080935"/>
              <a:ext cx="19723" cy="45085"/>
            </a:xfrm>
            <a:custGeom>
              <a:avLst/>
              <a:gdLst/>
              <a:ahLst/>
              <a:cxnLst/>
              <a:rect l="l" t="t" r="r" b="b"/>
              <a:pathLst>
                <a:path w="752" h="1719" extrusionOk="0">
                  <a:moveTo>
                    <a:pt x="630" y="1"/>
                  </a:moveTo>
                  <a:cubicBezTo>
                    <a:pt x="595" y="1"/>
                    <a:pt x="559" y="9"/>
                    <a:pt x="525" y="29"/>
                  </a:cubicBezTo>
                  <a:cubicBezTo>
                    <a:pt x="482" y="58"/>
                    <a:pt x="448" y="101"/>
                    <a:pt x="439" y="150"/>
                  </a:cubicBezTo>
                  <a:lnTo>
                    <a:pt x="49" y="1588"/>
                  </a:lnTo>
                  <a:cubicBezTo>
                    <a:pt x="49" y="1593"/>
                    <a:pt x="44" y="1603"/>
                    <a:pt x="44" y="1612"/>
                  </a:cubicBezTo>
                  <a:lnTo>
                    <a:pt x="44" y="1617"/>
                  </a:lnTo>
                  <a:cubicBezTo>
                    <a:pt x="39" y="1622"/>
                    <a:pt x="34" y="1632"/>
                    <a:pt x="30" y="1636"/>
                  </a:cubicBezTo>
                  <a:cubicBezTo>
                    <a:pt x="25" y="1646"/>
                    <a:pt x="20" y="1651"/>
                    <a:pt x="15" y="1660"/>
                  </a:cubicBezTo>
                  <a:lnTo>
                    <a:pt x="10" y="1660"/>
                  </a:lnTo>
                  <a:lnTo>
                    <a:pt x="1" y="1670"/>
                  </a:lnTo>
                  <a:cubicBezTo>
                    <a:pt x="20" y="1689"/>
                    <a:pt x="44" y="1704"/>
                    <a:pt x="73" y="1713"/>
                  </a:cubicBezTo>
                  <a:cubicBezTo>
                    <a:pt x="86" y="1717"/>
                    <a:pt x="99" y="1718"/>
                    <a:pt x="113" y="1718"/>
                  </a:cubicBezTo>
                  <a:cubicBezTo>
                    <a:pt x="140" y="1718"/>
                    <a:pt x="168" y="1712"/>
                    <a:pt x="193" y="1699"/>
                  </a:cubicBezTo>
                  <a:lnTo>
                    <a:pt x="203" y="1694"/>
                  </a:lnTo>
                  <a:cubicBezTo>
                    <a:pt x="208" y="1689"/>
                    <a:pt x="213" y="1689"/>
                    <a:pt x="222" y="1684"/>
                  </a:cubicBezTo>
                  <a:lnTo>
                    <a:pt x="227" y="1680"/>
                  </a:lnTo>
                  <a:lnTo>
                    <a:pt x="241" y="1665"/>
                  </a:lnTo>
                  <a:lnTo>
                    <a:pt x="246" y="1660"/>
                  </a:lnTo>
                  <a:cubicBezTo>
                    <a:pt x="251" y="1656"/>
                    <a:pt x="256" y="1646"/>
                    <a:pt x="261" y="1641"/>
                  </a:cubicBezTo>
                  <a:cubicBezTo>
                    <a:pt x="265" y="1636"/>
                    <a:pt x="270" y="1627"/>
                    <a:pt x="270" y="1622"/>
                  </a:cubicBezTo>
                  <a:lnTo>
                    <a:pt x="270" y="1612"/>
                  </a:lnTo>
                  <a:cubicBezTo>
                    <a:pt x="275" y="1607"/>
                    <a:pt x="280" y="1598"/>
                    <a:pt x="280" y="1588"/>
                  </a:cubicBezTo>
                  <a:lnTo>
                    <a:pt x="670" y="154"/>
                  </a:lnTo>
                  <a:cubicBezTo>
                    <a:pt x="679" y="101"/>
                    <a:pt x="708" y="58"/>
                    <a:pt x="751" y="34"/>
                  </a:cubicBezTo>
                  <a:cubicBezTo>
                    <a:pt x="737" y="24"/>
                    <a:pt x="718" y="15"/>
                    <a:pt x="699" y="10"/>
                  </a:cubicBezTo>
                  <a:lnTo>
                    <a:pt x="674" y="5"/>
                  </a:lnTo>
                  <a:cubicBezTo>
                    <a:pt x="660" y="2"/>
                    <a:pt x="645" y="1"/>
                    <a:pt x="630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5"/>
            <p:cNvSpPr/>
            <p:nvPr/>
          </p:nvSpPr>
          <p:spPr>
            <a:xfrm>
              <a:off x="1854873" y="2117654"/>
              <a:ext cx="20457" cy="82302"/>
            </a:xfrm>
            <a:custGeom>
              <a:avLst/>
              <a:gdLst/>
              <a:ahLst/>
              <a:cxnLst/>
              <a:rect l="l" t="t" r="r" b="b"/>
              <a:pathLst>
                <a:path w="780" h="3138" extrusionOk="0">
                  <a:moveTo>
                    <a:pt x="150" y="1"/>
                  </a:moveTo>
                  <a:lnTo>
                    <a:pt x="135" y="44"/>
                  </a:lnTo>
                  <a:cubicBezTo>
                    <a:pt x="87" y="232"/>
                    <a:pt x="44" y="419"/>
                    <a:pt x="15" y="607"/>
                  </a:cubicBezTo>
                  <a:cubicBezTo>
                    <a:pt x="5" y="665"/>
                    <a:pt x="0" y="722"/>
                    <a:pt x="5" y="785"/>
                  </a:cubicBezTo>
                  <a:cubicBezTo>
                    <a:pt x="15" y="1290"/>
                    <a:pt x="409" y="1819"/>
                    <a:pt x="496" y="1925"/>
                  </a:cubicBezTo>
                  <a:lnTo>
                    <a:pt x="511" y="1945"/>
                  </a:lnTo>
                  <a:cubicBezTo>
                    <a:pt x="535" y="1978"/>
                    <a:pt x="549" y="2017"/>
                    <a:pt x="549" y="2055"/>
                  </a:cubicBezTo>
                  <a:lnTo>
                    <a:pt x="549" y="3138"/>
                  </a:lnTo>
                  <a:lnTo>
                    <a:pt x="780" y="3138"/>
                  </a:lnTo>
                  <a:lnTo>
                    <a:pt x="780" y="2055"/>
                  </a:lnTo>
                  <a:cubicBezTo>
                    <a:pt x="780" y="2017"/>
                    <a:pt x="766" y="1978"/>
                    <a:pt x="737" y="1945"/>
                  </a:cubicBezTo>
                  <a:lnTo>
                    <a:pt x="722" y="1925"/>
                  </a:lnTo>
                  <a:cubicBezTo>
                    <a:pt x="636" y="1819"/>
                    <a:pt x="241" y="1290"/>
                    <a:pt x="231" y="785"/>
                  </a:cubicBezTo>
                  <a:cubicBezTo>
                    <a:pt x="231" y="722"/>
                    <a:pt x="236" y="665"/>
                    <a:pt x="246" y="607"/>
                  </a:cubicBezTo>
                  <a:cubicBezTo>
                    <a:pt x="275" y="434"/>
                    <a:pt x="308" y="256"/>
                    <a:pt x="357" y="87"/>
                  </a:cubicBezTo>
                  <a:lnTo>
                    <a:pt x="150" y="1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5"/>
            <p:cNvSpPr/>
            <p:nvPr/>
          </p:nvSpPr>
          <p:spPr>
            <a:xfrm>
              <a:off x="2029417" y="2201818"/>
              <a:ext cx="9363" cy="22031"/>
            </a:xfrm>
            <a:custGeom>
              <a:avLst/>
              <a:gdLst/>
              <a:ahLst/>
              <a:cxnLst/>
              <a:rect l="l" t="t" r="r" b="b"/>
              <a:pathLst>
                <a:path w="357" h="840" extrusionOk="0">
                  <a:moveTo>
                    <a:pt x="231" y="1"/>
                  </a:moveTo>
                  <a:cubicBezTo>
                    <a:pt x="154" y="1"/>
                    <a:pt x="87" y="44"/>
                    <a:pt x="53" y="107"/>
                  </a:cubicBezTo>
                  <a:lnTo>
                    <a:pt x="48" y="116"/>
                  </a:lnTo>
                  <a:lnTo>
                    <a:pt x="48" y="675"/>
                  </a:lnTo>
                  <a:cubicBezTo>
                    <a:pt x="48" y="684"/>
                    <a:pt x="48" y="689"/>
                    <a:pt x="48" y="699"/>
                  </a:cubicBezTo>
                  <a:lnTo>
                    <a:pt x="48" y="704"/>
                  </a:lnTo>
                  <a:cubicBezTo>
                    <a:pt x="48" y="708"/>
                    <a:pt x="48" y="718"/>
                    <a:pt x="43" y="723"/>
                  </a:cubicBezTo>
                  <a:cubicBezTo>
                    <a:pt x="43" y="728"/>
                    <a:pt x="39" y="737"/>
                    <a:pt x="39" y="742"/>
                  </a:cubicBezTo>
                  <a:lnTo>
                    <a:pt x="39" y="747"/>
                  </a:lnTo>
                  <a:cubicBezTo>
                    <a:pt x="34" y="752"/>
                    <a:pt x="34" y="761"/>
                    <a:pt x="29" y="766"/>
                  </a:cubicBezTo>
                  <a:cubicBezTo>
                    <a:pt x="24" y="776"/>
                    <a:pt x="19" y="780"/>
                    <a:pt x="15" y="785"/>
                  </a:cubicBezTo>
                  <a:lnTo>
                    <a:pt x="10" y="790"/>
                  </a:lnTo>
                  <a:lnTo>
                    <a:pt x="0" y="800"/>
                  </a:lnTo>
                  <a:cubicBezTo>
                    <a:pt x="29" y="825"/>
                    <a:pt x="63" y="839"/>
                    <a:pt x="99" y="839"/>
                  </a:cubicBezTo>
                  <a:cubicBezTo>
                    <a:pt x="105" y="839"/>
                    <a:pt x="110" y="839"/>
                    <a:pt x="116" y="838"/>
                  </a:cubicBezTo>
                  <a:cubicBezTo>
                    <a:pt x="135" y="838"/>
                    <a:pt x="159" y="833"/>
                    <a:pt x="178" y="829"/>
                  </a:cubicBezTo>
                  <a:lnTo>
                    <a:pt x="183" y="829"/>
                  </a:lnTo>
                  <a:lnTo>
                    <a:pt x="202" y="814"/>
                  </a:lnTo>
                  <a:lnTo>
                    <a:pt x="207" y="814"/>
                  </a:lnTo>
                  <a:cubicBezTo>
                    <a:pt x="212" y="814"/>
                    <a:pt x="217" y="809"/>
                    <a:pt x="226" y="805"/>
                  </a:cubicBezTo>
                  <a:lnTo>
                    <a:pt x="226" y="800"/>
                  </a:lnTo>
                  <a:lnTo>
                    <a:pt x="241" y="790"/>
                  </a:lnTo>
                  <a:lnTo>
                    <a:pt x="245" y="785"/>
                  </a:lnTo>
                  <a:cubicBezTo>
                    <a:pt x="250" y="780"/>
                    <a:pt x="255" y="771"/>
                    <a:pt x="260" y="766"/>
                  </a:cubicBezTo>
                  <a:lnTo>
                    <a:pt x="260" y="761"/>
                  </a:lnTo>
                  <a:cubicBezTo>
                    <a:pt x="260" y="756"/>
                    <a:pt x="265" y="752"/>
                    <a:pt x="265" y="747"/>
                  </a:cubicBezTo>
                  <a:lnTo>
                    <a:pt x="265" y="742"/>
                  </a:lnTo>
                  <a:cubicBezTo>
                    <a:pt x="270" y="737"/>
                    <a:pt x="274" y="728"/>
                    <a:pt x="274" y="723"/>
                  </a:cubicBezTo>
                  <a:cubicBezTo>
                    <a:pt x="274" y="713"/>
                    <a:pt x="279" y="708"/>
                    <a:pt x="279" y="704"/>
                  </a:cubicBezTo>
                  <a:lnTo>
                    <a:pt x="279" y="694"/>
                  </a:lnTo>
                  <a:cubicBezTo>
                    <a:pt x="279" y="689"/>
                    <a:pt x="279" y="679"/>
                    <a:pt x="279" y="675"/>
                  </a:cubicBezTo>
                  <a:lnTo>
                    <a:pt x="279" y="116"/>
                  </a:lnTo>
                  <a:lnTo>
                    <a:pt x="284" y="107"/>
                  </a:lnTo>
                  <a:cubicBezTo>
                    <a:pt x="298" y="73"/>
                    <a:pt x="327" y="49"/>
                    <a:pt x="356" y="30"/>
                  </a:cubicBezTo>
                  <a:cubicBezTo>
                    <a:pt x="332" y="15"/>
                    <a:pt x="308" y="6"/>
                    <a:pt x="279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5"/>
            <p:cNvSpPr/>
            <p:nvPr/>
          </p:nvSpPr>
          <p:spPr>
            <a:xfrm>
              <a:off x="2048956" y="2205752"/>
              <a:ext cx="9888" cy="20851"/>
            </a:xfrm>
            <a:custGeom>
              <a:avLst/>
              <a:gdLst/>
              <a:ahLst/>
              <a:cxnLst/>
              <a:rect l="l" t="t" r="r" b="b"/>
              <a:pathLst>
                <a:path w="377" h="795" extrusionOk="0">
                  <a:moveTo>
                    <a:pt x="251" y="0"/>
                  </a:moveTo>
                  <a:cubicBezTo>
                    <a:pt x="140" y="0"/>
                    <a:pt x="54" y="87"/>
                    <a:pt x="54" y="197"/>
                  </a:cubicBezTo>
                  <a:lnTo>
                    <a:pt x="54" y="626"/>
                  </a:lnTo>
                  <a:cubicBezTo>
                    <a:pt x="54" y="635"/>
                    <a:pt x="54" y="640"/>
                    <a:pt x="54" y="650"/>
                  </a:cubicBezTo>
                  <a:lnTo>
                    <a:pt x="54" y="655"/>
                  </a:lnTo>
                  <a:cubicBezTo>
                    <a:pt x="49" y="659"/>
                    <a:pt x="49" y="669"/>
                    <a:pt x="49" y="674"/>
                  </a:cubicBezTo>
                  <a:cubicBezTo>
                    <a:pt x="44" y="679"/>
                    <a:pt x="44" y="688"/>
                    <a:pt x="39" y="693"/>
                  </a:cubicBezTo>
                  <a:lnTo>
                    <a:pt x="39" y="698"/>
                  </a:lnTo>
                  <a:cubicBezTo>
                    <a:pt x="39" y="703"/>
                    <a:pt x="35" y="712"/>
                    <a:pt x="30" y="717"/>
                  </a:cubicBezTo>
                  <a:cubicBezTo>
                    <a:pt x="25" y="727"/>
                    <a:pt x="25" y="732"/>
                    <a:pt x="20" y="736"/>
                  </a:cubicBezTo>
                  <a:lnTo>
                    <a:pt x="15" y="741"/>
                  </a:lnTo>
                  <a:lnTo>
                    <a:pt x="1" y="751"/>
                  </a:lnTo>
                  <a:cubicBezTo>
                    <a:pt x="35" y="780"/>
                    <a:pt x="73" y="794"/>
                    <a:pt x="116" y="794"/>
                  </a:cubicBezTo>
                  <a:cubicBezTo>
                    <a:pt x="140" y="794"/>
                    <a:pt x="160" y="789"/>
                    <a:pt x="184" y="784"/>
                  </a:cubicBezTo>
                  <a:lnTo>
                    <a:pt x="189" y="784"/>
                  </a:lnTo>
                  <a:lnTo>
                    <a:pt x="208" y="770"/>
                  </a:lnTo>
                  <a:cubicBezTo>
                    <a:pt x="217" y="770"/>
                    <a:pt x="222" y="765"/>
                    <a:pt x="227" y="760"/>
                  </a:cubicBezTo>
                  <a:lnTo>
                    <a:pt x="232" y="756"/>
                  </a:lnTo>
                  <a:lnTo>
                    <a:pt x="241" y="746"/>
                  </a:lnTo>
                  <a:lnTo>
                    <a:pt x="246" y="741"/>
                  </a:lnTo>
                  <a:cubicBezTo>
                    <a:pt x="251" y="736"/>
                    <a:pt x="256" y="727"/>
                    <a:pt x="261" y="722"/>
                  </a:cubicBezTo>
                  <a:lnTo>
                    <a:pt x="261" y="717"/>
                  </a:lnTo>
                  <a:cubicBezTo>
                    <a:pt x="266" y="712"/>
                    <a:pt x="266" y="707"/>
                    <a:pt x="270" y="703"/>
                  </a:cubicBezTo>
                  <a:lnTo>
                    <a:pt x="270" y="698"/>
                  </a:lnTo>
                  <a:cubicBezTo>
                    <a:pt x="270" y="693"/>
                    <a:pt x="275" y="683"/>
                    <a:pt x="275" y="679"/>
                  </a:cubicBezTo>
                  <a:cubicBezTo>
                    <a:pt x="280" y="669"/>
                    <a:pt x="280" y="664"/>
                    <a:pt x="280" y="659"/>
                  </a:cubicBezTo>
                  <a:lnTo>
                    <a:pt x="280" y="655"/>
                  </a:lnTo>
                  <a:cubicBezTo>
                    <a:pt x="280" y="645"/>
                    <a:pt x="280" y="635"/>
                    <a:pt x="280" y="630"/>
                  </a:cubicBezTo>
                  <a:lnTo>
                    <a:pt x="280" y="197"/>
                  </a:lnTo>
                  <a:cubicBezTo>
                    <a:pt x="280" y="125"/>
                    <a:pt x="318" y="63"/>
                    <a:pt x="376" y="29"/>
                  </a:cubicBezTo>
                  <a:cubicBezTo>
                    <a:pt x="352" y="15"/>
                    <a:pt x="328" y="5"/>
                    <a:pt x="299" y="0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5"/>
            <p:cNvSpPr/>
            <p:nvPr/>
          </p:nvSpPr>
          <p:spPr>
            <a:xfrm>
              <a:off x="1989918" y="2192245"/>
              <a:ext cx="9730" cy="43643"/>
            </a:xfrm>
            <a:custGeom>
              <a:avLst/>
              <a:gdLst/>
              <a:ahLst/>
              <a:cxnLst/>
              <a:rect l="l" t="t" r="r" b="b"/>
              <a:pathLst>
                <a:path w="371" h="1664" extrusionOk="0">
                  <a:moveTo>
                    <a:pt x="245" y="0"/>
                  </a:moveTo>
                  <a:cubicBezTo>
                    <a:pt x="135" y="0"/>
                    <a:pt x="48" y="92"/>
                    <a:pt x="48" y="202"/>
                  </a:cubicBezTo>
                  <a:lnTo>
                    <a:pt x="48" y="1179"/>
                  </a:lnTo>
                  <a:lnTo>
                    <a:pt x="140" y="1189"/>
                  </a:lnTo>
                  <a:lnTo>
                    <a:pt x="53" y="1203"/>
                  </a:lnTo>
                  <a:lnTo>
                    <a:pt x="53" y="1492"/>
                  </a:lnTo>
                  <a:cubicBezTo>
                    <a:pt x="53" y="1502"/>
                    <a:pt x="53" y="1506"/>
                    <a:pt x="53" y="1516"/>
                  </a:cubicBezTo>
                  <a:lnTo>
                    <a:pt x="53" y="1521"/>
                  </a:lnTo>
                  <a:cubicBezTo>
                    <a:pt x="53" y="1530"/>
                    <a:pt x="48" y="1535"/>
                    <a:pt x="48" y="1540"/>
                  </a:cubicBezTo>
                  <a:cubicBezTo>
                    <a:pt x="43" y="1550"/>
                    <a:pt x="43" y="1554"/>
                    <a:pt x="39" y="1559"/>
                  </a:cubicBezTo>
                  <a:lnTo>
                    <a:pt x="39" y="1564"/>
                  </a:lnTo>
                  <a:cubicBezTo>
                    <a:pt x="39" y="1574"/>
                    <a:pt x="34" y="1579"/>
                    <a:pt x="29" y="1583"/>
                  </a:cubicBezTo>
                  <a:lnTo>
                    <a:pt x="29" y="1588"/>
                  </a:lnTo>
                  <a:cubicBezTo>
                    <a:pt x="29" y="1593"/>
                    <a:pt x="24" y="1598"/>
                    <a:pt x="19" y="1603"/>
                  </a:cubicBezTo>
                  <a:lnTo>
                    <a:pt x="14" y="1607"/>
                  </a:lnTo>
                  <a:lnTo>
                    <a:pt x="0" y="1617"/>
                  </a:lnTo>
                  <a:cubicBezTo>
                    <a:pt x="35" y="1648"/>
                    <a:pt x="75" y="1663"/>
                    <a:pt x="117" y="1663"/>
                  </a:cubicBezTo>
                  <a:cubicBezTo>
                    <a:pt x="139" y="1663"/>
                    <a:pt x="161" y="1659"/>
                    <a:pt x="183" y="1651"/>
                  </a:cubicBezTo>
                  <a:lnTo>
                    <a:pt x="202" y="1641"/>
                  </a:lnTo>
                  <a:lnTo>
                    <a:pt x="207" y="1641"/>
                  </a:lnTo>
                  <a:lnTo>
                    <a:pt x="221" y="1627"/>
                  </a:lnTo>
                  <a:lnTo>
                    <a:pt x="226" y="1622"/>
                  </a:lnTo>
                  <a:lnTo>
                    <a:pt x="241" y="1612"/>
                  </a:lnTo>
                  <a:lnTo>
                    <a:pt x="245" y="1607"/>
                  </a:lnTo>
                  <a:cubicBezTo>
                    <a:pt x="250" y="1603"/>
                    <a:pt x="255" y="1598"/>
                    <a:pt x="255" y="1588"/>
                  </a:cubicBezTo>
                  <a:cubicBezTo>
                    <a:pt x="260" y="1583"/>
                    <a:pt x="265" y="1579"/>
                    <a:pt x="265" y="1569"/>
                  </a:cubicBezTo>
                  <a:lnTo>
                    <a:pt x="265" y="1564"/>
                  </a:lnTo>
                  <a:cubicBezTo>
                    <a:pt x="269" y="1559"/>
                    <a:pt x="269" y="1554"/>
                    <a:pt x="274" y="1545"/>
                  </a:cubicBezTo>
                  <a:cubicBezTo>
                    <a:pt x="274" y="1540"/>
                    <a:pt x="279" y="1530"/>
                    <a:pt x="279" y="1526"/>
                  </a:cubicBezTo>
                  <a:lnTo>
                    <a:pt x="279" y="1521"/>
                  </a:lnTo>
                  <a:cubicBezTo>
                    <a:pt x="279" y="1511"/>
                    <a:pt x="279" y="1506"/>
                    <a:pt x="279" y="1497"/>
                  </a:cubicBezTo>
                  <a:lnTo>
                    <a:pt x="279" y="198"/>
                  </a:lnTo>
                  <a:cubicBezTo>
                    <a:pt x="279" y="130"/>
                    <a:pt x="313" y="68"/>
                    <a:pt x="371" y="29"/>
                  </a:cubicBezTo>
                  <a:cubicBezTo>
                    <a:pt x="346" y="15"/>
                    <a:pt x="322" y="5"/>
                    <a:pt x="294" y="0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5"/>
            <p:cNvSpPr/>
            <p:nvPr/>
          </p:nvSpPr>
          <p:spPr>
            <a:xfrm>
              <a:off x="2009720" y="2197910"/>
              <a:ext cx="9363" cy="25913"/>
            </a:xfrm>
            <a:custGeom>
              <a:avLst/>
              <a:gdLst/>
              <a:ahLst/>
              <a:cxnLst/>
              <a:rect l="l" t="t" r="r" b="b"/>
              <a:pathLst>
                <a:path w="357" h="988" extrusionOk="0">
                  <a:moveTo>
                    <a:pt x="231" y="1"/>
                  </a:moveTo>
                  <a:cubicBezTo>
                    <a:pt x="159" y="1"/>
                    <a:pt x="92" y="44"/>
                    <a:pt x="58" y="107"/>
                  </a:cubicBezTo>
                  <a:lnTo>
                    <a:pt x="49" y="116"/>
                  </a:lnTo>
                  <a:lnTo>
                    <a:pt x="49" y="819"/>
                  </a:lnTo>
                  <a:cubicBezTo>
                    <a:pt x="49" y="824"/>
                    <a:pt x="49" y="833"/>
                    <a:pt x="49" y="843"/>
                  </a:cubicBezTo>
                  <a:lnTo>
                    <a:pt x="49" y="848"/>
                  </a:lnTo>
                  <a:cubicBezTo>
                    <a:pt x="49" y="853"/>
                    <a:pt x="49" y="862"/>
                    <a:pt x="49" y="867"/>
                  </a:cubicBezTo>
                  <a:cubicBezTo>
                    <a:pt x="44" y="872"/>
                    <a:pt x="44" y="881"/>
                    <a:pt x="39" y="886"/>
                  </a:cubicBezTo>
                  <a:lnTo>
                    <a:pt x="39" y="891"/>
                  </a:lnTo>
                  <a:cubicBezTo>
                    <a:pt x="34" y="896"/>
                    <a:pt x="34" y="901"/>
                    <a:pt x="29" y="905"/>
                  </a:cubicBezTo>
                  <a:lnTo>
                    <a:pt x="29" y="910"/>
                  </a:lnTo>
                  <a:cubicBezTo>
                    <a:pt x="25" y="915"/>
                    <a:pt x="20" y="925"/>
                    <a:pt x="15" y="929"/>
                  </a:cubicBezTo>
                  <a:lnTo>
                    <a:pt x="15" y="934"/>
                  </a:lnTo>
                  <a:lnTo>
                    <a:pt x="0" y="944"/>
                  </a:lnTo>
                  <a:cubicBezTo>
                    <a:pt x="34" y="973"/>
                    <a:pt x="77" y="987"/>
                    <a:pt x="121" y="987"/>
                  </a:cubicBezTo>
                  <a:cubicBezTo>
                    <a:pt x="140" y="987"/>
                    <a:pt x="164" y="982"/>
                    <a:pt x="183" y="978"/>
                  </a:cubicBezTo>
                  <a:lnTo>
                    <a:pt x="203" y="968"/>
                  </a:lnTo>
                  <a:lnTo>
                    <a:pt x="207" y="968"/>
                  </a:lnTo>
                  <a:lnTo>
                    <a:pt x="227" y="954"/>
                  </a:lnTo>
                  <a:lnTo>
                    <a:pt x="231" y="949"/>
                  </a:lnTo>
                  <a:lnTo>
                    <a:pt x="241" y="939"/>
                  </a:lnTo>
                  <a:lnTo>
                    <a:pt x="246" y="934"/>
                  </a:lnTo>
                  <a:cubicBezTo>
                    <a:pt x="251" y="929"/>
                    <a:pt x="255" y="920"/>
                    <a:pt x="260" y="915"/>
                  </a:cubicBezTo>
                  <a:cubicBezTo>
                    <a:pt x="260" y="905"/>
                    <a:pt x="265" y="901"/>
                    <a:pt x="270" y="896"/>
                  </a:cubicBezTo>
                  <a:lnTo>
                    <a:pt x="270" y="891"/>
                  </a:lnTo>
                  <a:cubicBezTo>
                    <a:pt x="270" y="886"/>
                    <a:pt x="275" y="877"/>
                    <a:pt x="275" y="872"/>
                  </a:cubicBezTo>
                  <a:cubicBezTo>
                    <a:pt x="280" y="867"/>
                    <a:pt x="280" y="857"/>
                    <a:pt x="280" y="853"/>
                  </a:cubicBezTo>
                  <a:lnTo>
                    <a:pt x="280" y="848"/>
                  </a:lnTo>
                  <a:cubicBezTo>
                    <a:pt x="280" y="838"/>
                    <a:pt x="280" y="828"/>
                    <a:pt x="280" y="824"/>
                  </a:cubicBezTo>
                  <a:lnTo>
                    <a:pt x="280" y="116"/>
                  </a:lnTo>
                  <a:lnTo>
                    <a:pt x="284" y="107"/>
                  </a:lnTo>
                  <a:cubicBezTo>
                    <a:pt x="304" y="73"/>
                    <a:pt x="328" y="49"/>
                    <a:pt x="357" y="30"/>
                  </a:cubicBezTo>
                  <a:cubicBezTo>
                    <a:pt x="332" y="15"/>
                    <a:pt x="308" y="6"/>
                    <a:pt x="280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5"/>
            <p:cNvSpPr/>
            <p:nvPr/>
          </p:nvSpPr>
          <p:spPr>
            <a:xfrm>
              <a:off x="1968962" y="2222406"/>
              <a:ext cx="29794" cy="73726"/>
            </a:xfrm>
            <a:custGeom>
              <a:avLst/>
              <a:gdLst/>
              <a:ahLst/>
              <a:cxnLst/>
              <a:rect l="l" t="t" r="r" b="b"/>
              <a:pathLst>
                <a:path w="1136" h="2811" extrusionOk="0">
                  <a:moveTo>
                    <a:pt x="260" y="0"/>
                  </a:moveTo>
                  <a:lnTo>
                    <a:pt x="236" y="5"/>
                  </a:lnTo>
                  <a:lnTo>
                    <a:pt x="222" y="10"/>
                  </a:lnTo>
                  <a:lnTo>
                    <a:pt x="207" y="15"/>
                  </a:lnTo>
                  <a:lnTo>
                    <a:pt x="188" y="24"/>
                  </a:lnTo>
                  <a:lnTo>
                    <a:pt x="178" y="29"/>
                  </a:lnTo>
                  <a:cubicBezTo>
                    <a:pt x="169" y="34"/>
                    <a:pt x="159" y="39"/>
                    <a:pt x="154" y="44"/>
                  </a:cubicBezTo>
                  <a:cubicBezTo>
                    <a:pt x="0" y="174"/>
                    <a:pt x="29" y="592"/>
                    <a:pt x="48" y="963"/>
                  </a:cubicBezTo>
                  <a:cubicBezTo>
                    <a:pt x="87" y="1588"/>
                    <a:pt x="833" y="2146"/>
                    <a:pt x="838" y="2151"/>
                  </a:cubicBezTo>
                  <a:cubicBezTo>
                    <a:pt x="881" y="2185"/>
                    <a:pt x="910" y="2238"/>
                    <a:pt x="910" y="2291"/>
                  </a:cubicBezTo>
                  <a:lnTo>
                    <a:pt x="910" y="2810"/>
                  </a:lnTo>
                  <a:lnTo>
                    <a:pt x="1136" y="2810"/>
                  </a:lnTo>
                  <a:lnTo>
                    <a:pt x="1136" y="2296"/>
                  </a:lnTo>
                  <a:cubicBezTo>
                    <a:pt x="1136" y="2238"/>
                    <a:pt x="1112" y="2190"/>
                    <a:pt x="1068" y="2156"/>
                  </a:cubicBezTo>
                  <a:cubicBezTo>
                    <a:pt x="1059" y="2151"/>
                    <a:pt x="318" y="1588"/>
                    <a:pt x="279" y="967"/>
                  </a:cubicBezTo>
                  <a:cubicBezTo>
                    <a:pt x="255" y="597"/>
                    <a:pt x="231" y="174"/>
                    <a:pt x="380" y="48"/>
                  </a:cubicBezTo>
                  <a:cubicBezTo>
                    <a:pt x="390" y="44"/>
                    <a:pt x="400" y="39"/>
                    <a:pt x="404" y="34"/>
                  </a:cubicBezTo>
                  <a:lnTo>
                    <a:pt x="419" y="24"/>
                  </a:lnTo>
                  <a:lnTo>
                    <a:pt x="433" y="20"/>
                  </a:lnTo>
                  <a:lnTo>
                    <a:pt x="453" y="15"/>
                  </a:lnTo>
                  <a:lnTo>
                    <a:pt x="467" y="10"/>
                  </a:lnTo>
                  <a:lnTo>
                    <a:pt x="472" y="10"/>
                  </a:lnTo>
                  <a:lnTo>
                    <a:pt x="443" y="5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5"/>
            <p:cNvSpPr/>
            <p:nvPr/>
          </p:nvSpPr>
          <p:spPr>
            <a:xfrm>
              <a:off x="1956216" y="2132787"/>
              <a:ext cx="18071" cy="20615"/>
            </a:xfrm>
            <a:custGeom>
              <a:avLst/>
              <a:gdLst/>
              <a:ahLst/>
              <a:cxnLst/>
              <a:rect l="l" t="t" r="r" b="b"/>
              <a:pathLst>
                <a:path w="689" h="786" extrusionOk="0">
                  <a:moveTo>
                    <a:pt x="164" y="1"/>
                  </a:moveTo>
                  <a:lnTo>
                    <a:pt x="10" y="569"/>
                  </a:lnTo>
                  <a:cubicBezTo>
                    <a:pt x="5" y="583"/>
                    <a:pt x="5" y="593"/>
                    <a:pt x="0" y="607"/>
                  </a:cubicBezTo>
                  <a:lnTo>
                    <a:pt x="429" y="785"/>
                  </a:lnTo>
                  <a:lnTo>
                    <a:pt x="688" y="218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5"/>
            <p:cNvSpPr/>
            <p:nvPr/>
          </p:nvSpPr>
          <p:spPr>
            <a:xfrm>
              <a:off x="1832920" y="2081932"/>
              <a:ext cx="44062" cy="30948"/>
            </a:xfrm>
            <a:custGeom>
              <a:avLst/>
              <a:gdLst/>
              <a:ahLst/>
              <a:cxnLst/>
              <a:rect l="l" t="t" r="r" b="b"/>
              <a:pathLst>
                <a:path w="1680" h="1180" extrusionOk="0">
                  <a:moveTo>
                    <a:pt x="255" y="1"/>
                  </a:moveTo>
                  <a:lnTo>
                    <a:pt x="0" y="535"/>
                  </a:lnTo>
                  <a:lnTo>
                    <a:pt x="1526" y="1180"/>
                  </a:lnTo>
                  <a:lnTo>
                    <a:pt x="1680" y="602"/>
                  </a:lnTo>
                  <a:lnTo>
                    <a:pt x="2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5"/>
            <p:cNvSpPr/>
            <p:nvPr/>
          </p:nvSpPr>
          <p:spPr>
            <a:xfrm>
              <a:off x="1977040" y="2142517"/>
              <a:ext cx="16182" cy="17966"/>
            </a:xfrm>
            <a:custGeom>
              <a:avLst/>
              <a:gdLst/>
              <a:ahLst/>
              <a:cxnLst/>
              <a:rect l="l" t="t" r="r" b="b"/>
              <a:pathLst>
                <a:path w="617" h="685" extrusionOk="0">
                  <a:moveTo>
                    <a:pt x="260" y="0"/>
                  </a:moveTo>
                  <a:lnTo>
                    <a:pt x="0" y="563"/>
                  </a:lnTo>
                  <a:lnTo>
                    <a:pt x="270" y="674"/>
                  </a:lnTo>
                  <a:cubicBezTo>
                    <a:pt x="287" y="681"/>
                    <a:pt x="305" y="684"/>
                    <a:pt x="324" y="684"/>
                  </a:cubicBezTo>
                  <a:cubicBezTo>
                    <a:pt x="380" y="684"/>
                    <a:pt x="435" y="652"/>
                    <a:pt x="457" y="597"/>
                  </a:cubicBezTo>
                  <a:lnTo>
                    <a:pt x="587" y="299"/>
                  </a:lnTo>
                  <a:cubicBezTo>
                    <a:pt x="616" y="222"/>
                    <a:pt x="582" y="135"/>
                    <a:pt x="510" y="106"/>
                  </a:cubicBez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5"/>
            <p:cNvSpPr/>
            <p:nvPr/>
          </p:nvSpPr>
          <p:spPr>
            <a:xfrm>
              <a:off x="1738396" y="2337624"/>
              <a:ext cx="72204" cy="17808"/>
            </a:xfrm>
            <a:custGeom>
              <a:avLst/>
              <a:gdLst/>
              <a:ahLst/>
              <a:cxnLst/>
              <a:rect l="l" t="t" r="r" b="b"/>
              <a:pathLst>
                <a:path w="2753" h="679" extrusionOk="0">
                  <a:moveTo>
                    <a:pt x="0" y="0"/>
                  </a:moveTo>
                  <a:lnTo>
                    <a:pt x="0" y="679"/>
                  </a:lnTo>
                  <a:lnTo>
                    <a:pt x="2753" y="679"/>
                  </a:lnTo>
                  <a:lnTo>
                    <a:pt x="27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5"/>
            <p:cNvSpPr/>
            <p:nvPr/>
          </p:nvSpPr>
          <p:spPr>
            <a:xfrm>
              <a:off x="1750513" y="2337624"/>
              <a:ext cx="60087" cy="17808"/>
            </a:xfrm>
            <a:custGeom>
              <a:avLst/>
              <a:gdLst/>
              <a:ahLst/>
              <a:cxnLst/>
              <a:rect l="l" t="t" r="r" b="b"/>
              <a:pathLst>
                <a:path w="2291" h="679" extrusionOk="0">
                  <a:moveTo>
                    <a:pt x="0" y="0"/>
                  </a:moveTo>
                  <a:lnTo>
                    <a:pt x="0" y="679"/>
                  </a:lnTo>
                  <a:lnTo>
                    <a:pt x="2291" y="679"/>
                  </a:lnTo>
                  <a:lnTo>
                    <a:pt x="2291" y="0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5"/>
            <p:cNvSpPr/>
            <p:nvPr/>
          </p:nvSpPr>
          <p:spPr>
            <a:xfrm>
              <a:off x="1985223" y="2335473"/>
              <a:ext cx="72231" cy="76138"/>
            </a:xfrm>
            <a:custGeom>
              <a:avLst/>
              <a:gdLst/>
              <a:ahLst/>
              <a:cxnLst/>
              <a:rect l="l" t="t" r="r" b="b"/>
              <a:pathLst>
                <a:path w="2754" h="2903" extrusionOk="0">
                  <a:moveTo>
                    <a:pt x="1" y="1"/>
                  </a:moveTo>
                  <a:lnTo>
                    <a:pt x="1" y="2902"/>
                  </a:lnTo>
                  <a:lnTo>
                    <a:pt x="2753" y="2902"/>
                  </a:lnTo>
                  <a:lnTo>
                    <a:pt x="27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5"/>
            <p:cNvSpPr/>
            <p:nvPr/>
          </p:nvSpPr>
          <p:spPr>
            <a:xfrm>
              <a:off x="1985223" y="2306334"/>
              <a:ext cx="72231" cy="17940"/>
            </a:xfrm>
            <a:custGeom>
              <a:avLst/>
              <a:gdLst/>
              <a:ahLst/>
              <a:cxnLst/>
              <a:rect l="l" t="t" r="r" b="b"/>
              <a:pathLst>
                <a:path w="2754" h="684" extrusionOk="0">
                  <a:moveTo>
                    <a:pt x="1" y="0"/>
                  </a:moveTo>
                  <a:lnTo>
                    <a:pt x="1" y="683"/>
                  </a:lnTo>
                  <a:lnTo>
                    <a:pt x="2753" y="683"/>
                  </a:lnTo>
                  <a:lnTo>
                    <a:pt x="27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5"/>
            <p:cNvSpPr/>
            <p:nvPr/>
          </p:nvSpPr>
          <p:spPr>
            <a:xfrm>
              <a:off x="2000881" y="2335473"/>
              <a:ext cx="56573" cy="76138"/>
            </a:xfrm>
            <a:custGeom>
              <a:avLst/>
              <a:gdLst/>
              <a:ahLst/>
              <a:cxnLst/>
              <a:rect l="l" t="t" r="r" b="b"/>
              <a:pathLst>
                <a:path w="2157" h="2903" extrusionOk="0">
                  <a:moveTo>
                    <a:pt x="1" y="1"/>
                  </a:moveTo>
                  <a:lnTo>
                    <a:pt x="1" y="2902"/>
                  </a:lnTo>
                  <a:lnTo>
                    <a:pt x="2156" y="2902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5"/>
            <p:cNvSpPr/>
            <p:nvPr/>
          </p:nvSpPr>
          <p:spPr>
            <a:xfrm>
              <a:off x="2000881" y="2306334"/>
              <a:ext cx="56573" cy="17940"/>
            </a:xfrm>
            <a:custGeom>
              <a:avLst/>
              <a:gdLst/>
              <a:ahLst/>
              <a:cxnLst/>
              <a:rect l="l" t="t" r="r" b="b"/>
              <a:pathLst>
                <a:path w="2157" h="684" extrusionOk="0">
                  <a:moveTo>
                    <a:pt x="1" y="0"/>
                  </a:moveTo>
                  <a:lnTo>
                    <a:pt x="1" y="683"/>
                  </a:lnTo>
                  <a:lnTo>
                    <a:pt x="2156" y="683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rgbClr val="F2F4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5"/>
            <p:cNvSpPr/>
            <p:nvPr/>
          </p:nvSpPr>
          <p:spPr>
            <a:xfrm>
              <a:off x="1860039" y="2210657"/>
              <a:ext cx="72231" cy="17835"/>
            </a:xfrm>
            <a:custGeom>
              <a:avLst/>
              <a:gdLst/>
              <a:ahLst/>
              <a:cxnLst/>
              <a:rect l="l" t="t" r="r" b="b"/>
              <a:pathLst>
                <a:path w="2754" h="680" extrusionOk="0">
                  <a:moveTo>
                    <a:pt x="1" y="1"/>
                  </a:moveTo>
                  <a:lnTo>
                    <a:pt x="1" y="679"/>
                  </a:lnTo>
                  <a:lnTo>
                    <a:pt x="2753" y="679"/>
                  </a:lnTo>
                  <a:lnTo>
                    <a:pt x="27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5"/>
            <p:cNvSpPr/>
            <p:nvPr/>
          </p:nvSpPr>
          <p:spPr>
            <a:xfrm>
              <a:off x="1860039" y="2239821"/>
              <a:ext cx="72231" cy="171790"/>
            </a:xfrm>
            <a:custGeom>
              <a:avLst/>
              <a:gdLst/>
              <a:ahLst/>
              <a:cxnLst/>
              <a:rect l="l" t="t" r="r" b="b"/>
              <a:pathLst>
                <a:path w="2754" h="6550" extrusionOk="0">
                  <a:moveTo>
                    <a:pt x="1" y="0"/>
                  </a:moveTo>
                  <a:lnTo>
                    <a:pt x="1" y="6549"/>
                  </a:lnTo>
                  <a:lnTo>
                    <a:pt x="2753" y="6549"/>
                  </a:lnTo>
                  <a:lnTo>
                    <a:pt x="27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5"/>
            <p:cNvSpPr/>
            <p:nvPr/>
          </p:nvSpPr>
          <p:spPr>
            <a:xfrm>
              <a:off x="1871396" y="2210657"/>
              <a:ext cx="60874" cy="17835"/>
            </a:xfrm>
            <a:custGeom>
              <a:avLst/>
              <a:gdLst/>
              <a:ahLst/>
              <a:cxnLst/>
              <a:rect l="l" t="t" r="r" b="b"/>
              <a:pathLst>
                <a:path w="2321" h="680" extrusionOk="0">
                  <a:moveTo>
                    <a:pt x="1" y="1"/>
                  </a:moveTo>
                  <a:lnTo>
                    <a:pt x="1" y="679"/>
                  </a:lnTo>
                  <a:lnTo>
                    <a:pt x="2320" y="679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5"/>
            <p:cNvSpPr/>
            <p:nvPr/>
          </p:nvSpPr>
          <p:spPr>
            <a:xfrm>
              <a:off x="1871396" y="2239821"/>
              <a:ext cx="66041" cy="171790"/>
            </a:xfrm>
            <a:custGeom>
              <a:avLst/>
              <a:gdLst/>
              <a:ahLst/>
              <a:cxnLst/>
              <a:rect l="l" t="t" r="r" b="b"/>
              <a:pathLst>
                <a:path w="2518" h="6550" extrusionOk="0">
                  <a:moveTo>
                    <a:pt x="1" y="0"/>
                  </a:moveTo>
                  <a:lnTo>
                    <a:pt x="1" y="6549"/>
                  </a:lnTo>
                  <a:lnTo>
                    <a:pt x="2517" y="6549"/>
                  </a:lnTo>
                  <a:lnTo>
                    <a:pt x="2517" y="0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5"/>
            <p:cNvSpPr/>
            <p:nvPr/>
          </p:nvSpPr>
          <p:spPr>
            <a:xfrm>
              <a:off x="1832028" y="2088751"/>
              <a:ext cx="44193" cy="25152"/>
            </a:xfrm>
            <a:custGeom>
              <a:avLst/>
              <a:gdLst/>
              <a:ahLst/>
              <a:cxnLst/>
              <a:rect l="l" t="t" r="r" b="b"/>
              <a:pathLst>
                <a:path w="1685" h="959" extrusionOk="0">
                  <a:moveTo>
                    <a:pt x="130" y="1"/>
                  </a:moveTo>
                  <a:lnTo>
                    <a:pt x="1" y="280"/>
                  </a:lnTo>
                  <a:lnTo>
                    <a:pt x="1603" y="958"/>
                  </a:lnTo>
                  <a:lnTo>
                    <a:pt x="1685" y="660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rgbClr val="FFFFFF">
                <a:alpha val="21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5"/>
            <p:cNvSpPr/>
            <p:nvPr/>
          </p:nvSpPr>
          <p:spPr>
            <a:xfrm>
              <a:off x="1955324" y="2140629"/>
              <a:ext cx="15159" cy="13009"/>
            </a:xfrm>
            <a:custGeom>
              <a:avLst/>
              <a:gdLst/>
              <a:ahLst/>
              <a:cxnLst/>
              <a:rect l="l" t="t" r="r" b="b"/>
              <a:pathLst>
                <a:path w="578" h="496" extrusionOk="0">
                  <a:moveTo>
                    <a:pt x="82" y="0"/>
                  </a:moveTo>
                  <a:lnTo>
                    <a:pt x="5" y="265"/>
                  </a:lnTo>
                  <a:cubicBezTo>
                    <a:pt x="5" y="275"/>
                    <a:pt x="5" y="289"/>
                    <a:pt x="1" y="303"/>
                  </a:cubicBezTo>
                  <a:lnTo>
                    <a:pt x="453" y="496"/>
                  </a:lnTo>
                  <a:lnTo>
                    <a:pt x="578" y="222"/>
                  </a:lnTo>
                  <a:lnTo>
                    <a:pt x="578" y="212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FFFFFF">
                <a:alpha val="21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5"/>
            <p:cNvSpPr/>
            <p:nvPr/>
          </p:nvSpPr>
          <p:spPr>
            <a:xfrm>
              <a:off x="2001275" y="2196163"/>
              <a:ext cx="11383" cy="30555"/>
            </a:xfrm>
            <a:custGeom>
              <a:avLst/>
              <a:gdLst/>
              <a:ahLst/>
              <a:cxnLst/>
              <a:rect l="l" t="t" r="r" b="b"/>
              <a:pathLst>
                <a:path w="434" h="1165" extrusionOk="0">
                  <a:moveTo>
                    <a:pt x="217" y="1"/>
                  </a:moveTo>
                  <a:cubicBezTo>
                    <a:pt x="108" y="1"/>
                    <a:pt x="0" y="73"/>
                    <a:pt x="0" y="217"/>
                  </a:cubicBezTo>
                  <a:lnTo>
                    <a:pt x="0" y="948"/>
                  </a:lnTo>
                  <a:cubicBezTo>
                    <a:pt x="0" y="1069"/>
                    <a:pt x="96" y="1165"/>
                    <a:pt x="217" y="1165"/>
                  </a:cubicBezTo>
                  <a:cubicBezTo>
                    <a:pt x="337" y="1165"/>
                    <a:pt x="433" y="1069"/>
                    <a:pt x="433" y="948"/>
                  </a:cubicBezTo>
                  <a:lnTo>
                    <a:pt x="433" y="217"/>
                  </a:lnTo>
                  <a:cubicBezTo>
                    <a:pt x="433" y="73"/>
                    <a:pt x="325" y="1"/>
                    <a:pt x="2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5"/>
            <p:cNvSpPr/>
            <p:nvPr/>
          </p:nvSpPr>
          <p:spPr>
            <a:xfrm>
              <a:off x="2020814" y="2199205"/>
              <a:ext cx="11383" cy="27513"/>
            </a:xfrm>
            <a:custGeom>
              <a:avLst/>
              <a:gdLst/>
              <a:ahLst/>
              <a:cxnLst/>
              <a:rect l="l" t="t" r="r" b="b"/>
              <a:pathLst>
                <a:path w="434" h="1049" extrusionOk="0">
                  <a:moveTo>
                    <a:pt x="217" y="0"/>
                  </a:moveTo>
                  <a:cubicBezTo>
                    <a:pt x="109" y="0"/>
                    <a:pt x="1" y="72"/>
                    <a:pt x="1" y="217"/>
                  </a:cubicBezTo>
                  <a:lnTo>
                    <a:pt x="1" y="832"/>
                  </a:lnTo>
                  <a:cubicBezTo>
                    <a:pt x="1" y="953"/>
                    <a:pt x="97" y="1049"/>
                    <a:pt x="217" y="1049"/>
                  </a:cubicBezTo>
                  <a:cubicBezTo>
                    <a:pt x="338" y="1049"/>
                    <a:pt x="434" y="953"/>
                    <a:pt x="434" y="832"/>
                  </a:cubicBezTo>
                  <a:lnTo>
                    <a:pt x="434" y="217"/>
                  </a:lnTo>
                  <a:cubicBezTo>
                    <a:pt x="434" y="72"/>
                    <a:pt x="326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5"/>
            <p:cNvSpPr/>
            <p:nvPr/>
          </p:nvSpPr>
          <p:spPr>
            <a:xfrm>
              <a:off x="2040380" y="2206890"/>
              <a:ext cx="11383" cy="22608"/>
            </a:xfrm>
            <a:custGeom>
              <a:avLst/>
              <a:gdLst/>
              <a:ahLst/>
              <a:cxnLst/>
              <a:rect l="l" t="t" r="r" b="b"/>
              <a:pathLst>
                <a:path w="434" h="862" extrusionOk="0">
                  <a:moveTo>
                    <a:pt x="217" y="1"/>
                  </a:moveTo>
                  <a:cubicBezTo>
                    <a:pt x="109" y="1"/>
                    <a:pt x="1" y="73"/>
                    <a:pt x="1" y="217"/>
                  </a:cubicBezTo>
                  <a:lnTo>
                    <a:pt x="1" y="645"/>
                  </a:lnTo>
                  <a:cubicBezTo>
                    <a:pt x="1" y="766"/>
                    <a:pt x="97" y="862"/>
                    <a:pt x="217" y="862"/>
                  </a:cubicBezTo>
                  <a:cubicBezTo>
                    <a:pt x="338" y="862"/>
                    <a:pt x="434" y="766"/>
                    <a:pt x="434" y="650"/>
                  </a:cubicBezTo>
                  <a:lnTo>
                    <a:pt x="434" y="217"/>
                  </a:lnTo>
                  <a:cubicBezTo>
                    <a:pt x="434" y="73"/>
                    <a:pt x="326" y="1"/>
                    <a:pt x="2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5"/>
            <p:cNvSpPr/>
            <p:nvPr/>
          </p:nvSpPr>
          <p:spPr>
            <a:xfrm>
              <a:off x="1958602" y="2182383"/>
              <a:ext cx="115112" cy="240952"/>
            </a:xfrm>
            <a:custGeom>
              <a:avLst/>
              <a:gdLst/>
              <a:ahLst/>
              <a:cxnLst/>
              <a:rect l="l" t="t" r="r" b="b"/>
              <a:pathLst>
                <a:path w="4389" h="9187" extrusionOk="0">
                  <a:moveTo>
                    <a:pt x="1468" y="434"/>
                  </a:moveTo>
                  <a:cubicBezTo>
                    <a:pt x="1555" y="434"/>
                    <a:pt x="1627" y="501"/>
                    <a:pt x="1627" y="588"/>
                  </a:cubicBezTo>
                  <a:lnTo>
                    <a:pt x="1627" y="689"/>
                  </a:lnTo>
                  <a:cubicBezTo>
                    <a:pt x="1627" y="827"/>
                    <a:pt x="1735" y="904"/>
                    <a:pt x="1843" y="904"/>
                  </a:cubicBezTo>
                  <a:cubicBezTo>
                    <a:pt x="1928" y="904"/>
                    <a:pt x="2012" y="858"/>
                    <a:pt x="2046" y="756"/>
                  </a:cubicBezTo>
                  <a:cubicBezTo>
                    <a:pt x="2065" y="694"/>
                    <a:pt x="2127" y="651"/>
                    <a:pt x="2195" y="651"/>
                  </a:cubicBezTo>
                  <a:lnTo>
                    <a:pt x="2214" y="651"/>
                  </a:lnTo>
                  <a:cubicBezTo>
                    <a:pt x="2301" y="651"/>
                    <a:pt x="2368" y="718"/>
                    <a:pt x="2368" y="805"/>
                  </a:cubicBezTo>
                  <a:lnTo>
                    <a:pt x="2368" y="833"/>
                  </a:lnTo>
                  <a:cubicBezTo>
                    <a:pt x="2371" y="971"/>
                    <a:pt x="2480" y="1049"/>
                    <a:pt x="2589" y="1049"/>
                  </a:cubicBezTo>
                  <a:cubicBezTo>
                    <a:pt x="2673" y="1049"/>
                    <a:pt x="2758" y="1002"/>
                    <a:pt x="2792" y="901"/>
                  </a:cubicBezTo>
                  <a:cubicBezTo>
                    <a:pt x="2811" y="833"/>
                    <a:pt x="2873" y="790"/>
                    <a:pt x="2941" y="790"/>
                  </a:cubicBezTo>
                  <a:lnTo>
                    <a:pt x="2960" y="790"/>
                  </a:lnTo>
                  <a:cubicBezTo>
                    <a:pt x="3047" y="790"/>
                    <a:pt x="3114" y="857"/>
                    <a:pt x="3114" y="944"/>
                  </a:cubicBezTo>
                  <a:lnTo>
                    <a:pt x="3114" y="1098"/>
                  </a:lnTo>
                  <a:cubicBezTo>
                    <a:pt x="3114" y="1240"/>
                    <a:pt x="3222" y="1311"/>
                    <a:pt x="3330" y="1311"/>
                  </a:cubicBezTo>
                  <a:cubicBezTo>
                    <a:pt x="3439" y="1311"/>
                    <a:pt x="3547" y="1240"/>
                    <a:pt x="3547" y="1098"/>
                  </a:cubicBezTo>
                  <a:cubicBezTo>
                    <a:pt x="3547" y="1011"/>
                    <a:pt x="3619" y="939"/>
                    <a:pt x="3701" y="939"/>
                  </a:cubicBezTo>
                  <a:lnTo>
                    <a:pt x="3725" y="939"/>
                  </a:lnTo>
                  <a:cubicBezTo>
                    <a:pt x="3812" y="939"/>
                    <a:pt x="3879" y="1011"/>
                    <a:pt x="3879" y="1098"/>
                  </a:cubicBezTo>
                  <a:lnTo>
                    <a:pt x="3879" y="2109"/>
                  </a:lnTo>
                  <a:lnTo>
                    <a:pt x="3879" y="2133"/>
                  </a:lnTo>
                  <a:cubicBezTo>
                    <a:pt x="3903" y="2388"/>
                    <a:pt x="3884" y="3133"/>
                    <a:pt x="3494" y="3461"/>
                  </a:cubicBezTo>
                  <a:cubicBezTo>
                    <a:pt x="3446" y="3504"/>
                    <a:pt x="3417" y="3562"/>
                    <a:pt x="3417" y="3624"/>
                  </a:cubicBezTo>
                  <a:lnTo>
                    <a:pt x="3417" y="4312"/>
                  </a:lnTo>
                  <a:lnTo>
                    <a:pt x="1353" y="4312"/>
                  </a:lnTo>
                  <a:lnTo>
                    <a:pt x="1353" y="3836"/>
                  </a:lnTo>
                  <a:cubicBezTo>
                    <a:pt x="1353" y="3769"/>
                    <a:pt x="1319" y="3701"/>
                    <a:pt x="1266" y="3663"/>
                  </a:cubicBezTo>
                  <a:lnTo>
                    <a:pt x="1261" y="3658"/>
                  </a:lnTo>
                  <a:cubicBezTo>
                    <a:pt x="1257" y="3653"/>
                    <a:pt x="530" y="3105"/>
                    <a:pt x="492" y="2498"/>
                  </a:cubicBezTo>
                  <a:cubicBezTo>
                    <a:pt x="472" y="2157"/>
                    <a:pt x="443" y="1733"/>
                    <a:pt x="578" y="1618"/>
                  </a:cubicBezTo>
                  <a:cubicBezTo>
                    <a:pt x="614" y="1588"/>
                    <a:pt x="669" y="1575"/>
                    <a:pt x="743" y="1575"/>
                  </a:cubicBezTo>
                  <a:cubicBezTo>
                    <a:pt x="779" y="1575"/>
                    <a:pt x="818" y="1578"/>
                    <a:pt x="862" y="1584"/>
                  </a:cubicBezTo>
                  <a:lnTo>
                    <a:pt x="862" y="1878"/>
                  </a:lnTo>
                  <a:cubicBezTo>
                    <a:pt x="862" y="2022"/>
                    <a:pt x="970" y="2094"/>
                    <a:pt x="1079" y="2094"/>
                  </a:cubicBezTo>
                  <a:cubicBezTo>
                    <a:pt x="1187" y="2094"/>
                    <a:pt x="1295" y="2022"/>
                    <a:pt x="1295" y="1878"/>
                  </a:cubicBezTo>
                  <a:lnTo>
                    <a:pt x="1295" y="588"/>
                  </a:lnTo>
                  <a:cubicBezTo>
                    <a:pt x="1295" y="501"/>
                    <a:pt x="1362" y="434"/>
                    <a:pt x="1449" y="434"/>
                  </a:cubicBezTo>
                  <a:close/>
                  <a:moveTo>
                    <a:pt x="3773" y="4741"/>
                  </a:moveTo>
                  <a:lnTo>
                    <a:pt x="3773" y="5419"/>
                  </a:lnTo>
                  <a:lnTo>
                    <a:pt x="1021" y="5419"/>
                  </a:lnTo>
                  <a:lnTo>
                    <a:pt x="1021" y="4741"/>
                  </a:lnTo>
                  <a:close/>
                  <a:moveTo>
                    <a:pt x="3773" y="5852"/>
                  </a:moveTo>
                  <a:lnTo>
                    <a:pt x="3773" y="8749"/>
                  </a:lnTo>
                  <a:lnTo>
                    <a:pt x="1021" y="8749"/>
                  </a:lnTo>
                  <a:lnTo>
                    <a:pt x="1021" y="5852"/>
                  </a:lnTo>
                  <a:close/>
                  <a:moveTo>
                    <a:pt x="1449" y="1"/>
                  </a:moveTo>
                  <a:cubicBezTo>
                    <a:pt x="1127" y="1"/>
                    <a:pt x="862" y="266"/>
                    <a:pt x="862" y="588"/>
                  </a:cubicBezTo>
                  <a:lnTo>
                    <a:pt x="862" y="1156"/>
                  </a:lnTo>
                  <a:cubicBezTo>
                    <a:pt x="820" y="1152"/>
                    <a:pt x="780" y="1149"/>
                    <a:pt x="741" y="1149"/>
                  </a:cubicBezTo>
                  <a:cubicBezTo>
                    <a:pt x="561" y="1149"/>
                    <a:pt x="415" y="1196"/>
                    <a:pt x="304" y="1291"/>
                  </a:cubicBezTo>
                  <a:cubicBezTo>
                    <a:pt x="1" y="1546"/>
                    <a:pt x="30" y="2046"/>
                    <a:pt x="63" y="2532"/>
                  </a:cubicBezTo>
                  <a:cubicBezTo>
                    <a:pt x="102" y="3196"/>
                    <a:pt x="694" y="3749"/>
                    <a:pt x="920" y="3942"/>
                  </a:cubicBezTo>
                  <a:lnTo>
                    <a:pt x="920" y="4312"/>
                  </a:lnTo>
                  <a:lnTo>
                    <a:pt x="804" y="4312"/>
                  </a:lnTo>
                  <a:cubicBezTo>
                    <a:pt x="689" y="4312"/>
                    <a:pt x="593" y="4409"/>
                    <a:pt x="593" y="4529"/>
                  </a:cubicBezTo>
                  <a:lnTo>
                    <a:pt x="593" y="8970"/>
                  </a:lnTo>
                  <a:cubicBezTo>
                    <a:pt x="593" y="9090"/>
                    <a:pt x="689" y="9187"/>
                    <a:pt x="804" y="9187"/>
                  </a:cubicBezTo>
                  <a:lnTo>
                    <a:pt x="3990" y="9187"/>
                  </a:lnTo>
                  <a:cubicBezTo>
                    <a:pt x="4110" y="9187"/>
                    <a:pt x="4206" y="9090"/>
                    <a:pt x="4206" y="8970"/>
                  </a:cubicBezTo>
                  <a:lnTo>
                    <a:pt x="4206" y="4524"/>
                  </a:lnTo>
                  <a:cubicBezTo>
                    <a:pt x="4206" y="4404"/>
                    <a:pt x="4110" y="4307"/>
                    <a:pt x="3990" y="4307"/>
                  </a:cubicBezTo>
                  <a:lnTo>
                    <a:pt x="3855" y="4307"/>
                  </a:lnTo>
                  <a:lnTo>
                    <a:pt x="3855" y="3720"/>
                  </a:lnTo>
                  <a:cubicBezTo>
                    <a:pt x="4389" y="3182"/>
                    <a:pt x="4326" y="2219"/>
                    <a:pt x="4317" y="2099"/>
                  </a:cubicBezTo>
                  <a:lnTo>
                    <a:pt x="4317" y="1098"/>
                  </a:lnTo>
                  <a:cubicBezTo>
                    <a:pt x="4317" y="771"/>
                    <a:pt x="4052" y="511"/>
                    <a:pt x="3730" y="511"/>
                  </a:cubicBezTo>
                  <a:lnTo>
                    <a:pt x="3711" y="511"/>
                  </a:lnTo>
                  <a:cubicBezTo>
                    <a:pt x="3620" y="559"/>
                    <a:pt x="3523" y="582"/>
                    <a:pt x="3427" y="582"/>
                  </a:cubicBezTo>
                  <a:cubicBezTo>
                    <a:pt x="3251" y="582"/>
                    <a:pt x="3080" y="505"/>
                    <a:pt x="2965" y="362"/>
                  </a:cubicBezTo>
                  <a:lnTo>
                    <a:pt x="2945" y="362"/>
                  </a:lnTo>
                  <a:cubicBezTo>
                    <a:pt x="2859" y="406"/>
                    <a:pt x="2766" y="427"/>
                    <a:pt x="2673" y="427"/>
                  </a:cubicBezTo>
                  <a:cubicBezTo>
                    <a:pt x="2502" y="427"/>
                    <a:pt x="2334" y="355"/>
                    <a:pt x="2219" y="218"/>
                  </a:cubicBezTo>
                  <a:lnTo>
                    <a:pt x="2195" y="218"/>
                  </a:lnTo>
                  <a:cubicBezTo>
                    <a:pt x="2118" y="251"/>
                    <a:pt x="2038" y="267"/>
                    <a:pt x="1959" y="267"/>
                  </a:cubicBezTo>
                  <a:cubicBezTo>
                    <a:pt x="1766" y="267"/>
                    <a:pt x="1582" y="172"/>
                    <a:pt x="1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5"/>
            <p:cNvSpPr/>
            <p:nvPr/>
          </p:nvSpPr>
          <p:spPr>
            <a:xfrm>
              <a:off x="1754421" y="2225422"/>
              <a:ext cx="11252" cy="30686"/>
            </a:xfrm>
            <a:custGeom>
              <a:avLst/>
              <a:gdLst/>
              <a:ahLst/>
              <a:cxnLst/>
              <a:rect l="l" t="t" r="r" b="b"/>
              <a:pathLst>
                <a:path w="429" h="1170" extrusionOk="0">
                  <a:moveTo>
                    <a:pt x="214" y="0"/>
                  </a:moveTo>
                  <a:cubicBezTo>
                    <a:pt x="107" y="0"/>
                    <a:pt x="0" y="72"/>
                    <a:pt x="0" y="217"/>
                  </a:cubicBezTo>
                  <a:lnTo>
                    <a:pt x="0" y="953"/>
                  </a:lnTo>
                  <a:cubicBezTo>
                    <a:pt x="0" y="1073"/>
                    <a:pt x="97" y="1169"/>
                    <a:pt x="212" y="1169"/>
                  </a:cubicBezTo>
                  <a:cubicBezTo>
                    <a:pt x="332" y="1169"/>
                    <a:pt x="429" y="1068"/>
                    <a:pt x="429" y="953"/>
                  </a:cubicBezTo>
                  <a:lnTo>
                    <a:pt x="429" y="217"/>
                  </a:lnTo>
                  <a:cubicBezTo>
                    <a:pt x="429" y="72"/>
                    <a:pt x="321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5"/>
            <p:cNvSpPr/>
            <p:nvPr/>
          </p:nvSpPr>
          <p:spPr>
            <a:xfrm>
              <a:off x="1773987" y="2228569"/>
              <a:ext cx="11252" cy="27539"/>
            </a:xfrm>
            <a:custGeom>
              <a:avLst/>
              <a:gdLst/>
              <a:ahLst/>
              <a:cxnLst/>
              <a:rect l="l" t="t" r="r" b="b"/>
              <a:pathLst>
                <a:path w="429" h="1050" extrusionOk="0">
                  <a:moveTo>
                    <a:pt x="214" y="0"/>
                  </a:moveTo>
                  <a:cubicBezTo>
                    <a:pt x="107" y="0"/>
                    <a:pt x="0" y="73"/>
                    <a:pt x="0" y="217"/>
                  </a:cubicBezTo>
                  <a:lnTo>
                    <a:pt x="0" y="833"/>
                  </a:lnTo>
                  <a:cubicBezTo>
                    <a:pt x="0" y="953"/>
                    <a:pt x="96" y="1049"/>
                    <a:pt x="212" y="1049"/>
                  </a:cubicBezTo>
                  <a:cubicBezTo>
                    <a:pt x="332" y="1049"/>
                    <a:pt x="428" y="953"/>
                    <a:pt x="428" y="833"/>
                  </a:cubicBezTo>
                  <a:lnTo>
                    <a:pt x="428" y="217"/>
                  </a:lnTo>
                  <a:cubicBezTo>
                    <a:pt x="428" y="73"/>
                    <a:pt x="321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5"/>
            <p:cNvSpPr/>
            <p:nvPr/>
          </p:nvSpPr>
          <p:spPr>
            <a:xfrm>
              <a:off x="1793527" y="2236149"/>
              <a:ext cx="11383" cy="22739"/>
            </a:xfrm>
            <a:custGeom>
              <a:avLst/>
              <a:gdLst/>
              <a:ahLst/>
              <a:cxnLst/>
              <a:rect l="l" t="t" r="r" b="b"/>
              <a:pathLst>
                <a:path w="434" h="867" extrusionOk="0">
                  <a:moveTo>
                    <a:pt x="217" y="0"/>
                  </a:moveTo>
                  <a:cubicBezTo>
                    <a:pt x="109" y="0"/>
                    <a:pt x="1" y="72"/>
                    <a:pt x="1" y="217"/>
                  </a:cubicBezTo>
                  <a:lnTo>
                    <a:pt x="1" y="650"/>
                  </a:lnTo>
                  <a:cubicBezTo>
                    <a:pt x="1" y="770"/>
                    <a:pt x="97" y="866"/>
                    <a:pt x="217" y="866"/>
                  </a:cubicBezTo>
                  <a:cubicBezTo>
                    <a:pt x="333" y="866"/>
                    <a:pt x="434" y="770"/>
                    <a:pt x="434" y="650"/>
                  </a:cubicBezTo>
                  <a:lnTo>
                    <a:pt x="434" y="217"/>
                  </a:lnTo>
                  <a:cubicBezTo>
                    <a:pt x="434" y="72"/>
                    <a:pt x="326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5"/>
            <p:cNvSpPr/>
            <p:nvPr/>
          </p:nvSpPr>
          <p:spPr>
            <a:xfrm>
              <a:off x="1819098" y="2069290"/>
              <a:ext cx="184668" cy="354045"/>
            </a:xfrm>
            <a:custGeom>
              <a:avLst/>
              <a:gdLst/>
              <a:ahLst/>
              <a:cxnLst/>
              <a:rect l="l" t="t" r="r" b="b"/>
              <a:pathLst>
                <a:path w="7041" h="13499" extrusionOk="0">
                  <a:moveTo>
                    <a:pt x="780" y="497"/>
                  </a:moveTo>
                  <a:lnTo>
                    <a:pt x="2161" y="1084"/>
                  </a:lnTo>
                  <a:lnTo>
                    <a:pt x="2012" y="1642"/>
                  </a:lnTo>
                  <a:lnTo>
                    <a:pt x="535" y="1017"/>
                  </a:lnTo>
                  <a:lnTo>
                    <a:pt x="780" y="497"/>
                  </a:lnTo>
                  <a:close/>
                  <a:moveTo>
                    <a:pt x="5385" y="2436"/>
                  </a:moveTo>
                  <a:lnTo>
                    <a:pt x="5871" y="2643"/>
                  </a:lnTo>
                  <a:lnTo>
                    <a:pt x="5630" y="3168"/>
                  </a:lnTo>
                  <a:lnTo>
                    <a:pt x="5231" y="3004"/>
                  </a:lnTo>
                  <a:cubicBezTo>
                    <a:pt x="5231" y="2990"/>
                    <a:pt x="5236" y="2975"/>
                    <a:pt x="5241" y="2966"/>
                  </a:cubicBezTo>
                  <a:lnTo>
                    <a:pt x="5385" y="2436"/>
                  </a:lnTo>
                  <a:close/>
                  <a:moveTo>
                    <a:pt x="6266" y="2807"/>
                  </a:moveTo>
                  <a:lnTo>
                    <a:pt x="6506" y="2908"/>
                  </a:lnTo>
                  <a:cubicBezTo>
                    <a:pt x="6574" y="2937"/>
                    <a:pt x="6607" y="3019"/>
                    <a:pt x="6578" y="3091"/>
                  </a:cubicBezTo>
                  <a:lnTo>
                    <a:pt x="6578" y="3086"/>
                  </a:lnTo>
                  <a:lnTo>
                    <a:pt x="6458" y="3370"/>
                  </a:lnTo>
                  <a:cubicBezTo>
                    <a:pt x="6437" y="3423"/>
                    <a:pt x="6387" y="3455"/>
                    <a:pt x="6335" y="3455"/>
                  </a:cubicBezTo>
                  <a:cubicBezTo>
                    <a:pt x="6317" y="3455"/>
                    <a:pt x="6298" y="3451"/>
                    <a:pt x="6280" y="3442"/>
                  </a:cubicBezTo>
                  <a:lnTo>
                    <a:pt x="6025" y="3336"/>
                  </a:lnTo>
                  <a:lnTo>
                    <a:pt x="6266" y="2807"/>
                  </a:lnTo>
                  <a:close/>
                  <a:moveTo>
                    <a:pt x="2887" y="498"/>
                  </a:moveTo>
                  <a:cubicBezTo>
                    <a:pt x="2899" y="498"/>
                    <a:pt x="2910" y="499"/>
                    <a:pt x="2921" y="502"/>
                  </a:cubicBezTo>
                  <a:lnTo>
                    <a:pt x="2946" y="507"/>
                  </a:lnTo>
                  <a:cubicBezTo>
                    <a:pt x="3027" y="526"/>
                    <a:pt x="3080" y="613"/>
                    <a:pt x="3061" y="695"/>
                  </a:cubicBezTo>
                  <a:lnTo>
                    <a:pt x="3037" y="786"/>
                  </a:lnTo>
                  <a:lnTo>
                    <a:pt x="2782" y="1671"/>
                  </a:lnTo>
                  <a:cubicBezTo>
                    <a:pt x="2735" y="1837"/>
                    <a:pt x="2868" y="1947"/>
                    <a:pt x="2999" y="1947"/>
                  </a:cubicBezTo>
                  <a:cubicBezTo>
                    <a:pt x="3084" y="1947"/>
                    <a:pt x="3168" y="1900"/>
                    <a:pt x="3201" y="1792"/>
                  </a:cubicBezTo>
                  <a:lnTo>
                    <a:pt x="3446" y="935"/>
                  </a:lnTo>
                  <a:cubicBezTo>
                    <a:pt x="3472" y="901"/>
                    <a:pt x="3516" y="882"/>
                    <a:pt x="3561" y="882"/>
                  </a:cubicBezTo>
                  <a:cubicBezTo>
                    <a:pt x="3574" y="882"/>
                    <a:pt x="3587" y="884"/>
                    <a:pt x="3600" y="887"/>
                  </a:cubicBezTo>
                  <a:lnTo>
                    <a:pt x="3619" y="892"/>
                  </a:lnTo>
                  <a:cubicBezTo>
                    <a:pt x="3701" y="911"/>
                    <a:pt x="3754" y="993"/>
                    <a:pt x="3735" y="1075"/>
                  </a:cubicBezTo>
                  <a:lnTo>
                    <a:pt x="3508" y="1840"/>
                  </a:lnTo>
                  <a:cubicBezTo>
                    <a:pt x="3453" y="2011"/>
                    <a:pt x="3589" y="2126"/>
                    <a:pt x="3721" y="2126"/>
                  </a:cubicBezTo>
                  <a:cubicBezTo>
                    <a:pt x="3808" y="2126"/>
                    <a:pt x="3894" y="2076"/>
                    <a:pt x="3922" y="1960"/>
                  </a:cubicBezTo>
                  <a:lnTo>
                    <a:pt x="4134" y="1253"/>
                  </a:lnTo>
                  <a:cubicBezTo>
                    <a:pt x="4162" y="1209"/>
                    <a:pt x="4214" y="1188"/>
                    <a:pt x="4264" y="1188"/>
                  </a:cubicBezTo>
                  <a:cubicBezTo>
                    <a:pt x="4274" y="1188"/>
                    <a:pt x="4283" y="1189"/>
                    <a:pt x="4293" y="1190"/>
                  </a:cubicBezTo>
                  <a:lnTo>
                    <a:pt x="4317" y="1200"/>
                  </a:lnTo>
                  <a:cubicBezTo>
                    <a:pt x="4399" y="1219"/>
                    <a:pt x="4452" y="1301"/>
                    <a:pt x="4432" y="1383"/>
                  </a:cubicBezTo>
                  <a:lnTo>
                    <a:pt x="4399" y="1522"/>
                  </a:lnTo>
                  <a:lnTo>
                    <a:pt x="4211" y="2109"/>
                  </a:lnTo>
                  <a:cubicBezTo>
                    <a:pt x="4158" y="2280"/>
                    <a:pt x="4294" y="2394"/>
                    <a:pt x="4426" y="2394"/>
                  </a:cubicBezTo>
                  <a:cubicBezTo>
                    <a:pt x="4510" y="2394"/>
                    <a:pt x="4593" y="2348"/>
                    <a:pt x="4625" y="2239"/>
                  </a:cubicBezTo>
                  <a:lnTo>
                    <a:pt x="4812" y="1642"/>
                  </a:lnTo>
                  <a:lnTo>
                    <a:pt x="4812" y="1638"/>
                  </a:lnTo>
                  <a:lnTo>
                    <a:pt x="4812" y="1628"/>
                  </a:lnTo>
                  <a:cubicBezTo>
                    <a:pt x="4829" y="1558"/>
                    <a:pt x="4892" y="1509"/>
                    <a:pt x="4961" y="1509"/>
                  </a:cubicBezTo>
                  <a:cubicBezTo>
                    <a:pt x="4973" y="1509"/>
                    <a:pt x="4984" y="1510"/>
                    <a:pt x="4995" y="1513"/>
                  </a:cubicBezTo>
                  <a:lnTo>
                    <a:pt x="5019" y="1517"/>
                  </a:lnTo>
                  <a:cubicBezTo>
                    <a:pt x="5106" y="1537"/>
                    <a:pt x="5159" y="1623"/>
                    <a:pt x="5140" y="1705"/>
                  </a:cubicBezTo>
                  <a:lnTo>
                    <a:pt x="5140" y="1710"/>
                  </a:lnTo>
                  <a:lnTo>
                    <a:pt x="4817" y="2865"/>
                  </a:lnTo>
                  <a:cubicBezTo>
                    <a:pt x="4817" y="2874"/>
                    <a:pt x="4812" y="2884"/>
                    <a:pt x="4812" y="2894"/>
                  </a:cubicBezTo>
                  <a:cubicBezTo>
                    <a:pt x="4812" y="2903"/>
                    <a:pt x="4678" y="3822"/>
                    <a:pt x="4129" y="4096"/>
                  </a:cubicBezTo>
                  <a:cubicBezTo>
                    <a:pt x="4057" y="4130"/>
                    <a:pt x="4009" y="4207"/>
                    <a:pt x="4009" y="4289"/>
                  </a:cubicBezTo>
                  <a:lnTo>
                    <a:pt x="4009" y="4948"/>
                  </a:lnTo>
                  <a:lnTo>
                    <a:pt x="1959" y="4948"/>
                  </a:lnTo>
                  <a:lnTo>
                    <a:pt x="1959" y="3914"/>
                  </a:lnTo>
                  <a:cubicBezTo>
                    <a:pt x="1959" y="3861"/>
                    <a:pt x="1940" y="3813"/>
                    <a:pt x="1911" y="3774"/>
                  </a:cubicBezTo>
                  <a:cubicBezTo>
                    <a:pt x="1901" y="3769"/>
                    <a:pt x="1324" y="3062"/>
                    <a:pt x="1430" y="2470"/>
                  </a:cubicBezTo>
                  <a:cubicBezTo>
                    <a:pt x="1459" y="2282"/>
                    <a:pt x="1497" y="2095"/>
                    <a:pt x="1550" y="1912"/>
                  </a:cubicBezTo>
                  <a:lnTo>
                    <a:pt x="1940" y="2076"/>
                  </a:lnTo>
                  <a:cubicBezTo>
                    <a:pt x="1974" y="2170"/>
                    <a:pt x="2058" y="2216"/>
                    <a:pt x="2141" y="2216"/>
                  </a:cubicBezTo>
                  <a:cubicBezTo>
                    <a:pt x="2231" y="2216"/>
                    <a:pt x="2321" y="2162"/>
                    <a:pt x="2349" y="2056"/>
                  </a:cubicBezTo>
                  <a:lnTo>
                    <a:pt x="2734" y="622"/>
                  </a:lnTo>
                  <a:lnTo>
                    <a:pt x="2734" y="618"/>
                  </a:lnTo>
                  <a:cubicBezTo>
                    <a:pt x="2750" y="547"/>
                    <a:pt x="2817" y="498"/>
                    <a:pt x="2887" y="498"/>
                  </a:cubicBezTo>
                  <a:close/>
                  <a:moveTo>
                    <a:pt x="4317" y="5405"/>
                  </a:moveTo>
                  <a:lnTo>
                    <a:pt x="4317" y="6084"/>
                  </a:lnTo>
                  <a:lnTo>
                    <a:pt x="1565" y="6084"/>
                  </a:lnTo>
                  <a:lnTo>
                    <a:pt x="1565" y="5405"/>
                  </a:lnTo>
                  <a:close/>
                  <a:moveTo>
                    <a:pt x="675" y="0"/>
                  </a:moveTo>
                  <a:cubicBezTo>
                    <a:pt x="593" y="0"/>
                    <a:pt x="513" y="46"/>
                    <a:pt x="477" y="122"/>
                  </a:cubicBezTo>
                  <a:lnTo>
                    <a:pt x="49" y="1027"/>
                  </a:lnTo>
                  <a:cubicBezTo>
                    <a:pt x="1" y="1123"/>
                    <a:pt x="34" y="1238"/>
                    <a:pt x="121" y="1296"/>
                  </a:cubicBezTo>
                  <a:cubicBezTo>
                    <a:pt x="155" y="1320"/>
                    <a:pt x="188" y="1335"/>
                    <a:pt x="222" y="1349"/>
                  </a:cubicBezTo>
                  <a:lnTo>
                    <a:pt x="1146" y="1744"/>
                  </a:lnTo>
                  <a:cubicBezTo>
                    <a:pt x="1083" y="1955"/>
                    <a:pt x="1030" y="2172"/>
                    <a:pt x="1002" y="2393"/>
                  </a:cubicBezTo>
                  <a:cubicBezTo>
                    <a:pt x="881" y="3072"/>
                    <a:pt x="1362" y="3774"/>
                    <a:pt x="1526" y="3986"/>
                  </a:cubicBezTo>
                  <a:lnTo>
                    <a:pt x="1526" y="4967"/>
                  </a:lnTo>
                  <a:lnTo>
                    <a:pt x="1348" y="4967"/>
                  </a:lnTo>
                  <a:cubicBezTo>
                    <a:pt x="1228" y="4967"/>
                    <a:pt x="1131" y="5064"/>
                    <a:pt x="1131" y="5184"/>
                  </a:cubicBezTo>
                  <a:lnTo>
                    <a:pt x="1131" y="13282"/>
                  </a:lnTo>
                  <a:cubicBezTo>
                    <a:pt x="1131" y="13398"/>
                    <a:pt x="1228" y="13499"/>
                    <a:pt x="1348" y="13499"/>
                  </a:cubicBezTo>
                  <a:lnTo>
                    <a:pt x="4529" y="13499"/>
                  </a:lnTo>
                  <a:cubicBezTo>
                    <a:pt x="4649" y="13499"/>
                    <a:pt x="4745" y="13398"/>
                    <a:pt x="4745" y="13282"/>
                  </a:cubicBezTo>
                  <a:lnTo>
                    <a:pt x="4745" y="7874"/>
                  </a:lnTo>
                  <a:cubicBezTo>
                    <a:pt x="4745" y="7729"/>
                    <a:pt x="4638" y="7657"/>
                    <a:pt x="4531" y="7657"/>
                  </a:cubicBezTo>
                  <a:cubicBezTo>
                    <a:pt x="4424" y="7657"/>
                    <a:pt x="4317" y="7729"/>
                    <a:pt x="4317" y="7874"/>
                  </a:cubicBezTo>
                  <a:lnTo>
                    <a:pt x="4317" y="13066"/>
                  </a:lnTo>
                  <a:lnTo>
                    <a:pt x="1565" y="13066"/>
                  </a:lnTo>
                  <a:lnTo>
                    <a:pt x="1565" y="6517"/>
                  </a:lnTo>
                  <a:lnTo>
                    <a:pt x="4317" y="6517"/>
                  </a:lnTo>
                  <a:lnTo>
                    <a:pt x="4317" y="7118"/>
                  </a:lnTo>
                  <a:cubicBezTo>
                    <a:pt x="4314" y="7260"/>
                    <a:pt x="4422" y="7331"/>
                    <a:pt x="4529" y="7331"/>
                  </a:cubicBezTo>
                  <a:cubicBezTo>
                    <a:pt x="4637" y="7331"/>
                    <a:pt x="4745" y="7260"/>
                    <a:pt x="4745" y="7118"/>
                  </a:cubicBezTo>
                  <a:lnTo>
                    <a:pt x="4745" y="5194"/>
                  </a:lnTo>
                  <a:cubicBezTo>
                    <a:pt x="4745" y="5073"/>
                    <a:pt x="4649" y="4977"/>
                    <a:pt x="4529" y="4977"/>
                  </a:cubicBezTo>
                  <a:lnTo>
                    <a:pt x="4442" y="4977"/>
                  </a:lnTo>
                  <a:lnTo>
                    <a:pt x="4442" y="4419"/>
                  </a:lnTo>
                  <a:cubicBezTo>
                    <a:pt x="4808" y="4178"/>
                    <a:pt x="5010" y="3755"/>
                    <a:pt x="5120" y="3428"/>
                  </a:cubicBezTo>
                  <a:lnTo>
                    <a:pt x="6112" y="3846"/>
                  </a:lnTo>
                  <a:cubicBezTo>
                    <a:pt x="6183" y="3876"/>
                    <a:pt x="6258" y="3890"/>
                    <a:pt x="6331" y="3890"/>
                  </a:cubicBezTo>
                  <a:cubicBezTo>
                    <a:pt x="6552" y="3890"/>
                    <a:pt x="6763" y="3760"/>
                    <a:pt x="6857" y="3543"/>
                  </a:cubicBezTo>
                  <a:lnTo>
                    <a:pt x="6978" y="3259"/>
                  </a:lnTo>
                  <a:cubicBezTo>
                    <a:pt x="7040" y="3120"/>
                    <a:pt x="7040" y="2961"/>
                    <a:pt x="6983" y="2817"/>
                  </a:cubicBezTo>
                  <a:cubicBezTo>
                    <a:pt x="6925" y="2677"/>
                    <a:pt x="6814" y="2566"/>
                    <a:pt x="6675" y="2509"/>
                  </a:cubicBezTo>
                  <a:lnTo>
                    <a:pt x="5501" y="2013"/>
                  </a:lnTo>
                  <a:lnTo>
                    <a:pt x="5558" y="1816"/>
                  </a:lnTo>
                  <a:lnTo>
                    <a:pt x="5558" y="1811"/>
                  </a:lnTo>
                  <a:cubicBezTo>
                    <a:pt x="5630" y="1493"/>
                    <a:pt x="5438" y="1176"/>
                    <a:pt x="5120" y="1104"/>
                  </a:cubicBezTo>
                  <a:lnTo>
                    <a:pt x="5101" y="1099"/>
                  </a:lnTo>
                  <a:cubicBezTo>
                    <a:pt x="5055" y="1087"/>
                    <a:pt x="5008" y="1081"/>
                    <a:pt x="4961" y="1081"/>
                  </a:cubicBezTo>
                  <a:cubicBezTo>
                    <a:pt x="4910" y="1081"/>
                    <a:pt x="4858" y="1088"/>
                    <a:pt x="4808" y="1104"/>
                  </a:cubicBezTo>
                  <a:cubicBezTo>
                    <a:pt x="4731" y="940"/>
                    <a:pt x="4586" y="820"/>
                    <a:pt x="4413" y="781"/>
                  </a:cubicBezTo>
                  <a:lnTo>
                    <a:pt x="4389" y="776"/>
                  </a:lnTo>
                  <a:cubicBezTo>
                    <a:pt x="4343" y="764"/>
                    <a:pt x="4295" y="758"/>
                    <a:pt x="4247" y="758"/>
                  </a:cubicBezTo>
                  <a:cubicBezTo>
                    <a:pt x="4199" y="758"/>
                    <a:pt x="4151" y="764"/>
                    <a:pt x="4105" y="776"/>
                  </a:cubicBezTo>
                  <a:cubicBezTo>
                    <a:pt x="4100" y="762"/>
                    <a:pt x="4091" y="748"/>
                    <a:pt x="4081" y="733"/>
                  </a:cubicBezTo>
                  <a:cubicBezTo>
                    <a:pt x="3999" y="598"/>
                    <a:pt x="3869" y="502"/>
                    <a:pt x="3715" y="468"/>
                  </a:cubicBezTo>
                  <a:lnTo>
                    <a:pt x="3696" y="464"/>
                  </a:lnTo>
                  <a:cubicBezTo>
                    <a:pt x="3651" y="452"/>
                    <a:pt x="3604" y="448"/>
                    <a:pt x="3558" y="448"/>
                  </a:cubicBezTo>
                  <a:cubicBezTo>
                    <a:pt x="3525" y="448"/>
                    <a:pt x="3492" y="450"/>
                    <a:pt x="3460" y="454"/>
                  </a:cubicBezTo>
                  <a:cubicBezTo>
                    <a:pt x="3446" y="420"/>
                    <a:pt x="3427" y="382"/>
                    <a:pt x="3407" y="348"/>
                  </a:cubicBezTo>
                  <a:cubicBezTo>
                    <a:pt x="3326" y="213"/>
                    <a:pt x="3191" y="122"/>
                    <a:pt x="3042" y="83"/>
                  </a:cubicBezTo>
                  <a:lnTo>
                    <a:pt x="3018" y="79"/>
                  </a:lnTo>
                  <a:cubicBezTo>
                    <a:pt x="2973" y="68"/>
                    <a:pt x="2929" y="64"/>
                    <a:pt x="2885" y="64"/>
                  </a:cubicBezTo>
                  <a:cubicBezTo>
                    <a:pt x="2621" y="64"/>
                    <a:pt x="2381" y="243"/>
                    <a:pt x="2315" y="512"/>
                  </a:cubicBezTo>
                  <a:lnTo>
                    <a:pt x="2277" y="656"/>
                  </a:lnTo>
                  <a:lnTo>
                    <a:pt x="756" y="16"/>
                  </a:lnTo>
                  <a:cubicBezTo>
                    <a:pt x="730" y="5"/>
                    <a:pt x="702" y="0"/>
                    <a:pt x="6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5"/>
            <p:cNvSpPr/>
            <p:nvPr/>
          </p:nvSpPr>
          <p:spPr>
            <a:xfrm>
              <a:off x="1791245" y="2066904"/>
              <a:ext cx="53268" cy="37532"/>
            </a:xfrm>
            <a:custGeom>
              <a:avLst/>
              <a:gdLst/>
              <a:ahLst/>
              <a:cxnLst/>
              <a:rect l="l" t="t" r="r" b="b"/>
              <a:pathLst>
                <a:path w="2031" h="1431" extrusionOk="0">
                  <a:moveTo>
                    <a:pt x="288" y="1"/>
                  </a:moveTo>
                  <a:cubicBezTo>
                    <a:pt x="97" y="1"/>
                    <a:pt x="1" y="236"/>
                    <a:pt x="141" y="372"/>
                  </a:cubicBezTo>
                  <a:lnTo>
                    <a:pt x="1156" y="1368"/>
                  </a:lnTo>
                  <a:cubicBezTo>
                    <a:pt x="1199" y="1406"/>
                    <a:pt x="1252" y="1426"/>
                    <a:pt x="1310" y="1426"/>
                  </a:cubicBezTo>
                  <a:lnTo>
                    <a:pt x="1310" y="1430"/>
                  </a:lnTo>
                  <a:cubicBezTo>
                    <a:pt x="1503" y="1430"/>
                    <a:pt x="1599" y="1195"/>
                    <a:pt x="1459" y="1060"/>
                  </a:cubicBezTo>
                  <a:lnTo>
                    <a:pt x="858" y="473"/>
                  </a:lnTo>
                  <a:lnTo>
                    <a:pt x="1724" y="526"/>
                  </a:lnTo>
                  <a:cubicBezTo>
                    <a:pt x="1730" y="526"/>
                    <a:pt x="1736" y="526"/>
                    <a:pt x="1742" y="526"/>
                  </a:cubicBezTo>
                  <a:cubicBezTo>
                    <a:pt x="2009" y="526"/>
                    <a:pt x="2031" y="112"/>
                    <a:pt x="1753" y="97"/>
                  </a:cubicBezTo>
                  <a:lnTo>
                    <a:pt x="304" y="1"/>
                  </a:lnTo>
                  <a:cubicBezTo>
                    <a:pt x="299" y="1"/>
                    <a:pt x="293" y="1"/>
                    <a:pt x="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5"/>
            <p:cNvSpPr/>
            <p:nvPr/>
          </p:nvSpPr>
          <p:spPr>
            <a:xfrm>
              <a:off x="1711880" y="2213568"/>
              <a:ext cx="114876" cy="209636"/>
            </a:xfrm>
            <a:custGeom>
              <a:avLst/>
              <a:gdLst/>
              <a:ahLst/>
              <a:cxnLst/>
              <a:rect l="l" t="t" r="r" b="b"/>
              <a:pathLst>
                <a:path w="4380" h="7993" extrusionOk="0">
                  <a:moveTo>
                    <a:pt x="1464" y="434"/>
                  </a:moveTo>
                  <a:cubicBezTo>
                    <a:pt x="1550" y="434"/>
                    <a:pt x="1617" y="506"/>
                    <a:pt x="1617" y="592"/>
                  </a:cubicBezTo>
                  <a:lnTo>
                    <a:pt x="1617" y="689"/>
                  </a:lnTo>
                  <a:cubicBezTo>
                    <a:pt x="1617" y="827"/>
                    <a:pt x="1727" y="904"/>
                    <a:pt x="1837" y="904"/>
                  </a:cubicBezTo>
                  <a:cubicBezTo>
                    <a:pt x="1922" y="904"/>
                    <a:pt x="2007" y="857"/>
                    <a:pt x="2041" y="756"/>
                  </a:cubicBezTo>
                  <a:cubicBezTo>
                    <a:pt x="2060" y="693"/>
                    <a:pt x="2118" y="650"/>
                    <a:pt x="2185" y="650"/>
                  </a:cubicBezTo>
                  <a:lnTo>
                    <a:pt x="2209" y="650"/>
                  </a:lnTo>
                  <a:cubicBezTo>
                    <a:pt x="2296" y="650"/>
                    <a:pt x="2363" y="717"/>
                    <a:pt x="2363" y="804"/>
                  </a:cubicBezTo>
                  <a:lnTo>
                    <a:pt x="2363" y="838"/>
                  </a:lnTo>
                  <a:cubicBezTo>
                    <a:pt x="2366" y="973"/>
                    <a:pt x="2475" y="1048"/>
                    <a:pt x="2582" y="1048"/>
                  </a:cubicBezTo>
                  <a:cubicBezTo>
                    <a:pt x="2666" y="1048"/>
                    <a:pt x="2750" y="1002"/>
                    <a:pt x="2782" y="900"/>
                  </a:cubicBezTo>
                  <a:cubicBezTo>
                    <a:pt x="2806" y="833"/>
                    <a:pt x="2864" y="790"/>
                    <a:pt x="2931" y="790"/>
                  </a:cubicBezTo>
                  <a:lnTo>
                    <a:pt x="2955" y="790"/>
                  </a:lnTo>
                  <a:cubicBezTo>
                    <a:pt x="3042" y="790"/>
                    <a:pt x="3109" y="862"/>
                    <a:pt x="3109" y="944"/>
                  </a:cubicBezTo>
                  <a:lnTo>
                    <a:pt x="3109" y="1093"/>
                  </a:lnTo>
                  <a:cubicBezTo>
                    <a:pt x="3109" y="1237"/>
                    <a:pt x="3217" y="1309"/>
                    <a:pt x="3326" y="1309"/>
                  </a:cubicBezTo>
                  <a:cubicBezTo>
                    <a:pt x="3434" y="1309"/>
                    <a:pt x="3542" y="1237"/>
                    <a:pt x="3542" y="1093"/>
                  </a:cubicBezTo>
                  <a:cubicBezTo>
                    <a:pt x="3542" y="1011"/>
                    <a:pt x="3610" y="939"/>
                    <a:pt x="3696" y="939"/>
                  </a:cubicBezTo>
                  <a:lnTo>
                    <a:pt x="3720" y="939"/>
                  </a:lnTo>
                  <a:cubicBezTo>
                    <a:pt x="3807" y="939"/>
                    <a:pt x="3874" y="1011"/>
                    <a:pt x="3874" y="1093"/>
                  </a:cubicBezTo>
                  <a:lnTo>
                    <a:pt x="3874" y="2108"/>
                  </a:lnTo>
                  <a:lnTo>
                    <a:pt x="3874" y="2132"/>
                  </a:lnTo>
                  <a:cubicBezTo>
                    <a:pt x="3898" y="2387"/>
                    <a:pt x="3879" y="3133"/>
                    <a:pt x="3489" y="3460"/>
                  </a:cubicBezTo>
                  <a:cubicBezTo>
                    <a:pt x="3441" y="3503"/>
                    <a:pt x="3412" y="3561"/>
                    <a:pt x="3412" y="3624"/>
                  </a:cubicBezTo>
                  <a:lnTo>
                    <a:pt x="3412" y="4307"/>
                  </a:lnTo>
                  <a:lnTo>
                    <a:pt x="1343" y="4307"/>
                  </a:lnTo>
                  <a:lnTo>
                    <a:pt x="1343" y="3835"/>
                  </a:lnTo>
                  <a:cubicBezTo>
                    <a:pt x="1343" y="3763"/>
                    <a:pt x="1310" y="3701"/>
                    <a:pt x="1257" y="3662"/>
                  </a:cubicBezTo>
                  <a:cubicBezTo>
                    <a:pt x="1050" y="3508"/>
                    <a:pt x="516" y="3008"/>
                    <a:pt x="482" y="2503"/>
                  </a:cubicBezTo>
                  <a:cubicBezTo>
                    <a:pt x="463" y="2161"/>
                    <a:pt x="434" y="1733"/>
                    <a:pt x="573" y="1622"/>
                  </a:cubicBezTo>
                  <a:cubicBezTo>
                    <a:pt x="606" y="1593"/>
                    <a:pt x="660" y="1579"/>
                    <a:pt x="734" y="1579"/>
                  </a:cubicBezTo>
                  <a:cubicBezTo>
                    <a:pt x="769" y="1579"/>
                    <a:pt x="809" y="1582"/>
                    <a:pt x="852" y="1588"/>
                  </a:cubicBezTo>
                  <a:lnTo>
                    <a:pt x="852" y="1882"/>
                  </a:lnTo>
                  <a:cubicBezTo>
                    <a:pt x="852" y="2026"/>
                    <a:pt x="961" y="2098"/>
                    <a:pt x="1069" y="2098"/>
                  </a:cubicBezTo>
                  <a:cubicBezTo>
                    <a:pt x="1177" y="2098"/>
                    <a:pt x="1285" y="2026"/>
                    <a:pt x="1285" y="1882"/>
                  </a:cubicBezTo>
                  <a:lnTo>
                    <a:pt x="1285" y="592"/>
                  </a:lnTo>
                  <a:cubicBezTo>
                    <a:pt x="1285" y="506"/>
                    <a:pt x="1353" y="434"/>
                    <a:pt x="1439" y="434"/>
                  </a:cubicBezTo>
                  <a:close/>
                  <a:moveTo>
                    <a:pt x="3768" y="4745"/>
                  </a:moveTo>
                  <a:lnTo>
                    <a:pt x="3768" y="5423"/>
                  </a:lnTo>
                  <a:lnTo>
                    <a:pt x="1016" y="5423"/>
                  </a:lnTo>
                  <a:lnTo>
                    <a:pt x="1016" y="4745"/>
                  </a:lnTo>
                  <a:close/>
                  <a:moveTo>
                    <a:pt x="3768" y="5856"/>
                  </a:moveTo>
                  <a:lnTo>
                    <a:pt x="3764" y="7560"/>
                  </a:lnTo>
                  <a:lnTo>
                    <a:pt x="1016" y="7560"/>
                  </a:lnTo>
                  <a:lnTo>
                    <a:pt x="1016" y="5856"/>
                  </a:lnTo>
                  <a:close/>
                  <a:moveTo>
                    <a:pt x="1449" y="0"/>
                  </a:moveTo>
                  <a:cubicBezTo>
                    <a:pt x="1122" y="0"/>
                    <a:pt x="862" y="265"/>
                    <a:pt x="862" y="588"/>
                  </a:cubicBezTo>
                  <a:lnTo>
                    <a:pt x="862" y="1155"/>
                  </a:lnTo>
                  <a:cubicBezTo>
                    <a:pt x="817" y="1150"/>
                    <a:pt x="774" y="1147"/>
                    <a:pt x="733" y="1147"/>
                  </a:cubicBezTo>
                  <a:cubicBezTo>
                    <a:pt x="557" y="1147"/>
                    <a:pt x="412" y="1196"/>
                    <a:pt x="299" y="1290"/>
                  </a:cubicBezTo>
                  <a:cubicBezTo>
                    <a:pt x="1" y="1545"/>
                    <a:pt x="30" y="2045"/>
                    <a:pt x="58" y="2531"/>
                  </a:cubicBezTo>
                  <a:cubicBezTo>
                    <a:pt x="102" y="3191"/>
                    <a:pt x="689" y="3749"/>
                    <a:pt x="920" y="3941"/>
                  </a:cubicBezTo>
                  <a:lnTo>
                    <a:pt x="920" y="4312"/>
                  </a:lnTo>
                  <a:lnTo>
                    <a:pt x="804" y="4312"/>
                  </a:lnTo>
                  <a:cubicBezTo>
                    <a:pt x="684" y="4312"/>
                    <a:pt x="588" y="4408"/>
                    <a:pt x="588" y="4528"/>
                  </a:cubicBezTo>
                  <a:lnTo>
                    <a:pt x="588" y="7776"/>
                  </a:lnTo>
                  <a:cubicBezTo>
                    <a:pt x="588" y="7897"/>
                    <a:pt x="684" y="7993"/>
                    <a:pt x="804" y="7993"/>
                  </a:cubicBezTo>
                  <a:lnTo>
                    <a:pt x="3990" y="7993"/>
                  </a:lnTo>
                  <a:cubicBezTo>
                    <a:pt x="4110" y="7993"/>
                    <a:pt x="4206" y="7897"/>
                    <a:pt x="4206" y="7776"/>
                  </a:cubicBezTo>
                  <a:lnTo>
                    <a:pt x="4206" y="4528"/>
                  </a:lnTo>
                  <a:cubicBezTo>
                    <a:pt x="4206" y="4411"/>
                    <a:pt x="4110" y="4312"/>
                    <a:pt x="3993" y="4312"/>
                  </a:cubicBezTo>
                  <a:cubicBezTo>
                    <a:pt x="3990" y="4312"/>
                    <a:pt x="3988" y="4312"/>
                    <a:pt x="3985" y="4312"/>
                  </a:cubicBezTo>
                  <a:lnTo>
                    <a:pt x="3850" y="4312"/>
                  </a:lnTo>
                  <a:lnTo>
                    <a:pt x="3850" y="3720"/>
                  </a:lnTo>
                  <a:cubicBezTo>
                    <a:pt x="4379" y="3181"/>
                    <a:pt x="4322" y="2224"/>
                    <a:pt x="4312" y="2103"/>
                  </a:cubicBezTo>
                  <a:lnTo>
                    <a:pt x="4312" y="1098"/>
                  </a:lnTo>
                  <a:cubicBezTo>
                    <a:pt x="4312" y="773"/>
                    <a:pt x="4052" y="510"/>
                    <a:pt x="3729" y="510"/>
                  </a:cubicBezTo>
                  <a:cubicBezTo>
                    <a:pt x="3726" y="510"/>
                    <a:pt x="3723" y="510"/>
                    <a:pt x="3720" y="511"/>
                  </a:cubicBezTo>
                  <a:lnTo>
                    <a:pt x="3696" y="511"/>
                  </a:lnTo>
                  <a:cubicBezTo>
                    <a:pt x="3608" y="558"/>
                    <a:pt x="3511" y="581"/>
                    <a:pt x="3416" y="581"/>
                  </a:cubicBezTo>
                  <a:cubicBezTo>
                    <a:pt x="3242" y="581"/>
                    <a:pt x="3070" y="504"/>
                    <a:pt x="2955" y="361"/>
                  </a:cubicBezTo>
                  <a:lnTo>
                    <a:pt x="2941" y="361"/>
                  </a:lnTo>
                  <a:cubicBezTo>
                    <a:pt x="2854" y="405"/>
                    <a:pt x="2761" y="427"/>
                    <a:pt x="2668" y="427"/>
                  </a:cubicBezTo>
                  <a:cubicBezTo>
                    <a:pt x="2497" y="427"/>
                    <a:pt x="2330" y="354"/>
                    <a:pt x="2214" y="217"/>
                  </a:cubicBezTo>
                  <a:lnTo>
                    <a:pt x="2190" y="217"/>
                  </a:lnTo>
                  <a:cubicBezTo>
                    <a:pt x="2115" y="251"/>
                    <a:pt x="2035" y="267"/>
                    <a:pt x="1957" y="267"/>
                  </a:cubicBezTo>
                  <a:cubicBezTo>
                    <a:pt x="1766" y="267"/>
                    <a:pt x="1581" y="171"/>
                    <a:pt x="14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9" name="Google Shape;1309;p35"/>
          <p:cNvGrpSpPr/>
          <p:nvPr/>
        </p:nvGrpSpPr>
        <p:grpSpPr>
          <a:xfrm>
            <a:off x="7079711" y="2135666"/>
            <a:ext cx="342977" cy="287663"/>
            <a:chOff x="7079711" y="2135666"/>
            <a:chExt cx="342977" cy="287663"/>
          </a:xfrm>
        </p:grpSpPr>
        <p:sp>
          <p:nvSpPr>
            <p:cNvPr id="1310" name="Google Shape;1310;p35"/>
            <p:cNvSpPr/>
            <p:nvPr/>
          </p:nvSpPr>
          <p:spPr>
            <a:xfrm>
              <a:off x="7239935" y="2203727"/>
              <a:ext cx="174570" cy="158912"/>
            </a:xfrm>
            <a:custGeom>
              <a:avLst/>
              <a:gdLst/>
              <a:ahLst/>
              <a:cxnLst/>
              <a:rect l="l" t="t" r="r" b="b"/>
              <a:pathLst>
                <a:path w="6656" h="6059" extrusionOk="0">
                  <a:moveTo>
                    <a:pt x="4192" y="0"/>
                  </a:moveTo>
                  <a:lnTo>
                    <a:pt x="2912" y="977"/>
                  </a:lnTo>
                  <a:lnTo>
                    <a:pt x="1843" y="626"/>
                  </a:lnTo>
                  <a:lnTo>
                    <a:pt x="1" y="2127"/>
                  </a:lnTo>
                  <a:lnTo>
                    <a:pt x="2844" y="6058"/>
                  </a:lnTo>
                  <a:lnTo>
                    <a:pt x="6655" y="3349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rgbClr val="AD8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5"/>
            <p:cNvSpPr/>
            <p:nvPr/>
          </p:nvSpPr>
          <p:spPr>
            <a:xfrm>
              <a:off x="7316677" y="2140623"/>
              <a:ext cx="98825" cy="175173"/>
            </a:xfrm>
            <a:custGeom>
              <a:avLst/>
              <a:gdLst/>
              <a:ahLst/>
              <a:cxnLst/>
              <a:rect l="l" t="t" r="r" b="b"/>
              <a:pathLst>
                <a:path w="3768" h="6679" extrusionOk="0">
                  <a:moveTo>
                    <a:pt x="3768" y="0"/>
                  </a:moveTo>
                  <a:lnTo>
                    <a:pt x="0" y="2421"/>
                  </a:lnTo>
                  <a:lnTo>
                    <a:pt x="3248" y="6679"/>
                  </a:lnTo>
                  <a:lnTo>
                    <a:pt x="3768" y="6265"/>
                  </a:lnTo>
                  <a:lnTo>
                    <a:pt x="376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5"/>
            <p:cNvSpPr/>
            <p:nvPr/>
          </p:nvSpPr>
          <p:spPr>
            <a:xfrm>
              <a:off x="7383163" y="2270109"/>
              <a:ext cx="32339" cy="45688"/>
            </a:xfrm>
            <a:custGeom>
              <a:avLst/>
              <a:gdLst/>
              <a:ahLst/>
              <a:cxnLst/>
              <a:rect l="l" t="t" r="r" b="b"/>
              <a:pathLst>
                <a:path w="1233" h="1742" extrusionOk="0">
                  <a:moveTo>
                    <a:pt x="1233" y="0"/>
                  </a:moveTo>
                  <a:lnTo>
                    <a:pt x="1" y="813"/>
                  </a:lnTo>
                  <a:lnTo>
                    <a:pt x="713" y="1742"/>
                  </a:lnTo>
                  <a:lnTo>
                    <a:pt x="1233" y="1328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5"/>
            <p:cNvSpPr/>
            <p:nvPr/>
          </p:nvSpPr>
          <p:spPr>
            <a:xfrm>
              <a:off x="7251292" y="2256208"/>
              <a:ext cx="132790" cy="88282"/>
            </a:xfrm>
            <a:custGeom>
              <a:avLst/>
              <a:gdLst/>
              <a:ahLst/>
              <a:cxnLst/>
              <a:rect l="l" t="t" r="r" b="b"/>
              <a:pathLst>
                <a:path w="5063" h="3366" extrusionOk="0">
                  <a:moveTo>
                    <a:pt x="583" y="1"/>
                  </a:moveTo>
                  <a:lnTo>
                    <a:pt x="1" y="1069"/>
                  </a:lnTo>
                  <a:lnTo>
                    <a:pt x="4081" y="3292"/>
                  </a:lnTo>
                  <a:cubicBezTo>
                    <a:pt x="4173" y="3342"/>
                    <a:pt x="4273" y="3366"/>
                    <a:pt x="4372" y="3366"/>
                  </a:cubicBezTo>
                  <a:cubicBezTo>
                    <a:pt x="4587" y="3366"/>
                    <a:pt x="4795" y="3253"/>
                    <a:pt x="4904" y="3051"/>
                  </a:cubicBezTo>
                  <a:cubicBezTo>
                    <a:pt x="5063" y="2758"/>
                    <a:pt x="4957" y="2387"/>
                    <a:pt x="4663" y="2229"/>
                  </a:cubicBezTo>
                  <a:lnTo>
                    <a:pt x="583" y="1"/>
                  </a:lnTo>
                  <a:close/>
                </a:path>
              </a:pathLst>
            </a:custGeom>
            <a:solidFill>
              <a:srgbClr val="D5A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5"/>
            <p:cNvSpPr/>
            <p:nvPr/>
          </p:nvSpPr>
          <p:spPr>
            <a:xfrm>
              <a:off x="7303170" y="2300637"/>
              <a:ext cx="77896" cy="43774"/>
            </a:xfrm>
            <a:custGeom>
              <a:avLst/>
              <a:gdLst/>
              <a:ahLst/>
              <a:cxnLst/>
              <a:rect l="l" t="t" r="r" b="b"/>
              <a:pathLst>
                <a:path w="2970" h="1669" extrusionOk="0">
                  <a:moveTo>
                    <a:pt x="265" y="1"/>
                  </a:moveTo>
                  <a:lnTo>
                    <a:pt x="0" y="453"/>
                  </a:lnTo>
                  <a:lnTo>
                    <a:pt x="2103" y="1593"/>
                  </a:lnTo>
                  <a:cubicBezTo>
                    <a:pt x="2196" y="1645"/>
                    <a:pt x="2296" y="1669"/>
                    <a:pt x="2394" y="1669"/>
                  </a:cubicBezTo>
                  <a:cubicBezTo>
                    <a:pt x="2644" y="1669"/>
                    <a:pt x="2883" y="1511"/>
                    <a:pt x="2969" y="1252"/>
                  </a:cubicBezTo>
                  <a:lnTo>
                    <a:pt x="2969" y="1252"/>
                  </a:lnTo>
                  <a:cubicBezTo>
                    <a:pt x="2906" y="1273"/>
                    <a:pt x="2840" y="1283"/>
                    <a:pt x="2775" y="1283"/>
                  </a:cubicBezTo>
                  <a:cubicBezTo>
                    <a:pt x="2676" y="1283"/>
                    <a:pt x="2578" y="1259"/>
                    <a:pt x="2488" y="1213"/>
                  </a:cubicBezTo>
                  <a:lnTo>
                    <a:pt x="265" y="1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5"/>
            <p:cNvSpPr/>
            <p:nvPr/>
          </p:nvSpPr>
          <p:spPr>
            <a:xfrm>
              <a:off x="7226821" y="2279052"/>
              <a:ext cx="132790" cy="88256"/>
            </a:xfrm>
            <a:custGeom>
              <a:avLst/>
              <a:gdLst/>
              <a:ahLst/>
              <a:cxnLst/>
              <a:rect l="l" t="t" r="r" b="b"/>
              <a:pathLst>
                <a:path w="5063" h="3365" extrusionOk="0">
                  <a:moveTo>
                    <a:pt x="582" y="1"/>
                  </a:moveTo>
                  <a:lnTo>
                    <a:pt x="0" y="1064"/>
                  </a:lnTo>
                  <a:lnTo>
                    <a:pt x="4081" y="3292"/>
                  </a:lnTo>
                  <a:cubicBezTo>
                    <a:pt x="4172" y="3341"/>
                    <a:pt x="4269" y="3365"/>
                    <a:pt x="4366" y="3365"/>
                  </a:cubicBezTo>
                  <a:cubicBezTo>
                    <a:pt x="4581" y="3365"/>
                    <a:pt x="4790" y="3249"/>
                    <a:pt x="4903" y="3047"/>
                  </a:cubicBezTo>
                  <a:cubicBezTo>
                    <a:pt x="5062" y="2753"/>
                    <a:pt x="4956" y="2387"/>
                    <a:pt x="4663" y="2229"/>
                  </a:cubicBezTo>
                  <a:lnTo>
                    <a:pt x="582" y="1"/>
                  </a:lnTo>
                  <a:close/>
                </a:path>
              </a:pathLst>
            </a:custGeom>
            <a:solidFill>
              <a:srgbClr val="D5A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5"/>
            <p:cNvSpPr/>
            <p:nvPr/>
          </p:nvSpPr>
          <p:spPr>
            <a:xfrm>
              <a:off x="7287249" y="2329278"/>
              <a:ext cx="69319" cy="38056"/>
            </a:xfrm>
            <a:custGeom>
              <a:avLst/>
              <a:gdLst/>
              <a:ahLst/>
              <a:cxnLst/>
              <a:rect l="l" t="t" r="r" b="b"/>
              <a:pathLst>
                <a:path w="2643" h="1451" extrusionOk="0">
                  <a:moveTo>
                    <a:pt x="237" y="1"/>
                  </a:moveTo>
                  <a:lnTo>
                    <a:pt x="1" y="410"/>
                  </a:lnTo>
                  <a:lnTo>
                    <a:pt x="1777" y="1377"/>
                  </a:lnTo>
                  <a:cubicBezTo>
                    <a:pt x="1870" y="1427"/>
                    <a:pt x="1969" y="1450"/>
                    <a:pt x="2066" y="1450"/>
                  </a:cubicBezTo>
                  <a:cubicBezTo>
                    <a:pt x="2316" y="1450"/>
                    <a:pt x="2553" y="1296"/>
                    <a:pt x="2643" y="1040"/>
                  </a:cubicBezTo>
                  <a:lnTo>
                    <a:pt x="2643" y="1040"/>
                  </a:lnTo>
                  <a:cubicBezTo>
                    <a:pt x="2562" y="1076"/>
                    <a:pt x="2476" y="1094"/>
                    <a:pt x="2389" y="1094"/>
                  </a:cubicBezTo>
                  <a:cubicBezTo>
                    <a:pt x="2289" y="1094"/>
                    <a:pt x="2189" y="1070"/>
                    <a:pt x="2099" y="1021"/>
                  </a:cubicBezTo>
                  <a:lnTo>
                    <a:pt x="237" y="1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5"/>
            <p:cNvSpPr/>
            <p:nvPr/>
          </p:nvSpPr>
          <p:spPr>
            <a:xfrm>
              <a:off x="7202325" y="2301896"/>
              <a:ext cx="132790" cy="88256"/>
            </a:xfrm>
            <a:custGeom>
              <a:avLst/>
              <a:gdLst/>
              <a:ahLst/>
              <a:cxnLst/>
              <a:rect l="l" t="t" r="r" b="b"/>
              <a:pathLst>
                <a:path w="5063" h="3365" extrusionOk="0">
                  <a:moveTo>
                    <a:pt x="578" y="1"/>
                  </a:moveTo>
                  <a:lnTo>
                    <a:pt x="1" y="1064"/>
                  </a:lnTo>
                  <a:lnTo>
                    <a:pt x="4081" y="3292"/>
                  </a:lnTo>
                  <a:cubicBezTo>
                    <a:pt x="4172" y="3341"/>
                    <a:pt x="4270" y="3364"/>
                    <a:pt x="4367" y="3364"/>
                  </a:cubicBezTo>
                  <a:cubicBezTo>
                    <a:pt x="4581" y="3364"/>
                    <a:pt x="4789" y="3249"/>
                    <a:pt x="4899" y="3046"/>
                  </a:cubicBezTo>
                  <a:cubicBezTo>
                    <a:pt x="5063" y="2753"/>
                    <a:pt x="4952" y="2387"/>
                    <a:pt x="4658" y="2228"/>
                  </a:cubicBezTo>
                  <a:lnTo>
                    <a:pt x="578" y="1"/>
                  </a:lnTo>
                  <a:close/>
                </a:path>
              </a:pathLst>
            </a:custGeom>
            <a:solidFill>
              <a:srgbClr val="D5A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5"/>
            <p:cNvSpPr/>
            <p:nvPr/>
          </p:nvSpPr>
          <p:spPr>
            <a:xfrm>
              <a:off x="7271224" y="2357184"/>
              <a:ext cx="60481" cy="32994"/>
            </a:xfrm>
            <a:custGeom>
              <a:avLst/>
              <a:gdLst/>
              <a:ahLst/>
              <a:cxnLst/>
              <a:rect l="l" t="t" r="r" b="b"/>
              <a:pathLst>
                <a:path w="2306" h="1258" extrusionOk="0">
                  <a:moveTo>
                    <a:pt x="232" y="0"/>
                  </a:moveTo>
                  <a:lnTo>
                    <a:pt x="1" y="390"/>
                  </a:lnTo>
                  <a:lnTo>
                    <a:pt x="1454" y="1184"/>
                  </a:lnTo>
                  <a:cubicBezTo>
                    <a:pt x="1546" y="1234"/>
                    <a:pt x="1645" y="1257"/>
                    <a:pt x="1742" y="1257"/>
                  </a:cubicBezTo>
                  <a:cubicBezTo>
                    <a:pt x="1980" y="1257"/>
                    <a:pt x="2210" y="1115"/>
                    <a:pt x="2306" y="876"/>
                  </a:cubicBezTo>
                  <a:lnTo>
                    <a:pt x="2306" y="876"/>
                  </a:lnTo>
                  <a:cubicBezTo>
                    <a:pt x="2232" y="905"/>
                    <a:pt x="2154" y="920"/>
                    <a:pt x="2076" y="920"/>
                  </a:cubicBezTo>
                  <a:cubicBezTo>
                    <a:pt x="1975" y="920"/>
                    <a:pt x="1875" y="896"/>
                    <a:pt x="1786" y="847"/>
                  </a:cubicBezTo>
                  <a:lnTo>
                    <a:pt x="232" y="0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5"/>
            <p:cNvSpPr/>
            <p:nvPr/>
          </p:nvSpPr>
          <p:spPr>
            <a:xfrm>
              <a:off x="7177723" y="2324741"/>
              <a:ext cx="132790" cy="88256"/>
            </a:xfrm>
            <a:custGeom>
              <a:avLst/>
              <a:gdLst/>
              <a:ahLst/>
              <a:cxnLst/>
              <a:rect l="l" t="t" r="r" b="b"/>
              <a:pathLst>
                <a:path w="5063" h="3365" extrusionOk="0">
                  <a:moveTo>
                    <a:pt x="583" y="1"/>
                  </a:moveTo>
                  <a:lnTo>
                    <a:pt x="0" y="1064"/>
                  </a:lnTo>
                  <a:lnTo>
                    <a:pt x="4081" y="3292"/>
                  </a:lnTo>
                  <a:cubicBezTo>
                    <a:pt x="4172" y="3341"/>
                    <a:pt x="4271" y="3364"/>
                    <a:pt x="4368" y="3364"/>
                  </a:cubicBezTo>
                  <a:cubicBezTo>
                    <a:pt x="4584" y="3364"/>
                    <a:pt x="4794" y="3250"/>
                    <a:pt x="4904" y="3051"/>
                  </a:cubicBezTo>
                  <a:cubicBezTo>
                    <a:pt x="5062" y="2758"/>
                    <a:pt x="4956" y="2387"/>
                    <a:pt x="4663" y="2228"/>
                  </a:cubicBezTo>
                  <a:lnTo>
                    <a:pt x="583" y="1"/>
                  </a:lnTo>
                  <a:close/>
                </a:path>
              </a:pathLst>
            </a:custGeom>
            <a:solidFill>
              <a:srgbClr val="D5A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5"/>
            <p:cNvSpPr/>
            <p:nvPr/>
          </p:nvSpPr>
          <p:spPr>
            <a:xfrm>
              <a:off x="7255331" y="2383674"/>
              <a:ext cx="52035" cy="29349"/>
            </a:xfrm>
            <a:custGeom>
              <a:avLst/>
              <a:gdLst/>
              <a:ahLst/>
              <a:cxnLst/>
              <a:rect l="l" t="t" r="r" b="b"/>
              <a:pathLst>
                <a:path w="1984" h="1119" extrusionOk="0">
                  <a:moveTo>
                    <a:pt x="246" y="1"/>
                  </a:moveTo>
                  <a:lnTo>
                    <a:pt x="1" y="434"/>
                  </a:lnTo>
                  <a:lnTo>
                    <a:pt x="1122" y="1045"/>
                  </a:lnTo>
                  <a:cubicBezTo>
                    <a:pt x="1214" y="1095"/>
                    <a:pt x="1314" y="1118"/>
                    <a:pt x="1412" y="1118"/>
                  </a:cubicBezTo>
                  <a:cubicBezTo>
                    <a:pt x="1627" y="1118"/>
                    <a:pt x="1836" y="1005"/>
                    <a:pt x="1945" y="804"/>
                  </a:cubicBezTo>
                  <a:cubicBezTo>
                    <a:pt x="1959" y="775"/>
                    <a:pt x="1973" y="746"/>
                    <a:pt x="1983" y="718"/>
                  </a:cubicBezTo>
                  <a:lnTo>
                    <a:pt x="1983" y="718"/>
                  </a:lnTo>
                  <a:cubicBezTo>
                    <a:pt x="1917" y="741"/>
                    <a:pt x="1848" y="753"/>
                    <a:pt x="1779" y="753"/>
                  </a:cubicBezTo>
                  <a:cubicBezTo>
                    <a:pt x="1679" y="753"/>
                    <a:pt x="1579" y="728"/>
                    <a:pt x="1487" y="679"/>
                  </a:cubicBezTo>
                  <a:lnTo>
                    <a:pt x="246" y="1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5"/>
            <p:cNvSpPr/>
            <p:nvPr/>
          </p:nvSpPr>
          <p:spPr>
            <a:xfrm>
              <a:off x="7097572" y="2214821"/>
              <a:ext cx="169010" cy="153116"/>
            </a:xfrm>
            <a:custGeom>
              <a:avLst/>
              <a:gdLst/>
              <a:ahLst/>
              <a:cxnLst/>
              <a:rect l="l" t="t" r="r" b="b"/>
              <a:pathLst>
                <a:path w="6444" h="5838" extrusionOk="0">
                  <a:moveTo>
                    <a:pt x="2017" y="1"/>
                  </a:moveTo>
                  <a:lnTo>
                    <a:pt x="1" y="3638"/>
                  </a:lnTo>
                  <a:lnTo>
                    <a:pt x="4125" y="5837"/>
                  </a:lnTo>
                  <a:lnTo>
                    <a:pt x="6444" y="1579"/>
                  </a:lnTo>
                  <a:lnTo>
                    <a:pt x="4351" y="698"/>
                  </a:lnTo>
                  <a:lnTo>
                    <a:pt x="3412" y="809"/>
                  </a:lnTo>
                  <a:lnTo>
                    <a:pt x="2017" y="1"/>
                  </a:lnTo>
                  <a:close/>
                </a:path>
              </a:pathLst>
            </a:custGeom>
            <a:solidFill>
              <a:srgbClr val="D5A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5"/>
            <p:cNvSpPr/>
            <p:nvPr/>
          </p:nvSpPr>
          <p:spPr>
            <a:xfrm>
              <a:off x="7090255" y="2197668"/>
              <a:ext cx="93160" cy="134914"/>
            </a:xfrm>
            <a:custGeom>
              <a:avLst/>
              <a:gdLst/>
              <a:ahLst/>
              <a:cxnLst/>
              <a:rect l="l" t="t" r="r" b="b"/>
              <a:pathLst>
                <a:path w="3552" h="5144" extrusionOk="0">
                  <a:moveTo>
                    <a:pt x="2676" y="0"/>
                  </a:moveTo>
                  <a:lnTo>
                    <a:pt x="1" y="4639"/>
                  </a:lnTo>
                  <a:lnTo>
                    <a:pt x="872" y="5144"/>
                  </a:lnTo>
                  <a:lnTo>
                    <a:pt x="3552" y="505"/>
                  </a:lnTo>
                  <a:lnTo>
                    <a:pt x="267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5"/>
            <p:cNvSpPr/>
            <p:nvPr/>
          </p:nvSpPr>
          <p:spPr>
            <a:xfrm>
              <a:off x="7086975" y="2155250"/>
              <a:ext cx="84752" cy="167898"/>
            </a:xfrm>
            <a:custGeom>
              <a:avLst/>
              <a:gdLst/>
              <a:ahLst/>
              <a:cxnLst/>
              <a:rect l="l" t="t" r="r" b="b"/>
              <a:pathLst>
                <a:path w="3047" h="6401" extrusionOk="0">
                  <a:moveTo>
                    <a:pt x="1" y="0"/>
                  </a:moveTo>
                  <a:lnTo>
                    <a:pt x="1" y="6183"/>
                  </a:lnTo>
                  <a:lnTo>
                    <a:pt x="366" y="6400"/>
                  </a:lnTo>
                  <a:lnTo>
                    <a:pt x="3047" y="17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5"/>
            <p:cNvSpPr/>
            <p:nvPr/>
          </p:nvSpPr>
          <p:spPr>
            <a:xfrm>
              <a:off x="7086976" y="2278554"/>
              <a:ext cx="26673" cy="44587"/>
            </a:xfrm>
            <a:custGeom>
              <a:avLst/>
              <a:gdLst/>
              <a:ahLst/>
              <a:cxnLst/>
              <a:rect l="l" t="t" r="r" b="b"/>
              <a:pathLst>
                <a:path w="1017" h="1700" extrusionOk="0">
                  <a:moveTo>
                    <a:pt x="1" y="0"/>
                  </a:moveTo>
                  <a:lnTo>
                    <a:pt x="1" y="1482"/>
                  </a:lnTo>
                  <a:lnTo>
                    <a:pt x="366" y="1699"/>
                  </a:lnTo>
                  <a:lnTo>
                    <a:pt x="1016" y="5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5"/>
            <p:cNvSpPr/>
            <p:nvPr/>
          </p:nvSpPr>
          <p:spPr>
            <a:xfrm>
              <a:off x="7132533" y="2302526"/>
              <a:ext cx="71208" cy="57281"/>
            </a:xfrm>
            <a:custGeom>
              <a:avLst/>
              <a:gdLst/>
              <a:ahLst/>
              <a:cxnLst/>
              <a:rect l="l" t="t" r="r" b="b"/>
              <a:pathLst>
                <a:path w="2715" h="2184" extrusionOk="0">
                  <a:moveTo>
                    <a:pt x="2026" y="1"/>
                  </a:moveTo>
                  <a:cubicBezTo>
                    <a:pt x="1902" y="1"/>
                    <a:pt x="1778" y="38"/>
                    <a:pt x="1670" y="116"/>
                  </a:cubicBezTo>
                  <a:lnTo>
                    <a:pt x="333" y="1088"/>
                  </a:lnTo>
                  <a:cubicBezTo>
                    <a:pt x="59" y="1281"/>
                    <a:pt x="1" y="1661"/>
                    <a:pt x="193" y="1935"/>
                  </a:cubicBezTo>
                  <a:cubicBezTo>
                    <a:pt x="312" y="2098"/>
                    <a:pt x="498" y="2183"/>
                    <a:pt x="685" y="2183"/>
                  </a:cubicBezTo>
                  <a:cubicBezTo>
                    <a:pt x="809" y="2183"/>
                    <a:pt x="933" y="2146"/>
                    <a:pt x="1040" y="2070"/>
                  </a:cubicBezTo>
                  <a:lnTo>
                    <a:pt x="2383" y="1098"/>
                  </a:lnTo>
                  <a:cubicBezTo>
                    <a:pt x="2657" y="900"/>
                    <a:pt x="2715" y="511"/>
                    <a:pt x="2508" y="241"/>
                  </a:cubicBezTo>
                  <a:lnTo>
                    <a:pt x="2508" y="236"/>
                  </a:lnTo>
                  <a:cubicBezTo>
                    <a:pt x="2387" y="82"/>
                    <a:pt x="2208" y="1"/>
                    <a:pt x="2026" y="1"/>
                  </a:cubicBezTo>
                  <a:close/>
                </a:path>
              </a:pathLst>
            </a:custGeom>
            <a:solidFill>
              <a:srgbClr val="AD8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5"/>
            <p:cNvSpPr/>
            <p:nvPr/>
          </p:nvSpPr>
          <p:spPr>
            <a:xfrm>
              <a:off x="7135707" y="2303680"/>
              <a:ext cx="68034" cy="56048"/>
            </a:xfrm>
            <a:custGeom>
              <a:avLst/>
              <a:gdLst/>
              <a:ahLst/>
              <a:cxnLst/>
              <a:rect l="l" t="t" r="r" b="b"/>
              <a:pathLst>
                <a:path w="2594" h="2137" extrusionOk="0">
                  <a:moveTo>
                    <a:pt x="2132" y="0"/>
                  </a:moveTo>
                  <a:cubicBezTo>
                    <a:pt x="2233" y="260"/>
                    <a:pt x="2146" y="553"/>
                    <a:pt x="1925" y="717"/>
                  </a:cubicBezTo>
                  <a:lnTo>
                    <a:pt x="582" y="1684"/>
                  </a:lnTo>
                  <a:cubicBezTo>
                    <a:pt x="478" y="1762"/>
                    <a:pt x="355" y="1800"/>
                    <a:pt x="230" y="1800"/>
                  </a:cubicBezTo>
                  <a:cubicBezTo>
                    <a:pt x="153" y="1800"/>
                    <a:pt x="75" y="1786"/>
                    <a:pt x="0" y="1756"/>
                  </a:cubicBezTo>
                  <a:lnTo>
                    <a:pt x="0" y="1756"/>
                  </a:lnTo>
                  <a:cubicBezTo>
                    <a:pt x="99" y="1998"/>
                    <a:pt x="329" y="2136"/>
                    <a:pt x="566" y="2136"/>
                  </a:cubicBezTo>
                  <a:cubicBezTo>
                    <a:pt x="688" y="2136"/>
                    <a:pt x="811" y="2099"/>
                    <a:pt x="919" y="2021"/>
                  </a:cubicBezTo>
                  <a:lnTo>
                    <a:pt x="2262" y="1054"/>
                  </a:lnTo>
                  <a:cubicBezTo>
                    <a:pt x="2536" y="852"/>
                    <a:pt x="2594" y="462"/>
                    <a:pt x="2387" y="192"/>
                  </a:cubicBezTo>
                  <a:cubicBezTo>
                    <a:pt x="2319" y="106"/>
                    <a:pt x="2233" y="38"/>
                    <a:pt x="2132" y="0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5"/>
            <p:cNvSpPr/>
            <p:nvPr/>
          </p:nvSpPr>
          <p:spPr>
            <a:xfrm>
              <a:off x="7159810" y="2327704"/>
              <a:ext cx="63366" cy="51642"/>
            </a:xfrm>
            <a:custGeom>
              <a:avLst/>
              <a:gdLst/>
              <a:ahLst/>
              <a:cxnLst/>
              <a:rect l="l" t="t" r="r" b="b"/>
              <a:pathLst>
                <a:path w="2416" h="1969" extrusionOk="0">
                  <a:moveTo>
                    <a:pt x="1726" y="1"/>
                  </a:moveTo>
                  <a:cubicBezTo>
                    <a:pt x="1602" y="1"/>
                    <a:pt x="1478" y="39"/>
                    <a:pt x="1371" y="119"/>
                  </a:cubicBezTo>
                  <a:lnTo>
                    <a:pt x="342" y="864"/>
                  </a:lnTo>
                  <a:cubicBezTo>
                    <a:pt x="63" y="1062"/>
                    <a:pt x="0" y="1451"/>
                    <a:pt x="202" y="1726"/>
                  </a:cubicBezTo>
                  <a:cubicBezTo>
                    <a:pt x="320" y="1884"/>
                    <a:pt x="502" y="1968"/>
                    <a:pt x="686" y="1968"/>
                  </a:cubicBezTo>
                  <a:cubicBezTo>
                    <a:pt x="810" y="1968"/>
                    <a:pt x="936" y="1930"/>
                    <a:pt x="1044" y="1851"/>
                  </a:cubicBezTo>
                  <a:lnTo>
                    <a:pt x="2084" y="1100"/>
                  </a:lnTo>
                  <a:cubicBezTo>
                    <a:pt x="2358" y="898"/>
                    <a:pt x="2416" y="508"/>
                    <a:pt x="2209" y="239"/>
                  </a:cubicBezTo>
                  <a:cubicBezTo>
                    <a:pt x="2088" y="84"/>
                    <a:pt x="1908" y="1"/>
                    <a:pt x="1726" y="1"/>
                  </a:cubicBezTo>
                  <a:close/>
                </a:path>
              </a:pathLst>
            </a:custGeom>
            <a:solidFill>
              <a:srgbClr val="AD8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5"/>
            <p:cNvSpPr/>
            <p:nvPr/>
          </p:nvSpPr>
          <p:spPr>
            <a:xfrm>
              <a:off x="7163088" y="2328911"/>
              <a:ext cx="60087" cy="50435"/>
            </a:xfrm>
            <a:custGeom>
              <a:avLst/>
              <a:gdLst/>
              <a:ahLst/>
              <a:cxnLst/>
              <a:rect l="l" t="t" r="r" b="b"/>
              <a:pathLst>
                <a:path w="2291" h="1923" extrusionOk="0">
                  <a:moveTo>
                    <a:pt x="1829" y="0"/>
                  </a:moveTo>
                  <a:cubicBezTo>
                    <a:pt x="1930" y="260"/>
                    <a:pt x="1848" y="554"/>
                    <a:pt x="1622" y="717"/>
                  </a:cubicBezTo>
                  <a:lnTo>
                    <a:pt x="578" y="1473"/>
                  </a:lnTo>
                  <a:cubicBezTo>
                    <a:pt x="472" y="1548"/>
                    <a:pt x="348" y="1586"/>
                    <a:pt x="223" y="1586"/>
                  </a:cubicBezTo>
                  <a:cubicBezTo>
                    <a:pt x="148" y="1586"/>
                    <a:pt x="72" y="1572"/>
                    <a:pt x="0" y="1545"/>
                  </a:cubicBezTo>
                  <a:lnTo>
                    <a:pt x="0" y="1545"/>
                  </a:lnTo>
                  <a:cubicBezTo>
                    <a:pt x="19" y="1593"/>
                    <a:pt x="44" y="1636"/>
                    <a:pt x="77" y="1680"/>
                  </a:cubicBezTo>
                  <a:cubicBezTo>
                    <a:pt x="195" y="1838"/>
                    <a:pt x="377" y="1922"/>
                    <a:pt x="561" y="1922"/>
                  </a:cubicBezTo>
                  <a:cubicBezTo>
                    <a:pt x="685" y="1922"/>
                    <a:pt x="811" y="1884"/>
                    <a:pt x="919" y="1805"/>
                  </a:cubicBezTo>
                  <a:lnTo>
                    <a:pt x="1959" y="1054"/>
                  </a:lnTo>
                  <a:cubicBezTo>
                    <a:pt x="2233" y="852"/>
                    <a:pt x="2291" y="462"/>
                    <a:pt x="2079" y="193"/>
                  </a:cubicBezTo>
                  <a:cubicBezTo>
                    <a:pt x="2016" y="106"/>
                    <a:pt x="1925" y="39"/>
                    <a:pt x="1829" y="0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5"/>
            <p:cNvSpPr/>
            <p:nvPr/>
          </p:nvSpPr>
          <p:spPr>
            <a:xfrm>
              <a:off x="7186929" y="2353014"/>
              <a:ext cx="55550" cy="45819"/>
            </a:xfrm>
            <a:custGeom>
              <a:avLst/>
              <a:gdLst/>
              <a:ahLst/>
              <a:cxnLst/>
              <a:rect l="l" t="t" r="r" b="b"/>
              <a:pathLst>
                <a:path w="2118" h="1747" extrusionOk="0">
                  <a:moveTo>
                    <a:pt x="1429" y="0"/>
                  </a:moveTo>
                  <a:cubicBezTo>
                    <a:pt x="1305" y="0"/>
                    <a:pt x="1181" y="38"/>
                    <a:pt x="1074" y="116"/>
                  </a:cubicBezTo>
                  <a:lnTo>
                    <a:pt x="333" y="650"/>
                  </a:lnTo>
                  <a:cubicBezTo>
                    <a:pt x="63" y="847"/>
                    <a:pt x="1" y="1227"/>
                    <a:pt x="198" y="1497"/>
                  </a:cubicBezTo>
                  <a:cubicBezTo>
                    <a:pt x="317" y="1660"/>
                    <a:pt x="501" y="1747"/>
                    <a:pt x="689" y="1747"/>
                  </a:cubicBezTo>
                  <a:cubicBezTo>
                    <a:pt x="812" y="1747"/>
                    <a:pt x="936" y="1710"/>
                    <a:pt x="1045" y="1632"/>
                  </a:cubicBezTo>
                  <a:lnTo>
                    <a:pt x="1786" y="1097"/>
                  </a:lnTo>
                  <a:cubicBezTo>
                    <a:pt x="2060" y="895"/>
                    <a:pt x="2118" y="506"/>
                    <a:pt x="1911" y="236"/>
                  </a:cubicBezTo>
                  <a:cubicBezTo>
                    <a:pt x="1791" y="82"/>
                    <a:pt x="1611" y="0"/>
                    <a:pt x="1429" y="0"/>
                  </a:cubicBezTo>
                  <a:close/>
                </a:path>
              </a:pathLst>
            </a:custGeom>
            <a:solidFill>
              <a:srgbClr val="AD8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5"/>
            <p:cNvSpPr/>
            <p:nvPr/>
          </p:nvSpPr>
          <p:spPr>
            <a:xfrm>
              <a:off x="7189972" y="2353905"/>
              <a:ext cx="52507" cy="45006"/>
            </a:xfrm>
            <a:custGeom>
              <a:avLst/>
              <a:gdLst/>
              <a:ahLst/>
              <a:cxnLst/>
              <a:rect l="l" t="t" r="r" b="b"/>
              <a:pathLst>
                <a:path w="2002" h="1716" extrusionOk="0">
                  <a:moveTo>
                    <a:pt x="1516" y="0"/>
                  </a:moveTo>
                  <a:cubicBezTo>
                    <a:pt x="1602" y="255"/>
                    <a:pt x="1516" y="534"/>
                    <a:pt x="1299" y="693"/>
                  </a:cubicBezTo>
                  <a:lnTo>
                    <a:pt x="558" y="1227"/>
                  </a:lnTo>
                  <a:cubicBezTo>
                    <a:pt x="451" y="1306"/>
                    <a:pt x="324" y="1346"/>
                    <a:pt x="197" y="1346"/>
                  </a:cubicBezTo>
                  <a:cubicBezTo>
                    <a:pt x="131" y="1346"/>
                    <a:pt x="64" y="1335"/>
                    <a:pt x="0" y="1314"/>
                  </a:cubicBezTo>
                  <a:lnTo>
                    <a:pt x="0" y="1314"/>
                  </a:lnTo>
                  <a:cubicBezTo>
                    <a:pt x="19" y="1367"/>
                    <a:pt x="43" y="1420"/>
                    <a:pt x="77" y="1468"/>
                  </a:cubicBezTo>
                  <a:cubicBezTo>
                    <a:pt x="196" y="1630"/>
                    <a:pt x="382" y="1716"/>
                    <a:pt x="569" y="1716"/>
                  </a:cubicBezTo>
                  <a:cubicBezTo>
                    <a:pt x="693" y="1716"/>
                    <a:pt x="817" y="1679"/>
                    <a:pt x="924" y="1602"/>
                  </a:cubicBezTo>
                  <a:lnTo>
                    <a:pt x="1665" y="1063"/>
                  </a:lnTo>
                  <a:cubicBezTo>
                    <a:pt x="1944" y="866"/>
                    <a:pt x="2002" y="476"/>
                    <a:pt x="1795" y="202"/>
                  </a:cubicBezTo>
                  <a:cubicBezTo>
                    <a:pt x="1723" y="111"/>
                    <a:pt x="1626" y="39"/>
                    <a:pt x="1516" y="0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5"/>
            <p:cNvSpPr/>
            <p:nvPr/>
          </p:nvSpPr>
          <p:spPr>
            <a:xfrm>
              <a:off x="7214180" y="2378245"/>
              <a:ext cx="47734" cy="40154"/>
            </a:xfrm>
            <a:custGeom>
              <a:avLst/>
              <a:gdLst/>
              <a:ahLst/>
              <a:cxnLst/>
              <a:rect l="l" t="t" r="r" b="b"/>
              <a:pathLst>
                <a:path w="1820" h="1531" extrusionOk="0">
                  <a:moveTo>
                    <a:pt x="1131" y="1"/>
                  </a:moveTo>
                  <a:cubicBezTo>
                    <a:pt x="1007" y="1"/>
                    <a:pt x="883" y="38"/>
                    <a:pt x="776" y="116"/>
                  </a:cubicBezTo>
                  <a:lnTo>
                    <a:pt x="333" y="434"/>
                  </a:lnTo>
                  <a:cubicBezTo>
                    <a:pt x="64" y="631"/>
                    <a:pt x="1" y="1011"/>
                    <a:pt x="198" y="1281"/>
                  </a:cubicBezTo>
                  <a:cubicBezTo>
                    <a:pt x="315" y="1444"/>
                    <a:pt x="499" y="1531"/>
                    <a:pt x="688" y="1531"/>
                  </a:cubicBezTo>
                  <a:cubicBezTo>
                    <a:pt x="812" y="1531"/>
                    <a:pt x="937" y="1493"/>
                    <a:pt x="1045" y="1415"/>
                  </a:cubicBezTo>
                  <a:lnTo>
                    <a:pt x="1483" y="1098"/>
                  </a:lnTo>
                  <a:cubicBezTo>
                    <a:pt x="1762" y="896"/>
                    <a:pt x="1820" y="506"/>
                    <a:pt x="1608" y="237"/>
                  </a:cubicBezTo>
                  <a:cubicBezTo>
                    <a:pt x="1491" y="82"/>
                    <a:pt x="1312" y="1"/>
                    <a:pt x="1131" y="1"/>
                  </a:cubicBezTo>
                  <a:close/>
                </a:path>
              </a:pathLst>
            </a:custGeom>
            <a:solidFill>
              <a:srgbClr val="AD8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5"/>
            <p:cNvSpPr/>
            <p:nvPr/>
          </p:nvSpPr>
          <p:spPr>
            <a:xfrm>
              <a:off x="7217353" y="2379267"/>
              <a:ext cx="44561" cy="39184"/>
            </a:xfrm>
            <a:custGeom>
              <a:avLst/>
              <a:gdLst/>
              <a:ahLst/>
              <a:cxnLst/>
              <a:rect l="l" t="t" r="r" b="b"/>
              <a:pathLst>
                <a:path w="1699" h="1494" extrusionOk="0">
                  <a:moveTo>
                    <a:pt x="1227" y="0"/>
                  </a:moveTo>
                  <a:lnTo>
                    <a:pt x="1227" y="0"/>
                  </a:lnTo>
                  <a:cubicBezTo>
                    <a:pt x="1328" y="260"/>
                    <a:pt x="1242" y="549"/>
                    <a:pt x="1020" y="712"/>
                  </a:cubicBezTo>
                  <a:lnTo>
                    <a:pt x="578" y="1030"/>
                  </a:lnTo>
                  <a:cubicBezTo>
                    <a:pt x="470" y="1107"/>
                    <a:pt x="344" y="1146"/>
                    <a:pt x="216" y="1146"/>
                  </a:cubicBezTo>
                  <a:cubicBezTo>
                    <a:pt x="143" y="1146"/>
                    <a:pt x="70" y="1133"/>
                    <a:pt x="0" y="1107"/>
                  </a:cubicBezTo>
                  <a:lnTo>
                    <a:pt x="0" y="1107"/>
                  </a:lnTo>
                  <a:cubicBezTo>
                    <a:pt x="96" y="1352"/>
                    <a:pt x="328" y="1494"/>
                    <a:pt x="567" y="1494"/>
                  </a:cubicBezTo>
                  <a:cubicBezTo>
                    <a:pt x="690" y="1494"/>
                    <a:pt x="815" y="1456"/>
                    <a:pt x="924" y="1376"/>
                  </a:cubicBezTo>
                  <a:lnTo>
                    <a:pt x="1367" y="1059"/>
                  </a:lnTo>
                  <a:cubicBezTo>
                    <a:pt x="1641" y="857"/>
                    <a:pt x="1699" y="467"/>
                    <a:pt x="1492" y="198"/>
                  </a:cubicBezTo>
                  <a:cubicBezTo>
                    <a:pt x="1420" y="111"/>
                    <a:pt x="1333" y="39"/>
                    <a:pt x="1227" y="0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5"/>
            <p:cNvSpPr/>
            <p:nvPr/>
          </p:nvSpPr>
          <p:spPr>
            <a:xfrm>
              <a:off x="7219373" y="2220119"/>
              <a:ext cx="68926" cy="106038"/>
            </a:xfrm>
            <a:custGeom>
              <a:avLst/>
              <a:gdLst/>
              <a:ahLst/>
              <a:cxnLst/>
              <a:rect l="l" t="t" r="r" b="b"/>
              <a:pathLst>
                <a:path w="2628" h="4043" extrusionOk="0">
                  <a:moveTo>
                    <a:pt x="404" y="1"/>
                  </a:moveTo>
                  <a:lnTo>
                    <a:pt x="0" y="1617"/>
                  </a:lnTo>
                  <a:lnTo>
                    <a:pt x="0" y="3234"/>
                  </a:lnTo>
                  <a:cubicBezTo>
                    <a:pt x="0" y="3682"/>
                    <a:pt x="361" y="4042"/>
                    <a:pt x="809" y="4042"/>
                  </a:cubicBezTo>
                  <a:cubicBezTo>
                    <a:pt x="1256" y="4042"/>
                    <a:pt x="1617" y="3682"/>
                    <a:pt x="1617" y="3234"/>
                  </a:cubicBezTo>
                  <a:lnTo>
                    <a:pt x="1617" y="1617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rgbClr val="AD8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5"/>
            <p:cNvSpPr/>
            <p:nvPr/>
          </p:nvSpPr>
          <p:spPr>
            <a:xfrm>
              <a:off x="7219373" y="2220119"/>
              <a:ext cx="29165" cy="106038"/>
            </a:xfrm>
            <a:custGeom>
              <a:avLst/>
              <a:gdLst/>
              <a:ahLst/>
              <a:cxnLst/>
              <a:rect l="l" t="t" r="r" b="b"/>
              <a:pathLst>
                <a:path w="1112" h="4043" extrusionOk="0">
                  <a:moveTo>
                    <a:pt x="404" y="1"/>
                  </a:moveTo>
                  <a:lnTo>
                    <a:pt x="0" y="1617"/>
                  </a:lnTo>
                  <a:lnTo>
                    <a:pt x="0" y="3234"/>
                  </a:lnTo>
                  <a:cubicBezTo>
                    <a:pt x="0" y="3682"/>
                    <a:pt x="366" y="4042"/>
                    <a:pt x="809" y="4042"/>
                  </a:cubicBezTo>
                  <a:cubicBezTo>
                    <a:pt x="914" y="4042"/>
                    <a:pt x="1016" y="4023"/>
                    <a:pt x="1112" y="3985"/>
                  </a:cubicBezTo>
                  <a:cubicBezTo>
                    <a:pt x="809" y="3860"/>
                    <a:pt x="607" y="3561"/>
                    <a:pt x="607" y="3234"/>
                  </a:cubicBezTo>
                  <a:lnTo>
                    <a:pt x="607" y="1617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5"/>
            <p:cNvSpPr/>
            <p:nvPr/>
          </p:nvSpPr>
          <p:spPr>
            <a:xfrm>
              <a:off x="7380777" y="2135666"/>
              <a:ext cx="41833" cy="27827"/>
            </a:xfrm>
            <a:custGeom>
              <a:avLst/>
              <a:gdLst/>
              <a:ahLst/>
              <a:cxnLst/>
              <a:rect l="l" t="t" r="r" b="b"/>
              <a:pathLst>
                <a:path w="1595" h="1061" extrusionOk="0">
                  <a:moveTo>
                    <a:pt x="1324" y="1"/>
                  </a:moveTo>
                  <a:cubicBezTo>
                    <a:pt x="1292" y="1"/>
                    <a:pt x="1258" y="10"/>
                    <a:pt x="1223" y="30"/>
                  </a:cubicBezTo>
                  <a:lnTo>
                    <a:pt x="159" y="714"/>
                  </a:lnTo>
                  <a:cubicBezTo>
                    <a:pt x="0" y="815"/>
                    <a:pt x="73" y="1060"/>
                    <a:pt x="265" y="1060"/>
                  </a:cubicBezTo>
                  <a:cubicBezTo>
                    <a:pt x="299" y="1060"/>
                    <a:pt x="337" y="1051"/>
                    <a:pt x="366" y="1031"/>
                  </a:cubicBezTo>
                  <a:lnTo>
                    <a:pt x="1430" y="348"/>
                  </a:lnTo>
                  <a:cubicBezTo>
                    <a:pt x="1594" y="232"/>
                    <a:pt x="1487" y="1"/>
                    <a:pt x="1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5"/>
            <p:cNvSpPr/>
            <p:nvPr/>
          </p:nvSpPr>
          <p:spPr>
            <a:xfrm>
              <a:off x="7079711" y="2150354"/>
              <a:ext cx="342977" cy="272976"/>
            </a:xfrm>
            <a:custGeom>
              <a:avLst/>
              <a:gdLst/>
              <a:ahLst/>
              <a:cxnLst/>
              <a:rect l="l" t="t" r="r" b="b"/>
              <a:pathLst>
                <a:path w="13077" h="10408" extrusionOk="0">
                  <a:moveTo>
                    <a:pt x="7924" y="2853"/>
                  </a:moveTo>
                  <a:lnTo>
                    <a:pt x="8958" y="3195"/>
                  </a:lnTo>
                  <a:cubicBezTo>
                    <a:pt x="8976" y="3201"/>
                    <a:pt x="8994" y="3203"/>
                    <a:pt x="9013" y="3203"/>
                  </a:cubicBezTo>
                  <a:cubicBezTo>
                    <a:pt x="9055" y="3203"/>
                    <a:pt x="9098" y="3189"/>
                    <a:pt x="9131" y="3166"/>
                  </a:cubicBezTo>
                  <a:lnTo>
                    <a:pt x="9459" y="2916"/>
                  </a:lnTo>
                  <a:lnTo>
                    <a:pt x="11725" y="5894"/>
                  </a:lnTo>
                  <a:lnTo>
                    <a:pt x="11374" y="6140"/>
                  </a:lnTo>
                  <a:cubicBezTo>
                    <a:pt x="11345" y="6125"/>
                    <a:pt x="11321" y="6111"/>
                    <a:pt x="11297" y="6096"/>
                  </a:cubicBezTo>
                  <a:lnTo>
                    <a:pt x="7370" y="3955"/>
                  </a:lnTo>
                  <a:lnTo>
                    <a:pt x="7515" y="3719"/>
                  </a:lnTo>
                  <a:cubicBezTo>
                    <a:pt x="7602" y="3572"/>
                    <a:pt x="7476" y="3433"/>
                    <a:pt x="7346" y="3433"/>
                  </a:cubicBezTo>
                  <a:cubicBezTo>
                    <a:pt x="7290" y="3433"/>
                    <a:pt x="7233" y="3459"/>
                    <a:pt x="7192" y="3522"/>
                  </a:cubicBezTo>
                  <a:lnTo>
                    <a:pt x="6783" y="4176"/>
                  </a:lnTo>
                  <a:cubicBezTo>
                    <a:pt x="6764" y="4205"/>
                    <a:pt x="6754" y="4239"/>
                    <a:pt x="6754" y="4277"/>
                  </a:cubicBezTo>
                  <a:lnTo>
                    <a:pt x="6754" y="5894"/>
                  </a:lnTo>
                  <a:cubicBezTo>
                    <a:pt x="6754" y="6236"/>
                    <a:pt x="6475" y="6510"/>
                    <a:pt x="6134" y="6510"/>
                  </a:cubicBezTo>
                  <a:cubicBezTo>
                    <a:pt x="5792" y="6510"/>
                    <a:pt x="5518" y="6236"/>
                    <a:pt x="5518" y="5894"/>
                  </a:cubicBezTo>
                  <a:lnTo>
                    <a:pt x="5518" y="4301"/>
                  </a:lnTo>
                  <a:lnTo>
                    <a:pt x="5879" y="2853"/>
                  </a:lnTo>
                  <a:close/>
                  <a:moveTo>
                    <a:pt x="3396" y="2208"/>
                  </a:moveTo>
                  <a:lnTo>
                    <a:pt x="3694" y="2382"/>
                  </a:lnTo>
                  <a:lnTo>
                    <a:pt x="1206" y="6693"/>
                  </a:lnTo>
                  <a:lnTo>
                    <a:pt x="908" y="6515"/>
                  </a:lnTo>
                  <a:lnTo>
                    <a:pt x="3396" y="2208"/>
                  </a:lnTo>
                  <a:close/>
                  <a:moveTo>
                    <a:pt x="4041" y="5990"/>
                  </a:moveTo>
                  <a:cubicBezTo>
                    <a:pt x="4170" y="5990"/>
                    <a:pt x="4296" y="6051"/>
                    <a:pt x="4377" y="6164"/>
                  </a:cubicBezTo>
                  <a:cubicBezTo>
                    <a:pt x="4512" y="6351"/>
                    <a:pt x="4474" y="6611"/>
                    <a:pt x="4286" y="6746"/>
                  </a:cubicBezTo>
                  <a:lnTo>
                    <a:pt x="2943" y="7713"/>
                  </a:lnTo>
                  <a:cubicBezTo>
                    <a:pt x="2870" y="7767"/>
                    <a:pt x="2784" y="7793"/>
                    <a:pt x="2698" y="7793"/>
                  </a:cubicBezTo>
                  <a:cubicBezTo>
                    <a:pt x="2570" y="7793"/>
                    <a:pt x="2442" y="7734"/>
                    <a:pt x="2361" y="7622"/>
                  </a:cubicBezTo>
                  <a:cubicBezTo>
                    <a:pt x="2227" y="7434"/>
                    <a:pt x="2270" y="7174"/>
                    <a:pt x="2457" y="7039"/>
                  </a:cubicBezTo>
                  <a:lnTo>
                    <a:pt x="3795" y="6072"/>
                  </a:lnTo>
                  <a:cubicBezTo>
                    <a:pt x="3870" y="6017"/>
                    <a:pt x="3956" y="5990"/>
                    <a:pt x="4041" y="5990"/>
                  </a:cubicBezTo>
                  <a:close/>
                  <a:moveTo>
                    <a:pt x="4778" y="6954"/>
                  </a:moveTo>
                  <a:cubicBezTo>
                    <a:pt x="4904" y="6954"/>
                    <a:pt x="5028" y="7012"/>
                    <a:pt x="5109" y="7116"/>
                  </a:cubicBezTo>
                  <a:cubicBezTo>
                    <a:pt x="5248" y="7304"/>
                    <a:pt x="5210" y="7569"/>
                    <a:pt x="5022" y="7708"/>
                  </a:cubicBezTo>
                  <a:lnTo>
                    <a:pt x="3983" y="8464"/>
                  </a:lnTo>
                  <a:cubicBezTo>
                    <a:pt x="3910" y="8515"/>
                    <a:pt x="3826" y="8540"/>
                    <a:pt x="3743" y="8540"/>
                  </a:cubicBezTo>
                  <a:cubicBezTo>
                    <a:pt x="3616" y="8540"/>
                    <a:pt x="3490" y="8482"/>
                    <a:pt x="3405" y="8372"/>
                  </a:cubicBezTo>
                  <a:cubicBezTo>
                    <a:pt x="3271" y="8180"/>
                    <a:pt x="3314" y="7915"/>
                    <a:pt x="3506" y="7776"/>
                  </a:cubicBezTo>
                  <a:lnTo>
                    <a:pt x="4507" y="7054"/>
                  </a:lnTo>
                  <a:cubicBezTo>
                    <a:pt x="4541" y="7030"/>
                    <a:pt x="4579" y="7006"/>
                    <a:pt x="4618" y="6986"/>
                  </a:cubicBezTo>
                  <a:cubicBezTo>
                    <a:pt x="4670" y="6965"/>
                    <a:pt x="4724" y="6954"/>
                    <a:pt x="4778" y="6954"/>
                  </a:cubicBezTo>
                  <a:close/>
                  <a:moveTo>
                    <a:pt x="5517" y="7914"/>
                  </a:moveTo>
                  <a:cubicBezTo>
                    <a:pt x="5642" y="7914"/>
                    <a:pt x="5765" y="7970"/>
                    <a:pt x="5845" y="8079"/>
                  </a:cubicBezTo>
                  <a:cubicBezTo>
                    <a:pt x="5989" y="8266"/>
                    <a:pt x="5951" y="8531"/>
                    <a:pt x="5758" y="8670"/>
                  </a:cubicBezTo>
                  <a:lnTo>
                    <a:pt x="5017" y="9205"/>
                  </a:lnTo>
                  <a:cubicBezTo>
                    <a:pt x="4947" y="9259"/>
                    <a:pt x="4860" y="9286"/>
                    <a:pt x="4771" y="9286"/>
                  </a:cubicBezTo>
                  <a:cubicBezTo>
                    <a:pt x="4750" y="9286"/>
                    <a:pt x="4730" y="9284"/>
                    <a:pt x="4709" y="9282"/>
                  </a:cubicBezTo>
                  <a:cubicBezTo>
                    <a:pt x="4344" y="9224"/>
                    <a:pt x="4228" y="8747"/>
                    <a:pt x="4531" y="8531"/>
                  </a:cubicBezTo>
                  <a:lnTo>
                    <a:pt x="5243" y="8016"/>
                  </a:lnTo>
                  <a:lnTo>
                    <a:pt x="5272" y="7992"/>
                  </a:lnTo>
                  <a:cubicBezTo>
                    <a:pt x="5346" y="7940"/>
                    <a:pt x="5432" y="7914"/>
                    <a:pt x="5517" y="7914"/>
                  </a:cubicBezTo>
                  <a:close/>
                  <a:moveTo>
                    <a:pt x="3646" y="3224"/>
                  </a:moveTo>
                  <a:lnTo>
                    <a:pt x="3997" y="3426"/>
                  </a:lnTo>
                  <a:cubicBezTo>
                    <a:pt x="4022" y="3444"/>
                    <a:pt x="4052" y="3453"/>
                    <a:pt x="4082" y="3453"/>
                  </a:cubicBezTo>
                  <a:cubicBezTo>
                    <a:pt x="4092" y="3453"/>
                    <a:pt x="4103" y="3452"/>
                    <a:pt x="4113" y="3450"/>
                  </a:cubicBezTo>
                  <a:lnTo>
                    <a:pt x="5008" y="3349"/>
                  </a:lnTo>
                  <a:lnTo>
                    <a:pt x="5330" y="3483"/>
                  </a:lnTo>
                  <a:lnTo>
                    <a:pt x="5142" y="4229"/>
                  </a:lnTo>
                  <a:cubicBezTo>
                    <a:pt x="5138" y="4244"/>
                    <a:pt x="5138" y="4258"/>
                    <a:pt x="5138" y="4273"/>
                  </a:cubicBezTo>
                  <a:lnTo>
                    <a:pt x="5138" y="5889"/>
                  </a:lnTo>
                  <a:cubicBezTo>
                    <a:pt x="5138" y="6443"/>
                    <a:pt x="5585" y="6890"/>
                    <a:pt x="6138" y="6890"/>
                  </a:cubicBezTo>
                  <a:cubicBezTo>
                    <a:pt x="6687" y="6890"/>
                    <a:pt x="7134" y="6443"/>
                    <a:pt x="7134" y="5889"/>
                  </a:cubicBezTo>
                  <a:lnTo>
                    <a:pt x="7134" y="4325"/>
                  </a:lnTo>
                  <a:lnTo>
                    <a:pt x="7168" y="4273"/>
                  </a:lnTo>
                  <a:lnTo>
                    <a:pt x="11114" y="6428"/>
                  </a:lnTo>
                  <a:cubicBezTo>
                    <a:pt x="11316" y="6539"/>
                    <a:pt x="11388" y="6789"/>
                    <a:pt x="11282" y="6996"/>
                  </a:cubicBezTo>
                  <a:lnTo>
                    <a:pt x="11282" y="6991"/>
                  </a:lnTo>
                  <a:cubicBezTo>
                    <a:pt x="11206" y="7131"/>
                    <a:pt x="11061" y="7208"/>
                    <a:pt x="10912" y="7208"/>
                  </a:cubicBezTo>
                  <a:cubicBezTo>
                    <a:pt x="10845" y="7208"/>
                    <a:pt x="10777" y="7192"/>
                    <a:pt x="10714" y="7160"/>
                  </a:cubicBezTo>
                  <a:lnTo>
                    <a:pt x="8525" y="5966"/>
                  </a:lnTo>
                  <a:cubicBezTo>
                    <a:pt x="8495" y="5951"/>
                    <a:pt x="8465" y="5945"/>
                    <a:pt x="8437" y="5945"/>
                  </a:cubicBezTo>
                  <a:cubicBezTo>
                    <a:pt x="8269" y="5945"/>
                    <a:pt x="8169" y="6191"/>
                    <a:pt x="8347" y="6298"/>
                  </a:cubicBezTo>
                  <a:lnTo>
                    <a:pt x="10180" y="7299"/>
                  </a:lnTo>
                  <a:cubicBezTo>
                    <a:pt x="10387" y="7405"/>
                    <a:pt x="10464" y="7660"/>
                    <a:pt x="10354" y="7867"/>
                  </a:cubicBezTo>
                  <a:cubicBezTo>
                    <a:pt x="10278" y="8005"/>
                    <a:pt x="10133" y="8084"/>
                    <a:pt x="9984" y="8084"/>
                  </a:cubicBezTo>
                  <a:cubicBezTo>
                    <a:pt x="9915" y="8084"/>
                    <a:pt x="9845" y="8067"/>
                    <a:pt x="9781" y="8031"/>
                  </a:cubicBezTo>
                  <a:lnTo>
                    <a:pt x="7919" y="7015"/>
                  </a:lnTo>
                  <a:cubicBezTo>
                    <a:pt x="7888" y="7000"/>
                    <a:pt x="7859" y="6994"/>
                    <a:pt x="7831" y="6994"/>
                  </a:cubicBezTo>
                  <a:cubicBezTo>
                    <a:pt x="7662" y="6994"/>
                    <a:pt x="7562" y="7240"/>
                    <a:pt x="7736" y="7347"/>
                  </a:cubicBezTo>
                  <a:lnTo>
                    <a:pt x="9242" y="8170"/>
                  </a:lnTo>
                  <a:cubicBezTo>
                    <a:pt x="9449" y="8281"/>
                    <a:pt x="9521" y="8536"/>
                    <a:pt x="9410" y="8738"/>
                  </a:cubicBezTo>
                  <a:cubicBezTo>
                    <a:pt x="9335" y="8876"/>
                    <a:pt x="9194" y="8953"/>
                    <a:pt x="9047" y="8953"/>
                  </a:cubicBezTo>
                  <a:cubicBezTo>
                    <a:pt x="8978" y="8953"/>
                    <a:pt x="8908" y="8937"/>
                    <a:pt x="8843" y="8901"/>
                  </a:cubicBezTo>
                  <a:lnTo>
                    <a:pt x="7269" y="8040"/>
                  </a:lnTo>
                  <a:cubicBezTo>
                    <a:pt x="7240" y="8026"/>
                    <a:pt x="7211" y="8020"/>
                    <a:pt x="7184" y="8020"/>
                  </a:cubicBezTo>
                  <a:cubicBezTo>
                    <a:pt x="7014" y="8020"/>
                    <a:pt x="6913" y="8265"/>
                    <a:pt x="7091" y="8377"/>
                  </a:cubicBezTo>
                  <a:lnTo>
                    <a:pt x="8313" y="9041"/>
                  </a:lnTo>
                  <a:cubicBezTo>
                    <a:pt x="8515" y="9152"/>
                    <a:pt x="8592" y="9407"/>
                    <a:pt x="8482" y="9609"/>
                  </a:cubicBezTo>
                  <a:cubicBezTo>
                    <a:pt x="8407" y="9749"/>
                    <a:pt x="8265" y="9827"/>
                    <a:pt x="8119" y="9827"/>
                  </a:cubicBezTo>
                  <a:cubicBezTo>
                    <a:pt x="8050" y="9827"/>
                    <a:pt x="7979" y="9810"/>
                    <a:pt x="7914" y="9772"/>
                  </a:cubicBezTo>
                  <a:lnTo>
                    <a:pt x="7053" y="9306"/>
                  </a:lnTo>
                  <a:cubicBezTo>
                    <a:pt x="7062" y="8877"/>
                    <a:pt x="6725" y="8521"/>
                    <a:pt x="6297" y="8497"/>
                  </a:cubicBezTo>
                  <a:cubicBezTo>
                    <a:pt x="6302" y="8483"/>
                    <a:pt x="6307" y="8464"/>
                    <a:pt x="6307" y="8449"/>
                  </a:cubicBezTo>
                  <a:cubicBezTo>
                    <a:pt x="6374" y="7982"/>
                    <a:pt x="6028" y="7559"/>
                    <a:pt x="5561" y="7535"/>
                  </a:cubicBezTo>
                  <a:cubicBezTo>
                    <a:pt x="5561" y="7520"/>
                    <a:pt x="5566" y="7501"/>
                    <a:pt x="5571" y="7487"/>
                  </a:cubicBezTo>
                  <a:cubicBezTo>
                    <a:pt x="5638" y="7020"/>
                    <a:pt x="5292" y="6597"/>
                    <a:pt x="4820" y="6573"/>
                  </a:cubicBezTo>
                  <a:cubicBezTo>
                    <a:pt x="4825" y="6558"/>
                    <a:pt x="4825" y="6539"/>
                    <a:pt x="4830" y="6524"/>
                  </a:cubicBezTo>
                  <a:cubicBezTo>
                    <a:pt x="4863" y="6308"/>
                    <a:pt x="4806" y="6091"/>
                    <a:pt x="4676" y="5923"/>
                  </a:cubicBezTo>
                  <a:cubicBezTo>
                    <a:pt x="4518" y="5716"/>
                    <a:pt x="4281" y="5607"/>
                    <a:pt x="4041" y="5607"/>
                  </a:cubicBezTo>
                  <a:cubicBezTo>
                    <a:pt x="3879" y="5607"/>
                    <a:pt x="3715" y="5657"/>
                    <a:pt x="3574" y="5759"/>
                  </a:cubicBezTo>
                  <a:lnTo>
                    <a:pt x="2251" y="6717"/>
                  </a:lnTo>
                  <a:lnTo>
                    <a:pt x="1774" y="6462"/>
                  </a:lnTo>
                  <a:lnTo>
                    <a:pt x="3646" y="3224"/>
                  </a:lnTo>
                  <a:close/>
                  <a:moveTo>
                    <a:pt x="6259" y="8876"/>
                  </a:moveTo>
                  <a:cubicBezTo>
                    <a:pt x="6384" y="8876"/>
                    <a:pt x="6506" y="8931"/>
                    <a:pt x="6586" y="9036"/>
                  </a:cubicBezTo>
                  <a:cubicBezTo>
                    <a:pt x="6658" y="9128"/>
                    <a:pt x="6687" y="9243"/>
                    <a:pt x="6668" y="9354"/>
                  </a:cubicBezTo>
                  <a:cubicBezTo>
                    <a:pt x="6653" y="9464"/>
                    <a:pt x="6591" y="9565"/>
                    <a:pt x="6499" y="9633"/>
                  </a:cubicBezTo>
                  <a:lnTo>
                    <a:pt x="6061" y="9950"/>
                  </a:lnTo>
                  <a:cubicBezTo>
                    <a:pt x="5986" y="10007"/>
                    <a:pt x="5898" y="10034"/>
                    <a:pt x="5810" y="10034"/>
                  </a:cubicBezTo>
                  <a:cubicBezTo>
                    <a:pt x="5681" y="10034"/>
                    <a:pt x="5553" y="9974"/>
                    <a:pt x="5470" y="9859"/>
                  </a:cubicBezTo>
                  <a:cubicBezTo>
                    <a:pt x="5335" y="9671"/>
                    <a:pt x="5378" y="9407"/>
                    <a:pt x="5571" y="9277"/>
                  </a:cubicBezTo>
                  <a:lnTo>
                    <a:pt x="5984" y="8974"/>
                  </a:lnTo>
                  <a:lnTo>
                    <a:pt x="6013" y="8954"/>
                  </a:lnTo>
                  <a:cubicBezTo>
                    <a:pt x="6088" y="8902"/>
                    <a:pt x="6174" y="8876"/>
                    <a:pt x="6259" y="8876"/>
                  </a:cubicBezTo>
                  <a:close/>
                  <a:moveTo>
                    <a:pt x="272" y="0"/>
                  </a:moveTo>
                  <a:cubicBezTo>
                    <a:pt x="104" y="0"/>
                    <a:pt x="0" y="240"/>
                    <a:pt x="177" y="351"/>
                  </a:cubicBezTo>
                  <a:lnTo>
                    <a:pt x="3059" y="2016"/>
                  </a:lnTo>
                  <a:lnTo>
                    <a:pt x="571" y="6327"/>
                  </a:lnTo>
                  <a:lnTo>
                    <a:pt x="364" y="6207"/>
                  </a:lnTo>
                  <a:cubicBezTo>
                    <a:pt x="332" y="6189"/>
                    <a:pt x="300" y="6182"/>
                    <a:pt x="270" y="6182"/>
                  </a:cubicBezTo>
                  <a:cubicBezTo>
                    <a:pt x="103" y="6182"/>
                    <a:pt x="1" y="6424"/>
                    <a:pt x="177" y="6534"/>
                  </a:cubicBezTo>
                  <a:lnTo>
                    <a:pt x="1178" y="7111"/>
                  </a:lnTo>
                  <a:cubicBezTo>
                    <a:pt x="1206" y="7129"/>
                    <a:pt x="1237" y="7137"/>
                    <a:pt x="1268" y="7137"/>
                  </a:cubicBezTo>
                  <a:cubicBezTo>
                    <a:pt x="1333" y="7137"/>
                    <a:pt x="1397" y="7102"/>
                    <a:pt x="1433" y="7044"/>
                  </a:cubicBezTo>
                  <a:lnTo>
                    <a:pt x="1582" y="6794"/>
                  </a:lnTo>
                  <a:lnTo>
                    <a:pt x="1986" y="7010"/>
                  </a:lnTo>
                  <a:cubicBezTo>
                    <a:pt x="1705" y="7560"/>
                    <a:pt x="2127" y="8173"/>
                    <a:pt x="2686" y="8173"/>
                  </a:cubicBezTo>
                  <a:cubicBezTo>
                    <a:pt x="2768" y="8173"/>
                    <a:pt x="2853" y="8160"/>
                    <a:pt x="2939" y="8132"/>
                  </a:cubicBezTo>
                  <a:cubicBezTo>
                    <a:pt x="2939" y="8300"/>
                    <a:pt x="2996" y="8464"/>
                    <a:pt x="3097" y="8598"/>
                  </a:cubicBezTo>
                  <a:cubicBezTo>
                    <a:pt x="3250" y="8801"/>
                    <a:pt x="3487" y="8914"/>
                    <a:pt x="3732" y="8914"/>
                  </a:cubicBezTo>
                  <a:cubicBezTo>
                    <a:pt x="3813" y="8914"/>
                    <a:pt x="3894" y="8902"/>
                    <a:pt x="3973" y="8877"/>
                  </a:cubicBezTo>
                  <a:cubicBezTo>
                    <a:pt x="3978" y="9262"/>
                    <a:pt x="4262" y="9590"/>
                    <a:pt x="4642" y="9652"/>
                  </a:cubicBezTo>
                  <a:cubicBezTo>
                    <a:pt x="4685" y="9657"/>
                    <a:pt x="4729" y="9662"/>
                    <a:pt x="4772" y="9662"/>
                  </a:cubicBezTo>
                  <a:cubicBezTo>
                    <a:pt x="4854" y="9662"/>
                    <a:pt x="4936" y="9647"/>
                    <a:pt x="5012" y="9623"/>
                  </a:cubicBezTo>
                  <a:cubicBezTo>
                    <a:pt x="5017" y="10008"/>
                    <a:pt x="5301" y="10335"/>
                    <a:pt x="5681" y="10398"/>
                  </a:cubicBezTo>
                  <a:cubicBezTo>
                    <a:pt x="5725" y="10403"/>
                    <a:pt x="5768" y="10408"/>
                    <a:pt x="5806" y="10408"/>
                  </a:cubicBezTo>
                  <a:cubicBezTo>
                    <a:pt x="5975" y="10408"/>
                    <a:pt x="6138" y="10355"/>
                    <a:pt x="6273" y="10258"/>
                  </a:cubicBezTo>
                  <a:lnTo>
                    <a:pt x="6716" y="9936"/>
                  </a:lnTo>
                  <a:cubicBezTo>
                    <a:pt x="6812" y="9869"/>
                    <a:pt x="6889" y="9782"/>
                    <a:pt x="6942" y="9681"/>
                  </a:cubicBezTo>
                  <a:lnTo>
                    <a:pt x="7722" y="10100"/>
                  </a:lnTo>
                  <a:cubicBezTo>
                    <a:pt x="7847" y="10168"/>
                    <a:pt x="7978" y="10199"/>
                    <a:pt x="8105" y="10199"/>
                  </a:cubicBezTo>
                  <a:cubicBezTo>
                    <a:pt x="8552" y="10199"/>
                    <a:pt x="8952" y="9814"/>
                    <a:pt x="8896" y="9315"/>
                  </a:cubicBezTo>
                  <a:lnTo>
                    <a:pt x="8896" y="9315"/>
                  </a:lnTo>
                  <a:cubicBezTo>
                    <a:pt x="8945" y="9324"/>
                    <a:pt x="8993" y="9329"/>
                    <a:pt x="9041" y="9329"/>
                  </a:cubicBezTo>
                  <a:cubicBezTo>
                    <a:pt x="9503" y="9329"/>
                    <a:pt x="9881" y="8924"/>
                    <a:pt x="9829" y="8444"/>
                  </a:cubicBezTo>
                  <a:lnTo>
                    <a:pt x="9829" y="8444"/>
                  </a:lnTo>
                  <a:cubicBezTo>
                    <a:pt x="9878" y="8453"/>
                    <a:pt x="9927" y="8458"/>
                    <a:pt x="9975" y="8458"/>
                  </a:cubicBezTo>
                  <a:cubicBezTo>
                    <a:pt x="10437" y="8458"/>
                    <a:pt x="10819" y="8053"/>
                    <a:pt x="10763" y="7573"/>
                  </a:cubicBezTo>
                  <a:lnTo>
                    <a:pt x="10763" y="7573"/>
                  </a:lnTo>
                  <a:cubicBezTo>
                    <a:pt x="10811" y="7583"/>
                    <a:pt x="10859" y="7583"/>
                    <a:pt x="10907" y="7588"/>
                  </a:cubicBezTo>
                  <a:cubicBezTo>
                    <a:pt x="10984" y="7588"/>
                    <a:pt x="11061" y="7573"/>
                    <a:pt x="11133" y="7554"/>
                  </a:cubicBezTo>
                  <a:cubicBezTo>
                    <a:pt x="11556" y="7429"/>
                    <a:pt x="11797" y="6986"/>
                    <a:pt x="11672" y="6563"/>
                  </a:cubicBezTo>
                  <a:cubicBezTo>
                    <a:pt x="11662" y="6515"/>
                    <a:pt x="11643" y="6472"/>
                    <a:pt x="11619" y="6423"/>
                  </a:cubicBezTo>
                  <a:lnTo>
                    <a:pt x="11951" y="6188"/>
                  </a:lnTo>
                  <a:lnTo>
                    <a:pt x="12124" y="6419"/>
                  </a:lnTo>
                  <a:cubicBezTo>
                    <a:pt x="12164" y="6467"/>
                    <a:pt x="12222" y="6493"/>
                    <a:pt x="12279" y="6493"/>
                  </a:cubicBezTo>
                  <a:cubicBezTo>
                    <a:pt x="12320" y="6493"/>
                    <a:pt x="12360" y="6480"/>
                    <a:pt x="12394" y="6452"/>
                  </a:cubicBezTo>
                  <a:lnTo>
                    <a:pt x="12918" y="6038"/>
                  </a:lnTo>
                  <a:cubicBezTo>
                    <a:pt x="13076" y="5911"/>
                    <a:pt x="12957" y="5695"/>
                    <a:pt x="12801" y="5695"/>
                  </a:cubicBezTo>
                  <a:cubicBezTo>
                    <a:pt x="12763" y="5695"/>
                    <a:pt x="12722" y="5708"/>
                    <a:pt x="12682" y="5740"/>
                  </a:cubicBezTo>
                  <a:lnTo>
                    <a:pt x="12687" y="5745"/>
                  </a:lnTo>
                  <a:lnTo>
                    <a:pt x="12312" y="6038"/>
                  </a:lnTo>
                  <a:lnTo>
                    <a:pt x="9309" y="2098"/>
                  </a:lnTo>
                  <a:lnTo>
                    <a:pt x="11027" y="996"/>
                  </a:lnTo>
                  <a:cubicBezTo>
                    <a:pt x="11196" y="879"/>
                    <a:pt x="11086" y="644"/>
                    <a:pt x="10924" y="644"/>
                  </a:cubicBezTo>
                  <a:cubicBezTo>
                    <a:pt x="10892" y="644"/>
                    <a:pt x="10859" y="653"/>
                    <a:pt x="10825" y="673"/>
                  </a:cubicBezTo>
                  <a:lnTo>
                    <a:pt x="8934" y="1886"/>
                  </a:lnTo>
                  <a:cubicBezTo>
                    <a:pt x="8843" y="1949"/>
                    <a:pt x="8819" y="2074"/>
                    <a:pt x="8886" y="2160"/>
                  </a:cubicBezTo>
                  <a:lnTo>
                    <a:pt x="9228" y="2613"/>
                  </a:lnTo>
                  <a:lnTo>
                    <a:pt x="8987" y="2800"/>
                  </a:lnTo>
                  <a:lnTo>
                    <a:pt x="8015" y="2483"/>
                  </a:lnTo>
                  <a:cubicBezTo>
                    <a:pt x="7996" y="2473"/>
                    <a:pt x="7972" y="2473"/>
                    <a:pt x="7952" y="2473"/>
                  </a:cubicBezTo>
                  <a:lnTo>
                    <a:pt x="5729" y="2473"/>
                  </a:lnTo>
                  <a:cubicBezTo>
                    <a:pt x="5726" y="2473"/>
                    <a:pt x="5723" y="2473"/>
                    <a:pt x="5720" y="2473"/>
                  </a:cubicBezTo>
                  <a:cubicBezTo>
                    <a:pt x="5637" y="2473"/>
                    <a:pt x="5565" y="2534"/>
                    <a:pt x="5547" y="2613"/>
                  </a:cubicBezTo>
                  <a:lnTo>
                    <a:pt x="5421" y="3113"/>
                  </a:lnTo>
                  <a:lnTo>
                    <a:pt x="5104" y="2983"/>
                  </a:lnTo>
                  <a:cubicBezTo>
                    <a:pt x="5082" y="2972"/>
                    <a:pt x="5058" y="2967"/>
                    <a:pt x="5033" y="2967"/>
                  </a:cubicBezTo>
                  <a:cubicBezTo>
                    <a:pt x="5025" y="2967"/>
                    <a:pt x="5016" y="2967"/>
                    <a:pt x="5008" y="2969"/>
                  </a:cubicBezTo>
                  <a:lnTo>
                    <a:pt x="4132" y="3070"/>
                  </a:lnTo>
                  <a:lnTo>
                    <a:pt x="3829" y="2896"/>
                  </a:lnTo>
                  <a:lnTo>
                    <a:pt x="4113" y="2406"/>
                  </a:lnTo>
                  <a:cubicBezTo>
                    <a:pt x="4166" y="2314"/>
                    <a:pt x="4132" y="2199"/>
                    <a:pt x="4045" y="2146"/>
                  </a:cubicBezTo>
                  <a:lnTo>
                    <a:pt x="364" y="24"/>
                  </a:lnTo>
                  <a:cubicBezTo>
                    <a:pt x="332" y="7"/>
                    <a:pt x="301" y="0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7" name="Google Shape;1337;p35"/>
          <p:cNvSpPr/>
          <p:nvPr/>
        </p:nvSpPr>
        <p:spPr>
          <a:xfrm>
            <a:off x="2061113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35"/>
          <p:cNvSpPr/>
          <p:nvPr/>
        </p:nvSpPr>
        <p:spPr>
          <a:xfrm flipH="1">
            <a:off x="6915720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9" name="Google Shape;1339;p35"/>
          <p:cNvGrpSpPr/>
          <p:nvPr/>
        </p:nvGrpSpPr>
        <p:grpSpPr>
          <a:xfrm>
            <a:off x="5418409" y="1708292"/>
            <a:ext cx="718510" cy="427389"/>
            <a:chOff x="5418409" y="1708292"/>
            <a:chExt cx="718510" cy="427389"/>
          </a:xfrm>
        </p:grpSpPr>
        <p:grpSp>
          <p:nvGrpSpPr>
            <p:cNvPr id="1340" name="Google Shape;1340;p35"/>
            <p:cNvGrpSpPr/>
            <p:nvPr/>
          </p:nvGrpSpPr>
          <p:grpSpPr>
            <a:xfrm flipH="1">
              <a:off x="5418409" y="1979489"/>
              <a:ext cx="170569" cy="156192"/>
              <a:chOff x="5117325" y="2664025"/>
              <a:chExt cx="110925" cy="101575"/>
            </a:xfrm>
          </p:grpSpPr>
          <p:sp>
            <p:nvSpPr>
              <p:cNvPr id="1341" name="Google Shape;1341;p35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5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5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5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45" name="Google Shape;1345;p35"/>
            <p:cNvSpPr/>
            <p:nvPr/>
          </p:nvSpPr>
          <p:spPr>
            <a:xfrm rot="-655445" flipH="1">
              <a:off x="5968846" y="1721382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6" name="Google Shape;1346;p35"/>
          <p:cNvGrpSpPr/>
          <p:nvPr/>
        </p:nvGrpSpPr>
        <p:grpSpPr>
          <a:xfrm flipH="1">
            <a:off x="3071509" y="1919602"/>
            <a:ext cx="170569" cy="156192"/>
            <a:chOff x="5117325" y="2664025"/>
            <a:chExt cx="110925" cy="101575"/>
          </a:xfrm>
        </p:grpSpPr>
        <p:sp>
          <p:nvSpPr>
            <p:cNvPr id="1347" name="Google Shape;1347;p35"/>
            <p:cNvSpPr/>
            <p:nvPr/>
          </p:nvSpPr>
          <p:spPr>
            <a:xfrm>
              <a:off x="5166625" y="2664025"/>
              <a:ext cx="9875" cy="38975"/>
            </a:xfrm>
            <a:custGeom>
              <a:avLst/>
              <a:gdLst/>
              <a:ahLst/>
              <a:cxnLst/>
              <a:rect l="l" t="t" r="r" b="b"/>
              <a:pathLst>
                <a:path w="395" h="1559" extrusionOk="0">
                  <a:moveTo>
                    <a:pt x="20" y="1302"/>
                  </a:moveTo>
                  <a:cubicBezTo>
                    <a:pt x="0" y="947"/>
                    <a:pt x="0" y="592"/>
                    <a:pt x="20" y="237"/>
                  </a:cubicBezTo>
                  <a:cubicBezTo>
                    <a:pt x="39" y="1"/>
                    <a:pt x="394" y="1"/>
                    <a:pt x="394" y="237"/>
                  </a:cubicBezTo>
                  <a:cubicBezTo>
                    <a:pt x="375" y="592"/>
                    <a:pt x="375" y="947"/>
                    <a:pt x="375" y="1302"/>
                  </a:cubicBezTo>
                  <a:cubicBezTo>
                    <a:pt x="375" y="1558"/>
                    <a:pt x="20" y="1558"/>
                    <a:pt x="20" y="13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5"/>
            <p:cNvSpPr/>
            <p:nvPr/>
          </p:nvSpPr>
          <p:spPr>
            <a:xfrm>
              <a:off x="5188800" y="2710375"/>
              <a:ext cx="39450" cy="9875"/>
            </a:xfrm>
            <a:custGeom>
              <a:avLst/>
              <a:gdLst/>
              <a:ahLst/>
              <a:cxnLst/>
              <a:rect l="l" t="t" r="r" b="b"/>
              <a:pathLst>
                <a:path w="1578" h="395" extrusionOk="0">
                  <a:moveTo>
                    <a:pt x="1400" y="375"/>
                  </a:moveTo>
                  <a:cubicBezTo>
                    <a:pt x="1006" y="375"/>
                    <a:pt x="631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631" y="0"/>
                    <a:pt x="1006" y="20"/>
                    <a:pt x="1400" y="20"/>
                  </a:cubicBezTo>
                  <a:cubicBezTo>
                    <a:pt x="1499" y="20"/>
                    <a:pt x="1577" y="99"/>
                    <a:pt x="1577" y="197"/>
                  </a:cubicBezTo>
                  <a:cubicBezTo>
                    <a:pt x="1577" y="296"/>
                    <a:pt x="1499" y="394"/>
                    <a:pt x="1400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5"/>
            <p:cNvSpPr/>
            <p:nvPr/>
          </p:nvSpPr>
          <p:spPr>
            <a:xfrm>
              <a:off x="5165125" y="2723675"/>
              <a:ext cx="11875" cy="41925"/>
            </a:xfrm>
            <a:custGeom>
              <a:avLst/>
              <a:gdLst/>
              <a:ahLst/>
              <a:cxnLst/>
              <a:rect l="l" t="t" r="r" b="b"/>
              <a:pathLst>
                <a:path w="475" h="1677" extrusionOk="0">
                  <a:moveTo>
                    <a:pt x="99" y="1479"/>
                  </a:moveTo>
                  <a:cubicBezTo>
                    <a:pt x="99" y="1164"/>
                    <a:pt x="80" y="848"/>
                    <a:pt x="60" y="533"/>
                  </a:cubicBezTo>
                  <a:cubicBezTo>
                    <a:pt x="60" y="474"/>
                    <a:pt x="60" y="414"/>
                    <a:pt x="40" y="355"/>
                  </a:cubicBezTo>
                  <a:cubicBezTo>
                    <a:pt x="21" y="316"/>
                    <a:pt x="1" y="276"/>
                    <a:pt x="1" y="237"/>
                  </a:cubicBezTo>
                  <a:cubicBezTo>
                    <a:pt x="1" y="60"/>
                    <a:pt x="257" y="0"/>
                    <a:pt x="336" y="138"/>
                  </a:cubicBezTo>
                  <a:cubicBezTo>
                    <a:pt x="454" y="296"/>
                    <a:pt x="415" y="513"/>
                    <a:pt x="435" y="690"/>
                  </a:cubicBezTo>
                  <a:cubicBezTo>
                    <a:pt x="454" y="966"/>
                    <a:pt x="454" y="1223"/>
                    <a:pt x="474" y="1479"/>
                  </a:cubicBezTo>
                  <a:cubicBezTo>
                    <a:pt x="474" y="1578"/>
                    <a:pt x="375" y="1676"/>
                    <a:pt x="277" y="1676"/>
                  </a:cubicBezTo>
                  <a:cubicBezTo>
                    <a:pt x="178" y="1676"/>
                    <a:pt x="99" y="1578"/>
                    <a:pt x="99" y="14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5"/>
            <p:cNvSpPr/>
            <p:nvPr/>
          </p:nvSpPr>
          <p:spPr>
            <a:xfrm>
              <a:off x="5117325" y="2702475"/>
              <a:ext cx="30575" cy="13325"/>
            </a:xfrm>
            <a:custGeom>
              <a:avLst/>
              <a:gdLst/>
              <a:ahLst/>
              <a:cxnLst/>
              <a:rect l="l" t="t" r="r" b="b"/>
              <a:pathLst>
                <a:path w="1223" h="533" extrusionOk="0">
                  <a:moveTo>
                    <a:pt x="20" y="356"/>
                  </a:moveTo>
                  <a:cubicBezTo>
                    <a:pt x="1" y="257"/>
                    <a:pt x="79" y="158"/>
                    <a:pt x="178" y="139"/>
                  </a:cubicBezTo>
                  <a:cubicBezTo>
                    <a:pt x="454" y="99"/>
                    <a:pt x="730" y="60"/>
                    <a:pt x="986" y="20"/>
                  </a:cubicBezTo>
                  <a:cubicBezTo>
                    <a:pt x="1085" y="1"/>
                    <a:pt x="1183" y="80"/>
                    <a:pt x="1203" y="178"/>
                  </a:cubicBezTo>
                  <a:cubicBezTo>
                    <a:pt x="1223" y="277"/>
                    <a:pt x="1144" y="375"/>
                    <a:pt x="1045" y="375"/>
                  </a:cubicBezTo>
                  <a:cubicBezTo>
                    <a:pt x="769" y="434"/>
                    <a:pt x="493" y="474"/>
                    <a:pt x="217" y="513"/>
                  </a:cubicBezTo>
                  <a:cubicBezTo>
                    <a:pt x="119" y="533"/>
                    <a:pt x="20" y="454"/>
                    <a:pt x="20" y="3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3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SEIS COLUMNAS</a:t>
            </a:r>
            <a:endParaRPr/>
          </a:p>
        </p:txBody>
      </p:sp>
      <p:sp>
        <p:nvSpPr>
          <p:cNvPr id="1356" name="Google Shape;1356;p36"/>
          <p:cNvSpPr txBox="1">
            <a:spLocks noGrp="1"/>
          </p:cNvSpPr>
          <p:nvPr>
            <p:ph type="subTitle" idx="1"/>
          </p:nvPr>
        </p:nvSpPr>
        <p:spPr>
          <a:xfrm>
            <a:off x="3368026" y="2207550"/>
            <a:ext cx="240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 el segundo planeta más cercano al Sol</a:t>
            </a:r>
            <a:endParaRPr/>
          </a:p>
        </p:txBody>
      </p:sp>
      <p:sp>
        <p:nvSpPr>
          <p:cNvPr id="1357" name="Google Shape;1357;p36"/>
          <p:cNvSpPr txBox="1">
            <a:spLocks noGrp="1"/>
          </p:cNvSpPr>
          <p:nvPr>
            <p:ph type="subTitle" idx="2"/>
          </p:nvPr>
        </p:nvSpPr>
        <p:spPr>
          <a:xfrm>
            <a:off x="3368026" y="1857400"/>
            <a:ext cx="24078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358" name="Google Shape;1358;p36"/>
          <p:cNvSpPr txBox="1">
            <a:spLocks noGrp="1"/>
          </p:cNvSpPr>
          <p:nvPr>
            <p:ph type="subTitle" idx="3"/>
          </p:nvPr>
        </p:nvSpPr>
        <p:spPr>
          <a:xfrm>
            <a:off x="722375" y="2207550"/>
            <a:ext cx="240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Mercurio es el planeta más cercano al Sol </a:t>
            </a:r>
            <a:endParaRPr/>
          </a:p>
        </p:txBody>
      </p:sp>
      <p:sp>
        <p:nvSpPr>
          <p:cNvPr id="1359" name="Google Shape;1359;p36"/>
          <p:cNvSpPr txBox="1">
            <a:spLocks noGrp="1"/>
          </p:cNvSpPr>
          <p:nvPr>
            <p:ph type="subTitle" idx="4"/>
          </p:nvPr>
        </p:nvSpPr>
        <p:spPr>
          <a:xfrm>
            <a:off x="722375" y="1857400"/>
            <a:ext cx="24078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MERCURIO</a:t>
            </a:r>
            <a:endParaRPr/>
          </a:p>
        </p:txBody>
      </p:sp>
      <p:sp>
        <p:nvSpPr>
          <p:cNvPr id="1360" name="Google Shape;1360;p36"/>
          <p:cNvSpPr txBox="1">
            <a:spLocks noGrp="1"/>
          </p:cNvSpPr>
          <p:nvPr>
            <p:ph type="subTitle" idx="5"/>
          </p:nvPr>
        </p:nvSpPr>
        <p:spPr>
          <a:xfrm>
            <a:off x="6013677" y="2207550"/>
            <a:ext cx="240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pesar de ser rojo, Marte es un lugar muy frío</a:t>
            </a:r>
            <a:endParaRPr/>
          </a:p>
        </p:txBody>
      </p:sp>
      <p:sp>
        <p:nvSpPr>
          <p:cNvPr id="1361" name="Google Shape;1361;p36"/>
          <p:cNvSpPr txBox="1">
            <a:spLocks noGrp="1"/>
          </p:cNvSpPr>
          <p:nvPr>
            <p:ph type="subTitle" idx="6"/>
          </p:nvPr>
        </p:nvSpPr>
        <p:spPr>
          <a:xfrm>
            <a:off x="6013677" y="1857400"/>
            <a:ext cx="24078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MARTE</a:t>
            </a:r>
            <a:endParaRPr/>
          </a:p>
        </p:txBody>
      </p:sp>
      <p:sp>
        <p:nvSpPr>
          <p:cNvPr id="1362" name="Google Shape;1362;p36"/>
          <p:cNvSpPr txBox="1">
            <a:spLocks noGrp="1"/>
          </p:cNvSpPr>
          <p:nvPr>
            <p:ph type="subTitle" idx="7"/>
          </p:nvPr>
        </p:nvSpPr>
        <p:spPr>
          <a:xfrm>
            <a:off x="3368026" y="4031300"/>
            <a:ext cx="240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Está compuesto por hidrógeno y helio</a:t>
            </a:r>
            <a:endParaRPr/>
          </a:p>
        </p:txBody>
      </p:sp>
      <p:sp>
        <p:nvSpPr>
          <p:cNvPr id="1363" name="Google Shape;1363;p36"/>
          <p:cNvSpPr txBox="1">
            <a:spLocks noGrp="1"/>
          </p:cNvSpPr>
          <p:nvPr>
            <p:ph type="subTitle" idx="8"/>
          </p:nvPr>
        </p:nvSpPr>
        <p:spPr>
          <a:xfrm>
            <a:off x="3368026" y="3681150"/>
            <a:ext cx="24078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SATURNO</a:t>
            </a:r>
            <a:endParaRPr/>
          </a:p>
        </p:txBody>
      </p:sp>
      <p:sp>
        <p:nvSpPr>
          <p:cNvPr id="1364" name="Google Shape;1364;p36"/>
          <p:cNvSpPr txBox="1">
            <a:spLocks noGrp="1"/>
          </p:cNvSpPr>
          <p:nvPr>
            <p:ph type="subTitle" idx="9"/>
          </p:nvPr>
        </p:nvSpPr>
        <p:spPr>
          <a:xfrm>
            <a:off x="722375" y="4031300"/>
            <a:ext cx="240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 el planeta más grande del sistema solar</a:t>
            </a:r>
            <a:endParaRPr/>
          </a:p>
        </p:txBody>
      </p:sp>
      <p:sp>
        <p:nvSpPr>
          <p:cNvPr id="1365" name="Google Shape;1365;p36"/>
          <p:cNvSpPr txBox="1">
            <a:spLocks noGrp="1"/>
          </p:cNvSpPr>
          <p:nvPr>
            <p:ph type="subTitle" idx="13"/>
          </p:nvPr>
        </p:nvSpPr>
        <p:spPr>
          <a:xfrm>
            <a:off x="722375" y="3681150"/>
            <a:ext cx="24078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JÚPITER</a:t>
            </a:r>
            <a:endParaRPr/>
          </a:p>
        </p:txBody>
      </p:sp>
      <p:sp>
        <p:nvSpPr>
          <p:cNvPr id="1366" name="Google Shape;1366;p36"/>
          <p:cNvSpPr txBox="1">
            <a:spLocks noGrp="1"/>
          </p:cNvSpPr>
          <p:nvPr>
            <p:ph type="subTitle" idx="14"/>
          </p:nvPr>
        </p:nvSpPr>
        <p:spPr>
          <a:xfrm>
            <a:off x="6013677" y="4031300"/>
            <a:ext cx="240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 el planeta más lejano de todos al Sol</a:t>
            </a:r>
            <a:endParaRPr/>
          </a:p>
        </p:txBody>
      </p:sp>
      <p:sp>
        <p:nvSpPr>
          <p:cNvPr id="1367" name="Google Shape;1367;p36"/>
          <p:cNvSpPr txBox="1">
            <a:spLocks noGrp="1"/>
          </p:cNvSpPr>
          <p:nvPr>
            <p:ph type="subTitle" idx="15"/>
          </p:nvPr>
        </p:nvSpPr>
        <p:spPr>
          <a:xfrm>
            <a:off x="6013677" y="3681150"/>
            <a:ext cx="24078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NEPTUNO</a:t>
            </a:r>
            <a:endParaRPr/>
          </a:p>
        </p:txBody>
      </p:sp>
      <p:grpSp>
        <p:nvGrpSpPr>
          <p:cNvPr id="1368" name="Google Shape;1368;p36"/>
          <p:cNvGrpSpPr/>
          <p:nvPr/>
        </p:nvGrpSpPr>
        <p:grpSpPr>
          <a:xfrm>
            <a:off x="4469201" y="1388334"/>
            <a:ext cx="205605" cy="356828"/>
            <a:chOff x="2586876" y="2283117"/>
            <a:chExt cx="205605" cy="356828"/>
          </a:xfrm>
        </p:grpSpPr>
        <p:sp>
          <p:nvSpPr>
            <p:cNvPr id="1369" name="Google Shape;1369;p36"/>
            <p:cNvSpPr/>
            <p:nvPr/>
          </p:nvSpPr>
          <p:spPr>
            <a:xfrm>
              <a:off x="2745408" y="2309233"/>
              <a:ext cx="41860" cy="283666"/>
            </a:xfrm>
            <a:custGeom>
              <a:avLst/>
              <a:gdLst/>
              <a:ahLst/>
              <a:cxnLst/>
              <a:rect l="l" t="t" r="r" b="b"/>
              <a:pathLst>
                <a:path w="1598" h="10829" extrusionOk="0">
                  <a:moveTo>
                    <a:pt x="1" y="0"/>
                  </a:moveTo>
                  <a:lnTo>
                    <a:pt x="1" y="10829"/>
                  </a:lnTo>
                  <a:lnTo>
                    <a:pt x="1597" y="10031"/>
                  </a:lnTo>
                  <a:lnTo>
                    <a:pt x="1597" y="79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6"/>
            <p:cNvSpPr/>
            <p:nvPr/>
          </p:nvSpPr>
          <p:spPr>
            <a:xfrm>
              <a:off x="2592089" y="2309233"/>
              <a:ext cx="174249" cy="283666"/>
            </a:xfrm>
            <a:custGeom>
              <a:avLst/>
              <a:gdLst/>
              <a:ahLst/>
              <a:cxnLst/>
              <a:rect l="l" t="t" r="r" b="b"/>
              <a:pathLst>
                <a:path w="6652" h="10829" extrusionOk="0">
                  <a:moveTo>
                    <a:pt x="6652" y="0"/>
                  </a:moveTo>
                  <a:lnTo>
                    <a:pt x="1" y="799"/>
                  </a:lnTo>
                  <a:lnTo>
                    <a:pt x="1" y="10031"/>
                  </a:lnTo>
                  <a:lnTo>
                    <a:pt x="6652" y="10829"/>
                  </a:lnTo>
                  <a:lnTo>
                    <a:pt x="665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6"/>
            <p:cNvSpPr/>
            <p:nvPr/>
          </p:nvSpPr>
          <p:spPr>
            <a:xfrm>
              <a:off x="2745408" y="2571969"/>
              <a:ext cx="41860" cy="62763"/>
            </a:xfrm>
            <a:custGeom>
              <a:avLst/>
              <a:gdLst/>
              <a:ahLst/>
              <a:cxnLst/>
              <a:rect l="l" t="t" r="r" b="b"/>
              <a:pathLst>
                <a:path w="1598" h="2396" extrusionOk="0">
                  <a:moveTo>
                    <a:pt x="799" y="1"/>
                  </a:moveTo>
                  <a:lnTo>
                    <a:pt x="1" y="2396"/>
                  </a:lnTo>
                  <a:lnTo>
                    <a:pt x="799" y="2396"/>
                  </a:lnTo>
                  <a:cubicBezTo>
                    <a:pt x="1241" y="2396"/>
                    <a:pt x="1597" y="2036"/>
                    <a:pt x="1597" y="1597"/>
                  </a:cubicBezTo>
                  <a:lnTo>
                    <a:pt x="159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6"/>
            <p:cNvSpPr/>
            <p:nvPr/>
          </p:nvSpPr>
          <p:spPr>
            <a:xfrm>
              <a:off x="2745408" y="2288303"/>
              <a:ext cx="41860" cy="41860"/>
            </a:xfrm>
            <a:custGeom>
              <a:avLst/>
              <a:gdLst/>
              <a:ahLst/>
              <a:cxnLst/>
              <a:rect l="l" t="t" r="r" b="b"/>
              <a:pathLst>
                <a:path w="1598" h="1598" extrusionOk="0">
                  <a:moveTo>
                    <a:pt x="1" y="1"/>
                  </a:moveTo>
                  <a:lnTo>
                    <a:pt x="799" y="1598"/>
                  </a:lnTo>
                  <a:lnTo>
                    <a:pt x="1597" y="1598"/>
                  </a:lnTo>
                  <a:lnTo>
                    <a:pt x="1597" y="799"/>
                  </a:lnTo>
                  <a:cubicBezTo>
                    <a:pt x="1597" y="357"/>
                    <a:pt x="1238" y="1"/>
                    <a:pt x="79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6"/>
            <p:cNvSpPr/>
            <p:nvPr/>
          </p:nvSpPr>
          <p:spPr>
            <a:xfrm>
              <a:off x="2592089" y="2571969"/>
              <a:ext cx="174249" cy="62763"/>
            </a:xfrm>
            <a:custGeom>
              <a:avLst/>
              <a:gdLst/>
              <a:ahLst/>
              <a:cxnLst/>
              <a:rect l="l" t="t" r="r" b="b"/>
              <a:pathLst>
                <a:path w="6652" h="2396" extrusionOk="0">
                  <a:moveTo>
                    <a:pt x="1" y="1"/>
                  </a:moveTo>
                  <a:lnTo>
                    <a:pt x="1" y="1597"/>
                  </a:lnTo>
                  <a:cubicBezTo>
                    <a:pt x="4" y="2039"/>
                    <a:pt x="360" y="2396"/>
                    <a:pt x="799" y="2396"/>
                  </a:cubicBezTo>
                  <a:lnTo>
                    <a:pt x="5854" y="2396"/>
                  </a:lnTo>
                  <a:cubicBezTo>
                    <a:pt x="6296" y="2396"/>
                    <a:pt x="6652" y="2036"/>
                    <a:pt x="6652" y="1597"/>
                  </a:cubicBezTo>
                  <a:lnTo>
                    <a:pt x="665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6"/>
            <p:cNvSpPr/>
            <p:nvPr/>
          </p:nvSpPr>
          <p:spPr>
            <a:xfrm>
              <a:off x="2592089" y="2288303"/>
              <a:ext cx="174249" cy="41860"/>
            </a:xfrm>
            <a:custGeom>
              <a:avLst/>
              <a:gdLst/>
              <a:ahLst/>
              <a:cxnLst/>
              <a:rect l="l" t="t" r="r" b="b"/>
              <a:pathLst>
                <a:path w="6652" h="1598" extrusionOk="0">
                  <a:moveTo>
                    <a:pt x="799" y="1"/>
                  </a:moveTo>
                  <a:cubicBezTo>
                    <a:pt x="357" y="1"/>
                    <a:pt x="1" y="357"/>
                    <a:pt x="1" y="799"/>
                  </a:cubicBezTo>
                  <a:lnTo>
                    <a:pt x="1" y="1598"/>
                  </a:lnTo>
                  <a:lnTo>
                    <a:pt x="6652" y="1598"/>
                  </a:lnTo>
                  <a:lnTo>
                    <a:pt x="6652" y="799"/>
                  </a:lnTo>
                  <a:cubicBezTo>
                    <a:pt x="6652" y="357"/>
                    <a:pt x="6292" y="1"/>
                    <a:pt x="58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6"/>
            <p:cNvSpPr/>
            <p:nvPr/>
          </p:nvSpPr>
          <p:spPr>
            <a:xfrm>
              <a:off x="2679161" y="2592872"/>
              <a:ext cx="20930" cy="20956"/>
            </a:xfrm>
            <a:custGeom>
              <a:avLst/>
              <a:gdLst/>
              <a:ahLst/>
              <a:cxnLst/>
              <a:rect l="l" t="t" r="r" b="b"/>
              <a:pathLst>
                <a:path w="799" h="800" extrusionOk="0">
                  <a:moveTo>
                    <a:pt x="401" y="1"/>
                  </a:moveTo>
                  <a:cubicBezTo>
                    <a:pt x="182" y="1"/>
                    <a:pt x="1" y="179"/>
                    <a:pt x="1" y="398"/>
                  </a:cubicBezTo>
                  <a:cubicBezTo>
                    <a:pt x="1" y="621"/>
                    <a:pt x="182" y="799"/>
                    <a:pt x="401" y="799"/>
                  </a:cubicBezTo>
                  <a:cubicBezTo>
                    <a:pt x="621" y="799"/>
                    <a:pt x="799" y="621"/>
                    <a:pt x="799" y="398"/>
                  </a:cubicBezTo>
                  <a:cubicBezTo>
                    <a:pt x="799" y="179"/>
                    <a:pt x="621" y="1"/>
                    <a:pt x="4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6"/>
            <p:cNvSpPr/>
            <p:nvPr/>
          </p:nvSpPr>
          <p:spPr>
            <a:xfrm>
              <a:off x="2586876" y="2283117"/>
              <a:ext cx="205605" cy="356828"/>
            </a:xfrm>
            <a:custGeom>
              <a:avLst/>
              <a:gdLst/>
              <a:ahLst/>
              <a:cxnLst/>
              <a:rect l="l" t="t" r="r" b="b"/>
              <a:pathLst>
                <a:path w="7849" h="13622" extrusionOk="0">
                  <a:moveTo>
                    <a:pt x="6851" y="398"/>
                  </a:moveTo>
                  <a:cubicBezTo>
                    <a:pt x="7183" y="398"/>
                    <a:pt x="7451" y="665"/>
                    <a:pt x="7451" y="997"/>
                  </a:cubicBezTo>
                  <a:lnTo>
                    <a:pt x="7451" y="1597"/>
                  </a:lnTo>
                  <a:lnTo>
                    <a:pt x="398" y="1597"/>
                  </a:lnTo>
                  <a:lnTo>
                    <a:pt x="398" y="997"/>
                  </a:lnTo>
                  <a:cubicBezTo>
                    <a:pt x="398" y="668"/>
                    <a:pt x="666" y="398"/>
                    <a:pt x="998" y="398"/>
                  </a:cubicBezTo>
                  <a:close/>
                  <a:moveTo>
                    <a:pt x="7447" y="1994"/>
                  </a:moveTo>
                  <a:lnTo>
                    <a:pt x="7447" y="10829"/>
                  </a:lnTo>
                  <a:lnTo>
                    <a:pt x="1793" y="10829"/>
                  </a:lnTo>
                  <a:cubicBezTo>
                    <a:pt x="1529" y="10829"/>
                    <a:pt x="1529" y="11226"/>
                    <a:pt x="1793" y="11226"/>
                  </a:cubicBezTo>
                  <a:lnTo>
                    <a:pt x="7447" y="11226"/>
                  </a:lnTo>
                  <a:lnTo>
                    <a:pt x="7447" y="12624"/>
                  </a:lnTo>
                  <a:cubicBezTo>
                    <a:pt x="7447" y="12953"/>
                    <a:pt x="7180" y="13221"/>
                    <a:pt x="6851" y="13221"/>
                  </a:cubicBezTo>
                  <a:lnTo>
                    <a:pt x="998" y="13221"/>
                  </a:lnTo>
                  <a:cubicBezTo>
                    <a:pt x="666" y="13221"/>
                    <a:pt x="398" y="12953"/>
                    <a:pt x="398" y="12621"/>
                  </a:cubicBezTo>
                  <a:lnTo>
                    <a:pt x="398" y="11226"/>
                  </a:lnTo>
                  <a:lnTo>
                    <a:pt x="998" y="11226"/>
                  </a:lnTo>
                  <a:cubicBezTo>
                    <a:pt x="1108" y="11226"/>
                    <a:pt x="1197" y="11137"/>
                    <a:pt x="1197" y="11028"/>
                  </a:cubicBezTo>
                  <a:cubicBezTo>
                    <a:pt x="1197" y="10918"/>
                    <a:pt x="1108" y="10829"/>
                    <a:pt x="998" y="10829"/>
                  </a:cubicBezTo>
                  <a:lnTo>
                    <a:pt x="398" y="10829"/>
                  </a:lnTo>
                  <a:lnTo>
                    <a:pt x="398" y="1994"/>
                  </a:lnTo>
                  <a:close/>
                  <a:moveTo>
                    <a:pt x="998" y="0"/>
                  </a:moveTo>
                  <a:cubicBezTo>
                    <a:pt x="446" y="0"/>
                    <a:pt x="1" y="446"/>
                    <a:pt x="1" y="997"/>
                  </a:cubicBezTo>
                  <a:lnTo>
                    <a:pt x="1" y="12624"/>
                  </a:lnTo>
                  <a:cubicBezTo>
                    <a:pt x="1" y="13173"/>
                    <a:pt x="446" y="13622"/>
                    <a:pt x="998" y="13622"/>
                  </a:cubicBezTo>
                  <a:lnTo>
                    <a:pt x="6851" y="13622"/>
                  </a:lnTo>
                  <a:cubicBezTo>
                    <a:pt x="7403" y="13622"/>
                    <a:pt x="7848" y="13173"/>
                    <a:pt x="7848" y="12624"/>
                  </a:cubicBezTo>
                  <a:lnTo>
                    <a:pt x="7848" y="997"/>
                  </a:lnTo>
                  <a:cubicBezTo>
                    <a:pt x="7848" y="446"/>
                    <a:pt x="7403" y="0"/>
                    <a:pt x="68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6"/>
            <p:cNvSpPr/>
            <p:nvPr/>
          </p:nvSpPr>
          <p:spPr>
            <a:xfrm>
              <a:off x="2682671" y="2304020"/>
              <a:ext cx="33137" cy="10452"/>
            </a:xfrm>
            <a:custGeom>
              <a:avLst/>
              <a:gdLst/>
              <a:ahLst/>
              <a:cxnLst/>
              <a:rect l="l" t="t" r="r" b="b"/>
              <a:pathLst>
                <a:path w="1265" h="399" extrusionOk="0">
                  <a:moveTo>
                    <a:pt x="267" y="1"/>
                  </a:moveTo>
                  <a:cubicBezTo>
                    <a:pt x="0" y="1"/>
                    <a:pt x="0" y="398"/>
                    <a:pt x="267" y="398"/>
                  </a:cubicBezTo>
                  <a:lnTo>
                    <a:pt x="1062" y="398"/>
                  </a:lnTo>
                  <a:cubicBezTo>
                    <a:pt x="1176" y="398"/>
                    <a:pt x="1265" y="309"/>
                    <a:pt x="1265" y="199"/>
                  </a:cubicBezTo>
                  <a:cubicBezTo>
                    <a:pt x="1265" y="90"/>
                    <a:pt x="1176" y="1"/>
                    <a:pt x="10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6"/>
            <p:cNvSpPr/>
            <p:nvPr/>
          </p:nvSpPr>
          <p:spPr>
            <a:xfrm>
              <a:off x="2668657" y="2587581"/>
              <a:ext cx="36752" cy="31486"/>
            </a:xfrm>
            <a:custGeom>
              <a:avLst/>
              <a:gdLst/>
              <a:ahLst/>
              <a:cxnLst/>
              <a:rect l="l" t="t" r="r" b="b"/>
              <a:pathLst>
                <a:path w="1403" h="1202" extrusionOk="0">
                  <a:moveTo>
                    <a:pt x="798" y="399"/>
                  </a:moveTo>
                  <a:cubicBezTo>
                    <a:pt x="901" y="399"/>
                    <a:pt x="1001" y="479"/>
                    <a:pt x="1001" y="600"/>
                  </a:cubicBezTo>
                  <a:cubicBezTo>
                    <a:pt x="1001" y="710"/>
                    <a:pt x="912" y="803"/>
                    <a:pt x="802" y="803"/>
                  </a:cubicBezTo>
                  <a:lnTo>
                    <a:pt x="802" y="799"/>
                  </a:lnTo>
                  <a:cubicBezTo>
                    <a:pt x="624" y="799"/>
                    <a:pt x="535" y="583"/>
                    <a:pt x="659" y="457"/>
                  </a:cubicBezTo>
                  <a:cubicBezTo>
                    <a:pt x="699" y="417"/>
                    <a:pt x="749" y="399"/>
                    <a:pt x="798" y="399"/>
                  </a:cubicBezTo>
                  <a:close/>
                  <a:moveTo>
                    <a:pt x="802" y="1"/>
                  </a:moveTo>
                  <a:cubicBezTo>
                    <a:pt x="268" y="1"/>
                    <a:pt x="1" y="645"/>
                    <a:pt x="378" y="1025"/>
                  </a:cubicBezTo>
                  <a:cubicBezTo>
                    <a:pt x="499" y="1147"/>
                    <a:pt x="649" y="1202"/>
                    <a:pt x="797" y="1202"/>
                  </a:cubicBezTo>
                  <a:cubicBezTo>
                    <a:pt x="1105" y="1202"/>
                    <a:pt x="1402" y="962"/>
                    <a:pt x="1402" y="600"/>
                  </a:cubicBezTo>
                  <a:cubicBezTo>
                    <a:pt x="1402" y="268"/>
                    <a:pt x="1131" y="1"/>
                    <a:pt x="8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6"/>
            <p:cNvSpPr/>
            <p:nvPr/>
          </p:nvSpPr>
          <p:spPr>
            <a:xfrm>
              <a:off x="2663549" y="2304020"/>
              <a:ext cx="10426" cy="10452"/>
            </a:xfrm>
            <a:custGeom>
              <a:avLst/>
              <a:gdLst/>
              <a:ahLst/>
              <a:cxnLst/>
              <a:rect l="l" t="t" r="r" b="b"/>
              <a:pathLst>
                <a:path w="398" h="399" extrusionOk="0">
                  <a:moveTo>
                    <a:pt x="199" y="1"/>
                  </a:moveTo>
                  <a:cubicBezTo>
                    <a:pt x="89" y="1"/>
                    <a:pt x="0" y="90"/>
                    <a:pt x="0" y="199"/>
                  </a:cubicBezTo>
                  <a:cubicBezTo>
                    <a:pt x="0" y="309"/>
                    <a:pt x="89" y="398"/>
                    <a:pt x="199" y="398"/>
                  </a:cubicBezTo>
                  <a:cubicBezTo>
                    <a:pt x="309" y="398"/>
                    <a:pt x="398" y="309"/>
                    <a:pt x="398" y="199"/>
                  </a:cubicBezTo>
                  <a:cubicBezTo>
                    <a:pt x="398" y="90"/>
                    <a:pt x="309" y="1"/>
                    <a:pt x="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0" name="Google Shape;1380;p36"/>
          <p:cNvGrpSpPr/>
          <p:nvPr/>
        </p:nvGrpSpPr>
        <p:grpSpPr>
          <a:xfrm>
            <a:off x="7013515" y="1433733"/>
            <a:ext cx="401543" cy="311432"/>
            <a:chOff x="3049165" y="2320078"/>
            <a:chExt cx="401543" cy="311432"/>
          </a:xfrm>
        </p:grpSpPr>
        <p:sp>
          <p:nvSpPr>
            <p:cNvPr id="1381" name="Google Shape;1381;p36"/>
            <p:cNvSpPr/>
            <p:nvPr/>
          </p:nvSpPr>
          <p:spPr>
            <a:xfrm>
              <a:off x="3136604" y="2348185"/>
              <a:ext cx="96240" cy="254773"/>
            </a:xfrm>
            <a:custGeom>
              <a:avLst/>
              <a:gdLst/>
              <a:ahLst/>
              <a:cxnLst/>
              <a:rect l="l" t="t" r="r" b="b"/>
              <a:pathLst>
                <a:path w="3674" h="9726" extrusionOk="0">
                  <a:moveTo>
                    <a:pt x="3674" y="1"/>
                  </a:moveTo>
                  <a:lnTo>
                    <a:pt x="3513" y="48"/>
                  </a:lnTo>
                  <a:cubicBezTo>
                    <a:pt x="2019" y="501"/>
                    <a:pt x="761" y="1512"/>
                    <a:pt x="0" y="2872"/>
                  </a:cubicBezTo>
                  <a:lnTo>
                    <a:pt x="0" y="6854"/>
                  </a:lnTo>
                  <a:cubicBezTo>
                    <a:pt x="761" y="8215"/>
                    <a:pt x="2019" y="9229"/>
                    <a:pt x="3513" y="9678"/>
                  </a:cubicBezTo>
                  <a:lnTo>
                    <a:pt x="3674" y="9726"/>
                  </a:lnTo>
                  <a:lnTo>
                    <a:pt x="36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6"/>
            <p:cNvSpPr/>
            <p:nvPr/>
          </p:nvSpPr>
          <p:spPr>
            <a:xfrm>
              <a:off x="3136604" y="2505172"/>
              <a:ext cx="96240" cy="97786"/>
            </a:xfrm>
            <a:custGeom>
              <a:avLst/>
              <a:gdLst/>
              <a:ahLst/>
              <a:cxnLst/>
              <a:rect l="l" t="t" r="r" b="b"/>
              <a:pathLst>
                <a:path w="3674" h="3733" extrusionOk="0">
                  <a:moveTo>
                    <a:pt x="0" y="1"/>
                  </a:moveTo>
                  <a:lnTo>
                    <a:pt x="0" y="865"/>
                  </a:lnTo>
                  <a:cubicBezTo>
                    <a:pt x="761" y="2225"/>
                    <a:pt x="2022" y="3236"/>
                    <a:pt x="3513" y="3685"/>
                  </a:cubicBezTo>
                  <a:lnTo>
                    <a:pt x="3674" y="3733"/>
                  </a:lnTo>
                  <a:lnTo>
                    <a:pt x="3674" y="2873"/>
                  </a:lnTo>
                  <a:lnTo>
                    <a:pt x="3513" y="2825"/>
                  </a:lnTo>
                  <a:cubicBezTo>
                    <a:pt x="2022" y="2372"/>
                    <a:pt x="761" y="1361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6"/>
            <p:cNvSpPr/>
            <p:nvPr/>
          </p:nvSpPr>
          <p:spPr>
            <a:xfrm>
              <a:off x="3054928" y="2423417"/>
              <a:ext cx="81702" cy="104413"/>
            </a:xfrm>
            <a:custGeom>
              <a:avLst/>
              <a:gdLst/>
              <a:ahLst/>
              <a:cxnLst/>
              <a:rect l="l" t="t" r="r" b="b"/>
              <a:pathLst>
                <a:path w="3119" h="3986" extrusionOk="0">
                  <a:moveTo>
                    <a:pt x="1357" y="0"/>
                  </a:moveTo>
                  <a:cubicBezTo>
                    <a:pt x="607" y="0"/>
                    <a:pt x="0" y="607"/>
                    <a:pt x="0" y="1354"/>
                  </a:cubicBezTo>
                  <a:lnTo>
                    <a:pt x="0" y="2629"/>
                  </a:lnTo>
                  <a:cubicBezTo>
                    <a:pt x="0" y="3379"/>
                    <a:pt x="607" y="3986"/>
                    <a:pt x="1357" y="3986"/>
                  </a:cubicBezTo>
                  <a:lnTo>
                    <a:pt x="3118" y="3986"/>
                  </a:lnTo>
                  <a:lnTo>
                    <a:pt x="311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6"/>
            <p:cNvSpPr/>
            <p:nvPr/>
          </p:nvSpPr>
          <p:spPr>
            <a:xfrm>
              <a:off x="3054928" y="2469730"/>
              <a:ext cx="81702" cy="58101"/>
            </a:xfrm>
            <a:custGeom>
              <a:avLst/>
              <a:gdLst/>
              <a:ahLst/>
              <a:cxnLst/>
              <a:rect l="l" t="t" r="r" b="b"/>
              <a:pathLst>
                <a:path w="3119" h="2218" extrusionOk="0">
                  <a:moveTo>
                    <a:pt x="0" y="0"/>
                  </a:moveTo>
                  <a:lnTo>
                    <a:pt x="0" y="861"/>
                  </a:lnTo>
                  <a:cubicBezTo>
                    <a:pt x="0" y="1611"/>
                    <a:pt x="607" y="2218"/>
                    <a:pt x="1357" y="2218"/>
                  </a:cubicBezTo>
                  <a:lnTo>
                    <a:pt x="3118" y="2218"/>
                  </a:lnTo>
                  <a:lnTo>
                    <a:pt x="3118" y="1354"/>
                  </a:lnTo>
                  <a:lnTo>
                    <a:pt x="1357" y="1354"/>
                  </a:lnTo>
                  <a:cubicBezTo>
                    <a:pt x="607" y="1354"/>
                    <a:pt x="0" y="747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6"/>
            <p:cNvSpPr/>
            <p:nvPr/>
          </p:nvSpPr>
          <p:spPr>
            <a:xfrm>
              <a:off x="3231928" y="2325474"/>
              <a:ext cx="37014" cy="300195"/>
            </a:xfrm>
            <a:custGeom>
              <a:avLst/>
              <a:gdLst/>
              <a:ahLst/>
              <a:cxnLst/>
              <a:rect l="l" t="t" r="r" b="b"/>
              <a:pathLst>
                <a:path w="1413" h="11460" extrusionOk="0">
                  <a:moveTo>
                    <a:pt x="446" y="1"/>
                  </a:moveTo>
                  <a:cubicBezTo>
                    <a:pt x="199" y="1"/>
                    <a:pt x="1" y="203"/>
                    <a:pt x="1" y="446"/>
                  </a:cubicBezTo>
                  <a:lnTo>
                    <a:pt x="1" y="11014"/>
                  </a:lnTo>
                  <a:cubicBezTo>
                    <a:pt x="1" y="11261"/>
                    <a:pt x="199" y="11460"/>
                    <a:pt x="446" y="11460"/>
                  </a:cubicBezTo>
                  <a:lnTo>
                    <a:pt x="967" y="11460"/>
                  </a:lnTo>
                  <a:cubicBezTo>
                    <a:pt x="1210" y="11460"/>
                    <a:pt x="1409" y="11261"/>
                    <a:pt x="1413" y="11014"/>
                  </a:cubicBezTo>
                  <a:lnTo>
                    <a:pt x="1413" y="446"/>
                  </a:lnTo>
                  <a:cubicBezTo>
                    <a:pt x="1409" y="203"/>
                    <a:pt x="1210" y="1"/>
                    <a:pt x="9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6"/>
            <p:cNvSpPr/>
            <p:nvPr/>
          </p:nvSpPr>
          <p:spPr>
            <a:xfrm>
              <a:off x="3231928" y="2325474"/>
              <a:ext cx="29731" cy="300195"/>
            </a:xfrm>
            <a:custGeom>
              <a:avLst/>
              <a:gdLst/>
              <a:ahLst/>
              <a:cxnLst/>
              <a:rect l="l" t="t" r="r" b="b"/>
              <a:pathLst>
                <a:path w="1135" h="11460" extrusionOk="0">
                  <a:moveTo>
                    <a:pt x="446" y="1"/>
                  </a:moveTo>
                  <a:cubicBezTo>
                    <a:pt x="199" y="1"/>
                    <a:pt x="1" y="203"/>
                    <a:pt x="1" y="446"/>
                  </a:cubicBezTo>
                  <a:lnTo>
                    <a:pt x="1" y="11014"/>
                  </a:lnTo>
                  <a:cubicBezTo>
                    <a:pt x="1" y="11261"/>
                    <a:pt x="199" y="11460"/>
                    <a:pt x="446" y="11460"/>
                  </a:cubicBezTo>
                  <a:lnTo>
                    <a:pt x="964" y="11460"/>
                  </a:lnTo>
                  <a:cubicBezTo>
                    <a:pt x="1025" y="11460"/>
                    <a:pt x="1084" y="11449"/>
                    <a:pt x="1135" y="11425"/>
                  </a:cubicBezTo>
                  <a:cubicBezTo>
                    <a:pt x="971" y="11357"/>
                    <a:pt x="864" y="11196"/>
                    <a:pt x="861" y="11014"/>
                  </a:cubicBezTo>
                  <a:lnTo>
                    <a:pt x="861" y="446"/>
                  </a:lnTo>
                  <a:cubicBezTo>
                    <a:pt x="864" y="268"/>
                    <a:pt x="971" y="107"/>
                    <a:pt x="1135" y="35"/>
                  </a:cubicBezTo>
                  <a:cubicBezTo>
                    <a:pt x="1084" y="14"/>
                    <a:pt x="1025" y="1"/>
                    <a:pt x="964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6"/>
            <p:cNvSpPr/>
            <p:nvPr/>
          </p:nvSpPr>
          <p:spPr>
            <a:xfrm>
              <a:off x="3294508" y="2435702"/>
              <a:ext cx="33241" cy="80000"/>
            </a:xfrm>
            <a:custGeom>
              <a:avLst/>
              <a:gdLst/>
              <a:ahLst/>
              <a:cxnLst/>
              <a:rect l="l" t="t" r="r" b="b"/>
              <a:pathLst>
                <a:path w="1269" h="3054" extrusionOk="0">
                  <a:moveTo>
                    <a:pt x="310" y="1"/>
                  </a:moveTo>
                  <a:cubicBezTo>
                    <a:pt x="142" y="1"/>
                    <a:pt x="0" y="217"/>
                    <a:pt x="158" y="374"/>
                  </a:cubicBezTo>
                  <a:cubicBezTo>
                    <a:pt x="795" y="1012"/>
                    <a:pt x="795" y="2046"/>
                    <a:pt x="158" y="2687"/>
                  </a:cubicBezTo>
                  <a:cubicBezTo>
                    <a:pt x="72" y="2769"/>
                    <a:pt x="72" y="2907"/>
                    <a:pt x="158" y="2989"/>
                  </a:cubicBezTo>
                  <a:cubicBezTo>
                    <a:pt x="199" y="3032"/>
                    <a:pt x="254" y="3053"/>
                    <a:pt x="309" y="3053"/>
                  </a:cubicBezTo>
                  <a:cubicBezTo>
                    <a:pt x="364" y="3053"/>
                    <a:pt x="420" y="3032"/>
                    <a:pt x="463" y="2989"/>
                  </a:cubicBezTo>
                  <a:cubicBezTo>
                    <a:pt x="1268" y="2183"/>
                    <a:pt x="1268" y="874"/>
                    <a:pt x="463" y="69"/>
                  </a:cubicBezTo>
                  <a:cubicBezTo>
                    <a:pt x="415" y="21"/>
                    <a:pt x="361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6"/>
            <p:cNvSpPr/>
            <p:nvPr/>
          </p:nvSpPr>
          <p:spPr>
            <a:xfrm>
              <a:off x="3334507" y="2395676"/>
              <a:ext cx="55271" cy="159947"/>
            </a:xfrm>
            <a:custGeom>
              <a:avLst/>
              <a:gdLst/>
              <a:ahLst/>
              <a:cxnLst/>
              <a:rect l="l" t="t" r="r" b="b"/>
              <a:pathLst>
                <a:path w="2110" h="6106" extrusionOk="0">
                  <a:moveTo>
                    <a:pt x="310" y="1"/>
                  </a:moveTo>
                  <a:cubicBezTo>
                    <a:pt x="144" y="1"/>
                    <a:pt x="1" y="216"/>
                    <a:pt x="156" y="374"/>
                  </a:cubicBezTo>
                  <a:cubicBezTo>
                    <a:pt x="1636" y="1854"/>
                    <a:pt x="1636" y="4256"/>
                    <a:pt x="156" y="5737"/>
                  </a:cubicBezTo>
                  <a:cubicBezTo>
                    <a:pt x="74" y="5822"/>
                    <a:pt x="74" y="5959"/>
                    <a:pt x="156" y="6042"/>
                  </a:cubicBezTo>
                  <a:cubicBezTo>
                    <a:pt x="199" y="6085"/>
                    <a:pt x="254" y="6106"/>
                    <a:pt x="310" y="6106"/>
                  </a:cubicBezTo>
                  <a:cubicBezTo>
                    <a:pt x="365" y="6106"/>
                    <a:pt x="420" y="6085"/>
                    <a:pt x="461" y="6042"/>
                  </a:cubicBezTo>
                  <a:cubicBezTo>
                    <a:pt x="2109" y="4390"/>
                    <a:pt x="2109" y="1717"/>
                    <a:pt x="461" y="69"/>
                  </a:cubicBezTo>
                  <a:cubicBezTo>
                    <a:pt x="413" y="21"/>
                    <a:pt x="360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6"/>
            <p:cNvSpPr/>
            <p:nvPr/>
          </p:nvSpPr>
          <p:spPr>
            <a:xfrm>
              <a:off x="3373721" y="2356646"/>
              <a:ext cx="76987" cy="238374"/>
            </a:xfrm>
            <a:custGeom>
              <a:avLst/>
              <a:gdLst/>
              <a:ahLst/>
              <a:cxnLst/>
              <a:rect l="l" t="t" r="r" b="b"/>
              <a:pathLst>
                <a:path w="2939" h="9100" extrusionOk="0">
                  <a:moveTo>
                    <a:pt x="307" y="0"/>
                  </a:moveTo>
                  <a:cubicBezTo>
                    <a:pt x="252" y="0"/>
                    <a:pt x="197" y="22"/>
                    <a:pt x="156" y="65"/>
                  </a:cubicBezTo>
                  <a:cubicBezTo>
                    <a:pt x="71" y="147"/>
                    <a:pt x="71" y="284"/>
                    <a:pt x="156" y="370"/>
                  </a:cubicBezTo>
                  <a:cubicBezTo>
                    <a:pt x="2459" y="2673"/>
                    <a:pt x="2459" y="6421"/>
                    <a:pt x="156" y="8728"/>
                  </a:cubicBezTo>
                  <a:cubicBezTo>
                    <a:pt x="1" y="8883"/>
                    <a:pt x="145" y="9099"/>
                    <a:pt x="312" y="9099"/>
                  </a:cubicBezTo>
                  <a:cubicBezTo>
                    <a:pt x="362" y="9099"/>
                    <a:pt x="414" y="9079"/>
                    <a:pt x="461" y="9033"/>
                  </a:cubicBezTo>
                  <a:cubicBezTo>
                    <a:pt x="2939" y="6555"/>
                    <a:pt x="2939" y="2539"/>
                    <a:pt x="461" y="65"/>
                  </a:cubicBezTo>
                  <a:cubicBezTo>
                    <a:pt x="418" y="22"/>
                    <a:pt x="363" y="0"/>
                    <a:pt x="3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6"/>
            <p:cNvSpPr/>
            <p:nvPr/>
          </p:nvSpPr>
          <p:spPr>
            <a:xfrm>
              <a:off x="3049165" y="2320078"/>
              <a:ext cx="225251" cy="311432"/>
            </a:xfrm>
            <a:custGeom>
              <a:avLst/>
              <a:gdLst/>
              <a:ahLst/>
              <a:cxnLst/>
              <a:rect l="l" t="t" r="r" b="b"/>
              <a:pathLst>
                <a:path w="8599" h="11889" extrusionOk="0">
                  <a:moveTo>
                    <a:pt x="6755" y="1372"/>
                  </a:moveTo>
                  <a:lnTo>
                    <a:pt x="6755" y="10514"/>
                  </a:lnTo>
                  <a:cubicBezTo>
                    <a:pt x="5395" y="10065"/>
                    <a:pt x="4250" y="9126"/>
                    <a:pt x="3548" y="7879"/>
                  </a:cubicBezTo>
                  <a:lnTo>
                    <a:pt x="3548" y="4007"/>
                  </a:lnTo>
                  <a:cubicBezTo>
                    <a:pt x="4250" y="2756"/>
                    <a:pt x="5395" y="1817"/>
                    <a:pt x="6755" y="1372"/>
                  </a:cubicBezTo>
                  <a:close/>
                  <a:moveTo>
                    <a:pt x="7414" y="1"/>
                  </a:moveTo>
                  <a:cubicBezTo>
                    <a:pt x="7050" y="1"/>
                    <a:pt x="6755" y="298"/>
                    <a:pt x="6755" y="662"/>
                  </a:cubicBezTo>
                  <a:lnTo>
                    <a:pt x="6755" y="923"/>
                  </a:lnTo>
                  <a:lnTo>
                    <a:pt x="6748" y="926"/>
                  </a:lnTo>
                  <a:cubicBezTo>
                    <a:pt x="5254" y="1378"/>
                    <a:pt x="3986" y="2383"/>
                    <a:pt x="3208" y="3736"/>
                  </a:cubicBezTo>
                  <a:lnTo>
                    <a:pt x="1570" y="3736"/>
                  </a:lnTo>
                  <a:cubicBezTo>
                    <a:pt x="703" y="3740"/>
                    <a:pt x="1" y="4442"/>
                    <a:pt x="1" y="5306"/>
                  </a:cubicBezTo>
                  <a:lnTo>
                    <a:pt x="1" y="6580"/>
                  </a:lnTo>
                  <a:cubicBezTo>
                    <a:pt x="4" y="7399"/>
                    <a:pt x="635" y="8081"/>
                    <a:pt x="1450" y="8146"/>
                  </a:cubicBezTo>
                  <a:cubicBezTo>
                    <a:pt x="1455" y="8147"/>
                    <a:pt x="1459" y="8147"/>
                    <a:pt x="1463" y="8147"/>
                  </a:cubicBezTo>
                  <a:cubicBezTo>
                    <a:pt x="1578" y="8147"/>
                    <a:pt x="1673" y="8060"/>
                    <a:pt x="1680" y="7948"/>
                  </a:cubicBezTo>
                  <a:cubicBezTo>
                    <a:pt x="1690" y="7828"/>
                    <a:pt x="1601" y="7725"/>
                    <a:pt x="1485" y="7718"/>
                  </a:cubicBezTo>
                  <a:cubicBezTo>
                    <a:pt x="892" y="7670"/>
                    <a:pt x="433" y="7177"/>
                    <a:pt x="429" y="6580"/>
                  </a:cubicBezTo>
                  <a:lnTo>
                    <a:pt x="429" y="5306"/>
                  </a:lnTo>
                  <a:cubicBezTo>
                    <a:pt x="433" y="4675"/>
                    <a:pt x="940" y="4168"/>
                    <a:pt x="1570" y="4164"/>
                  </a:cubicBezTo>
                  <a:lnTo>
                    <a:pt x="3119" y="4164"/>
                  </a:lnTo>
                  <a:lnTo>
                    <a:pt x="3119" y="7721"/>
                  </a:lnTo>
                  <a:lnTo>
                    <a:pt x="2472" y="7721"/>
                  </a:lnTo>
                  <a:cubicBezTo>
                    <a:pt x="2184" y="7721"/>
                    <a:pt x="2184" y="8153"/>
                    <a:pt x="2472" y="8153"/>
                  </a:cubicBezTo>
                  <a:lnTo>
                    <a:pt x="3208" y="8153"/>
                  </a:lnTo>
                  <a:cubicBezTo>
                    <a:pt x="3990" y="9503"/>
                    <a:pt x="5254" y="10511"/>
                    <a:pt x="6752" y="10963"/>
                  </a:cubicBezTo>
                  <a:lnTo>
                    <a:pt x="6758" y="10967"/>
                  </a:lnTo>
                  <a:lnTo>
                    <a:pt x="6758" y="11227"/>
                  </a:lnTo>
                  <a:cubicBezTo>
                    <a:pt x="6758" y="11590"/>
                    <a:pt x="7053" y="11888"/>
                    <a:pt x="7420" y="11888"/>
                  </a:cubicBezTo>
                  <a:lnTo>
                    <a:pt x="7937" y="11888"/>
                  </a:lnTo>
                  <a:cubicBezTo>
                    <a:pt x="8304" y="11888"/>
                    <a:pt x="8599" y="11590"/>
                    <a:pt x="8599" y="11227"/>
                  </a:cubicBezTo>
                  <a:lnTo>
                    <a:pt x="8599" y="6443"/>
                  </a:lnTo>
                  <a:cubicBezTo>
                    <a:pt x="8599" y="6299"/>
                    <a:pt x="8492" y="6227"/>
                    <a:pt x="8384" y="6227"/>
                  </a:cubicBezTo>
                  <a:cubicBezTo>
                    <a:pt x="8277" y="6227"/>
                    <a:pt x="8170" y="6299"/>
                    <a:pt x="8170" y="6443"/>
                  </a:cubicBezTo>
                  <a:lnTo>
                    <a:pt x="8170" y="11227"/>
                  </a:lnTo>
                  <a:cubicBezTo>
                    <a:pt x="8167" y="11354"/>
                    <a:pt x="8064" y="11457"/>
                    <a:pt x="7937" y="11457"/>
                  </a:cubicBezTo>
                  <a:lnTo>
                    <a:pt x="7420" y="11457"/>
                  </a:lnTo>
                  <a:cubicBezTo>
                    <a:pt x="7293" y="11457"/>
                    <a:pt x="7190" y="11354"/>
                    <a:pt x="7190" y="11227"/>
                  </a:cubicBezTo>
                  <a:lnTo>
                    <a:pt x="7190" y="662"/>
                  </a:lnTo>
                  <a:cubicBezTo>
                    <a:pt x="7190" y="532"/>
                    <a:pt x="7293" y="429"/>
                    <a:pt x="7420" y="429"/>
                  </a:cubicBezTo>
                  <a:lnTo>
                    <a:pt x="7937" y="429"/>
                  </a:lnTo>
                  <a:cubicBezTo>
                    <a:pt x="8064" y="429"/>
                    <a:pt x="8167" y="532"/>
                    <a:pt x="8170" y="662"/>
                  </a:cubicBezTo>
                  <a:lnTo>
                    <a:pt x="8170" y="5439"/>
                  </a:lnTo>
                  <a:cubicBezTo>
                    <a:pt x="8170" y="5559"/>
                    <a:pt x="8266" y="5655"/>
                    <a:pt x="8383" y="5655"/>
                  </a:cubicBezTo>
                  <a:cubicBezTo>
                    <a:pt x="8503" y="5655"/>
                    <a:pt x="8599" y="5559"/>
                    <a:pt x="8599" y="5439"/>
                  </a:cubicBezTo>
                  <a:lnTo>
                    <a:pt x="8599" y="662"/>
                  </a:lnTo>
                  <a:cubicBezTo>
                    <a:pt x="8599" y="296"/>
                    <a:pt x="8304" y="1"/>
                    <a:pt x="7937" y="1"/>
                  </a:cubicBezTo>
                  <a:lnTo>
                    <a:pt x="7420" y="1"/>
                  </a:lnTo>
                  <a:cubicBezTo>
                    <a:pt x="7418" y="1"/>
                    <a:pt x="7416" y="1"/>
                    <a:pt x="7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1" name="Google Shape;1391;p36"/>
          <p:cNvGrpSpPr/>
          <p:nvPr/>
        </p:nvGrpSpPr>
        <p:grpSpPr>
          <a:xfrm>
            <a:off x="4389288" y="3197646"/>
            <a:ext cx="384307" cy="370135"/>
            <a:chOff x="4123213" y="2747816"/>
            <a:chExt cx="384307" cy="370135"/>
          </a:xfrm>
        </p:grpSpPr>
        <p:sp>
          <p:nvSpPr>
            <p:cNvPr id="1392" name="Google Shape;1392;p36"/>
            <p:cNvSpPr/>
            <p:nvPr/>
          </p:nvSpPr>
          <p:spPr>
            <a:xfrm>
              <a:off x="4328686" y="2943335"/>
              <a:ext cx="91761" cy="91578"/>
            </a:xfrm>
            <a:custGeom>
              <a:avLst/>
              <a:gdLst/>
              <a:ahLst/>
              <a:cxnLst/>
              <a:rect l="l" t="t" r="r" b="b"/>
              <a:pathLst>
                <a:path w="3503" h="3496" extrusionOk="0">
                  <a:moveTo>
                    <a:pt x="645" y="0"/>
                  </a:moveTo>
                  <a:lnTo>
                    <a:pt x="0" y="641"/>
                  </a:lnTo>
                  <a:lnTo>
                    <a:pt x="2858" y="3495"/>
                  </a:lnTo>
                  <a:lnTo>
                    <a:pt x="3502" y="2855"/>
                  </a:lnTo>
                  <a:lnTo>
                    <a:pt x="6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6"/>
            <p:cNvSpPr/>
            <p:nvPr/>
          </p:nvSpPr>
          <p:spPr>
            <a:xfrm>
              <a:off x="4367455" y="2983073"/>
              <a:ext cx="134040" cy="129508"/>
            </a:xfrm>
            <a:custGeom>
              <a:avLst/>
              <a:gdLst/>
              <a:ahLst/>
              <a:cxnLst/>
              <a:rect l="l" t="t" r="r" b="b"/>
              <a:pathLst>
                <a:path w="5117" h="4944" extrusionOk="0">
                  <a:moveTo>
                    <a:pt x="1078" y="1"/>
                  </a:moveTo>
                  <a:cubicBezTo>
                    <a:pt x="982" y="1"/>
                    <a:pt x="886" y="38"/>
                    <a:pt x="813" y="111"/>
                  </a:cubicBezTo>
                  <a:lnTo>
                    <a:pt x="148" y="776"/>
                  </a:lnTo>
                  <a:cubicBezTo>
                    <a:pt x="11" y="913"/>
                    <a:pt x="1" y="1139"/>
                    <a:pt x="131" y="1286"/>
                  </a:cubicBezTo>
                  <a:lnTo>
                    <a:pt x="2996" y="4559"/>
                  </a:lnTo>
                  <a:lnTo>
                    <a:pt x="2996" y="4555"/>
                  </a:lnTo>
                  <a:cubicBezTo>
                    <a:pt x="3221" y="4813"/>
                    <a:pt x="3535" y="4943"/>
                    <a:pt x="3851" y="4943"/>
                  </a:cubicBezTo>
                  <a:cubicBezTo>
                    <a:pt x="4140" y="4943"/>
                    <a:pt x="4429" y="4833"/>
                    <a:pt x="4651" y="4610"/>
                  </a:cubicBezTo>
                  <a:cubicBezTo>
                    <a:pt x="5117" y="4148"/>
                    <a:pt x="5089" y="3387"/>
                    <a:pt x="4596" y="2955"/>
                  </a:cubicBezTo>
                  <a:lnTo>
                    <a:pt x="1327" y="94"/>
                  </a:lnTo>
                  <a:cubicBezTo>
                    <a:pt x="1255" y="32"/>
                    <a:pt x="1166" y="1"/>
                    <a:pt x="10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6"/>
            <p:cNvSpPr/>
            <p:nvPr/>
          </p:nvSpPr>
          <p:spPr>
            <a:xfrm>
              <a:off x="4367455" y="2991979"/>
              <a:ext cx="128853" cy="120654"/>
            </a:xfrm>
            <a:custGeom>
              <a:avLst/>
              <a:gdLst/>
              <a:ahLst/>
              <a:cxnLst/>
              <a:rect l="l" t="t" r="r" b="b"/>
              <a:pathLst>
                <a:path w="4919" h="4606" extrusionOk="0">
                  <a:moveTo>
                    <a:pt x="583" y="0"/>
                  </a:moveTo>
                  <a:lnTo>
                    <a:pt x="148" y="436"/>
                  </a:lnTo>
                  <a:cubicBezTo>
                    <a:pt x="11" y="573"/>
                    <a:pt x="1" y="799"/>
                    <a:pt x="131" y="946"/>
                  </a:cubicBezTo>
                  <a:lnTo>
                    <a:pt x="2996" y="4219"/>
                  </a:lnTo>
                  <a:cubicBezTo>
                    <a:pt x="3220" y="4476"/>
                    <a:pt x="3534" y="4605"/>
                    <a:pt x="3849" y="4605"/>
                  </a:cubicBezTo>
                  <a:cubicBezTo>
                    <a:pt x="4139" y="4605"/>
                    <a:pt x="4429" y="4495"/>
                    <a:pt x="4651" y="4274"/>
                  </a:cubicBezTo>
                  <a:cubicBezTo>
                    <a:pt x="4771" y="4154"/>
                    <a:pt x="4860" y="4013"/>
                    <a:pt x="4918" y="3856"/>
                  </a:cubicBezTo>
                  <a:lnTo>
                    <a:pt x="4918" y="3856"/>
                  </a:lnTo>
                  <a:cubicBezTo>
                    <a:pt x="4792" y="3901"/>
                    <a:pt x="4661" y="3922"/>
                    <a:pt x="4532" y="3922"/>
                  </a:cubicBezTo>
                  <a:cubicBezTo>
                    <a:pt x="4211" y="3922"/>
                    <a:pt x="3898" y="3786"/>
                    <a:pt x="3678" y="3537"/>
                  </a:cubicBezTo>
                  <a:lnTo>
                    <a:pt x="583" y="0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6"/>
            <p:cNvSpPr/>
            <p:nvPr/>
          </p:nvSpPr>
          <p:spPr>
            <a:xfrm>
              <a:off x="4126094" y="2753186"/>
              <a:ext cx="282225" cy="257130"/>
            </a:xfrm>
            <a:custGeom>
              <a:avLst/>
              <a:gdLst/>
              <a:ahLst/>
              <a:cxnLst/>
              <a:rect l="l" t="t" r="r" b="b"/>
              <a:pathLst>
                <a:path w="10774" h="9816" extrusionOk="0">
                  <a:moveTo>
                    <a:pt x="5385" y="0"/>
                  </a:moveTo>
                  <a:cubicBezTo>
                    <a:pt x="4129" y="0"/>
                    <a:pt x="2873" y="479"/>
                    <a:pt x="1916" y="1437"/>
                  </a:cubicBezTo>
                  <a:cubicBezTo>
                    <a:pt x="0" y="3353"/>
                    <a:pt x="0" y="6461"/>
                    <a:pt x="1916" y="8376"/>
                  </a:cubicBezTo>
                  <a:cubicBezTo>
                    <a:pt x="2873" y="9336"/>
                    <a:pt x="4129" y="9816"/>
                    <a:pt x="5385" y="9816"/>
                  </a:cubicBezTo>
                  <a:cubicBezTo>
                    <a:pt x="6641" y="9816"/>
                    <a:pt x="7897" y="9336"/>
                    <a:pt x="8855" y="8376"/>
                  </a:cubicBezTo>
                  <a:cubicBezTo>
                    <a:pt x="10774" y="6461"/>
                    <a:pt x="10774" y="3353"/>
                    <a:pt x="8855" y="1437"/>
                  </a:cubicBezTo>
                  <a:cubicBezTo>
                    <a:pt x="7897" y="479"/>
                    <a:pt x="6641" y="0"/>
                    <a:pt x="53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6"/>
            <p:cNvSpPr/>
            <p:nvPr/>
          </p:nvSpPr>
          <p:spPr>
            <a:xfrm>
              <a:off x="4159021" y="2783179"/>
              <a:ext cx="216371" cy="197144"/>
            </a:xfrm>
            <a:custGeom>
              <a:avLst/>
              <a:gdLst/>
              <a:ahLst/>
              <a:cxnLst/>
              <a:rect l="l" t="t" r="r" b="b"/>
              <a:pathLst>
                <a:path w="8260" h="7526" extrusionOk="0">
                  <a:moveTo>
                    <a:pt x="4128" y="1"/>
                  </a:moveTo>
                  <a:cubicBezTo>
                    <a:pt x="3165" y="1"/>
                    <a:pt x="2202" y="367"/>
                    <a:pt x="1467" y="1101"/>
                  </a:cubicBezTo>
                  <a:cubicBezTo>
                    <a:pt x="1" y="2571"/>
                    <a:pt x="1" y="4952"/>
                    <a:pt x="1467" y="6423"/>
                  </a:cubicBezTo>
                  <a:cubicBezTo>
                    <a:pt x="2202" y="7158"/>
                    <a:pt x="3165" y="7525"/>
                    <a:pt x="4128" y="7525"/>
                  </a:cubicBezTo>
                  <a:cubicBezTo>
                    <a:pt x="5091" y="7525"/>
                    <a:pt x="6054" y="7158"/>
                    <a:pt x="6789" y="6423"/>
                  </a:cubicBezTo>
                  <a:cubicBezTo>
                    <a:pt x="8259" y="4952"/>
                    <a:pt x="8259" y="2571"/>
                    <a:pt x="6789" y="1101"/>
                  </a:cubicBezTo>
                  <a:cubicBezTo>
                    <a:pt x="6054" y="367"/>
                    <a:pt x="5091" y="1"/>
                    <a:pt x="41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6"/>
            <p:cNvSpPr/>
            <p:nvPr/>
          </p:nvSpPr>
          <p:spPr>
            <a:xfrm>
              <a:off x="4157135" y="2803742"/>
              <a:ext cx="188002" cy="176580"/>
            </a:xfrm>
            <a:custGeom>
              <a:avLst/>
              <a:gdLst/>
              <a:ahLst/>
              <a:cxnLst/>
              <a:rect l="l" t="t" r="r" b="b"/>
              <a:pathLst>
                <a:path w="7177" h="6741" extrusionOk="0">
                  <a:moveTo>
                    <a:pt x="1896" y="0"/>
                  </a:moveTo>
                  <a:lnTo>
                    <a:pt x="1896" y="0"/>
                  </a:lnTo>
                  <a:cubicBezTo>
                    <a:pt x="1772" y="96"/>
                    <a:pt x="1652" y="203"/>
                    <a:pt x="1539" y="316"/>
                  </a:cubicBezTo>
                  <a:cubicBezTo>
                    <a:pt x="1" y="1851"/>
                    <a:pt x="83" y="4366"/>
                    <a:pt x="1711" y="5802"/>
                  </a:cubicBezTo>
                  <a:cubicBezTo>
                    <a:pt x="2428" y="6433"/>
                    <a:pt x="3314" y="6741"/>
                    <a:pt x="4195" y="6741"/>
                  </a:cubicBezTo>
                  <a:cubicBezTo>
                    <a:pt x="5317" y="6741"/>
                    <a:pt x="6431" y="6242"/>
                    <a:pt x="7176" y="5278"/>
                  </a:cubicBezTo>
                  <a:lnTo>
                    <a:pt x="7176" y="5278"/>
                  </a:lnTo>
                  <a:cubicBezTo>
                    <a:pt x="6495" y="5804"/>
                    <a:pt x="5685" y="6063"/>
                    <a:pt x="4877" y="6063"/>
                  </a:cubicBezTo>
                  <a:cubicBezTo>
                    <a:pt x="3909" y="6063"/>
                    <a:pt x="2945" y="5691"/>
                    <a:pt x="2214" y="4962"/>
                  </a:cubicBezTo>
                  <a:cubicBezTo>
                    <a:pt x="875" y="3623"/>
                    <a:pt x="741" y="1498"/>
                    <a:pt x="1896" y="0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6"/>
            <p:cNvSpPr/>
            <p:nvPr/>
          </p:nvSpPr>
          <p:spPr>
            <a:xfrm>
              <a:off x="4367455" y="2983073"/>
              <a:ext cx="54250" cy="53281"/>
            </a:xfrm>
            <a:custGeom>
              <a:avLst/>
              <a:gdLst/>
              <a:ahLst/>
              <a:cxnLst/>
              <a:rect l="l" t="t" r="r" b="b"/>
              <a:pathLst>
                <a:path w="2071" h="2034" extrusionOk="0">
                  <a:moveTo>
                    <a:pt x="1078" y="1"/>
                  </a:moveTo>
                  <a:cubicBezTo>
                    <a:pt x="982" y="1"/>
                    <a:pt x="886" y="38"/>
                    <a:pt x="813" y="111"/>
                  </a:cubicBezTo>
                  <a:lnTo>
                    <a:pt x="148" y="776"/>
                  </a:lnTo>
                  <a:cubicBezTo>
                    <a:pt x="11" y="913"/>
                    <a:pt x="1" y="1139"/>
                    <a:pt x="131" y="1286"/>
                  </a:cubicBezTo>
                  <a:lnTo>
                    <a:pt x="785" y="2033"/>
                  </a:lnTo>
                  <a:lnTo>
                    <a:pt x="2070" y="748"/>
                  </a:lnTo>
                  <a:lnTo>
                    <a:pt x="1323" y="94"/>
                  </a:lnTo>
                  <a:cubicBezTo>
                    <a:pt x="1253" y="32"/>
                    <a:pt x="1165" y="1"/>
                    <a:pt x="10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6"/>
            <p:cNvSpPr/>
            <p:nvPr/>
          </p:nvSpPr>
          <p:spPr>
            <a:xfrm>
              <a:off x="4367455" y="2991979"/>
              <a:ext cx="38454" cy="44374"/>
            </a:xfrm>
            <a:custGeom>
              <a:avLst/>
              <a:gdLst/>
              <a:ahLst/>
              <a:cxnLst/>
              <a:rect l="l" t="t" r="r" b="b"/>
              <a:pathLst>
                <a:path w="1468" h="1694" extrusionOk="0">
                  <a:moveTo>
                    <a:pt x="583" y="0"/>
                  </a:moveTo>
                  <a:lnTo>
                    <a:pt x="148" y="436"/>
                  </a:lnTo>
                  <a:cubicBezTo>
                    <a:pt x="11" y="576"/>
                    <a:pt x="1" y="799"/>
                    <a:pt x="131" y="946"/>
                  </a:cubicBezTo>
                  <a:lnTo>
                    <a:pt x="785" y="1693"/>
                  </a:lnTo>
                  <a:lnTo>
                    <a:pt x="1467" y="1011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6"/>
            <p:cNvSpPr/>
            <p:nvPr/>
          </p:nvSpPr>
          <p:spPr>
            <a:xfrm>
              <a:off x="4212721" y="2810370"/>
              <a:ext cx="108788" cy="30255"/>
            </a:xfrm>
            <a:custGeom>
              <a:avLst/>
              <a:gdLst/>
              <a:ahLst/>
              <a:cxnLst/>
              <a:rect l="l" t="t" r="r" b="b"/>
              <a:pathLst>
                <a:path w="4153" h="1155" extrusionOk="0">
                  <a:moveTo>
                    <a:pt x="2078" y="0"/>
                  </a:moveTo>
                  <a:cubicBezTo>
                    <a:pt x="1381" y="0"/>
                    <a:pt x="684" y="267"/>
                    <a:pt x="151" y="800"/>
                  </a:cubicBezTo>
                  <a:cubicBezTo>
                    <a:pt x="1" y="947"/>
                    <a:pt x="140" y="1155"/>
                    <a:pt x="301" y="1155"/>
                  </a:cubicBezTo>
                  <a:cubicBezTo>
                    <a:pt x="349" y="1155"/>
                    <a:pt x="400" y="1136"/>
                    <a:pt x="445" y="1091"/>
                  </a:cubicBezTo>
                  <a:cubicBezTo>
                    <a:pt x="896" y="640"/>
                    <a:pt x="1487" y="415"/>
                    <a:pt x="2078" y="415"/>
                  </a:cubicBezTo>
                  <a:cubicBezTo>
                    <a:pt x="2669" y="415"/>
                    <a:pt x="3260" y="640"/>
                    <a:pt x="3711" y="1091"/>
                  </a:cubicBezTo>
                  <a:cubicBezTo>
                    <a:pt x="3756" y="1136"/>
                    <a:pt x="3807" y="1155"/>
                    <a:pt x="3855" y="1155"/>
                  </a:cubicBezTo>
                  <a:cubicBezTo>
                    <a:pt x="4015" y="1155"/>
                    <a:pt x="4152" y="947"/>
                    <a:pt x="4002" y="800"/>
                  </a:cubicBezTo>
                  <a:cubicBezTo>
                    <a:pt x="3471" y="267"/>
                    <a:pt x="2775" y="0"/>
                    <a:pt x="20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6"/>
            <p:cNvSpPr/>
            <p:nvPr/>
          </p:nvSpPr>
          <p:spPr>
            <a:xfrm>
              <a:off x="4123213" y="2747816"/>
              <a:ext cx="384307" cy="370135"/>
            </a:xfrm>
            <a:custGeom>
              <a:avLst/>
              <a:gdLst/>
              <a:ahLst/>
              <a:cxnLst/>
              <a:rect l="l" t="t" r="r" b="b"/>
              <a:pathLst>
                <a:path w="14671" h="14130" extrusionOk="0">
                  <a:moveTo>
                    <a:pt x="9284" y="8550"/>
                  </a:moveTo>
                  <a:lnTo>
                    <a:pt x="9835" y="9102"/>
                  </a:lnTo>
                  <a:lnTo>
                    <a:pt x="9482" y="9452"/>
                  </a:lnTo>
                  <a:lnTo>
                    <a:pt x="8931" y="8900"/>
                  </a:lnTo>
                  <a:cubicBezTo>
                    <a:pt x="9057" y="8783"/>
                    <a:pt x="9174" y="8670"/>
                    <a:pt x="9284" y="8550"/>
                  </a:cubicBezTo>
                  <a:close/>
                  <a:moveTo>
                    <a:pt x="5489" y="410"/>
                  </a:moveTo>
                  <a:cubicBezTo>
                    <a:pt x="7266" y="410"/>
                    <a:pt x="8901" y="1412"/>
                    <a:pt x="9698" y="3013"/>
                  </a:cubicBezTo>
                  <a:cubicBezTo>
                    <a:pt x="10531" y="4678"/>
                    <a:pt x="10301" y="6676"/>
                    <a:pt x="9116" y="8112"/>
                  </a:cubicBezTo>
                  <a:lnTo>
                    <a:pt x="9109" y="8119"/>
                  </a:lnTo>
                  <a:cubicBezTo>
                    <a:pt x="8924" y="8338"/>
                    <a:pt x="8722" y="8544"/>
                    <a:pt x="8499" y="8729"/>
                  </a:cubicBezTo>
                  <a:lnTo>
                    <a:pt x="8492" y="8732"/>
                  </a:lnTo>
                  <a:cubicBezTo>
                    <a:pt x="7618" y="9457"/>
                    <a:pt x="6554" y="9814"/>
                    <a:pt x="5492" y="9814"/>
                  </a:cubicBezTo>
                  <a:cubicBezTo>
                    <a:pt x="4285" y="9814"/>
                    <a:pt x="3081" y="9351"/>
                    <a:pt x="2170" y="8437"/>
                  </a:cubicBezTo>
                  <a:cubicBezTo>
                    <a:pt x="850" y="7121"/>
                    <a:pt x="436" y="5151"/>
                    <a:pt x="1107" y="3414"/>
                  </a:cubicBezTo>
                  <a:cubicBezTo>
                    <a:pt x="1779" y="1680"/>
                    <a:pt x="3413" y="504"/>
                    <a:pt x="5271" y="415"/>
                  </a:cubicBezTo>
                  <a:cubicBezTo>
                    <a:pt x="5344" y="412"/>
                    <a:pt x="5416" y="410"/>
                    <a:pt x="5489" y="410"/>
                  </a:cubicBezTo>
                  <a:close/>
                  <a:moveTo>
                    <a:pt x="10402" y="9187"/>
                  </a:moveTo>
                  <a:cubicBezTo>
                    <a:pt x="10441" y="9187"/>
                    <a:pt x="10481" y="9201"/>
                    <a:pt x="10514" y="9229"/>
                  </a:cubicBezTo>
                  <a:lnTo>
                    <a:pt x="11093" y="9736"/>
                  </a:lnTo>
                  <a:lnTo>
                    <a:pt x="10120" y="10709"/>
                  </a:lnTo>
                  <a:lnTo>
                    <a:pt x="9613" y="10130"/>
                  </a:lnTo>
                  <a:cubicBezTo>
                    <a:pt x="9554" y="10065"/>
                    <a:pt x="9558" y="9966"/>
                    <a:pt x="9619" y="9901"/>
                  </a:cubicBezTo>
                  <a:lnTo>
                    <a:pt x="10284" y="9236"/>
                  </a:lnTo>
                  <a:cubicBezTo>
                    <a:pt x="10316" y="9204"/>
                    <a:pt x="10359" y="9187"/>
                    <a:pt x="10402" y="9187"/>
                  </a:cubicBezTo>
                  <a:close/>
                  <a:moveTo>
                    <a:pt x="11405" y="10010"/>
                  </a:moveTo>
                  <a:lnTo>
                    <a:pt x="13786" y="12094"/>
                  </a:lnTo>
                  <a:cubicBezTo>
                    <a:pt x="14184" y="12447"/>
                    <a:pt x="14204" y="13067"/>
                    <a:pt x="13827" y="13444"/>
                  </a:cubicBezTo>
                  <a:cubicBezTo>
                    <a:pt x="13644" y="13625"/>
                    <a:pt x="13407" y="13715"/>
                    <a:pt x="13170" y="13715"/>
                  </a:cubicBezTo>
                  <a:cubicBezTo>
                    <a:pt x="12914" y="13715"/>
                    <a:pt x="12660" y="13611"/>
                    <a:pt x="12477" y="13403"/>
                  </a:cubicBezTo>
                  <a:lnTo>
                    <a:pt x="10394" y="11025"/>
                  </a:lnTo>
                  <a:lnTo>
                    <a:pt x="11405" y="10010"/>
                  </a:lnTo>
                  <a:close/>
                  <a:moveTo>
                    <a:pt x="5498" y="0"/>
                  </a:moveTo>
                  <a:cubicBezTo>
                    <a:pt x="5387" y="0"/>
                    <a:pt x="5276" y="4"/>
                    <a:pt x="5165" y="11"/>
                  </a:cubicBezTo>
                  <a:cubicBezTo>
                    <a:pt x="3160" y="141"/>
                    <a:pt x="1416" y="1433"/>
                    <a:pt x="710" y="3311"/>
                  </a:cubicBezTo>
                  <a:cubicBezTo>
                    <a:pt x="1" y="5192"/>
                    <a:pt x="456" y="7312"/>
                    <a:pt x="1877" y="8731"/>
                  </a:cubicBezTo>
                  <a:lnTo>
                    <a:pt x="1877" y="8731"/>
                  </a:lnTo>
                  <a:cubicBezTo>
                    <a:pt x="2868" y="9723"/>
                    <a:pt x="4178" y="10228"/>
                    <a:pt x="5493" y="10228"/>
                  </a:cubicBezTo>
                  <a:cubicBezTo>
                    <a:pt x="6588" y="10228"/>
                    <a:pt x="7688" y="9878"/>
                    <a:pt x="8612" y="9167"/>
                  </a:cubicBezTo>
                  <a:lnTo>
                    <a:pt x="9212" y="9767"/>
                  </a:lnTo>
                  <a:cubicBezTo>
                    <a:pt x="9112" y="9976"/>
                    <a:pt x="9146" y="10226"/>
                    <a:pt x="9297" y="10401"/>
                  </a:cubicBezTo>
                  <a:lnTo>
                    <a:pt x="12165" y="13673"/>
                  </a:lnTo>
                  <a:cubicBezTo>
                    <a:pt x="12431" y="13977"/>
                    <a:pt x="12802" y="14130"/>
                    <a:pt x="13174" y="14130"/>
                  </a:cubicBezTo>
                  <a:cubicBezTo>
                    <a:pt x="13516" y="14130"/>
                    <a:pt x="13859" y="14000"/>
                    <a:pt x="14122" y="13739"/>
                  </a:cubicBezTo>
                  <a:cubicBezTo>
                    <a:pt x="14670" y="13190"/>
                    <a:pt x="14640" y="12292"/>
                    <a:pt x="14057" y="11782"/>
                  </a:cubicBezTo>
                  <a:lnTo>
                    <a:pt x="10784" y="8921"/>
                  </a:lnTo>
                  <a:cubicBezTo>
                    <a:pt x="10677" y="8826"/>
                    <a:pt x="10542" y="8776"/>
                    <a:pt x="10405" y="8776"/>
                  </a:cubicBezTo>
                  <a:cubicBezTo>
                    <a:pt x="10319" y="8776"/>
                    <a:pt x="10232" y="8795"/>
                    <a:pt x="10151" y="8835"/>
                  </a:cubicBezTo>
                  <a:lnTo>
                    <a:pt x="9551" y="8235"/>
                  </a:lnTo>
                  <a:cubicBezTo>
                    <a:pt x="10778" y="6642"/>
                    <a:pt x="10956" y="4479"/>
                    <a:pt x="10010" y="2708"/>
                  </a:cubicBezTo>
                  <a:cubicBezTo>
                    <a:pt x="9117" y="1032"/>
                    <a:pt x="7377" y="0"/>
                    <a:pt x="5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6"/>
            <p:cNvSpPr/>
            <p:nvPr/>
          </p:nvSpPr>
          <p:spPr>
            <a:xfrm>
              <a:off x="4273258" y="2778700"/>
              <a:ext cx="97995" cy="206102"/>
            </a:xfrm>
            <a:custGeom>
              <a:avLst/>
              <a:gdLst/>
              <a:ahLst/>
              <a:cxnLst/>
              <a:rect l="l" t="t" r="r" b="b"/>
              <a:pathLst>
                <a:path w="3741" h="7868" extrusionOk="0">
                  <a:moveTo>
                    <a:pt x="297" y="1"/>
                  </a:moveTo>
                  <a:cubicBezTo>
                    <a:pt x="59" y="1"/>
                    <a:pt x="15" y="376"/>
                    <a:pt x="276" y="415"/>
                  </a:cubicBezTo>
                  <a:cubicBezTo>
                    <a:pt x="2031" y="665"/>
                    <a:pt x="3329" y="2170"/>
                    <a:pt x="3326" y="3941"/>
                  </a:cubicBezTo>
                  <a:cubicBezTo>
                    <a:pt x="3323" y="5709"/>
                    <a:pt x="2017" y="7210"/>
                    <a:pt x="262" y="7454"/>
                  </a:cubicBezTo>
                  <a:cubicBezTo>
                    <a:pt x="0" y="7490"/>
                    <a:pt x="42" y="7867"/>
                    <a:pt x="286" y="7867"/>
                  </a:cubicBezTo>
                  <a:cubicBezTo>
                    <a:pt x="297" y="7867"/>
                    <a:pt x="309" y="7867"/>
                    <a:pt x="321" y="7865"/>
                  </a:cubicBezTo>
                  <a:cubicBezTo>
                    <a:pt x="2277" y="7587"/>
                    <a:pt x="3730" y="5915"/>
                    <a:pt x="3737" y="3941"/>
                  </a:cubicBezTo>
                  <a:cubicBezTo>
                    <a:pt x="3741" y="1964"/>
                    <a:pt x="2291" y="288"/>
                    <a:pt x="334" y="4"/>
                  </a:cubicBezTo>
                  <a:cubicBezTo>
                    <a:pt x="322" y="2"/>
                    <a:pt x="309" y="1"/>
                    <a:pt x="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6"/>
            <p:cNvSpPr/>
            <p:nvPr/>
          </p:nvSpPr>
          <p:spPr>
            <a:xfrm>
              <a:off x="4153022" y="2778385"/>
              <a:ext cx="110098" cy="206626"/>
            </a:xfrm>
            <a:custGeom>
              <a:avLst/>
              <a:gdLst/>
              <a:ahLst/>
              <a:cxnLst/>
              <a:rect l="l" t="t" r="r" b="b"/>
              <a:pathLst>
                <a:path w="4203" h="7888" extrusionOk="0">
                  <a:moveTo>
                    <a:pt x="3915" y="1"/>
                  </a:moveTo>
                  <a:cubicBezTo>
                    <a:pt x="3907" y="1"/>
                    <a:pt x="3898" y="1"/>
                    <a:pt x="3889" y="2"/>
                  </a:cubicBezTo>
                  <a:cubicBezTo>
                    <a:pt x="3002" y="101"/>
                    <a:pt x="2180" y="502"/>
                    <a:pt x="1549" y="1136"/>
                  </a:cubicBezTo>
                  <a:cubicBezTo>
                    <a:pt x="0" y="2689"/>
                    <a:pt x="0" y="5201"/>
                    <a:pt x="1549" y="6753"/>
                  </a:cubicBezTo>
                  <a:cubicBezTo>
                    <a:pt x="2176" y="7387"/>
                    <a:pt x="3002" y="7784"/>
                    <a:pt x="3889" y="7887"/>
                  </a:cubicBezTo>
                  <a:lnTo>
                    <a:pt x="3913" y="7887"/>
                  </a:lnTo>
                  <a:cubicBezTo>
                    <a:pt x="3916" y="7887"/>
                    <a:pt x="3918" y="7887"/>
                    <a:pt x="3920" y="7887"/>
                  </a:cubicBezTo>
                  <a:cubicBezTo>
                    <a:pt x="4181" y="7887"/>
                    <a:pt x="4202" y="7496"/>
                    <a:pt x="3937" y="7476"/>
                  </a:cubicBezTo>
                  <a:cubicBezTo>
                    <a:pt x="3142" y="7383"/>
                    <a:pt x="2406" y="7024"/>
                    <a:pt x="1844" y="6458"/>
                  </a:cubicBezTo>
                  <a:cubicBezTo>
                    <a:pt x="456" y="5067"/>
                    <a:pt x="456" y="2819"/>
                    <a:pt x="1844" y="1428"/>
                  </a:cubicBezTo>
                  <a:cubicBezTo>
                    <a:pt x="2406" y="862"/>
                    <a:pt x="3142" y="502"/>
                    <a:pt x="3937" y="413"/>
                  </a:cubicBezTo>
                  <a:cubicBezTo>
                    <a:pt x="4051" y="400"/>
                    <a:pt x="4133" y="297"/>
                    <a:pt x="4119" y="180"/>
                  </a:cubicBezTo>
                  <a:cubicBezTo>
                    <a:pt x="4106" y="76"/>
                    <a:pt x="4018" y="1"/>
                    <a:pt x="3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4" name="Google Shape;1404;p36"/>
          <p:cNvGrpSpPr/>
          <p:nvPr/>
        </p:nvGrpSpPr>
        <p:grpSpPr>
          <a:xfrm>
            <a:off x="7010202" y="3233786"/>
            <a:ext cx="405368" cy="343993"/>
            <a:chOff x="3557977" y="3685780"/>
            <a:chExt cx="405368" cy="343993"/>
          </a:xfrm>
        </p:grpSpPr>
        <p:sp>
          <p:nvSpPr>
            <p:cNvPr id="1405" name="Google Shape;1405;p36"/>
            <p:cNvSpPr/>
            <p:nvPr/>
          </p:nvSpPr>
          <p:spPr>
            <a:xfrm>
              <a:off x="3565128" y="3691465"/>
              <a:ext cx="391065" cy="332650"/>
            </a:xfrm>
            <a:custGeom>
              <a:avLst/>
              <a:gdLst/>
              <a:ahLst/>
              <a:cxnLst/>
              <a:rect l="l" t="t" r="r" b="b"/>
              <a:pathLst>
                <a:path w="14929" h="12699" extrusionOk="0">
                  <a:moveTo>
                    <a:pt x="7465" y="1"/>
                  </a:moveTo>
                  <a:cubicBezTo>
                    <a:pt x="7004" y="1"/>
                    <a:pt x="6543" y="229"/>
                    <a:pt x="6279" y="684"/>
                  </a:cubicBezTo>
                  <a:lnTo>
                    <a:pt x="529" y="10646"/>
                  </a:lnTo>
                  <a:cubicBezTo>
                    <a:pt x="1" y="11558"/>
                    <a:pt x="659" y="12699"/>
                    <a:pt x="1711" y="12699"/>
                  </a:cubicBezTo>
                  <a:lnTo>
                    <a:pt x="13215" y="12699"/>
                  </a:lnTo>
                  <a:cubicBezTo>
                    <a:pt x="14270" y="12699"/>
                    <a:pt x="14928" y="11558"/>
                    <a:pt x="14400" y="10646"/>
                  </a:cubicBezTo>
                  <a:lnTo>
                    <a:pt x="8650" y="684"/>
                  </a:lnTo>
                  <a:cubicBezTo>
                    <a:pt x="8386" y="229"/>
                    <a:pt x="7925" y="1"/>
                    <a:pt x="7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6"/>
            <p:cNvSpPr/>
            <p:nvPr/>
          </p:nvSpPr>
          <p:spPr>
            <a:xfrm>
              <a:off x="3603294" y="3721956"/>
              <a:ext cx="314733" cy="271747"/>
            </a:xfrm>
            <a:custGeom>
              <a:avLst/>
              <a:gdLst/>
              <a:ahLst/>
              <a:cxnLst/>
              <a:rect l="l" t="t" r="r" b="b"/>
              <a:pathLst>
                <a:path w="12015" h="10374" extrusionOk="0">
                  <a:moveTo>
                    <a:pt x="6008" y="0"/>
                  </a:moveTo>
                  <a:cubicBezTo>
                    <a:pt x="5938" y="0"/>
                    <a:pt x="5869" y="34"/>
                    <a:pt x="5829" y="103"/>
                  </a:cubicBezTo>
                  <a:lnTo>
                    <a:pt x="79" y="10065"/>
                  </a:lnTo>
                  <a:cubicBezTo>
                    <a:pt x="0" y="10202"/>
                    <a:pt x="96" y="10373"/>
                    <a:pt x="254" y="10373"/>
                  </a:cubicBezTo>
                  <a:lnTo>
                    <a:pt x="11758" y="10373"/>
                  </a:lnTo>
                  <a:cubicBezTo>
                    <a:pt x="11915" y="10373"/>
                    <a:pt x="12015" y="10202"/>
                    <a:pt x="11936" y="10065"/>
                  </a:cubicBezTo>
                  <a:lnTo>
                    <a:pt x="6186" y="103"/>
                  </a:lnTo>
                  <a:cubicBezTo>
                    <a:pt x="6146" y="34"/>
                    <a:pt x="6077" y="0"/>
                    <a:pt x="60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6"/>
            <p:cNvSpPr/>
            <p:nvPr/>
          </p:nvSpPr>
          <p:spPr>
            <a:xfrm>
              <a:off x="3728506" y="3919964"/>
              <a:ext cx="56214" cy="48146"/>
            </a:xfrm>
            <a:custGeom>
              <a:avLst/>
              <a:gdLst/>
              <a:ahLst/>
              <a:cxnLst/>
              <a:rect l="l" t="t" r="r" b="b"/>
              <a:pathLst>
                <a:path w="2146" h="1838" extrusionOk="0">
                  <a:moveTo>
                    <a:pt x="1228" y="1"/>
                  </a:moveTo>
                  <a:cubicBezTo>
                    <a:pt x="409" y="1"/>
                    <a:pt x="1" y="988"/>
                    <a:pt x="580" y="1567"/>
                  </a:cubicBezTo>
                  <a:cubicBezTo>
                    <a:pt x="766" y="1754"/>
                    <a:pt x="995" y="1838"/>
                    <a:pt x="1221" y="1838"/>
                  </a:cubicBezTo>
                  <a:cubicBezTo>
                    <a:pt x="1692" y="1838"/>
                    <a:pt x="2146" y="1471"/>
                    <a:pt x="2146" y="919"/>
                  </a:cubicBezTo>
                  <a:cubicBezTo>
                    <a:pt x="2146" y="412"/>
                    <a:pt x="1735" y="1"/>
                    <a:pt x="12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6"/>
            <p:cNvSpPr/>
            <p:nvPr/>
          </p:nvSpPr>
          <p:spPr>
            <a:xfrm>
              <a:off x="3739823" y="3787286"/>
              <a:ext cx="41676" cy="113136"/>
            </a:xfrm>
            <a:custGeom>
              <a:avLst/>
              <a:gdLst/>
              <a:ahLst/>
              <a:cxnLst/>
              <a:rect l="l" t="t" r="r" b="b"/>
              <a:pathLst>
                <a:path w="1591" h="4319" extrusionOk="0">
                  <a:moveTo>
                    <a:pt x="539" y="1"/>
                  </a:moveTo>
                  <a:cubicBezTo>
                    <a:pt x="240" y="1"/>
                    <a:pt x="1" y="241"/>
                    <a:pt x="1" y="539"/>
                  </a:cubicBezTo>
                  <a:lnTo>
                    <a:pt x="1" y="3777"/>
                  </a:lnTo>
                  <a:cubicBezTo>
                    <a:pt x="1" y="4075"/>
                    <a:pt x="240" y="4319"/>
                    <a:pt x="539" y="4319"/>
                  </a:cubicBezTo>
                  <a:lnTo>
                    <a:pt x="1053" y="4319"/>
                  </a:lnTo>
                  <a:cubicBezTo>
                    <a:pt x="1347" y="4319"/>
                    <a:pt x="1591" y="4075"/>
                    <a:pt x="1591" y="3777"/>
                  </a:cubicBezTo>
                  <a:lnTo>
                    <a:pt x="1591" y="539"/>
                  </a:lnTo>
                  <a:cubicBezTo>
                    <a:pt x="1591" y="241"/>
                    <a:pt x="1351" y="1"/>
                    <a:pt x="10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6"/>
            <p:cNvSpPr/>
            <p:nvPr/>
          </p:nvSpPr>
          <p:spPr>
            <a:xfrm>
              <a:off x="3557977" y="3685780"/>
              <a:ext cx="405368" cy="343993"/>
            </a:xfrm>
            <a:custGeom>
              <a:avLst/>
              <a:gdLst/>
              <a:ahLst/>
              <a:cxnLst/>
              <a:rect l="l" t="t" r="r" b="b"/>
              <a:pathLst>
                <a:path w="15475" h="13132" extrusionOk="0">
                  <a:moveTo>
                    <a:pt x="7728" y="0"/>
                  </a:moveTo>
                  <a:cubicBezTo>
                    <a:pt x="7163" y="0"/>
                    <a:pt x="6643" y="301"/>
                    <a:pt x="6363" y="792"/>
                  </a:cubicBezTo>
                  <a:lnTo>
                    <a:pt x="1395" y="9400"/>
                  </a:lnTo>
                  <a:cubicBezTo>
                    <a:pt x="1329" y="9503"/>
                    <a:pt x="1364" y="9640"/>
                    <a:pt x="1470" y="9701"/>
                  </a:cubicBezTo>
                  <a:cubicBezTo>
                    <a:pt x="1504" y="9721"/>
                    <a:pt x="1542" y="9731"/>
                    <a:pt x="1579" y="9731"/>
                  </a:cubicBezTo>
                  <a:cubicBezTo>
                    <a:pt x="1657" y="9731"/>
                    <a:pt x="1732" y="9690"/>
                    <a:pt x="1772" y="9616"/>
                  </a:cubicBezTo>
                  <a:lnTo>
                    <a:pt x="6740" y="1011"/>
                  </a:lnTo>
                  <a:cubicBezTo>
                    <a:pt x="6961" y="627"/>
                    <a:pt x="7349" y="435"/>
                    <a:pt x="7736" y="435"/>
                  </a:cubicBezTo>
                  <a:cubicBezTo>
                    <a:pt x="8123" y="435"/>
                    <a:pt x="8510" y="627"/>
                    <a:pt x="8731" y="1011"/>
                  </a:cubicBezTo>
                  <a:lnTo>
                    <a:pt x="14485" y="10973"/>
                  </a:lnTo>
                  <a:cubicBezTo>
                    <a:pt x="14927" y="11740"/>
                    <a:pt x="14372" y="12696"/>
                    <a:pt x="13488" y="12696"/>
                  </a:cubicBezTo>
                  <a:lnTo>
                    <a:pt x="1984" y="12696"/>
                  </a:lnTo>
                  <a:cubicBezTo>
                    <a:pt x="1100" y="12696"/>
                    <a:pt x="548" y="11740"/>
                    <a:pt x="990" y="10973"/>
                  </a:cubicBezTo>
                  <a:lnTo>
                    <a:pt x="1340" y="10366"/>
                  </a:lnTo>
                  <a:cubicBezTo>
                    <a:pt x="1438" y="10195"/>
                    <a:pt x="1292" y="10038"/>
                    <a:pt x="1143" y="10038"/>
                  </a:cubicBezTo>
                  <a:cubicBezTo>
                    <a:pt x="1075" y="10038"/>
                    <a:pt x="1006" y="10071"/>
                    <a:pt x="959" y="10150"/>
                  </a:cubicBezTo>
                  <a:lnTo>
                    <a:pt x="613" y="10753"/>
                  </a:lnTo>
                  <a:cubicBezTo>
                    <a:pt x="1" y="11811"/>
                    <a:pt x="762" y="13132"/>
                    <a:pt x="1979" y="13132"/>
                  </a:cubicBezTo>
                  <a:cubicBezTo>
                    <a:pt x="1981" y="13132"/>
                    <a:pt x="1982" y="13132"/>
                    <a:pt x="1984" y="13132"/>
                  </a:cubicBezTo>
                  <a:lnTo>
                    <a:pt x="13488" y="13132"/>
                  </a:lnTo>
                  <a:cubicBezTo>
                    <a:pt x="13489" y="13132"/>
                    <a:pt x="13491" y="13132"/>
                    <a:pt x="13492" y="13132"/>
                  </a:cubicBezTo>
                  <a:cubicBezTo>
                    <a:pt x="14713" y="13132"/>
                    <a:pt x="15474" y="11811"/>
                    <a:pt x="14862" y="10753"/>
                  </a:cubicBezTo>
                  <a:lnTo>
                    <a:pt x="9112" y="792"/>
                  </a:lnTo>
                  <a:cubicBezTo>
                    <a:pt x="8832" y="301"/>
                    <a:pt x="8309" y="0"/>
                    <a:pt x="7747" y="0"/>
                  </a:cubicBezTo>
                  <a:cubicBezTo>
                    <a:pt x="7744" y="0"/>
                    <a:pt x="7741" y="0"/>
                    <a:pt x="7738" y="0"/>
                  </a:cubicBezTo>
                  <a:cubicBezTo>
                    <a:pt x="7734" y="0"/>
                    <a:pt x="7731" y="0"/>
                    <a:pt x="77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6"/>
            <p:cNvSpPr/>
            <p:nvPr/>
          </p:nvSpPr>
          <p:spPr>
            <a:xfrm>
              <a:off x="3596117" y="3716166"/>
              <a:ext cx="329088" cy="283168"/>
            </a:xfrm>
            <a:custGeom>
              <a:avLst/>
              <a:gdLst/>
              <a:ahLst/>
              <a:cxnLst/>
              <a:rect l="l" t="t" r="r" b="b"/>
              <a:pathLst>
                <a:path w="12563" h="10810" extrusionOk="0">
                  <a:moveTo>
                    <a:pt x="6282" y="451"/>
                  </a:moveTo>
                  <a:lnTo>
                    <a:pt x="12011" y="10375"/>
                  </a:lnTo>
                  <a:lnTo>
                    <a:pt x="552" y="10375"/>
                  </a:lnTo>
                  <a:lnTo>
                    <a:pt x="6282" y="451"/>
                  </a:lnTo>
                  <a:close/>
                  <a:moveTo>
                    <a:pt x="6280" y="1"/>
                  </a:moveTo>
                  <a:cubicBezTo>
                    <a:pt x="6138" y="1"/>
                    <a:pt x="5995" y="72"/>
                    <a:pt x="5915" y="214"/>
                  </a:cubicBezTo>
                  <a:lnTo>
                    <a:pt x="161" y="10176"/>
                  </a:lnTo>
                  <a:cubicBezTo>
                    <a:pt x="0" y="10457"/>
                    <a:pt x="202" y="10810"/>
                    <a:pt x="528" y="10810"/>
                  </a:cubicBezTo>
                  <a:lnTo>
                    <a:pt x="12032" y="10810"/>
                  </a:lnTo>
                  <a:cubicBezTo>
                    <a:pt x="12357" y="10810"/>
                    <a:pt x="12563" y="10457"/>
                    <a:pt x="12398" y="10176"/>
                  </a:cubicBezTo>
                  <a:lnTo>
                    <a:pt x="6648" y="214"/>
                  </a:lnTo>
                  <a:cubicBezTo>
                    <a:pt x="6566" y="72"/>
                    <a:pt x="6423" y="1"/>
                    <a:pt x="6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6"/>
            <p:cNvSpPr/>
            <p:nvPr/>
          </p:nvSpPr>
          <p:spPr>
            <a:xfrm>
              <a:off x="3720884" y="3914227"/>
              <a:ext cx="69495" cy="59541"/>
            </a:xfrm>
            <a:custGeom>
              <a:avLst/>
              <a:gdLst/>
              <a:ahLst/>
              <a:cxnLst/>
              <a:rect l="l" t="t" r="r" b="b"/>
              <a:pathLst>
                <a:path w="2653" h="2273" extrusionOk="0">
                  <a:moveTo>
                    <a:pt x="1512" y="436"/>
                  </a:moveTo>
                  <a:cubicBezTo>
                    <a:pt x="1872" y="436"/>
                    <a:pt x="2218" y="716"/>
                    <a:pt x="2218" y="1138"/>
                  </a:cubicBezTo>
                  <a:cubicBezTo>
                    <a:pt x="2218" y="1522"/>
                    <a:pt x="1906" y="1837"/>
                    <a:pt x="1519" y="1837"/>
                  </a:cubicBezTo>
                  <a:cubicBezTo>
                    <a:pt x="895" y="1837"/>
                    <a:pt x="583" y="1083"/>
                    <a:pt x="1025" y="641"/>
                  </a:cubicBezTo>
                  <a:cubicBezTo>
                    <a:pt x="1167" y="500"/>
                    <a:pt x="1341" y="436"/>
                    <a:pt x="1512" y="436"/>
                  </a:cubicBezTo>
                  <a:close/>
                  <a:moveTo>
                    <a:pt x="1519" y="0"/>
                  </a:moveTo>
                  <a:cubicBezTo>
                    <a:pt x="508" y="0"/>
                    <a:pt x="0" y="1224"/>
                    <a:pt x="717" y="1940"/>
                  </a:cubicBezTo>
                  <a:cubicBezTo>
                    <a:pt x="932" y="2158"/>
                    <a:pt x="1223" y="2273"/>
                    <a:pt x="1519" y="2273"/>
                  </a:cubicBezTo>
                  <a:cubicBezTo>
                    <a:pt x="1665" y="2273"/>
                    <a:pt x="1813" y="2244"/>
                    <a:pt x="1954" y="2187"/>
                  </a:cubicBezTo>
                  <a:cubicBezTo>
                    <a:pt x="2379" y="2008"/>
                    <a:pt x="2653" y="1597"/>
                    <a:pt x="2653" y="1138"/>
                  </a:cubicBezTo>
                  <a:cubicBezTo>
                    <a:pt x="2653" y="511"/>
                    <a:pt x="2146" y="0"/>
                    <a:pt x="1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6"/>
            <p:cNvSpPr/>
            <p:nvPr/>
          </p:nvSpPr>
          <p:spPr>
            <a:xfrm>
              <a:off x="3734086" y="3781628"/>
              <a:ext cx="53150" cy="124531"/>
            </a:xfrm>
            <a:custGeom>
              <a:avLst/>
              <a:gdLst/>
              <a:ahLst/>
              <a:cxnLst/>
              <a:rect l="l" t="t" r="r" b="b"/>
              <a:pathLst>
                <a:path w="2029" h="4754" extrusionOk="0">
                  <a:moveTo>
                    <a:pt x="758" y="1"/>
                  </a:moveTo>
                  <a:cubicBezTo>
                    <a:pt x="339" y="1"/>
                    <a:pt x="0" y="340"/>
                    <a:pt x="0" y="758"/>
                  </a:cubicBezTo>
                  <a:lnTo>
                    <a:pt x="0" y="3997"/>
                  </a:lnTo>
                  <a:cubicBezTo>
                    <a:pt x="0" y="4415"/>
                    <a:pt x="339" y="4750"/>
                    <a:pt x="758" y="4754"/>
                  </a:cubicBezTo>
                  <a:lnTo>
                    <a:pt x="1272" y="4754"/>
                  </a:lnTo>
                  <a:cubicBezTo>
                    <a:pt x="1690" y="4750"/>
                    <a:pt x="2025" y="4411"/>
                    <a:pt x="2029" y="3993"/>
                  </a:cubicBezTo>
                  <a:lnTo>
                    <a:pt x="2029" y="2064"/>
                  </a:lnTo>
                  <a:cubicBezTo>
                    <a:pt x="2029" y="1918"/>
                    <a:pt x="1919" y="1845"/>
                    <a:pt x="1810" y="1845"/>
                  </a:cubicBezTo>
                  <a:cubicBezTo>
                    <a:pt x="1700" y="1845"/>
                    <a:pt x="1590" y="1918"/>
                    <a:pt x="1590" y="2064"/>
                  </a:cubicBezTo>
                  <a:lnTo>
                    <a:pt x="1590" y="3993"/>
                  </a:lnTo>
                  <a:cubicBezTo>
                    <a:pt x="1590" y="4171"/>
                    <a:pt x="1446" y="4315"/>
                    <a:pt x="1272" y="4315"/>
                  </a:cubicBezTo>
                  <a:lnTo>
                    <a:pt x="758" y="4315"/>
                  </a:lnTo>
                  <a:cubicBezTo>
                    <a:pt x="579" y="4315"/>
                    <a:pt x="435" y="4171"/>
                    <a:pt x="435" y="3993"/>
                  </a:cubicBezTo>
                  <a:lnTo>
                    <a:pt x="435" y="755"/>
                  </a:lnTo>
                  <a:cubicBezTo>
                    <a:pt x="435" y="580"/>
                    <a:pt x="579" y="436"/>
                    <a:pt x="758" y="436"/>
                  </a:cubicBezTo>
                  <a:lnTo>
                    <a:pt x="1272" y="436"/>
                  </a:lnTo>
                  <a:cubicBezTo>
                    <a:pt x="1446" y="436"/>
                    <a:pt x="1590" y="580"/>
                    <a:pt x="1590" y="755"/>
                  </a:cubicBezTo>
                  <a:lnTo>
                    <a:pt x="1590" y="1193"/>
                  </a:lnTo>
                  <a:cubicBezTo>
                    <a:pt x="1590" y="1313"/>
                    <a:pt x="1690" y="1413"/>
                    <a:pt x="1810" y="1413"/>
                  </a:cubicBezTo>
                  <a:cubicBezTo>
                    <a:pt x="1930" y="1413"/>
                    <a:pt x="2029" y="1313"/>
                    <a:pt x="2029" y="1193"/>
                  </a:cubicBezTo>
                  <a:lnTo>
                    <a:pt x="2029" y="758"/>
                  </a:lnTo>
                  <a:cubicBezTo>
                    <a:pt x="2025" y="340"/>
                    <a:pt x="1690" y="1"/>
                    <a:pt x="1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3" name="Google Shape;1413;p36"/>
          <p:cNvGrpSpPr/>
          <p:nvPr/>
        </p:nvGrpSpPr>
        <p:grpSpPr>
          <a:xfrm>
            <a:off x="1731598" y="1390112"/>
            <a:ext cx="389347" cy="353284"/>
            <a:chOff x="2188048" y="1983562"/>
            <a:chExt cx="389347" cy="353284"/>
          </a:xfrm>
        </p:grpSpPr>
        <p:sp>
          <p:nvSpPr>
            <p:cNvPr id="1414" name="Google Shape;1414;p36"/>
            <p:cNvSpPr/>
            <p:nvPr/>
          </p:nvSpPr>
          <p:spPr>
            <a:xfrm>
              <a:off x="2258468" y="2033211"/>
              <a:ext cx="253935" cy="253935"/>
            </a:xfrm>
            <a:custGeom>
              <a:avLst/>
              <a:gdLst/>
              <a:ahLst/>
              <a:cxnLst/>
              <a:rect l="l" t="t" r="r" b="b"/>
              <a:pathLst>
                <a:path w="9682" h="9682" extrusionOk="0">
                  <a:moveTo>
                    <a:pt x="4841" y="0"/>
                  </a:moveTo>
                  <a:cubicBezTo>
                    <a:pt x="2170" y="0"/>
                    <a:pt x="0" y="2171"/>
                    <a:pt x="0" y="4841"/>
                  </a:cubicBezTo>
                  <a:cubicBezTo>
                    <a:pt x="0" y="7516"/>
                    <a:pt x="2170" y="9682"/>
                    <a:pt x="4841" y="9682"/>
                  </a:cubicBezTo>
                  <a:cubicBezTo>
                    <a:pt x="7516" y="9682"/>
                    <a:pt x="9681" y="7516"/>
                    <a:pt x="9681" y="4841"/>
                  </a:cubicBezTo>
                  <a:cubicBezTo>
                    <a:pt x="9681" y="2171"/>
                    <a:pt x="7516" y="0"/>
                    <a:pt x="48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6"/>
            <p:cNvSpPr/>
            <p:nvPr/>
          </p:nvSpPr>
          <p:spPr>
            <a:xfrm>
              <a:off x="2311081" y="2034601"/>
              <a:ext cx="200824" cy="250525"/>
            </a:xfrm>
            <a:custGeom>
              <a:avLst/>
              <a:gdLst/>
              <a:ahLst/>
              <a:cxnLst/>
              <a:rect l="l" t="t" r="r" b="b"/>
              <a:pathLst>
                <a:path w="7657" h="9552" extrusionOk="0">
                  <a:moveTo>
                    <a:pt x="3533" y="0"/>
                  </a:moveTo>
                  <a:lnTo>
                    <a:pt x="3542" y="5"/>
                  </a:lnTo>
                  <a:lnTo>
                    <a:pt x="3865" y="405"/>
                  </a:lnTo>
                  <a:cubicBezTo>
                    <a:pt x="3903" y="448"/>
                    <a:pt x="3913" y="515"/>
                    <a:pt x="3889" y="573"/>
                  </a:cubicBezTo>
                  <a:lnTo>
                    <a:pt x="3614" y="1218"/>
                  </a:lnTo>
                  <a:lnTo>
                    <a:pt x="3258" y="578"/>
                  </a:lnTo>
                  <a:lnTo>
                    <a:pt x="2623" y="578"/>
                  </a:lnTo>
                  <a:lnTo>
                    <a:pt x="2180" y="1425"/>
                  </a:lnTo>
                  <a:cubicBezTo>
                    <a:pt x="2118" y="1545"/>
                    <a:pt x="2200" y="1689"/>
                    <a:pt x="2334" y="1699"/>
                  </a:cubicBezTo>
                  <a:lnTo>
                    <a:pt x="2686" y="1728"/>
                  </a:lnTo>
                  <a:lnTo>
                    <a:pt x="2974" y="1324"/>
                  </a:lnTo>
                  <a:lnTo>
                    <a:pt x="3263" y="1689"/>
                  </a:lnTo>
                  <a:lnTo>
                    <a:pt x="3181" y="2252"/>
                  </a:lnTo>
                  <a:lnTo>
                    <a:pt x="2431" y="2368"/>
                  </a:lnTo>
                  <a:lnTo>
                    <a:pt x="1656" y="2936"/>
                  </a:lnTo>
                  <a:lnTo>
                    <a:pt x="1560" y="3325"/>
                  </a:lnTo>
                  <a:cubicBezTo>
                    <a:pt x="1542" y="3397"/>
                    <a:pt x="1474" y="3451"/>
                    <a:pt x="1400" y="3451"/>
                  </a:cubicBezTo>
                  <a:cubicBezTo>
                    <a:pt x="1394" y="3451"/>
                    <a:pt x="1388" y="3451"/>
                    <a:pt x="1382" y="3450"/>
                  </a:cubicBezTo>
                  <a:lnTo>
                    <a:pt x="1088" y="3417"/>
                  </a:lnTo>
                  <a:cubicBezTo>
                    <a:pt x="1081" y="3416"/>
                    <a:pt x="1074" y="3415"/>
                    <a:pt x="1067" y="3415"/>
                  </a:cubicBezTo>
                  <a:cubicBezTo>
                    <a:pt x="998" y="3415"/>
                    <a:pt x="937" y="3457"/>
                    <a:pt x="915" y="3523"/>
                  </a:cubicBezTo>
                  <a:lnTo>
                    <a:pt x="751" y="3960"/>
                  </a:lnTo>
                  <a:cubicBezTo>
                    <a:pt x="718" y="4052"/>
                    <a:pt x="766" y="4153"/>
                    <a:pt x="862" y="4177"/>
                  </a:cubicBezTo>
                  <a:lnTo>
                    <a:pt x="1391" y="4331"/>
                  </a:lnTo>
                  <a:lnTo>
                    <a:pt x="1694" y="3653"/>
                  </a:lnTo>
                  <a:cubicBezTo>
                    <a:pt x="1738" y="3566"/>
                    <a:pt x="1810" y="3499"/>
                    <a:pt x="1901" y="3470"/>
                  </a:cubicBezTo>
                  <a:lnTo>
                    <a:pt x="2758" y="3195"/>
                  </a:lnTo>
                  <a:lnTo>
                    <a:pt x="3470" y="3739"/>
                  </a:lnTo>
                  <a:lnTo>
                    <a:pt x="3845" y="3580"/>
                  </a:lnTo>
                  <a:lnTo>
                    <a:pt x="4096" y="3855"/>
                  </a:lnTo>
                  <a:lnTo>
                    <a:pt x="4606" y="3811"/>
                  </a:lnTo>
                  <a:cubicBezTo>
                    <a:pt x="4609" y="3811"/>
                    <a:pt x="4612" y="3811"/>
                    <a:pt x="4616" y="3811"/>
                  </a:cubicBezTo>
                  <a:cubicBezTo>
                    <a:pt x="4698" y="3811"/>
                    <a:pt x="4770" y="3867"/>
                    <a:pt x="4788" y="3946"/>
                  </a:cubicBezTo>
                  <a:lnTo>
                    <a:pt x="4808" y="4057"/>
                  </a:lnTo>
                  <a:cubicBezTo>
                    <a:pt x="4846" y="4254"/>
                    <a:pt x="4707" y="4442"/>
                    <a:pt x="4509" y="4456"/>
                  </a:cubicBezTo>
                  <a:lnTo>
                    <a:pt x="3667" y="4523"/>
                  </a:lnTo>
                  <a:cubicBezTo>
                    <a:pt x="3571" y="4528"/>
                    <a:pt x="3504" y="4624"/>
                    <a:pt x="3533" y="4716"/>
                  </a:cubicBezTo>
                  <a:cubicBezTo>
                    <a:pt x="3566" y="4819"/>
                    <a:pt x="3485" y="4912"/>
                    <a:pt x="3389" y="4912"/>
                  </a:cubicBezTo>
                  <a:cubicBezTo>
                    <a:pt x="3373" y="4912"/>
                    <a:pt x="3357" y="4909"/>
                    <a:pt x="3340" y="4904"/>
                  </a:cubicBezTo>
                  <a:lnTo>
                    <a:pt x="2710" y="4697"/>
                  </a:lnTo>
                  <a:cubicBezTo>
                    <a:pt x="2628" y="4668"/>
                    <a:pt x="2565" y="4596"/>
                    <a:pt x="2551" y="4509"/>
                  </a:cubicBezTo>
                  <a:cubicBezTo>
                    <a:pt x="2532" y="4392"/>
                    <a:pt x="2436" y="4307"/>
                    <a:pt x="2320" y="4307"/>
                  </a:cubicBezTo>
                  <a:cubicBezTo>
                    <a:pt x="2317" y="4307"/>
                    <a:pt x="2314" y="4307"/>
                    <a:pt x="2310" y="4307"/>
                  </a:cubicBezTo>
                  <a:lnTo>
                    <a:pt x="1391" y="4331"/>
                  </a:lnTo>
                  <a:lnTo>
                    <a:pt x="891" y="4552"/>
                  </a:lnTo>
                  <a:cubicBezTo>
                    <a:pt x="771" y="4605"/>
                    <a:pt x="694" y="4716"/>
                    <a:pt x="689" y="4846"/>
                  </a:cubicBezTo>
                  <a:lnTo>
                    <a:pt x="684" y="5009"/>
                  </a:lnTo>
                  <a:lnTo>
                    <a:pt x="83" y="5697"/>
                  </a:lnTo>
                  <a:cubicBezTo>
                    <a:pt x="30" y="5755"/>
                    <a:pt x="1" y="5832"/>
                    <a:pt x="1" y="5914"/>
                  </a:cubicBezTo>
                  <a:lnTo>
                    <a:pt x="1" y="6650"/>
                  </a:lnTo>
                  <a:cubicBezTo>
                    <a:pt x="1" y="6785"/>
                    <a:pt x="54" y="6915"/>
                    <a:pt x="155" y="7011"/>
                  </a:cubicBezTo>
                  <a:lnTo>
                    <a:pt x="679" y="7516"/>
                  </a:lnTo>
                  <a:cubicBezTo>
                    <a:pt x="761" y="7598"/>
                    <a:pt x="867" y="7646"/>
                    <a:pt x="982" y="7656"/>
                  </a:cubicBezTo>
                  <a:lnTo>
                    <a:pt x="2739" y="7805"/>
                  </a:lnTo>
                  <a:lnTo>
                    <a:pt x="2705" y="8055"/>
                  </a:lnTo>
                  <a:cubicBezTo>
                    <a:pt x="2690" y="8176"/>
                    <a:pt x="2739" y="8296"/>
                    <a:pt x="2835" y="8368"/>
                  </a:cubicBezTo>
                  <a:lnTo>
                    <a:pt x="3225" y="8652"/>
                  </a:lnTo>
                  <a:lnTo>
                    <a:pt x="3162" y="8844"/>
                  </a:lnTo>
                  <a:cubicBezTo>
                    <a:pt x="3124" y="8974"/>
                    <a:pt x="3162" y="9114"/>
                    <a:pt x="3268" y="9200"/>
                  </a:cubicBezTo>
                  <a:lnTo>
                    <a:pt x="3677" y="9552"/>
                  </a:lnTo>
                  <a:lnTo>
                    <a:pt x="4841" y="9181"/>
                  </a:lnTo>
                  <a:lnTo>
                    <a:pt x="5472" y="8431"/>
                  </a:lnTo>
                  <a:cubicBezTo>
                    <a:pt x="5573" y="8305"/>
                    <a:pt x="5659" y="8166"/>
                    <a:pt x="5722" y="8022"/>
                  </a:cubicBezTo>
                  <a:lnTo>
                    <a:pt x="6626" y="5928"/>
                  </a:lnTo>
                  <a:lnTo>
                    <a:pt x="6626" y="5928"/>
                  </a:lnTo>
                  <a:lnTo>
                    <a:pt x="6049" y="5972"/>
                  </a:lnTo>
                  <a:cubicBezTo>
                    <a:pt x="6049" y="5972"/>
                    <a:pt x="6049" y="5972"/>
                    <a:pt x="6048" y="5972"/>
                  </a:cubicBezTo>
                  <a:cubicBezTo>
                    <a:pt x="5942" y="5972"/>
                    <a:pt x="6901" y="4663"/>
                    <a:pt x="6829" y="4576"/>
                  </a:cubicBezTo>
                  <a:lnTo>
                    <a:pt x="6617" y="4158"/>
                  </a:lnTo>
                  <a:lnTo>
                    <a:pt x="7040" y="3946"/>
                  </a:lnTo>
                  <a:lnTo>
                    <a:pt x="7656" y="4384"/>
                  </a:lnTo>
                  <a:cubicBezTo>
                    <a:pt x="7469" y="2142"/>
                    <a:pt x="5760" y="323"/>
                    <a:pt x="35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6"/>
            <p:cNvSpPr/>
            <p:nvPr/>
          </p:nvSpPr>
          <p:spPr>
            <a:xfrm>
              <a:off x="2233342" y="2035860"/>
              <a:ext cx="241582" cy="251338"/>
            </a:xfrm>
            <a:custGeom>
              <a:avLst/>
              <a:gdLst/>
              <a:ahLst/>
              <a:cxnLst/>
              <a:rect l="l" t="t" r="r" b="b"/>
              <a:pathLst>
                <a:path w="9211" h="9583" extrusionOk="0">
                  <a:moveTo>
                    <a:pt x="4812" y="1"/>
                  </a:moveTo>
                  <a:cubicBezTo>
                    <a:pt x="1642" y="660"/>
                    <a:pt x="1" y="4187"/>
                    <a:pt x="1536" y="7035"/>
                  </a:cubicBezTo>
                  <a:cubicBezTo>
                    <a:pt x="2427" y="8695"/>
                    <a:pt x="4105" y="9582"/>
                    <a:pt x="5805" y="9582"/>
                  </a:cubicBezTo>
                  <a:cubicBezTo>
                    <a:pt x="7022" y="9582"/>
                    <a:pt x="8251" y="9127"/>
                    <a:pt x="9210" y="8176"/>
                  </a:cubicBezTo>
                  <a:lnTo>
                    <a:pt x="9210" y="8176"/>
                  </a:lnTo>
                  <a:cubicBezTo>
                    <a:pt x="8883" y="8243"/>
                    <a:pt x="8551" y="8277"/>
                    <a:pt x="8219" y="8277"/>
                  </a:cubicBezTo>
                  <a:cubicBezTo>
                    <a:pt x="6261" y="8277"/>
                    <a:pt x="4490" y="7093"/>
                    <a:pt x="3744" y="5284"/>
                  </a:cubicBezTo>
                  <a:cubicBezTo>
                    <a:pt x="2998" y="3470"/>
                    <a:pt x="3417" y="1381"/>
                    <a:pt x="4812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6"/>
            <p:cNvSpPr/>
            <p:nvPr/>
          </p:nvSpPr>
          <p:spPr>
            <a:xfrm>
              <a:off x="2310950" y="2166342"/>
              <a:ext cx="146061" cy="118915"/>
            </a:xfrm>
            <a:custGeom>
              <a:avLst/>
              <a:gdLst/>
              <a:ahLst/>
              <a:cxnLst/>
              <a:rect l="l" t="t" r="r" b="b"/>
              <a:pathLst>
                <a:path w="5569" h="4534" extrusionOk="0">
                  <a:moveTo>
                    <a:pt x="670" y="1"/>
                  </a:moveTo>
                  <a:lnTo>
                    <a:pt x="88" y="670"/>
                  </a:lnTo>
                  <a:cubicBezTo>
                    <a:pt x="35" y="732"/>
                    <a:pt x="1" y="809"/>
                    <a:pt x="1" y="891"/>
                  </a:cubicBezTo>
                  <a:lnTo>
                    <a:pt x="1" y="1622"/>
                  </a:lnTo>
                  <a:cubicBezTo>
                    <a:pt x="1" y="1762"/>
                    <a:pt x="59" y="1892"/>
                    <a:pt x="155" y="1983"/>
                  </a:cubicBezTo>
                  <a:lnTo>
                    <a:pt x="684" y="2493"/>
                  </a:lnTo>
                  <a:cubicBezTo>
                    <a:pt x="766" y="2570"/>
                    <a:pt x="872" y="2623"/>
                    <a:pt x="987" y="2633"/>
                  </a:cubicBezTo>
                  <a:lnTo>
                    <a:pt x="2566" y="2768"/>
                  </a:lnTo>
                  <a:cubicBezTo>
                    <a:pt x="2662" y="2777"/>
                    <a:pt x="2734" y="2864"/>
                    <a:pt x="2724" y="2960"/>
                  </a:cubicBezTo>
                  <a:lnTo>
                    <a:pt x="2715" y="3037"/>
                  </a:lnTo>
                  <a:cubicBezTo>
                    <a:pt x="2700" y="3153"/>
                    <a:pt x="2748" y="3273"/>
                    <a:pt x="2845" y="3345"/>
                  </a:cubicBezTo>
                  <a:lnTo>
                    <a:pt x="3234" y="3634"/>
                  </a:lnTo>
                  <a:lnTo>
                    <a:pt x="3172" y="3826"/>
                  </a:lnTo>
                  <a:cubicBezTo>
                    <a:pt x="3133" y="3951"/>
                    <a:pt x="3172" y="4091"/>
                    <a:pt x="3278" y="4177"/>
                  </a:cubicBezTo>
                  <a:lnTo>
                    <a:pt x="3687" y="4533"/>
                  </a:lnTo>
                  <a:lnTo>
                    <a:pt x="3696" y="4533"/>
                  </a:lnTo>
                  <a:cubicBezTo>
                    <a:pt x="3985" y="4481"/>
                    <a:pt x="4269" y="4399"/>
                    <a:pt x="4548" y="4298"/>
                  </a:cubicBezTo>
                  <a:lnTo>
                    <a:pt x="4611" y="4269"/>
                  </a:lnTo>
                  <a:cubicBezTo>
                    <a:pt x="4673" y="4250"/>
                    <a:pt x="4731" y="4221"/>
                    <a:pt x="4789" y="4197"/>
                  </a:cubicBezTo>
                  <a:lnTo>
                    <a:pt x="4846" y="4173"/>
                  </a:lnTo>
                  <a:lnTo>
                    <a:pt x="5486" y="3408"/>
                  </a:lnTo>
                  <a:cubicBezTo>
                    <a:pt x="5515" y="3369"/>
                    <a:pt x="5539" y="3331"/>
                    <a:pt x="5568" y="3292"/>
                  </a:cubicBezTo>
                  <a:lnTo>
                    <a:pt x="5568" y="3292"/>
                  </a:lnTo>
                  <a:cubicBezTo>
                    <a:pt x="5462" y="3302"/>
                    <a:pt x="5361" y="3302"/>
                    <a:pt x="5260" y="3302"/>
                  </a:cubicBezTo>
                  <a:cubicBezTo>
                    <a:pt x="3181" y="3302"/>
                    <a:pt x="1334" y="1974"/>
                    <a:pt x="670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6"/>
            <p:cNvSpPr/>
            <p:nvPr/>
          </p:nvSpPr>
          <p:spPr>
            <a:xfrm>
              <a:off x="2238981" y="2081469"/>
              <a:ext cx="338413" cy="255377"/>
            </a:xfrm>
            <a:custGeom>
              <a:avLst/>
              <a:gdLst/>
              <a:ahLst/>
              <a:cxnLst/>
              <a:rect l="l" t="t" r="r" b="b"/>
              <a:pathLst>
                <a:path w="12903" h="9737" extrusionOk="0">
                  <a:moveTo>
                    <a:pt x="11501" y="1"/>
                  </a:moveTo>
                  <a:cubicBezTo>
                    <a:pt x="11372" y="1"/>
                    <a:pt x="11241" y="128"/>
                    <a:pt x="11315" y="287"/>
                  </a:cubicBezTo>
                  <a:cubicBezTo>
                    <a:pt x="12474" y="2732"/>
                    <a:pt x="11950" y="5648"/>
                    <a:pt x="10011" y="7539"/>
                  </a:cubicBezTo>
                  <a:cubicBezTo>
                    <a:pt x="8797" y="8722"/>
                    <a:pt x="7198" y="9342"/>
                    <a:pt x="5578" y="9342"/>
                  </a:cubicBezTo>
                  <a:cubicBezTo>
                    <a:pt x="4610" y="9342"/>
                    <a:pt x="3634" y="9120"/>
                    <a:pt x="2730" y="8664"/>
                  </a:cubicBezTo>
                  <a:cubicBezTo>
                    <a:pt x="1985" y="8284"/>
                    <a:pt x="1321" y="7765"/>
                    <a:pt x="772" y="7130"/>
                  </a:cubicBezTo>
                  <a:lnTo>
                    <a:pt x="772" y="7130"/>
                  </a:lnTo>
                  <a:lnTo>
                    <a:pt x="1552" y="7389"/>
                  </a:lnTo>
                  <a:cubicBezTo>
                    <a:pt x="1579" y="7400"/>
                    <a:pt x="1605" y="7404"/>
                    <a:pt x="1629" y="7404"/>
                  </a:cubicBezTo>
                  <a:cubicBezTo>
                    <a:pt x="1830" y="7404"/>
                    <a:pt x="1909" y="7083"/>
                    <a:pt x="1677" y="7014"/>
                  </a:cubicBezTo>
                  <a:lnTo>
                    <a:pt x="276" y="6547"/>
                  </a:lnTo>
                  <a:cubicBezTo>
                    <a:pt x="256" y="6541"/>
                    <a:pt x="236" y="6538"/>
                    <a:pt x="216" y="6538"/>
                  </a:cubicBezTo>
                  <a:cubicBezTo>
                    <a:pt x="100" y="6538"/>
                    <a:pt x="0" y="6640"/>
                    <a:pt x="17" y="6764"/>
                  </a:cubicBezTo>
                  <a:lnTo>
                    <a:pt x="252" y="8400"/>
                  </a:lnTo>
                  <a:cubicBezTo>
                    <a:pt x="267" y="8496"/>
                    <a:pt x="349" y="8568"/>
                    <a:pt x="450" y="8568"/>
                  </a:cubicBezTo>
                  <a:lnTo>
                    <a:pt x="474" y="8568"/>
                  </a:lnTo>
                  <a:cubicBezTo>
                    <a:pt x="584" y="8554"/>
                    <a:pt x="657" y="8453"/>
                    <a:pt x="642" y="8347"/>
                  </a:cubicBezTo>
                  <a:lnTo>
                    <a:pt x="512" y="7433"/>
                  </a:lnTo>
                  <a:lnTo>
                    <a:pt x="512" y="7433"/>
                  </a:lnTo>
                  <a:cubicBezTo>
                    <a:pt x="1085" y="8082"/>
                    <a:pt x="1778" y="8621"/>
                    <a:pt x="2552" y="9016"/>
                  </a:cubicBezTo>
                  <a:cubicBezTo>
                    <a:pt x="3514" y="9500"/>
                    <a:pt x="4552" y="9736"/>
                    <a:pt x="5582" y="9736"/>
                  </a:cubicBezTo>
                  <a:cubicBezTo>
                    <a:pt x="7302" y="9736"/>
                    <a:pt x="9001" y="9078"/>
                    <a:pt x="10290" y="7822"/>
                  </a:cubicBezTo>
                  <a:cubicBezTo>
                    <a:pt x="12349" y="5811"/>
                    <a:pt x="12903" y="2712"/>
                    <a:pt x="11671" y="114"/>
                  </a:cubicBezTo>
                  <a:cubicBezTo>
                    <a:pt x="11633" y="34"/>
                    <a:pt x="11568" y="1"/>
                    <a:pt x="115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6"/>
            <p:cNvSpPr/>
            <p:nvPr/>
          </p:nvSpPr>
          <p:spPr>
            <a:xfrm>
              <a:off x="2188048" y="1983562"/>
              <a:ext cx="343843" cy="255325"/>
            </a:xfrm>
            <a:custGeom>
              <a:avLst/>
              <a:gdLst/>
              <a:ahLst/>
              <a:cxnLst/>
              <a:rect l="l" t="t" r="r" b="b"/>
              <a:pathLst>
                <a:path w="13110" h="9735" extrusionOk="0">
                  <a:moveTo>
                    <a:pt x="7525" y="1"/>
                  </a:moveTo>
                  <a:cubicBezTo>
                    <a:pt x="6251" y="1"/>
                    <a:pt x="4968" y="362"/>
                    <a:pt x="3835" y="1104"/>
                  </a:cubicBezTo>
                  <a:cubicBezTo>
                    <a:pt x="1025" y="2947"/>
                    <a:pt x="0" y="6585"/>
                    <a:pt x="1439" y="9621"/>
                  </a:cubicBezTo>
                  <a:cubicBezTo>
                    <a:pt x="1478" y="9701"/>
                    <a:pt x="1545" y="9735"/>
                    <a:pt x="1612" y="9735"/>
                  </a:cubicBezTo>
                  <a:cubicBezTo>
                    <a:pt x="1742" y="9735"/>
                    <a:pt x="1871" y="9608"/>
                    <a:pt x="1795" y="9453"/>
                  </a:cubicBezTo>
                  <a:cubicBezTo>
                    <a:pt x="1391" y="8601"/>
                    <a:pt x="1184" y="7672"/>
                    <a:pt x="1184" y="6734"/>
                  </a:cubicBezTo>
                  <a:cubicBezTo>
                    <a:pt x="1184" y="4083"/>
                    <a:pt x="2834" y="1711"/>
                    <a:pt x="5322" y="787"/>
                  </a:cubicBezTo>
                  <a:cubicBezTo>
                    <a:pt x="6041" y="521"/>
                    <a:pt x="6785" y="393"/>
                    <a:pt x="7523" y="393"/>
                  </a:cubicBezTo>
                  <a:cubicBezTo>
                    <a:pt x="9338" y="393"/>
                    <a:pt x="11109" y="1172"/>
                    <a:pt x="12338" y="2606"/>
                  </a:cubicBezTo>
                  <a:lnTo>
                    <a:pt x="11558" y="2346"/>
                  </a:lnTo>
                  <a:cubicBezTo>
                    <a:pt x="11536" y="2339"/>
                    <a:pt x="11515" y="2336"/>
                    <a:pt x="11495" y="2336"/>
                  </a:cubicBezTo>
                  <a:cubicBezTo>
                    <a:pt x="11295" y="2336"/>
                    <a:pt x="11219" y="2638"/>
                    <a:pt x="11433" y="2721"/>
                  </a:cubicBezTo>
                  <a:lnTo>
                    <a:pt x="12833" y="3188"/>
                  </a:lnTo>
                  <a:cubicBezTo>
                    <a:pt x="12853" y="3194"/>
                    <a:pt x="12874" y="3197"/>
                    <a:pt x="12893" y="3197"/>
                  </a:cubicBezTo>
                  <a:cubicBezTo>
                    <a:pt x="13010" y="3197"/>
                    <a:pt x="13109" y="3095"/>
                    <a:pt x="13093" y="2971"/>
                  </a:cubicBezTo>
                  <a:lnTo>
                    <a:pt x="12857" y="1335"/>
                  </a:lnTo>
                  <a:cubicBezTo>
                    <a:pt x="12842" y="1220"/>
                    <a:pt x="12756" y="1167"/>
                    <a:pt x="12668" y="1167"/>
                  </a:cubicBezTo>
                  <a:cubicBezTo>
                    <a:pt x="12558" y="1167"/>
                    <a:pt x="12446" y="1249"/>
                    <a:pt x="12468" y="1393"/>
                  </a:cubicBezTo>
                  <a:lnTo>
                    <a:pt x="12597" y="2302"/>
                  </a:lnTo>
                  <a:cubicBezTo>
                    <a:pt x="11276" y="792"/>
                    <a:pt x="9411" y="1"/>
                    <a:pt x="7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6"/>
            <p:cNvSpPr/>
            <p:nvPr/>
          </p:nvSpPr>
          <p:spPr>
            <a:xfrm>
              <a:off x="2341006" y="2077116"/>
              <a:ext cx="16418" cy="27434"/>
            </a:xfrm>
            <a:custGeom>
              <a:avLst/>
              <a:gdLst/>
              <a:ahLst/>
              <a:cxnLst/>
              <a:rect l="l" t="t" r="r" b="b"/>
              <a:pathLst>
                <a:path w="626" h="1046" extrusionOk="0">
                  <a:moveTo>
                    <a:pt x="419" y="1"/>
                  </a:moveTo>
                  <a:cubicBezTo>
                    <a:pt x="308" y="6"/>
                    <a:pt x="221" y="92"/>
                    <a:pt x="221" y="203"/>
                  </a:cubicBezTo>
                  <a:lnTo>
                    <a:pt x="226" y="564"/>
                  </a:lnTo>
                  <a:lnTo>
                    <a:pt x="82" y="703"/>
                  </a:lnTo>
                  <a:cubicBezTo>
                    <a:pt x="0" y="780"/>
                    <a:pt x="0" y="906"/>
                    <a:pt x="77" y="983"/>
                  </a:cubicBezTo>
                  <a:cubicBezTo>
                    <a:pt x="114" y="1025"/>
                    <a:pt x="166" y="1045"/>
                    <a:pt x="218" y="1045"/>
                  </a:cubicBezTo>
                  <a:cubicBezTo>
                    <a:pt x="267" y="1045"/>
                    <a:pt x="317" y="1027"/>
                    <a:pt x="356" y="992"/>
                  </a:cubicBezTo>
                  <a:lnTo>
                    <a:pt x="563" y="795"/>
                  </a:lnTo>
                  <a:cubicBezTo>
                    <a:pt x="602" y="756"/>
                    <a:pt x="626" y="703"/>
                    <a:pt x="626" y="646"/>
                  </a:cubicBezTo>
                  <a:lnTo>
                    <a:pt x="616" y="198"/>
                  </a:lnTo>
                  <a:cubicBezTo>
                    <a:pt x="616" y="88"/>
                    <a:pt x="529" y="1"/>
                    <a:pt x="4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6"/>
            <p:cNvSpPr/>
            <p:nvPr/>
          </p:nvSpPr>
          <p:spPr>
            <a:xfrm>
              <a:off x="2240030" y="2027913"/>
              <a:ext cx="286876" cy="264662"/>
            </a:xfrm>
            <a:custGeom>
              <a:avLst/>
              <a:gdLst/>
              <a:ahLst/>
              <a:cxnLst/>
              <a:rect l="l" t="t" r="r" b="b"/>
              <a:pathLst>
                <a:path w="10938" h="10091" extrusionOk="0">
                  <a:moveTo>
                    <a:pt x="3792" y="3864"/>
                  </a:moveTo>
                  <a:lnTo>
                    <a:pt x="4062" y="3898"/>
                  </a:lnTo>
                  <a:cubicBezTo>
                    <a:pt x="4073" y="3899"/>
                    <a:pt x="4085" y="3900"/>
                    <a:pt x="4097" y="3900"/>
                  </a:cubicBezTo>
                  <a:cubicBezTo>
                    <a:pt x="4128" y="3900"/>
                    <a:pt x="4160" y="3895"/>
                    <a:pt x="4192" y="3888"/>
                  </a:cubicBezTo>
                  <a:lnTo>
                    <a:pt x="4192" y="3888"/>
                  </a:lnTo>
                  <a:lnTo>
                    <a:pt x="3985" y="4345"/>
                  </a:lnTo>
                  <a:lnTo>
                    <a:pt x="3648" y="4249"/>
                  </a:lnTo>
                  <a:lnTo>
                    <a:pt x="3792" y="3864"/>
                  </a:lnTo>
                  <a:close/>
                  <a:moveTo>
                    <a:pt x="5111" y="3768"/>
                  </a:moveTo>
                  <a:lnTo>
                    <a:pt x="5501" y="4249"/>
                  </a:lnTo>
                  <a:lnTo>
                    <a:pt x="5452" y="4384"/>
                  </a:lnTo>
                  <a:cubicBezTo>
                    <a:pt x="5402" y="4539"/>
                    <a:pt x="5524" y="4645"/>
                    <a:pt x="5645" y="4645"/>
                  </a:cubicBezTo>
                  <a:cubicBezTo>
                    <a:pt x="5720" y="4645"/>
                    <a:pt x="5795" y="4605"/>
                    <a:pt x="5828" y="4509"/>
                  </a:cubicBezTo>
                  <a:lnTo>
                    <a:pt x="5876" y="4360"/>
                  </a:lnTo>
                  <a:cubicBezTo>
                    <a:pt x="5919" y="4240"/>
                    <a:pt x="5895" y="4110"/>
                    <a:pt x="5818" y="4013"/>
                  </a:cubicBezTo>
                  <a:lnTo>
                    <a:pt x="5712" y="3879"/>
                  </a:lnTo>
                  <a:lnTo>
                    <a:pt x="6059" y="4143"/>
                  </a:lnTo>
                  <a:cubicBezTo>
                    <a:pt x="6091" y="4170"/>
                    <a:pt x="6133" y="4184"/>
                    <a:pt x="6176" y="4184"/>
                  </a:cubicBezTo>
                  <a:cubicBezTo>
                    <a:pt x="6203" y="4184"/>
                    <a:pt x="6230" y="4178"/>
                    <a:pt x="6256" y="4167"/>
                  </a:cubicBezTo>
                  <a:lnTo>
                    <a:pt x="6501" y="4066"/>
                  </a:lnTo>
                  <a:lnTo>
                    <a:pt x="6655" y="4240"/>
                  </a:lnTo>
                  <a:cubicBezTo>
                    <a:pt x="6695" y="4279"/>
                    <a:pt x="6747" y="4303"/>
                    <a:pt x="6803" y="4303"/>
                  </a:cubicBezTo>
                  <a:cubicBezTo>
                    <a:pt x="6808" y="4303"/>
                    <a:pt x="6814" y="4302"/>
                    <a:pt x="6819" y="4302"/>
                  </a:cubicBezTo>
                  <a:lnTo>
                    <a:pt x="7305" y="4264"/>
                  </a:lnTo>
                  <a:lnTo>
                    <a:pt x="7324" y="4345"/>
                  </a:lnTo>
                  <a:cubicBezTo>
                    <a:pt x="7339" y="4427"/>
                    <a:pt x="7281" y="4504"/>
                    <a:pt x="7199" y="4509"/>
                  </a:cubicBezTo>
                  <a:lnTo>
                    <a:pt x="6357" y="4576"/>
                  </a:lnTo>
                  <a:cubicBezTo>
                    <a:pt x="6169" y="4591"/>
                    <a:pt x="6025" y="4754"/>
                    <a:pt x="6039" y="4947"/>
                  </a:cubicBezTo>
                  <a:lnTo>
                    <a:pt x="5481" y="4759"/>
                  </a:lnTo>
                  <a:cubicBezTo>
                    <a:pt x="5467" y="4754"/>
                    <a:pt x="5457" y="4740"/>
                    <a:pt x="5452" y="4725"/>
                  </a:cubicBezTo>
                  <a:cubicBezTo>
                    <a:pt x="5419" y="4514"/>
                    <a:pt x="5236" y="4360"/>
                    <a:pt x="5024" y="4360"/>
                  </a:cubicBezTo>
                  <a:lnTo>
                    <a:pt x="5015" y="4360"/>
                  </a:lnTo>
                  <a:lnTo>
                    <a:pt x="4403" y="4374"/>
                  </a:lnTo>
                  <a:lnTo>
                    <a:pt x="4581" y="3984"/>
                  </a:lnTo>
                  <a:cubicBezTo>
                    <a:pt x="4596" y="3951"/>
                    <a:pt x="4625" y="3922"/>
                    <a:pt x="4663" y="3912"/>
                  </a:cubicBezTo>
                  <a:lnTo>
                    <a:pt x="5111" y="3768"/>
                  </a:lnTo>
                  <a:close/>
                  <a:moveTo>
                    <a:pt x="9698" y="4445"/>
                  </a:moveTo>
                  <a:cubicBezTo>
                    <a:pt x="9732" y="4445"/>
                    <a:pt x="9766" y="4458"/>
                    <a:pt x="9793" y="4485"/>
                  </a:cubicBezTo>
                  <a:lnTo>
                    <a:pt x="10192" y="4875"/>
                  </a:lnTo>
                  <a:cubicBezTo>
                    <a:pt x="10197" y="4995"/>
                    <a:pt x="10197" y="5115"/>
                    <a:pt x="10192" y="5236"/>
                  </a:cubicBezTo>
                  <a:cubicBezTo>
                    <a:pt x="10144" y="6405"/>
                    <a:pt x="9663" y="7511"/>
                    <a:pt x="8835" y="8339"/>
                  </a:cubicBezTo>
                  <a:cubicBezTo>
                    <a:pt x="8705" y="8464"/>
                    <a:pt x="8575" y="8580"/>
                    <a:pt x="8436" y="8695"/>
                  </a:cubicBezTo>
                  <a:cubicBezTo>
                    <a:pt x="8508" y="8589"/>
                    <a:pt x="8570" y="8479"/>
                    <a:pt x="8619" y="8358"/>
                  </a:cubicBezTo>
                  <a:lnTo>
                    <a:pt x="9528" y="6265"/>
                  </a:lnTo>
                  <a:cubicBezTo>
                    <a:pt x="9584" y="6130"/>
                    <a:pt x="9486" y="5986"/>
                    <a:pt x="9344" y="5986"/>
                  </a:cubicBezTo>
                  <a:cubicBezTo>
                    <a:pt x="9340" y="5986"/>
                    <a:pt x="9335" y="5986"/>
                    <a:pt x="9331" y="5986"/>
                  </a:cubicBezTo>
                  <a:lnTo>
                    <a:pt x="9244" y="5996"/>
                  </a:lnTo>
                  <a:lnTo>
                    <a:pt x="9735" y="5019"/>
                  </a:lnTo>
                  <a:cubicBezTo>
                    <a:pt x="9817" y="4855"/>
                    <a:pt x="9764" y="4658"/>
                    <a:pt x="9615" y="4552"/>
                  </a:cubicBezTo>
                  <a:lnTo>
                    <a:pt x="9571" y="4523"/>
                  </a:lnTo>
                  <a:lnTo>
                    <a:pt x="9581" y="4509"/>
                  </a:lnTo>
                  <a:cubicBezTo>
                    <a:pt x="9608" y="4468"/>
                    <a:pt x="9653" y="4445"/>
                    <a:pt x="9698" y="4445"/>
                  </a:cubicBezTo>
                  <a:close/>
                  <a:moveTo>
                    <a:pt x="5550" y="1"/>
                  </a:moveTo>
                  <a:cubicBezTo>
                    <a:pt x="4253" y="1"/>
                    <a:pt x="2961" y="498"/>
                    <a:pt x="1978" y="1478"/>
                  </a:cubicBezTo>
                  <a:cubicBezTo>
                    <a:pt x="131" y="3330"/>
                    <a:pt x="1" y="6284"/>
                    <a:pt x="1680" y="8291"/>
                  </a:cubicBezTo>
                  <a:cubicBezTo>
                    <a:pt x="1722" y="8334"/>
                    <a:pt x="1770" y="8352"/>
                    <a:pt x="1817" y="8352"/>
                  </a:cubicBezTo>
                  <a:cubicBezTo>
                    <a:pt x="1959" y="8352"/>
                    <a:pt x="2087" y="8184"/>
                    <a:pt x="1978" y="8036"/>
                  </a:cubicBezTo>
                  <a:cubicBezTo>
                    <a:pt x="838" y="6679"/>
                    <a:pt x="573" y="4788"/>
                    <a:pt x="1290" y="3166"/>
                  </a:cubicBezTo>
                  <a:cubicBezTo>
                    <a:pt x="2007" y="1545"/>
                    <a:pt x="3581" y="472"/>
                    <a:pt x="5356" y="395"/>
                  </a:cubicBezTo>
                  <a:cubicBezTo>
                    <a:pt x="5409" y="393"/>
                    <a:pt x="5462" y="392"/>
                    <a:pt x="5516" y="392"/>
                  </a:cubicBezTo>
                  <a:cubicBezTo>
                    <a:pt x="5724" y="392"/>
                    <a:pt x="5935" y="407"/>
                    <a:pt x="6145" y="433"/>
                  </a:cubicBezTo>
                  <a:lnTo>
                    <a:pt x="6410" y="761"/>
                  </a:lnTo>
                  <a:lnTo>
                    <a:pt x="6299" y="1025"/>
                  </a:lnTo>
                  <a:lnTo>
                    <a:pt x="6136" y="732"/>
                  </a:lnTo>
                  <a:cubicBezTo>
                    <a:pt x="6102" y="669"/>
                    <a:pt x="6035" y="631"/>
                    <a:pt x="5967" y="631"/>
                  </a:cubicBezTo>
                  <a:lnTo>
                    <a:pt x="5332" y="631"/>
                  </a:lnTo>
                  <a:cubicBezTo>
                    <a:pt x="5260" y="631"/>
                    <a:pt x="5193" y="674"/>
                    <a:pt x="5159" y="737"/>
                  </a:cubicBezTo>
                  <a:lnTo>
                    <a:pt x="4716" y="1583"/>
                  </a:lnTo>
                  <a:cubicBezTo>
                    <a:pt x="4586" y="1829"/>
                    <a:pt x="4750" y="2127"/>
                    <a:pt x="5024" y="2151"/>
                  </a:cubicBezTo>
                  <a:lnTo>
                    <a:pt x="5380" y="2180"/>
                  </a:lnTo>
                  <a:cubicBezTo>
                    <a:pt x="5385" y="2180"/>
                    <a:pt x="5391" y="2181"/>
                    <a:pt x="5396" y="2181"/>
                  </a:cubicBezTo>
                  <a:cubicBezTo>
                    <a:pt x="5462" y="2181"/>
                    <a:pt x="5523" y="2152"/>
                    <a:pt x="5558" y="2098"/>
                  </a:cubicBezTo>
                  <a:lnTo>
                    <a:pt x="5693" y="1906"/>
                  </a:lnTo>
                  <a:lnTo>
                    <a:pt x="5765" y="1997"/>
                  </a:lnTo>
                  <a:lnTo>
                    <a:pt x="5717" y="2334"/>
                  </a:lnTo>
                  <a:lnTo>
                    <a:pt x="5111" y="2425"/>
                  </a:lnTo>
                  <a:cubicBezTo>
                    <a:pt x="5082" y="2430"/>
                    <a:pt x="5048" y="2440"/>
                    <a:pt x="5024" y="2459"/>
                  </a:cubicBezTo>
                  <a:lnTo>
                    <a:pt x="4245" y="3032"/>
                  </a:lnTo>
                  <a:cubicBezTo>
                    <a:pt x="4206" y="3061"/>
                    <a:pt x="4177" y="3099"/>
                    <a:pt x="4168" y="3147"/>
                  </a:cubicBezTo>
                  <a:lnTo>
                    <a:pt x="4081" y="3503"/>
                  </a:lnTo>
                  <a:lnTo>
                    <a:pt x="3816" y="3470"/>
                  </a:lnTo>
                  <a:cubicBezTo>
                    <a:pt x="3802" y="3468"/>
                    <a:pt x="3788" y="3467"/>
                    <a:pt x="3774" y="3467"/>
                  </a:cubicBezTo>
                  <a:cubicBezTo>
                    <a:pt x="3622" y="3467"/>
                    <a:pt x="3484" y="3560"/>
                    <a:pt x="3431" y="3705"/>
                  </a:cubicBezTo>
                  <a:lnTo>
                    <a:pt x="3268" y="4143"/>
                  </a:lnTo>
                  <a:cubicBezTo>
                    <a:pt x="3196" y="4345"/>
                    <a:pt x="3306" y="4562"/>
                    <a:pt x="3508" y="4624"/>
                  </a:cubicBezTo>
                  <a:cubicBezTo>
                    <a:pt x="3326" y="4706"/>
                    <a:pt x="3201" y="4884"/>
                    <a:pt x="3191" y="5091"/>
                  </a:cubicBezTo>
                  <a:lnTo>
                    <a:pt x="3191" y="5187"/>
                  </a:lnTo>
                  <a:lnTo>
                    <a:pt x="2633" y="5818"/>
                  </a:lnTo>
                  <a:cubicBezTo>
                    <a:pt x="2551" y="5919"/>
                    <a:pt x="2503" y="6039"/>
                    <a:pt x="2503" y="6169"/>
                  </a:cubicBezTo>
                  <a:lnTo>
                    <a:pt x="2503" y="6905"/>
                  </a:lnTo>
                  <a:cubicBezTo>
                    <a:pt x="2503" y="7093"/>
                    <a:pt x="2580" y="7276"/>
                    <a:pt x="2715" y="7406"/>
                  </a:cubicBezTo>
                  <a:lnTo>
                    <a:pt x="3244" y="7916"/>
                  </a:lnTo>
                  <a:cubicBezTo>
                    <a:pt x="3359" y="8026"/>
                    <a:pt x="3508" y="8094"/>
                    <a:pt x="3667" y="8108"/>
                  </a:cubicBezTo>
                  <a:lnTo>
                    <a:pt x="5226" y="8243"/>
                  </a:lnTo>
                  <a:lnTo>
                    <a:pt x="5217" y="8291"/>
                  </a:lnTo>
                  <a:cubicBezTo>
                    <a:pt x="5193" y="8483"/>
                    <a:pt x="5274" y="8671"/>
                    <a:pt x="5428" y="8787"/>
                  </a:cubicBezTo>
                  <a:lnTo>
                    <a:pt x="5703" y="8989"/>
                  </a:lnTo>
                  <a:lnTo>
                    <a:pt x="5683" y="9051"/>
                  </a:lnTo>
                  <a:cubicBezTo>
                    <a:pt x="5621" y="9253"/>
                    <a:pt x="5683" y="9475"/>
                    <a:pt x="5847" y="9609"/>
                  </a:cubicBezTo>
                  <a:lnTo>
                    <a:pt x="5929" y="9682"/>
                  </a:lnTo>
                  <a:cubicBezTo>
                    <a:pt x="5861" y="9686"/>
                    <a:pt x="5799" y="9691"/>
                    <a:pt x="5736" y="9691"/>
                  </a:cubicBezTo>
                  <a:cubicBezTo>
                    <a:pt x="5667" y="9694"/>
                    <a:pt x="5597" y="9696"/>
                    <a:pt x="5527" y="9696"/>
                  </a:cubicBezTo>
                  <a:cubicBezTo>
                    <a:pt x="4441" y="9696"/>
                    <a:pt x="3388" y="9310"/>
                    <a:pt x="2551" y="8609"/>
                  </a:cubicBezTo>
                  <a:cubicBezTo>
                    <a:pt x="2507" y="8566"/>
                    <a:pt x="2459" y="8548"/>
                    <a:pt x="2414" y="8548"/>
                  </a:cubicBezTo>
                  <a:cubicBezTo>
                    <a:pt x="2252" y="8548"/>
                    <a:pt x="2120" y="8779"/>
                    <a:pt x="2301" y="8907"/>
                  </a:cubicBezTo>
                  <a:cubicBezTo>
                    <a:pt x="3205" y="9672"/>
                    <a:pt x="4355" y="10091"/>
                    <a:pt x="5544" y="10091"/>
                  </a:cubicBezTo>
                  <a:cubicBezTo>
                    <a:pt x="5611" y="10091"/>
                    <a:pt x="5679" y="10091"/>
                    <a:pt x="5751" y="10086"/>
                  </a:cubicBezTo>
                  <a:cubicBezTo>
                    <a:pt x="7671" y="10009"/>
                    <a:pt x="9384" y="8844"/>
                    <a:pt x="10163" y="7083"/>
                  </a:cubicBezTo>
                  <a:cubicBezTo>
                    <a:pt x="10938" y="5322"/>
                    <a:pt x="10649" y="3272"/>
                    <a:pt x="9408" y="1795"/>
                  </a:cubicBezTo>
                  <a:cubicBezTo>
                    <a:pt x="9364" y="1735"/>
                    <a:pt x="9310" y="1711"/>
                    <a:pt x="9256" y="1711"/>
                  </a:cubicBezTo>
                  <a:cubicBezTo>
                    <a:pt x="9106" y="1711"/>
                    <a:pt x="8964" y="1901"/>
                    <a:pt x="9109" y="2050"/>
                  </a:cubicBezTo>
                  <a:cubicBezTo>
                    <a:pt x="9639" y="2681"/>
                    <a:pt x="9995" y="3446"/>
                    <a:pt x="10129" y="4259"/>
                  </a:cubicBezTo>
                  <a:lnTo>
                    <a:pt x="10072" y="4196"/>
                  </a:lnTo>
                  <a:cubicBezTo>
                    <a:pt x="9968" y="4095"/>
                    <a:pt x="9835" y="4046"/>
                    <a:pt x="9702" y="4046"/>
                  </a:cubicBezTo>
                  <a:cubicBezTo>
                    <a:pt x="9527" y="4046"/>
                    <a:pt x="9353" y="4131"/>
                    <a:pt x="9249" y="4292"/>
                  </a:cubicBezTo>
                  <a:lnTo>
                    <a:pt x="9215" y="4345"/>
                  </a:lnTo>
                  <a:cubicBezTo>
                    <a:pt x="9124" y="4345"/>
                    <a:pt x="9032" y="4379"/>
                    <a:pt x="8960" y="4446"/>
                  </a:cubicBezTo>
                  <a:lnTo>
                    <a:pt x="8700" y="4138"/>
                  </a:lnTo>
                  <a:cubicBezTo>
                    <a:pt x="8657" y="4079"/>
                    <a:pt x="8603" y="4054"/>
                    <a:pt x="8549" y="4054"/>
                  </a:cubicBezTo>
                  <a:cubicBezTo>
                    <a:pt x="8400" y="4054"/>
                    <a:pt x="8260" y="4245"/>
                    <a:pt x="8402" y="4393"/>
                  </a:cubicBezTo>
                  <a:lnTo>
                    <a:pt x="8797" y="4860"/>
                  </a:lnTo>
                  <a:cubicBezTo>
                    <a:pt x="8837" y="4908"/>
                    <a:pt x="8893" y="4933"/>
                    <a:pt x="8948" y="4933"/>
                  </a:cubicBezTo>
                  <a:cubicBezTo>
                    <a:pt x="8997" y="4933"/>
                    <a:pt x="9047" y="4913"/>
                    <a:pt x="9085" y="4875"/>
                  </a:cubicBezTo>
                  <a:lnTo>
                    <a:pt x="9215" y="4750"/>
                  </a:lnTo>
                  <a:lnTo>
                    <a:pt x="9369" y="4860"/>
                  </a:lnTo>
                  <a:lnTo>
                    <a:pt x="8782" y="6025"/>
                  </a:lnTo>
                  <a:lnTo>
                    <a:pt x="8753" y="6025"/>
                  </a:lnTo>
                  <a:cubicBezTo>
                    <a:pt x="8749" y="6025"/>
                    <a:pt x="8744" y="6025"/>
                    <a:pt x="8740" y="6025"/>
                  </a:cubicBezTo>
                  <a:cubicBezTo>
                    <a:pt x="8701" y="6025"/>
                    <a:pt x="8664" y="6007"/>
                    <a:pt x="8638" y="5977"/>
                  </a:cubicBezTo>
                  <a:lnTo>
                    <a:pt x="7853" y="5024"/>
                  </a:lnTo>
                  <a:cubicBezTo>
                    <a:pt x="7810" y="4966"/>
                    <a:pt x="7755" y="4942"/>
                    <a:pt x="7702" y="4942"/>
                  </a:cubicBezTo>
                  <a:cubicBezTo>
                    <a:pt x="7556" y="4942"/>
                    <a:pt x="7420" y="5122"/>
                    <a:pt x="7550" y="5274"/>
                  </a:cubicBezTo>
                  <a:lnTo>
                    <a:pt x="8330" y="6227"/>
                  </a:lnTo>
                  <a:cubicBezTo>
                    <a:pt x="8434" y="6349"/>
                    <a:pt x="8589" y="6420"/>
                    <a:pt x="8751" y="6420"/>
                  </a:cubicBezTo>
                  <a:cubicBezTo>
                    <a:pt x="8762" y="6420"/>
                    <a:pt x="8772" y="6420"/>
                    <a:pt x="8782" y="6419"/>
                  </a:cubicBezTo>
                  <a:lnTo>
                    <a:pt x="9037" y="6400"/>
                  </a:lnTo>
                  <a:lnTo>
                    <a:pt x="8258" y="8195"/>
                  </a:lnTo>
                  <a:cubicBezTo>
                    <a:pt x="8205" y="8325"/>
                    <a:pt x="8128" y="8450"/>
                    <a:pt x="8036" y="8556"/>
                  </a:cubicBezTo>
                  <a:lnTo>
                    <a:pt x="7416" y="9301"/>
                  </a:lnTo>
                  <a:cubicBezTo>
                    <a:pt x="7103" y="9436"/>
                    <a:pt x="6780" y="9537"/>
                    <a:pt x="6448" y="9600"/>
                  </a:cubicBezTo>
                  <a:lnTo>
                    <a:pt x="6107" y="9301"/>
                  </a:lnTo>
                  <a:cubicBezTo>
                    <a:pt x="6064" y="9268"/>
                    <a:pt x="6044" y="9210"/>
                    <a:pt x="6064" y="9157"/>
                  </a:cubicBezTo>
                  <a:lnTo>
                    <a:pt x="6121" y="8965"/>
                  </a:lnTo>
                  <a:cubicBezTo>
                    <a:pt x="6150" y="8883"/>
                    <a:pt x="6121" y="8796"/>
                    <a:pt x="6054" y="8748"/>
                  </a:cubicBezTo>
                  <a:lnTo>
                    <a:pt x="5664" y="8459"/>
                  </a:lnTo>
                  <a:cubicBezTo>
                    <a:pt x="5626" y="8431"/>
                    <a:pt x="5606" y="8382"/>
                    <a:pt x="5611" y="8334"/>
                  </a:cubicBezTo>
                  <a:lnTo>
                    <a:pt x="5640" y="8079"/>
                  </a:lnTo>
                  <a:cubicBezTo>
                    <a:pt x="5655" y="7969"/>
                    <a:pt x="5573" y="7868"/>
                    <a:pt x="5462" y="7858"/>
                  </a:cubicBezTo>
                  <a:lnTo>
                    <a:pt x="3701" y="7718"/>
                  </a:lnTo>
                  <a:cubicBezTo>
                    <a:pt x="3634" y="7709"/>
                    <a:pt x="3566" y="7680"/>
                    <a:pt x="3518" y="7632"/>
                  </a:cubicBezTo>
                  <a:lnTo>
                    <a:pt x="2989" y="7127"/>
                  </a:lnTo>
                  <a:cubicBezTo>
                    <a:pt x="2931" y="7069"/>
                    <a:pt x="2897" y="6992"/>
                    <a:pt x="2897" y="6910"/>
                  </a:cubicBezTo>
                  <a:lnTo>
                    <a:pt x="2897" y="6169"/>
                  </a:lnTo>
                  <a:cubicBezTo>
                    <a:pt x="2897" y="6135"/>
                    <a:pt x="2907" y="6106"/>
                    <a:pt x="2931" y="6082"/>
                  </a:cubicBezTo>
                  <a:lnTo>
                    <a:pt x="3533" y="5394"/>
                  </a:lnTo>
                  <a:cubicBezTo>
                    <a:pt x="3561" y="5361"/>
                    <a:pt x="3581" y="5317"/>
                    <a:pt x="3581" y="5274"/>
                  </a:cubicBezTo>
                  <a:lnTo>
                    <a:pt x="3585" y="5110"/>
                  </a:lnTo>
                  <a:cubicBezTo>
                    <a:pt x="3590" y="5058"/>
                    <a:pt x="3619" y="5009"/>
                    <a:pt x="3667" y="4990"/>
                  </a:cubicBezTo>
                  <a:lnTo>
                    <a:pt x="4139" y="4783"/>
                  </a:lnTo>
                  <a:lnTo>
                    <a:pt x="5019" y="4759"/>
                  </a:lnTo>
                  <a:cubicBezTo>
                    <a:pt x="5039" y="4759"/>
                    <a:pt x="5058" y="4774"/>
                    <a:pt x="5063" y="4793"/>
                  </a:cubicBezTo>
                  <a:cubicBezTo>
                    <a:pt x="5087" y="4956"/>
                    <a:pt x="5197" y="5086"/>
                    <a:pt x="5351" y="5139"/>
                  </a:cubicBezTo>
                  <a:lnTo>
                    <a:pt x="5982" y="5351"/>
                  </a:lnTo>
                  <a:cubicBezTo>
                    <a:pt x="6018" y="5362"/>
                    <a:pt x="6054" y="5368"/>
                    <a:pt x="6089" y="5368"/>
                  </a:cubicBezTo>
                  <a:cubicBezTo>
                    <a:pt x="6293" y="5368"/>
                    <a:pt x="6468" y="5189"/>
                    <a:pt x="6439" y="4971"/>
                  </a:cubicBezTo>
                  <a:lnTo>
                    <a:pt x="7233" y="4913"/>
                  </a:lnTo>
                  <a:cubicBezTo>
                    <a:pt x="7550" y="4889"/>
                    <a:pt x="7776" y="4591"/>
                    <a:pt x="7714" y="4278"/>
                  </a:cubicBezTo>
                  <a:lnTo>
                    <a:pt x="7690" y="4167"/>
                  </a:lnTo>
                  <a:cubicBezTo>
                    <a:pt x="7658" y="3994"/>
                    <a:pt x="7505" y="3873"/>
                    <a:pt x="7334" y="3873"/>
                  </a:cubicBezTo>
                  <a:cubicBezTo>
                    <a:pt x="7324" y="3873"/>
                    <a:pt x="7315" y="3873"/>
                    <a:pt x="7305" y="3874"/>
                  </a:cubicBezTo>
                  <a:lnTo>
                    <a:pt x="6886" y="3908"/>
                  </a:lnTo>
                  <a:lnTo>
                    <a:pt x="6829" y="3840"/>
                  </a:lnTo>
                  <a:lnTo>
                    <a:pt x="7377" y="3292"/>
                  </a:lnTo>
                  <a:cubicBezTo>
                    <a:pt x="7521" y="3148"/>
                    <a:pt x="7391" y="2950"/>
                    <a:pt x="7237" y="2950"/>
                  </a:cubicBezTo>
                  <a:cubicBezTo>
                    <a:pt x="7191" y="2950"/>
                    <a:pt x="7142" y="2969"/>
                    <a:pt x="7098" y="3013"/>
                  </a:cubicBezTo>
                  <a:lnTo>
                    <a:pt x="6434" y="3672"/>
                  </a:lnTo>
                  <a:lnTo>
                    <a:pt x="6213" y="3768"/>
                  </a:lnTo>
                  <a:lnTo>
                    <a:pt x="5592" y="3292"/>
                  </a:lnTo>
                  <a:cubicBezTo>
                    <a:pt x="5557" y="3266"/>
                    <a:pt x="5515" y="3253"/>
                    <a:pt x="5474" y="3253"/>
                  </a:cubicBezTo>
                  <a:cubicBezTo>
                    <a:pt x="5453" y="3253"/>
                    <a:pt x="5433" y="3256"/>
                    <a:pt x="5414" y="3263"/>
                  </a:cubicBezTo>
                  <a:lnTo>
                    <a:pt x="4543" y="3532"/>
                  </a:lnTo>
                  <a:cubicBezTo>
                    <a:pt x="4519" y="3542"/>
                    <a:pt x="4495" y="3551"/>
                    <a:pt x="4471" y="3561"/>
                  </a:cubicBezTo>
                  <a:lnTo>
                    <a:pt x="4533" y="3306"/>
                  </a:lnTo>
                  <a:lnTo>
                    <a:pt x="5212" y="2806"/>
                  </a:lnTo>
                  <a:lnTo>
                    <a:pt x="5919" y="2705"/>
                  </a:lnTo>
                  <a:cubicBezTo>
                    <a:pt x="6006" y="2690"/>
                    <a:pt x="6073" y="2623"/>
                    <a:pt x="6083" y="2536"/>
                  </a:cubicBezTo>
                  <a:lnTo>
                    <a:pt x="6169" y="1968"/>
                  </a:lnTo>
                  <a:cubicBezTo>
                    <a:pt x="6174" y="1911"/>
                    <a:pt x="6160" y="1858"/>
                    <a:pt x="6126" y="1814"/>
                  </a:cubicBezTo>
                  <a:lnTo>
                    <a:pt x="5837" y="1449"/>
                  </a:lnTo>
                  <a:cubicBezTo>
                    <a:pt x="5798" y="1400"/>
                    <a:pt x="5740" y="1376"/>
                    <a:pt x="5683" y="1376"/>
                  </a:cubicBezTo>
                  <a:cubicBezTo>
                    <a:pt x="5621" y="1376"/>
                    <a:pt x="5560" y="1404"/>
                    <a:pt x="5520" y="1458"/>
                  </a:cubicBezTo>
                  <a:lnTo>
                    <a:pt x="5298" y="1776"/>
                  </a:lnTo>
                  <a:lnTo>
                    <a:pt x="5067" y="1757"/>
                  </a:lnTo>
                  <a:lnTo>
                    <a:pt x="5452" y="1025"/>
                  </a:lnTo>
                  <a:lnTo>
                    <a:pt x="5852" y="1025"/>
                  </a:lnTo>
                  <a:lnTo>
                    <a:pt x="6150" y="1564"/>
                  </a:lnTo>
                  <a:cubicBezTo>
                    <a:pt x="6189" y="1633"/>
                    <a:pt x="6256" y="1667"/>
                    <a:pt x="6323" y="1667"/>
                  </a:cubicBezTo>
                  <a:cubicBezTo>
                    <a:pt x="6397" y="1667"/>
                    <a:pt x="6471" y="1626"/>
                    <a:pt x="6506" y="1545"/>
                  </a:cubicBezTo>
                  <a:lnTo>
                    <a:pt x="6780" y="895"/>
                  </a:lnTo>
                  <a:cubicBezTo>
                    <a:pt x="6833" y="785"/>
                    <a:pt x="6819" y="650"/>
                    <a:pt x="6747" y="549"/>
                  </a:cubicBezTo>
                  <a:lnTo>
                    <a:pt x="6747" y="549"/>
                  </a:lnTo>
                  <a:cubicBezTo>
                    <a:pt x="7406" y="722"/>
                    <a:pt x="8017" y="1040"/>
                    <a:pt x="8537" y="1478"/>
                  </a:cubicBezTo>
                  <a:cubicBezTo>
                    <a:pt x="8581" y="1522"/>
                    <a:pt x="8630" y="1541"/>
                    <a:pt x="8676" y="1541"/>
                  </a:cubicBezTo>
                  <a:cubicBezTo>
                    <a:pt x="8838" y="1541"/>
                    <a:pt x="8968" y="1310"/>
                    <a:pt x="8792" y="1179"/>
                  </a:cubicBezTo>
                  <a:cubicBezTo>
                    <a:pt x="7849" y="391"/>
                    <a:pt x="6698" y="1"/>
                    <a:pt x="55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2" name="Google Shape;1422;p36"/>
          <p:cNvGrpSpPr/>
          <p:nvPr/>
        </p:nvGrpSpPr>
        <p:grpSpPr>
          <a:xfrm>
            <a:off x="1737961" y="3216266"/>
            <a:ext cx="376627" cy="351501"/>
            <a:chOff x="1737961" y="3216266"/>
            <a:chExt cx="376627" cy="351501"/>
          </a:xfrm>
        </p:grpSpPr>
        <p:sp>
          <p:nvSpPr>
            <p:cNvPr id="1423" name="Google Shape;1423;p36"/>
            <p:cNvSpPr/>
            <p:nvPr/>
          </p:nvSpPr>
          <p:spPr>
            <a:xfrm>
              <a:off x="1862778" y="3216266"/>
              <a:ext cx="127125" cy="169771"/>
            </a:xfrm>
            <a:custGeom>
              <a:avLst/>
              <a:gdLst/>
              <a:ahLst/>
              <a:cxnLst/>
              <a:rect l="l" t="t" r="r" b="b"/>
              <a:pathLst>
                <a:path w="4847" h="6473" extrusionOk="0">
                  <a:moveTo>
                    <a:pt x="2378" y="453"/>
                  </a:moveTo>
                  <a:lnTo>
                    <a:pt x="2378" y="458"/>
                  </a:lnTo>
                  <a:lnTo>
                    <a:pt x="2488" y="458"/>
                  </a:lnTo>
                  <a:cubicBezTo>
                    <a:pt x="3075" y="458"/>
                    <a:pt x="3552" y="934"/>
                    <a:pt x="3552" y="1526"/>
                  </a:cubicBezTo>
                  <a:lnTo>
                    <a:pt x="3552" y="1666"/>
                  </a:lnTo>
                  <a:lnTo>
                    <a:pt x="3537" y="1666"/>
                  </a:lnTo>
                  <a:cubicBezTo>
                    <a:pt x="3220" y="1594"/>
                    <a:pt x="3119" y="1175"/>
                    <a:pt x="3119" y="1170"/>
                  </a:cubicBezTo>
                  <a:cubicBezTo>
                    <a:pt x="3093" y="1058"/>
                    <a:pt x="2996" y="994"/>
                    <a:pt x="2897" y="994"/>
                  </a:cubicBezTo>
                  <a:cubicBezTo>
                    <a:pt x="2829" y="994"/>
                    <a:pt x="2761" y="1024"/>
                    <a:pt x="2714" y="1088"/>
                  </a:cubicBezTo>
                  <a:cubicBezTo>
                    <a:pt x="2305" y="1651"/>
                    <a:pt x="1396" y="1661"/>
                    <a:pt x="1382" y="1661"/>
                  </a:cubicBezTo>
                  <a:lnTo>
                    <a:pt x="1309" y="1661"/>
                  </a:lnTo>
                  <a:lnTo>
                    <a:pt x="1309" y="1517"/>
                  </a:lnTo>
                  <a:cubicBezTo>
                    <a:pt x="1314" y="930"/>
                    <a:pt x="1791" y="458"/>
                    <a:pt x="2378" y="453"/>
                  </a:cubicBezTo>
                  <a:close/>
                  <a:moveTo>
                    <a:pt x="3711" y="2286"/>
                  </a:moveTo>
                  <a:lnTo>
                    <a:pt x="3739" y="2291"/>
                  </a:lnTo>
                  <a:cubicBezTo>
                    <a:pt x="3812" y="2373"/>
                    <a:pt x="3802" y="2503"/>
                    <a:pt x="3711" y="2570"/>
                  </a:cubicBezTo>
                  <a:lnTo>
                    <a:pt x="3711" y="2286"/>
                  </a:lnTo>
                  <a:close/>
                  <a:moveTo>
                    <a:pt x="1155" y="2291"/>
                  </a:moveTo>
                  <a:lnTo>
                    <a:pt x="1155" y="2575"/>
                  </a:lnTo>
                  <a:cubicBezTo>
                    <a:pt x="1103" y="2541"/>
                    <a:pt x="1069" y="2479"/>
                    <a:pt x="1074" y="2416"/>
                  </a:cubicBezTo>
                  <a:lnTo>
                    <a:pt x="1074" y="2416"/>
                  </a:lnTo>
                  <a:lnTo>
                    <a:pt x="1074" y="2421"/>
                  </a:lnTo>
                  <a:cubicBezTo>
                    <a:pt x="1074" y="2373"/>
                    <a:pt x="1088" y="2335"/>
                    <a:pt x="1117" y="2301"/>
                  </a:cubicBezTo>
                  <a:cubicBezTo>
                    <a:pt x="1131" y="2296"/>
                    <a:pt x="1141" y="2296"/>
                    <a:pt x="1155" y="2291"/>
                  </a:cubicBezTo>
                  <a:close/>
                  <a:moveTo>
                    <a:pt x="2820" y="1627"/>
                  </a:moveTo>
                  <a:cubicBezTo>
                    <a:pt x="2921" y="1805"/>
                    <a:pt x="3075" y="1954"/>
                    <a:pt x="3258" y="2046"/>
                  </a:cubicBezTo>
                  <a:lnTo>
                    <a:pt x="3258" y="2691"/>
                  </a:lnTo>
                  <a:cubicBezTo>
                    <a:pt x="3258" y="3090"/>
                    <a:pt x="2936" y="3412"/>
                    <a:pt x="2536" y="3412"/>
                  </a:cubicBezTo>
                  <a:lnTo>
                    <a:pt x="2330" y="3412"/>
                  </a:lnTo>
                  <a:cubicBezTo>
                    <a:pt x="1930" y="3412"/>
                    <a:pt x="1608" y="3090"/>
                    <a:pt x="1608" y="2691"/>
                  </a:cubicBezTo>
                  <a:lnTo>
                    <a:pt x="1608" y="2099"/>
                  </a:lnTo>
                  <a:cubicBezTo>
                    <a:pt x="1901" y="2065"/>
                    <a:pt x="2421" y="1964"/>
                    <a:pt x="2820" y="1627"/>
                  </a:cubicBezTo>
                  <a:close/>
                  <a:moveTo>
                    <a:pt x="2676" y="3855"/>
                  </a:moveTo>
                  <a:lnTo>
                    <a:pt x="2676" y="3975"/>
                  </a:lnTo>
                  <a:lnTo>
                    <a:pt x="2426" y="4240"/>
                  </a:lnTo>
                  <a:lnTo>
                    <a:pt x="2190" y="4009"/>
                  </a:lnTo>
                  <a:lnTo>
                    <a:pt x="2190" y="3855"/>
                  </a:lnTo>
                  <a:cubicBezTo>
                    <a:pt x="2238" y="3865"/>
                    <a:pt x="2286" y="3865"/>
                    <a:pt x="2330" y="3865"/>
                  </a:cubicBezTo>
                  <a:lnTo>
                    <a:pt x="2536" y="3865"/>
                  </a:lnTo>
                  <a:cubicBezTo>
                    <a:pt x="2585" y="3865"/>
                    <a:pt x="2628" y="3865"/>
                    <a:pt x="2676" y="3855"/>
                  </a:cubicBezTo>
                  <a:close/>
                  <a:moveTo>
                    <a:pt x="2378" y="1"/>
                  </a:moveTo>
                  <a:cubicBezTo>
                    <a:pt x="1540" y="1"/>
                    <a:pt x="857" y="684"/>
                    <a:pt x="857" y="1521"/>
                  </a:cubicBezTo>
                  <a:lnTo>
                    <a:pt x="857" y="1921"/>
                  </a:lnTo>
                  <a:cubicBezTo>
                    <a:pt x="405" y="2286"/>
                    <a:pt x="636" y="3018"/>
                    <a:pt x="1213" y="3056"/>
                  </a:cubicBezTo>
                  <a:cubicBezTo>
                    <a:pt x="1305" y="3326"/>
                    <a:pt x="1492" y="3557"/>
                    <a:pt x="1738" y="3706"/>
                  </a:cubicBezTo>
                  <a:lnTo>
                    <a:pt x="1738" y="3831"/>
                  </a:lnTo>
                  <a:lnTo>
                    <a:pt x="809" y="4192"/>
                  </a:lnTo>
                  <a:cubicBezTo>
                    <a:pt x="727" y="4221"/>
                    <a:pt x="1" y="4509"/>
                    <a:pt x="1" y="5433"/>
                  </a:cubicBezTo>
                  <a:lnTo>
                    <a:pt x="1" y="6242"/>
                  </a:lnTo>
                  <a:cubicBezTo>
                    <a:pt x="1" y="6367"/>
                    <a:pt x="102" y="6468"/>
                    <a:pt x="227" y="6473"/>
                  </a:cubicBezTo>
                  <a:lnTo>
                    <a:pt x="804" y="6473"/>
                  </a:lnTo>
                  <a:cubicBezTo>
                    <a:pt x="1103" y="6473"/>
                    <a:pt x="1103" y="6016"/>
                    <a:pt x="804" y="6016"/>
                  </a:cubicBezTo>
                  <a:lnTo>
                    <a:pt x="453" y="6016"/>
                  </a:lnTo>
                  <a:lnTo>
                    <a:pt x="453" y="5438"/>
                  </a:lnTo>
                  <a:cubicBezTo>
                    <a:pt x="453" y="4808"/>
                    <a:pt x="944" y="4625"/>
                    <a:pt x="963" y="4620"/>
                  </a:cubicBezTo>
                  <a:lnTo>
                    <a:pt x="973" y="4615"/>
                  </a:lnTo>
                  <a:lnTo>
                    <a:pt x="1824" y="4283"/>
                  </a:lnTo>
                  <a:lnTo>
                    <a:pt x="2277" y="4721"/>
                  </a:lnTo>
                  <a:cubicBezTo>
                    <a:pt x="2315" y="4764"/>
                    <a:pt x="2373" y="4789"/>
                    <a:pt x="2431" y="4789"/>
                  </a:cubicBezTo>
                  <a:lnTo>
                    <a:pt x="2435" y="4789"/>
                  </a:lnTo>
                  <a:cubicBezTo>
                    <a:pt x="2498" y="4784"/>
                    <a:pt x="2556" y="4760"/>
                    <a:pt x="2594" y="4716"/>
                  </a:cubicBezTo>
                  <a:lnTo>
                    <a:pt x="3022" y="4274"/>
                  </a:lnTo>
                  <a:lnTo>
                    <a:pt x="3869" y="4615"/>
                  </a:lnTo>
                  <a:lnTo>
                    <a:pt x="3879" y="4620"/>
                  </a:lnTo>
                  <a:cubicBezTo>
                    <a:pt x="3903" y="4625"/>
                    <a:pt x="4394" y="4808"/>
                    <a:pt x="4394" y="5438"/>
                  </a:cubicBezTo>
                  <a:lnTo>
                    <a:pt x="4394" y="6016"/>
                  </a:lnTo>
                  <a:lnTo>
                    <a:pt x="1526" y="6016"/>
                  </a:lnTo>
                  <a:cubicBezTo>
                    <a:pt x="1223" y="6016"/>
                    <a:pt x="1223" y="6473"/>
                    <a:pt x="1526" y="6473"/>
                  </a:cubicBezTo>
                  <a:lnTo>
                    <a:pt x="4620" y="6473"/>
                  </a:lnTo>
                  <a:cubicBezTo>
                    <a:pt x="4745" y="6468"/>
                    <a:pt x="4846" y="6367"/>
                    <a:pt x="4846" y="6242"/>
                  </a:cubicBezTo>
                  <a:lnTo>
                    <a:pt x="4846" y="5438"/>
                  </a:lnTo>
                  <a:cubicBezTo>
                    <a:pt x="4846" y="4519"/>
                    <a:pt x="4124" y="4226"/>
                    <a:pt x="4033" y="4192"/>
                  </a:cubicBezTo>
                  <a:lnTo>
                    <a:pt x="3133" y="3831"/>
                  </a:lnTo>
                  <a:lnTo>
                    <a:pt x="3133" y="3706"/>
                  </a:lnTo>
                  <a:cubicBezTo>
                    <a:pt x="3378" y="3562"/>
                    <a:pt x="3566" y="3331"/>
                    <a:pt x="3658" y="3056"/>
                  </a:cubicBezTo>
                  <a:cubicBezTo>
                    <a:pt x="4230" y="3008"/>
                    <a:pt x="4452" y="2286"/>
                    <a:pt x="4009" y="1926"/>
                  </a:cubicBezTo>
                  <a:lnTo>
                    <a:pt x="4009" y="1526"/>
                  </a:lnTo>
                  <a:cubicBezTo>
                    <a:pt x="4009" y="684"/>
                    <a:pt x="3326" y="1"/>
                    <a:pt x="24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6"/>
            <p:cNvSpPr/>
            <p:nvPr/>
          </p:nvSpPr>
          <p:spPr>
            <a:xfrm>
              <a:off x="1987332" y="3397996"/>
              <a:ext cx="127256" cy="169639"/>
            </a:xfrm>
            <a:custGeom>
              <a:avLst/>
              <a:gdLst/>
              <a:ahLst/>
              <a:cxnLst/>
              <a:rect l="l" t="t" r="r" b="b"/>
              <a:pathLst>
                <a:path w="4852" h="6468" extrusionOk="0">
                  <a:moveTo>
                    <a:pt x="2378" y="453"/>
                  </a:moveTo>
                  <a:lnTo>
                    <a:pt x="2378" y="458"/>
                  </a:lnTo>
                  <a:lnTo>
                    <a:pt x="2489" y="458"/>
                  </a:lnTo>
                  <a:cubicBezTo>
                    <a:pt x="3076" y="458"/>
                    <a:pt x="3557" y="934"/>
                    <a:pt x="3557" y="1521"/>
                  </a:cubicBezTo>
                  <a:lnTo>
                    <a:pt x="3557" y="1666"/>
                  </a:lnTo>
                  <a:lnTo>
                    <a:pt x="3537" y="1666"/>
                  </a:lnTo>
                  <a:cubicBezTo>
                    <a:pt x="3225" y="1593"/>
                    <a:pt x="3124" y="1175"/>
                    <a:pt x="3124" y="1175"/>
                  </a:cubicBezTo>
                  <a:cubicBezTo>
                    <a:pt x="3098" y="1060"/>
                    <a:pt x="2998" y="995"/>
                    <a:pt x="2897" y="995"/>
                  </a:cubicBezTo>
                  <a:cubicBezTo>
                    <a:pt x="2829" y="995"/>
                    <a:pt x="2761" y="1024"/>
                    <a:pt x="2715" y="1088"/>
                  </a:cubicBezTo>
                  <a:cubicBezTo>
                    <a:pt x="2310" y="1656"/>
                    <a:pt x="1396" y="1661"/>
                    <a:pt x="1387" y="1661"/>
                  </a:cubicBezTo>
                  <a:lnTo>
                    <a:pt x="1334" y="1661"/>
                  </a:lnTo>
                  <a:lnTo>
                    <a:pt x="1319" y="1666"/>
                  </a:lnTo>
                  <a:lnTo>
                    <a:pt x="1314" y="1666"/>
                  </a:lnTo>
                  <a:lnTo>
                    <a:pt x="1314" y="1521"/>
                  </a:lnTo>
                  <a:cubicBezTo>
                    <a:pt x="1314" y="929"/>
                    <a:pt x="1791" y="453"/>
                    <a:pt x="2378" y="453"/>
                  </a:cubicBezTo>
                  <a:close/>
                  <a:moveTo>
                    <a:pt x="3715" y="2286"/>
                  </a:moveTo>
                  <a:lnTo>
                    <a:pt x="3740" y="2291"/>
                  </a:lnTo>
                  <a:cubicBezTo>
                    <a:pt x="3817" y="2373"/>
                    <a:pt x="3802" y="2503"/>
                    <a:pt x="3715" y="2565"/>
                  </a:cubicBezTo>
                  <a:lnTo>
                    <a:pt x="3715" y="2286"/>
                  </a:lnTo>
                  <a:close/>
                  <a:moveTo>
                    <a:pt x="1156" y="2286"/>
                  </a:moveTo>
                  <a:lnTo>
                    <a:pt x="1156" y="2575"/>
                  </a:lnTo>
                  <a:cubicBezTo>
                    <a:pt x="1103" y="2537"/>
                    <a:pt x="1074" y="2479"/>
                    <a:pt x="1074" y="2416"/>
                  </a:cubicBezTo>
                  <a:cubicBezTo>
                    <a:pt x="1074" y="2373"/>
                    <a:pt x="1088" y="2330"/>
                    <a:pt x="1122" y="2296"/>
                  </a:cubicBezTo>
                  <a:cubicBezTo>
                    <a:pt x="1132" y="2296"/>
                    <a:pt x="1146" y="2291"/>
                    <a:pt x="1156" y="2286"/>
                  </a:cubicBezTo>
                  <a:close/>
                  <a:moveTo>
                    <a:pt x="2825" y="1627"/>
                  </a:moveTo>
                  <a:cubicBezTo>
                    <a:pt x="2926" y="1805"/>
                    <a:pt x="3076" y="1949"/>
                    <a:pt x="3258" y="2041"/>
                  </a:cubicBezTo>
                  <a:lnTo>
                    <a:pt x="3258" y="2690"/>
                  </a:lnTo>
                  <a:cubicBezTo>
                    <a:pt x="3258" y="3085"/>
                    <a:pt x="2936" y="3412"/>
                    <a:pt x="2537" y="3412"/>
                  </a:cubicBezTo>
                  <a:lnTo>
                    <a:pt x="2335" y="3412"/>
                  </a:lnTo>
                  <a:cubicBezTo>
                    <a:pt x="1935" y="3412"/>
                    <a:pt x="1613" y="3085"/>
                    <a:pt x="1613" y="2690"/>
                  </a:cubicBezTo>
                  <a:lnTo>
                    <a:pt x="1613" y="2094"/>
                  </a:lnTo>
                  <a:cubicBezTo>
                    <a:pt x="1906" y="2060"/>
                    <a:pt x="2426" y="1959"/>
                    <a:pt x="2825" y="1627"/>
                  </a:cubicBezTo>
                  <a:close/>
                  <a:moveTo>
                    <a:pt x="2676" y="3855"/>
                  </a:moveTo>
                  <a:lnTo>
                    <a:pt x="2676" y="3975"/>
                  </a:lnTo>
                  <a:lnTo>
                    <a:pt x="2431" y="4240"/>
                  </a:lnTo>
                  <a:lnTo>
                    <a:pt x="2195" y="4009"/>
                  </a:lnTo>
                  <a:lnTo>
                    <a:pt x="2195" y="3855"/>
                  </a:lnTo>
                  <a:cubicBezTo>
                    <a:pt x="2238" y="3860"/>
                    <a:pt x="2286" y="3865"/>
                    <a:pt x="2335" y="3865"/>
                  </a:cubicBezTo>
                  <a:lnTo>
                    <a:pt x="2537" y="3865"/>
                  </a:lnTo>
                  <a:cubicBezTo>
                    <a:pt x="2585" y="3865"/>
                    <a:pt x="2633" y="3860"/>
                    <a:pt x="2676" y="3855"/>
                  </a:cubicBezTo>
                  <a:close/>
                  <a:moveTo>
                    <a:pt x="2383" y="1"/>
                  </a:moveTo>
                  <a:cubicBezTo>
                    <a:pt x="1541" y="1"/>
                    <a:pt x="862" y="679"/>
                    <a:pt x="862" y="1521"/>
                  </a:cubicBezTo>
                  <a:lnTo>
                    <a:pt x="862" y="1921"/>
                  </a:lnTo>
                  <a:cubicBezTo>
                    <a:pt x="405" y="2286"/>
                    <a:pt x="636" y="3013"/>
                    <a:pt x="1218" y="3051"/>
                  </a:cubicBezTo>
                  <a:cubicBezTo>
                    <a:pt x="1310" y="3326"/>
                    <a:pt x="1492" y="3557"/>
                    <a:pt x="1743" y="3701"/>
                  </a:cubicBezTo>
                  <a:lnTo>
                    <a:pt x="1743" y="3826"/>
                  </a:lnTo>
                  <a:lnTo>
                    <a:pt x="814" y="4187"/>
                  </a:lnTo>
                  <a:cubicBezTo>
                    <a:pt x="727" y="4221"/>
                    <a:pt x="1" y="4509"/>
                    <a:pt x="1" y="5433"/>
                  </a:cubicBezTo>
                  <a:lnTo>
                    <a:pt x="1" y="6242"/>
                  </a:lnTo>
                  <a:cubicBezTo>
                    <a:pt x="1" y="6367"/>
                    <a:pt x="102" y="6468"/>
                    <a:pt x="227" y="6468"/>
                  </a:cubicBezTo>
                  <a:lnTo>
                    <a:pt x="804" y="6468"/>
                  </a:lnTo>
                  <a:cubicBezTo>
                    <a:pt x="1108" y="6468"/>
                    <a:pt x="1108" y="6015"/>
                    <a:pt x="804" y="6015"/>
                  </a:cubicBezTo>
                  <a:lnTo>
                    <a:pt x="453" y="6015"/>
                  </a:lnTo>
                  <a:lnTo>
                    <a:pt x="453" y="5433"/>
                  </a:lnTo>
                  <a:cubicBezTo>
                    <a:pt x="453" y="4808"/>
                    <a:pt x="944" y="4625"/>
                    <a:pt x="963" y="4615"/>
                  </a:cubicBezTo>
                  <a:lnTo>
                    <a:pt x="978" y="4615"/>
                  </a:lnTo>
                  <a:lnTo>
                    <a:pt x="1824" y="4283"/>
                  </a:lnTo>
                  <a:lnTo>
                    <a:pt x="2277" y="4721"/>
                  </a:lnTo>
                  <a:cubicBezTo>
                    <a:pt x="2320" y="4760"/>
                    <a:pt x="2378" y="4784"/>
                    <a:pt x="2436" y="4784"/>
                  </a:cubicBezTo>
                  <a:lnTo>
                    <a:pt x="2440" y="4784"/>
                  </a:lnTo>
                  <a:cubicBezTo>
                    <a:pt x="2498" y="4784"/>
                    <a:pt x="2556" y="4760"/>
                    <a:pt x="2599" y="4716"/>
                  </a:cubicBezTo>
                  <a:lnTo>
                    <a:pt x="3027" y="4274"/>
                  </a:lnTo>
                  <a:lnTo>
                    <a:pt x="3874" y="4615"/>
                  </a:lnTo>
                  <a:lnTo>
                    <a:pt x="3884" y="4615"/>
                  </a:lnTo>
                  <a:cubicBezTo>
                    <a:pt x="3903" y="4625"/>
                    <a:pt x="4394" y="4808"/>
                    <a:pt x="4394" y="5433"/>
                  </a:cubicBezTo>
                  <a:lnTo>
                    <a:pt x="4394" y="6015"/>
                  </a:lnTo>
                  <a:lnTo>
                    <a:pt x="1526" y="6015"/>
                  </a:lnTo>
                  <a:cubicBezTo>
                    <a:pt x="1223" y="6015"/>
                    <a:pt x="1223" y="6468"/>
                    <a:pt x="1526" y="6468"/>
                  </a:cubicBezTo>
                  <a:lnTo>
                    <a:pt x="4625" y="6468"/>
                  </a:lnTo>
                  <a:cubicBezTo>
                    <a:pt x="4750" y="6468"/>
                    <a:pt x="4851" y="6367"/>
                    <a:pt x="4851" y="6242"/>
                  </a:cubicBezTo>
                  <a:lnTo>
                    <a:pt x="4851" y="5433"/>
                  </a:lnTo>
                  <a:cubicBezTo>
                    <a:pt x="4846" y="4514"/>
                    <a:pt x="4124" y="4225"/>
                    <a:pt x="4038" y="4192"/>
                  </a:cubicBezTo>
                  <a:lnTo>
                    <a:pt x="3133" y="3831"/>
                  </a:lnTo>
                  <a:lnTo>
                    <a:pt x="3133" y="3706"/>
                  </a:lnTo>
                  <a:cubicBezTo>
                    <a:pt x="3383" y="3557"/>
                    <a:pt x="3566" y="3326"/>
                    <a:pt x="3658" y="3056"/>
                  </a:cubicBezTo>
                  <a:cubicBezTo>
                    <a:pt x="4230" y="3008"/>
                    <a:pt x="4457" y="2286"/>
                    <a:pt x="4009" y="1925"/>
                  </a:cubicBezTo>
                  <a:lnTo>
                    <a:pt x="4009" y="1521"/>
                  </a:lnTo>
                  <a:cubicBezTo>
                    <a:pt x="4009" y="684"/>
                    <a:pt x="3331" y="1"/>
                    <a:pt x="24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6"/>
            <p:cNvSpPr/>
            <p:nvPr/>
          </p:nvSpPr>
          <p:spPr>
            <a:xfrm>
              <a:off x="1918826" y="3316088"/>
              <a:ext cx="15028" cy="13035"/>
            </a:xfrm>
            <a:custGeom>
              <a:avLst/>
              <a:gdLst/>
              <a:ahLst/>
              <a:cxnLst/>
              <a:rect l="l" t="t" r="r" b="b"/>
              <a:pathLst>
                <a:path w="573" h="497" extrusionOk="0">
                  <a:moveTo>
                    <a:pt x="0" y="1"/>
                  </a:moveTo>
                  <a:lnTo>
                    <a:pt x="0" y="222"/>
                  </a:lnTo>
                  <a:lnTo>
                    <a:pt x="279" y="497"/>
                  </a:lnTo>
                  <a:lnTo>
                    <a:pt x="573" y="193"/>
                  </a:lnTo>
                  <a:lnTo>
                    <a:pt x="573" y="1"/>
                  </a:lnTo>
                  <a:lnTo>
                    <a:pt x="525" y="6"/>
                  </a:lnTo>
                  <a:cubicBezTo>
                    <a:pt x="476" y="11"/>
                    <a:pt x="433" y="15"/>
                    <a:pt x="390" y="15"/>
                  </a:cubicBezTo>
                  <a:lnTo>
                    <a:pt x="183" y="15"/>
                  </a:lnTo>
                  <a:cubicBezTo>
                    <a:pt x="140" y="15"/>
                    <a:pt x="91" y="11"/>
                    <a:pt x="48" y="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AD8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6"/>
            <p:cNvSpPr/>
            <p:nvPr/>
          </p:nvSpPr>
          <p:spPr>
            <a:xfrm>
              <a:off x="1889661" y="3273442"/>
              <a:ext cx="4328" cy="12642"/>
            </a:xfrm>
            <a:custGeom>
              <a:avLst/>
              <a:gdLst/>
              <a:ahLst/>
              <a:cxnLst/>
              <a:rect l="l" t="t" r="r" b="b"/>
              <a:pathLst>
                <a:path w="165" h="482" extrusionOk="0">
                  <a:moveTo>
                    <a:pt x="164" y="1"/>
                  </a:moveTo>
                  <a:lnTo>
                    <a:pt x="87" y="78"/>
                  </a:lnTo>
                  <a:cubicBezTo>
                    <a:pt x="1" y="169"/>
                    <a:pt x="1" y="313"/>
                    <a:pt x="87" y="400"/>
                  </a:cubicBezTo>
                  <a:lnTo>
                    <a:pt x="164" y="482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rgbClr val="AD8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6"/>
            <p:cNvSpPr/>
            <p:nvPr/>
          </p:nvSpPr>
          <p:spPr>
            <a:xfrm>
              <a:off x="1778614" y="3438754"/>
              <a:ext cx="45715" cy="49754"/>
            </a:xfrm>
            <a:custGeom>
              <a:avLst/>
              <a:gdLst/>
              <a:ahLst/>
              <a:cxnLst/>
              <a:rect l="l" t="t" r="r" b="b"/>
              <a:pathLst>
                <a:path w="1743" h="1897" extrusionOk="0">
                  <a:moveTo>
                    <a:pt x="1271" y="1"/>
                  </a:moveTo>
                  <a:lnTo>
                    <a:pt x="1232" y="35"/>
                  </a:lnTo>
                  <a:cubicBezTo>
                    <a:pt x="837" y="362"/>
                    <a:pt x="318" y="463"/>
                    <a:pt x="44" y="492"/>
                  </a:cubicBezTo>
                  <a:lnTo>
                    <a:pt x="0" y="497"/>
                  </a:lnTo>
                  <a:lnTo>
                    <a:pt x="0" y="1132"/>
                  </a:lnTo>
                  <a:cubicBezTo>
                    <a:pt x="0" y="1555"/>
                    <a:pt x="347" y="1897"/>
                    <a:pt x="770" y="1897"/>
                  </a:cubicBezTo>
                  <a:lnTo>
                    <a:pt x="972" y="1897"/>
                  </a:lnTo>
                  <a:cubicBezTo>
                    <a:pt x="1396" y="1897"/>
                    <a:pt x="1742" y="1555"/>
                    <a:pt x="1742" y="1132"/>
                  </a:cubicBezTo>
                  <a:lnTo>
                    <a:pt x="1742" y="458"/>
                  </a:lnTo>
                  <a:lnTo>
                    <a:pt x="1713" y="444"/>
                  </a:lnTo>
                  <a:cubicBezTo>
                    <a:pt x="1540" y="357"/>
                    <a:pt x="1396" y="217"/>
                    <a:pt x="1299" y="44"/>
                  </a:cubicBezTo>
                  <a:lnTo>
                    <a:pt x="1271" y="1"/>
                  </a:lnTo>
                  <a:close/>
                </a:path>
              </a:pathLst>
            </a:custGeom>
            <a:solidFill>
              <a:srgbClr val="EFB3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6"/>
            <p:cNvSpPr/>
            <p:nvPr/>
          </p:nvSpPr>
          <p:spPr>
            <a:xfrm>
              <a:off x="1833875" y="3456300"/>
              <a:ext cx="4328" cy="11383"/>
            </a:xfrm>
            <a:custGeom>
              <a:avLst/>
              <a:gdLst/>
              <a:ahLst/>
              <a:cxnLst/>
              <a:rect l="l" t="t" r="r" b="b"/>
              <a:pathLst>
                <a:path w="165" h="434" extrusionOk="0">
                  <a:moveTo>
                    <a:pt x="1" y="1"/>
                  </a:moveTo>
                  <a:lnTo>
                    <a:pt x="1" y="434"/>
                  </a:lnTo>
                  <a:lnTo>
                    <a:pt x="73" y="381"/>
                  </a:lnTo>
                  <a:cubicBezTo>
                    <a:pt x="131" y="338"/>
                    <a:pt x="164" y="265"/>
                    <a:pt x="164" y="193"/>
                  </a:cubicBezTo>
                  <a:cubicBezTo>
                    <a:pt x="164" y="135"/>
                    <a:pt x="140" y="78"/>
                    <a:pt x="102" y="34"/>
                  </a:cubicBezTo>
                  <a:lnTo>
                    <a:pt x="92" y="25"/>
                  </a:lnTo>
                  <a:lnTo>
                    <a:pt x="78" y="25"/>
                  </a:lnTo>
                  <a:lnTo>
                    <a:pt x="58" y="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FB3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6"/>
            <p:cNvSpPr/>
            <p:nvPr/>
          </p:nvSpPr>
          <p:spPr>
            <a:xfrm>
              <a:off x="1793878" y="3497713"/>
              <a:ext cx="15159" cy="13009"/>
            </a:xfrm>
            <a:custGeom>
              <a:avLst/>
              <a:gdLst/>
              <a:ahLst/>
              <a:cxnLst/>
              <a:rect l="l" t="t" r="r" b="b"/>
              <a:pathLst>
                <a:path w="578" h="496" extrusionOk="0">
                  <a:moveTo>
                    <a:pt x="0" y="0"/>
                  </a:moveTo>
                  <a:lnTo>
                    <a:pt x="0" y="221"/>
                  </a:lnTo>
                  <a:lnTo>
                    <a:pt x="284" y="496"/>
                  </a:lnTo>
                  <a:lnTo>
                    <a:pt x="578" y="188"/>
                  </a:lnTo>
                  <a:lnTo>
                    <a:pt x="578" y="0"/>
                  </a:lnTo>
                  <a:lnTo>
                    <a:pt x="525" y="5"/>
                  </a:lnTo>
                  <a:cubicBezTo>
                    <a:pt x="482" y="10"/>
                    <a:pt x="438" y="10"/>
                    <a:pt x="390" y="14"/>
                  </a:cubicBezTo>
                  <a:lnTo>
                    <a:pt x="188" y="14"/>
                  </a:lnTo>
                  <a:cubicBezTo>
                    <a:pt x="140" y="14"/>
                    <a:pt x="97" y="10"/>
                    <a:pt x="53" y="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B3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6"/>
            <p:cNvSpPr/>
            <p:nvPr/>
          </p:nvSpPr>
          <p:spPr>
            <a:xfrm>
              <a:off x="1903535" y="3257154"/>
              <a:ext cx="45583" cy="49885"/>
            </a:xfrm>
            <a:custGeom>
              <a:avLst/>
              <a:gdLst/>
              <a:ahLst/>
              <a:cxnLst/>
              <a:rect l="l" t="t" r="r" b="b"/>
              <a:pathLst>
                <a:path w="1738" h="1902" extrusionOk="0">
                  <a:moveTo>
                    <a:pt x="1271" y="1"/>
                  </a:moveTo>
                  <a:lnTo>
                    <a:pt x="1228" y="35"/>
                  </a:lnTo>
                  <a:cubicBezTo>
                    <a:pt x="833" y="362"/>
                    <a:pt x="314" y="463"/>
                    <a:pt x="39" y="492"/>
                  </a:cubicBezTo>
                  <a:lnTo>
                    <a:pt x="1" y="496"/>
                  </a:lnTo>
                  <a:lnTo>
                    <a:pt x="1" y="1132"/>
                  </a:lnTo>
                  <a:cubicBezTo>
                    <a:pt x="1" y="1555"/>
                    <a:pt x="342" y="1901"/>
                    <a:pt x="766" y="1901"/>
                  </a:cubicBezTo>
                  <a:lnTo>
                    <a:pt x="973" y="1901"/>
                  </a:lnTo>
                  <a:cubicBezTo>
                    <a:pt x="1396" y="1901"/>
                    <a:pt x="1738" y="1555"/>
                    <a:pt x="1738" y="1132"/>
                  </a:cubicBezTo>
                  <a:lnTo>
                    <a:pt x="1738" y="458"/>
                  </a:lnTo>
                  <a:lnTo>
                    <a:pt x="1714" y="444"/>
                  </a:lnTo>
                  <a:cubicBezTo>
                    <a:pt x="1536" y="357"/>
                    <a:pt x="1391" y="217"/>
                    <a:pt x="1300" y="44"/>
                  </a:cubicBezTo>
                  <a:lnTo>
                    <a:pt x="1271" y="1"/>
                  </a:lnTo>
                  <a:close/>
                </a:path>
              </a:pathLst>
            </a:custGeom>
            <a:solidFill>
              <a:srgbClr val="AD8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6"/>
            <p:cNvSpPr/>
            <p:nvPr/>
          </p:nvSpPr>
          <p:spPr>
            <a:xfrm>
              <a:off x="1958561" y="3274569"/>
              <a:ext cx="4459" cy="11383"/>
            </a:xfrm>
            <a:custGeom>
              <a:avLst/>
              <a:gdLst/>
              <a:ahLst/>
              <a:cxnLst/>
              <a:rect l="l" t="t" r="r" b="b"/>
              <a:pathLst>
                <a:path w="170" h="434" extrusionOk="0">
                  <a:moveTo>
                    <a:pt x="1" y="1"/>
                  </a:moveTo>
                  <a:lnTo>
                    <a:pt x="1" y="434"/>
                  </a:lnTo>
                  <a:lnTo>
                    <a:pt x="73" y="381"/>
                  </a:lnTo>
                  <a:cubicBezTo>
                    <a:pt x="135" y="338"/>
                    <a:pt x="169" y="270"/>
                    <a:pt x="169" y="198"/>
                  </a:cubicBezTo>
                  <a:cubicBezTo>
                    <a:pt x="169" y="136"/>
                    <a:pt x="150" y="83"/>
                    <a:pt x="111" y="39"/>
                  </a:cubicBezTo>
                  <a:lnTo>
                    <a:pt x="97" y="25"/>
                  </a:lnTo>
                  <a:lnTo>
                    <a:pt x="83" y="25"/>
                  </a:lnTo>
                  <a:lnTo>
                    <a:pt x="63" y="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D8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6"/>
            <p:cNvSpPr/>
            <p:nvPr/>
          </p:nvSpPr>
          <p:spPr>
            <a:xfrm>
              <a:off x="2028352" y="3438754"/>
              <a:ext cx="45715" cy="49754"/>
            </a:xfrm>
            <a:custGeom>
              <a:avLst/>
              <a:gdLst/>
              <a:ahLst/>
              <a:cxnLst/>
              <a:rect l="l" t="t" r="r" b="b"/>
              <a:pathLst>
                <a:path w="1743" h="1897" extrusionOk="0">
                  <a:moveTo>
                    <a:pt x="1271" y="1"/>
                  </a:moveTo>
                  <a:lnTo>
                    <a:pt x="1232" y="35"/>
                  </a:lnTo>
                  <a:cubicBezTo>
                    <a:pt x="838" y="362"/>
                    <a:pt x="318" y="463"/>
                    <a:pt x="44" y="492"/>
                  </a:cubicBezTo>
                  <a:lnTo>
                    <a:pt x="1" y="497"/>
                  </a:lnTo>
                  <a:lnTo>
                    <a:pt x="1" y="1132"/>
                  </a:lnTo>
                  <a:cubicBezTo>
                    <a:pt x="1" y="1555"/>
                    <a:pt x="347" y="1897"/>
                    <a:pt x="771" y="1897"/>
                  </a:cubicBezTo>
                  <a:lnTo>
                    <a:pt x="973" y="1897"/>
                  </a:lnTo>
                  <a:cubicBezTo>
                    <a:pt x="1396" y="1897"/>
                    <a:pt x="1743" y="1555"/>
                    <a:pt x="1743" y="1132"/>
                  </a:cubicBezTo>
                  <a:lnTo>
                    <a:pt x="1743" y="458"/>
                  </a:lnTo>
                  <a:lnTo>
                    <a:pt x="1714" y="444"/>
                  </a:lnTo>
                  <a:cubicBezTo>
                    <a:pt x="1540" y="357"/>
                    <a:pt x="1396" y="217"/>
                    <a:pt x="1300" y="44"/>
                  </a:cubicBezTo>
                  <a:lnTo>
                    <a:pt x="1271" y="1"/>
                  </a:lnTo>
                  <a:close/>
                </a:path>
              </a:pathLst>
            </a:custGeom>
            <a:solidFill>
              <a:srgbClr val="D5A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6"/>
            <p:cNvSpPr/>
            <p:nvPr/>
          </p:nvSpPr>
          <p:spPr>
            <a:xfrm>
              <a:off x="2014478" y="3455041"/>
              <a:ext cx="4432" cy="12642"/>
            </a:xfrm>
            <a:custGeom>
              <a:avLst/>
              <a:gdLst/>
              <a:ahLst/>
              <a:cxnLst/>
              <a:rect l="l" t="t" r="r" b="b"/>
              <a:pathLst>
                <a:path w="169" h="482" extrusionOk="0">
                  <a:moveTo>
                    <a:pt x="169" y="1"/>
                  </a:moveTo>
                  <a:lnTo>
                    <a:pt x="92" y="82"/>
                  </a:lnTo>
                  <a:cubicBezTo>
                    <a:pt x="0" y="169"/>
                    <a:pt x="0" y="313"/>
                    <a:pt x="92" y="405"/>
                  </a:cubicBezTo>
                  <a:lnTo>
                    <a:pt x="169" y="482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D5A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6"/>
            <p:cNvSpPr/>
            <p:nvPr/>
          </p:nvSpPr>
          <p:spPr>
            <a:xfrm>
              <a:off x="2083508" y="3456169"/>
              <a:ext cx="4432" cy="11514"/>
            </a:xfrm>
            <a:custGeom>
              <a:avLst/>
              <a:gdLst/>
              <a:ahLst/>
              <a:cxnLst/>
              <a:rect l="l" t="t" r="r" b="b"/>
              <a:pathLst>
                <a:path w="169" h="439" extrusionOk="0">
                  <a:moveTo>
                    <a:pt x="0" y="1"/>
                  </a:moveTo>
                  <a:lnTo>
                    <a:pt x="0" y="439"/>
                  </a:lnTo>
                  <a:lnTo>
                    <a:pt x="73" y="386"/>
                  </a:lnTo>
                  <a:cubicBezTo>
                    <a:pt x="130" y="343"/>
                    <a:pt x="169" y="270"/>
                    <a:pt x="169" y="198"/>
                  </a:cubicBezTo>
                  <a:cubicBezTo>
                    <a:pt x="169" y="140"/>
                    <a:pt x="145" y="83"/>
                    <a:pt x="106" y="39"/>
                  </a:cubicBezTo>
                  <a:lnTo>
                    <a:pt x="97" y="25"/>
                  </a:lnTo>
                  <a:lnTo>
                    <a:pt x="82" y="25"/>
                  </a:lnTo>
                  <a:lnTo>
                    <a:pt x="63" y="2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5A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6"/>
            <p:cNvSpPr/>
            <p:nvPr/>
          </p:nvSpPr>
          <p:spPr>
            <a:xfrm>
              <a:off x="2043616" y="3497713"/>
              <a:ext cx="15186" cy="13009"/>
            </a:xfrm>
            <a:custGeom>
              <a:avLst/>
              <a:gdLst/>
              <a:ahLst/>
              <a:cxnLst/>
              <a:rect l="l" t="t" r="r" b="b"/>
              <a:pathLst>
                <a:path w="579" h="496" extrusionOk="0">
                  <a:moveTo>
                    <a:pt x="1" y="0"/>
                  </a:moveTo>
                  <a:lnTo>
                    <a:pt x="1" y="221"/>
                  </a:lnTo>
                  <a:lnTo>
                    <a:pt x="285" y="496"/>
                  </a:lnTo>
                  <a:lnTo>
                    <a:pt x="578" y="188"/>
                  </a:lnTo>
                  <a:lnTo>
                    <a:pt x="578" y="0"/>
                  </a:lnTo>
                  <a:lnTo>
                    <a:pt x="525" y="5"/>
                  </a:lnTo>
                  <a:cubicBezTo>
                    <a:pt x="482" y="10"/>
                    <a:pt x="439" y="10"/>
                    <a:pt x="391" y="14"/>
                  </a:cubicBezTo>
                  <a:lnTo>
                    <a:pt x="189" y="14"/>
                  </a:lnTo>
                  <a:cubicBezTo>
                    <a:pt x="140" y="10"/>
                    <a:pt x="97" y="10"/>
                    <a:pt x="54" y="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D5A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6"/>
            <p:cNvSpPr/>
            <p:nvPr/>
          </p:nvSpPr>
          <p:spPr>
            <a:xfrm>
              <a:off x="1749842" y="3510066"/>
              <a:ext cx="103363" cy="52009"/>
            </a:xfrm>
            <a:custGeom>
              <a:avLst/>
              <a:gdLst/>
              <a:ahLst/>
              <a:cxnLst/>
              <a:rect l="l" t="t" r="r" b="b"/>
              <a:pathLst>
                <a:path w="3941" h="1983" extrusionOk="0">
                  <a:moveTo>
                    <a:pt x="2570" y="1"/>
                  </a:moveTo>
                  <a:lnTo>
                    <a:pt x="2141" y="443"/>
                  </a:lnTo>
                  <a:cubicBezTo>
                    <a:pt x="2103" y="487"/>
                    <a:pt x="2045" y="511"/>
                    <a:pt x="1983" y="511"/>
                  </a:cubicBezTo>
                  <a:cubicBezTo>
                    <a:pt x="1920" y="511"/>
                    <a:pt x="1862" y="487"/>
                    <a:pt x="1824" y="448"/>
                  </a:cubicBezTo>
                  <a:lnTo>
                    <a:pt x="1371" y="10"/>
                  </a:lnTo>
                  <a:lnTo>
                    <a:pt x="520" y="342"/>
                  </a:lnTo>
                  <a:lnTo>
                    <a:pt x="510" y="342"/>
                  </a:lnTo>
                  <a:cubicBezTo>
                    <a:pt x="491" y="352"/>
                    <a:pt x="0" y="535"/>
                    <a:pt x="0" y="1160"/>
                  </a:cubicBezTo>
                  <a:lnTo>
                    <a:pt x="0" y="1983"/>
                  </a:lnTo>
                  <a:lnTo>
                    <a:pt x="3941" y="1983"/>
                  </a:lnTo>
                  <a:lnTo>
                    <a:pt x="3941" y="1160"/>
                  </a:lnTo>
                  <a:cubicBezTo>
                    <a:pt x="3941" y="535"/>
                    <a:pt x="3450" y="352"/>
                    <a:pt x="3426" y="342"/>
                  </a:cubicBezTo>
                  <a:lnTo>
                    <a:pt x="3416" y="337"/>
                  </a:lnTo>
                  <a:lnTo>
                    <a:pt x="25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6"/>
            <p:cNvSpPr/>
            <p:nvPr/>
          </p:nvSpPr>
          <p:spPr>
            <a:xfrm>
              <a:off x="1874633" y="3328336"/>
              <a:ext cx="103258" cy="52035"/>
            </a:xfrm>
            <a:custGeom>
              <a:avLst/>
              <a:gdLst/>
              <a:ahLst/>
              <a:cxnLst/>
              <a:rect l="l" t="t" r="r" b="b"/>
              <a:pathLst>
                <a:path w="3937" h="1984" extrusionOk="0">
                  <a:moveTo>
                    <a:pt x="2570" y="1"/>
                  </a:moveTo>
                  <a:lnTo>
                    <a:pt x="2142" y="443"/>
                  </a:lnTo>
                  <a:cubicBezTo>
                    <a:pt x="2099" y="487"/>
                    <a:pt x="2041" y="511"/>
                    <a:pt x="1983" y="511"/>
                  </a:cubicBezTo>
                  <a:lnTo>
                    <a:pt x="1979" y="511"/>
                  </a:lnTo>
                  <a:cubicBezTo>
                    <a:pt x="1921" y="511"/>
                    <a:pt x="1863" y="487"/>
                    <a:pt x="1820" y="448"/>
                  </a:cubicBezTo>
                  <a:lnTo>
                    <a:pt x="1367" y="5"/>
                  </a:lnTo>
                  <a:lnTo>
                    <a:pt x="521" y="337"/>
                  </a:lnTo>
                  <a:lnTo>
                    <a:pt x="511" y="342"/>
                  </a:lnTo>
                  <a:cubicBezTo>
                    <a:pt x="492" y="347"/>
                    <a:pt x="1" y="530"/>
                    <a:pt x="1" y="1160"/>
                  </a:cubicBezTo>
                  <a:lnTo>
                    <a:pt x="1" y="1983"/>
                  </a:lnTo>
                  <a:lnTo>
                    <a:pt x="3937" y="1983"/>
                  </a:lnTo>
                  <a:lnTo>
                    <a:pt x="3937" y="1165"/>
                  </a:lnTo>
                  <a:cubicBezTo>
                    <a:pt x="3937" y="535"/>
                    <a:pt x="3446" y="352"/>
                    <a:pt x="3427" y="347"/>
                  </a:cubicBezTo>
                  <a:lnTo>
                    <a:pt x="3417" y="342"/>
                  </a:lnTo>
                  <a:lnTo>
                    <a:pt x="257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6"/>
            <p:cNvSpPr/>
            <p:nvPr/>
          </p:nvSpPr>
          <p:spPr>
            <a:xfrm>
              <a:off x="1999213" y="3510066"/>
              <a:ext cx="103363" cy="52009"/>
            </a:xfrm>
            <a:custGeom>
              <a:avLst/>
              <a:gdLst/>
              <a:ahLst/>
              <a:cxnLst/>
              <a:rect l="l" t="t" r="r" b="b"/>
              <a:pathLst>
                <a:path w="3941" h="1983" extrusionOk="0">
                  <a:moveTo>
                    <a:pt x="2570" y="1"/>
                  </a:moveTo>
                  <a:lnTo>
                    <a:pt x="2141" y="443"/>
                  </a:lnTo>
                  <a:cubicBezTo>
                    <a:pt x="2103" y="487"/>
                    <a:pt x="2045" y="511"/>
                    <a:pt x="1983" y="511"/>
                  </a:cubicBezTo>
                  <a:lnTo>
                    <a:pt x="1978" y="511"/>
                  </a:lnTo>
                  <a:cubicBezTo>
                    <a:pt x="1920" y="511"/>
                    <a:pt x="1862" y="487"/>
                    <a:pt x="1824" y="448"/>
                  </a:cubicBezTo>
                  <a:lnTo>
                    <a:pt x="1371" y="5"/>
                  </a:lnTo>
                  <a:lnTo>
                    <a:pt x="520" y="342"/>
                  </a:lnTo>
                  <a:lnTo>
                    <a:pt x="510" y="342"/>
                  </a:lnTo>
                  <a:cubicBezTo>
                    <a:pt x="491" y="352"/>
                    <a:pt x="0" y="535"/>
                    <a:pt x="0" y="1160"/>
                  </a:cubicBezTo>
                  <a:lnTo>
                    <a:pt x="0" y="1983"/>
                  </a:lnTo>
                  <a:lnTo>
                    <a:pt x="3941" y="1983"/>
                  </a:lnTo>
                  <a:lnTo>
                    <a:pt x="3941" y="1160"/>
                  </a:lnTo>
                  <a:cubicBezTo>
                    <a:pt x="3941" y="535"/>
                    <a:pt x="3450" y="352"/>
                    <a:pt x="3426" y="342"/>
                  </a:cubicBezTo>
                  <a:lnTo>
                    <a:pt x="3416" y="337"/>
                  </a:lnTo>
                  <a:lnTo>
                    <a:pt x="257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6"/>
            <p:cNvSpPr/>
            <p:nvPr/>
          </p:nvSpPr>
          <p:spPr>
            <a:xfrm>
              <a:off x="1895588" y="3226993"/>
              <a:ext cx="61372" cy="34751"/>
            </a:xfrm>
            <a:custGeom>
              <a:avLst/>
              <a:gdLst/>
              <a:ahLst/>
              <a:cxnLst/>
              <a:rect l="l" t="t" r="r" b="b"/>
              <a:pathLst>
                <a:path w="2340" h="1325" extrusionOk="0">
                  <a:moveTo>
                    <a:pt x="1117" y="1"/>
                  </a:moveTo>
                  <a:cubicBezTo>
                    <a:pt x="501" y="6"/>
                    <a:pt x="1" y="501"/>
                    <a:pt x="1" y="1117"/>
                  </a:cubicBezTo>
                  <a:lnTo>
                    <a:pt x="1" y="1324"/>
                  </a:lnTo>
                  <a:lnTo>
                    <a:pt x="63" y="1305"/>
                  </a:lnTo>
                  <a:lnTo>
                    <a:pt x="73" y="1305"/>
                  </a:lnTo>
                  <a:lnTo>
                    <a:pt x="83" y="1300"/>
                  </a:lnTo>
                  <a:lnTo>
                    <a:pt x="121" y="1300"/>
                  </a:lnTo>
                  <a:cubicBezTo>
                    <a:pt x="131" y="1300"/>
                    <a:pt x="1069" y="1295"/>
                    <a:pt x="1488" y="713"/>
                  </a:cubicBezTo>
                  <a:cubicBezTo>
                    <a:pt x="1525" y="660"/>
                    <a:pt x="1580" y="636"/>
                    <a:pt x="1634" y="636"/>
                  </a:cubicBezTo>
                  <a:cubicBezTo>
                    <a:pt x="1715" y="636"/>
                    <a:pt x="1795" y="689"/>
                    <a:pt x="1815" y="780"/>
                  </a:cubicBezTo>
                  <a:cubicBezTo>
                    <a:pt x="1820" y="800"/>
                    <a:pt x="1925" y="1228"/>
                    <a:pt x="2262" y="1305"/>
                  </a:cubicBezTo>
                  <a:lnTo>
                    <a:pt x="2277" y="1305"/>
                  </a:lnTo>
                  <a:lnTo>
                    <a:pt x="2339" y="1324"/>
                  </a:lnTo>
                  <a:lnTo>
                    <a:pt x="2339" y="1117"/>
                  </a:lnTo>
                  <a:cubicBezTo>
                    <a:pt x="2339" y="501"/>
                    <a:pt x="1839" y="1"/>
                    <a:pt x="1223" y="1"/>
                  </a:cubicBezTo>
                  <a:close/>
                </a:path>
              </a:pathLst>
            </a:custGeom>
            <a:solidFill>
              <a:srgbClr val="5346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6"/>
            <p:cNvSpPr/>
            <p:nvPr/>
          </p:nvSpPr>
          <p:spPr>
            <a:xfrm>
              <a:off x="1770772" y="3408592"/>
              <a:ext cx="61372" cy="34751"/>
            </a:xfrm>
            <a:custGeom>
              <a:avLst/>
              <a:gdLst/>
              <a:ahLst/>
              <a:cxnLst/>
              <a:rect l="l" t="t" r="r" b="b"/>
              <a:pathLst>
                <a:path w="2340" h="1325" extrusionOk="0">
                  <a:moveTo>
                    <a:pt x="1112" y="1"/>
                  </a:moveTo>
                  <a:cubicBezTo>
                    <a:pt x="501" y="1"/>
                    <a:pt x="1" y="501"/>
                    <a:pt x="1" y="1117"/>
                  </a:cubicBezTo>
                  <a:lnTo>
                    <a:pt x="1" y="1324"/>
                  </a:lnTo>
                  <a:lnTo>
                    <a:pt x="63" y="1305"/>
                  </a:lnTo>
                  <a:lnTo>
                    <a:pt x="121" y="1305"/>
                  </a:lnTo>
                  <a:cubicBezTo>
                    <a:pt x="131" y="1305"/>
                    <a:pt x="1064" y="1295"/>
                    <a:pt x="1488" y="713"/>
                  </a:cubicBezTo>
                  <a:cubicBezTo>
                    <a:pt x="1523" y="661"/>
                    <a:pt x="1577" y="636"/>
                    <a:pt x="1631" y="636"/>
                  </a:cubicBezTo>
                  <a:cubicBezTo>
                    <a:pt x="1710" y="636"/>
                    <a:pt x="1790" y="689"/>
                    <a:pt x="1810" y="780"/>
                  </a:cubicBezTo>
                  <a:cubicBezTo>
                    <a:pt x="1815" y="800"/>
                    <a:pt x="1921" y="1233"/>
                    <a:pt x="2262" y="1310"/>
                  </a:cubicBezTo>
                  <a:lnTo>
                    <a:pt x="2277" y="1310"/>
                  </a:lnTo>
                  <a:lnTo>
                    <a:pt x="2335" y="1324"/>
                  </a:lnTo>
                  <a:lnTo>
                    <a:pt x="2335" y="1122"/>
                  </a:lnTo>
                  <a:cubicBezTo>
                    <a:pt x="2339" y="506"/>
                    <a:pt x="1839" y="1"/>
                    <a:pt x="1223" y="1"/>
                  </a:cubicBezTo>
                  <a:close/>
                </a:path>
              </a:pathLst>
            </a:custGeom>
            <a:solidFill>
              <a:srgbClr val="AD8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6"/>
            <p:cNvSpPr/>
            <p:nvPr/>
          </p:nvSpPr>
          <p:spPr>
            <a:xfrm>
              <a:off x="2020536" y="3408592"/>
              <a:ext cx="61346" cy="34751"/>
            </a:xfrm>
            <a:custGeom>
              <a:avLst/>
              <a:gdLst/>
              <a:ahLst/>
              <a:cxnLst/>
              <a:rect l="l" t="t" r="r" b="b"/>
              <a:pathLst>
                <a:path w="2339" h="1325" extrusionOk="0">
                  <a:moveTo>
                    <a:pt x="1117" y="1"/>
                  </a:moveTo>
                  <a:cubicBezTo>
                    <a:pt x="501" y="1"/>
                    <a:pt x="5" y="501"/>
                    <a:pt x="0" y="1117"/>
                  </a:cubicBezTo>
                  <a:lnTo>
                    <a:pt x="0" y="1324"/>
                  </a:lnTo>
                  <a:lnTo>
                    <a:pt x="63" y="1305"/>
                  </a:lnTo>
                  <a:lnTo>
                    <a:pt x="121" y="1305"/>
                  </a:lnTo>
                  <a:cubicBezTo>
                    <a:pt x="130" y="1305"/>
                    <a:pt x="1069" y="1295"/>
                    <a:pt x="1487" y="713"/>
                  </a:cubicBezTo>
                  <a:cubicBezTo>
                    <a:pt x="1524" y="661"/>
                    <a:pt x="1579" y="636"/>
                    <a:pt x="1634" y="636"/>
                  </a:cubicBezTo>
                  <a:cubicBezTo>
                    <a:pt x="1715" y="636"/>
                    <a:pt x="1794" y="689"/>
                    <a:pt x="1814" y="780"/>
                  </a:cubicBezTo>
                  <a:cubicBezTo>
                    <a:pt x="1819" y="800"/>
                    <a:pt x="1925" y="1233"/>
                    <a:pt x="2267" y="1310"/>
                  </a:cubicBezTo>
                  <a:lnTo>
                    <a:pt x="2276" y="1310"/>
                  </a:lnTo>
                  <a:lnTo>
                    <a:pt x="2339" y="1324"/>
                  </a:lnTo>
                  <a:lnTo>
                    <a:pt x="2339" y="1122"/>
                  </a:lnTo>
                  <a:cubicBezTo>
                    <a:pt x="2339" y="501"/>
                    <a:pt x="1838" y="1"/>
                    <a:pt x="12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6"/>
            <p:cNvSpPr/>
            <p:nvPr/>
          </p:nvSpPr>
          <p:spPr>
            <a:xfrm>
              <a:off x="1874397" y="3328598"/>
              <a:ext cx="37505" cy="45583"/>
            </a:xfrm>
            <a:custGeom>
              <a:avLst/>
              <a:gdLst/>
              <a:ahLst/>
              <a:cxnLst/>
              <a:rect l="l" t="t" r="r" b="b"/>
              <a:pathLst>
                <a:path w="1430" h="1738" extrusionOk="0">
                  <a:moveTo>
                    <a:pt x="1367" y="0"/>
                  </a:moveTo>
                  <a:lnTo>
                    <a:pt x="520" y="337"/>
                  </a:lnTo>
                  <a:lnTo>
                    <a:pt x="510" y="337"/>
                  </a:lnTo>
                  <a:cubicBezTo>
                    <a:pt x="491" y="347"/>
                    <a:pt x="0" y="530"/>
                    <a:pt x="0" y="1155"/>
                  </a:cubicBezTo>
                  <a:lnTo>
                    <a:pt x="0" y="1737"/>
                  </a:lnTo>
                  <a:lnTo>
                    <a:pt x="212" y="1737"/>
                  </a:lnTo>
                  <a:lnTo>
                    <a:pt x="212" y="1155"/>
                  </a:lnTo>
                  <a:cubicBezTo>
                    <a:pt x="207" y="530"/>
                    <a:pt x="698" y="347"/>
                    <a:pt x="722" y="342"/>
                  </a:cubicBezTo>
                  <a:lnTo>
                    <a:pt x="732" y="337"/>
                  </a:lnTo>
                  <a:lnTo>
                    <a:pt x="1429" y="63"/>
                  </a:lnTo>
                  <a:lnTo>
                    <a:pt x="1367" y="0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6"/>
            <p:cNvSpPr/>
            <p:nvPr/>
          </p:nvSpPr>
          <p:spPr>
            <a:xfrm>
              <a:off x="1999213" y="3510197"/>
              <a:ext cx="37505" cy="45583"/>
            </a:xfrm>
            <a:custGeom>
              <a:avLst/>
              <a:gdLst/>
              <a:ahLst/>
              <a:cxnLst/>
              <a:rect l="l" t="t" r="r" b="b"/>
              <a:pathLst>
                <a:path w="1430" h="1738" extrusionOk="0">
                  <a:moveTo>
                    <a:pt x="1371" y="0"/>
                  </a:moveTo>
                  <a:lnTo>
                    <a:pt x="520" y="332"/>
                  </a:lnTo>
                  <a:lnTo>
                    <a:pt x="510" y="337"/>
                  </a:lnTo>
                  <a:cubicBezTo>
                    <a:pt x="491" y="342"/>
                    <a:pt x="0" y="525"/>
                    <a:pt x="0" y="1155"/>
                  </a:cubicBezTo>
                  <a:lnTo>
                    <a:pt x="0" y="1737"/>
                  </a:lnTo>
                  <a:lnTo>
                    <a:pt x="212" y="1737"/>
                  </a:lnTo>
                  <a:lnTo>
                    <a:pt x="212" y="1155"/>
                  </a:lnTo>
                  <a:cubicBezTo>
                    <a:pt x="212" y="530"/>
                    <a:pt x="703" y="347"/>
                    <a:pt x="722" y="337"/>
                  </a:cubicBezTo>
                  <a:lnTo>
                    <a:pt x="732" y="337"/>
                  </a:lnTo>
                  <a:lnTo>
                    <a:pt x="1429" y="63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6"/>
            <p:cNvSpPr/>
            <p:nvPr/>
          </p:nvSpPr>
          <p:spPr>
            <a:xfrm>
              <a:off x="1903535" y="3257154"/>
              <a:ext cx="35879" cy="49885"/>
            </a:xfrm>
            <a:custGeom>
              <a:avLst/>
              <a:gdLst/>
              <a:ahLst/>
              <a:cxnLst/>
              <a:rect l="l" t="t" r="r" b="b"/>
              <a:pathLst>
                <a:path w="1368" h="1902" extrusionOk="0">
                  <a:moveTo>
                    <a:pt x="1271" y="1"/>
                  </a:moveTo>
                  <a:lnTo>
                    <a:pt x="1228" y="35"/>
                  </a:lnTo>
                  <a:cubicBezTo>
                    <a:pt x="833" y="367"/>
                    <a:pt x="314" y="463"/>
                    <a:pt x="39" y="492"/>
                  </a:cubicBezTo>
                  <a:lnTo>
                    <a:pt x="1" y="496"/>
                  </a:lnTo>
                  <a:lnTo>
                    <a:pt x="1" y="1132"/>
                  </a:lnTo>
                  <a:cubicBezTo>
                    <a:pt x="1" y="1555"/>
                    <a:pt x="342" y="1901"/>
                    <a:pt x="766" y="1901"/>
                  </a:cubicBezTo>
                  <a:lnTo>
                    <a:pt x="1021" y="1901"/>
                  </a:lnTo>
                  <a:cubicBezTo>
                    <a:pt x="617" y="1873"/>
                    <a:pt x="299" y="1536"/>
                    <a:pt x="304" y="1132"/>
                  </a:cubicBezTo>
                  <a:lnTo>
                    <a:pt x="304" y="496"/>
                  </a:lnTo>
                  <a:lnTo>
                    <a:pt x="342" y="492"/>
                  </a:lnTo>
                  <a:cubicBezTo>
                    <a:pt x="583" y="468"/>
                    <a:pt x="1002" y="391"/>
                    <a:pt x="1367" y="155"/>
                  </a:cubicBezTo>
                  <a:cubicBezTo>
                    <a:pt x="1343" y="121"/>
                    <a:pt x="1319" y="83"/>
                    <a:pt x="1295" y="49"/>
                  </a:cubicBezTo>
                  <a:lnTo>
                    <a:pt x="1271" y="1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6"/>
            <p:cNvSpPr/>
            <p:nvPr/>
          </p:nvSpPr>
          <p:spPr>
            <a:xfrm>
              <a:off x="1895588" y="3227124"/>
              <a:ext cx="33466" cy="34620"/>
            </a:xfrm>
            <a:custGeom>
              <a:avLst/>
              <a:gdLst/>
              <a:ahLst/>
              <a:cxnLst/>
              <a:rect l="l" t="t" r="r" b="b"/>
              <a:pathLst>
                <a:path w="1276" h="1320" extrusionOk="0">
                  <a:moveTo>
                    <a:pt x="1117" y="1"/>
                  </a:moveTo>
                  <a:cubicBezTo>
                    <a:pt x="501" y="1"/>
                    <a:pt x="6" y="501"/>
                    <a:pt x="1" y="1112"/>
                  </a:cubicBezTo>
                  <a:lnTo>
                    <a:pt x="1" y="1319"/>
                  </a:lnTo>
                  <a:lnTo>
                    <a:pt x="63" y="1300"/>
                  </a:lnTo>
                  <a:lnTo>
                    <a:pt x="121" y="1300"/>
                  </a:lnTo>
                  <a:cubicBezTo>
                    <a:pt x="121" y="1300"/>
                    <a:pt x="159" y="1300"/>
                    <a:pt x="217" y="1295"/>
                  </a:cubicBezTo>
                  <a:lnTo>
                    <a:pt x="217" y="1112"/>
                  </a:lnTo>
                  <a:lnTo>
                    <a:pt x="212" y="1112"/>
                  </a:lnTo>
                  <a:cubicBezTo>
                    <a:pt x="212" y="520"/>
                    <a:pt x="679" y="30"/>
                    <a:pt x="1276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6"/>
            <p:cNvSpPr/>
            <p:nvPr/>
          </p:nvSpPr>
          <p:spPr>
            <a:xfrm>
              <a:off x="1778614" y="3438754"/>
              <a:ext cx="35984" cy="49885"/>
            </a:xfrm>
            <a:custGeom>
              <a:avLst/>
              <a:gdLst/>
              <a:ahLst/>
              <a:cxnLst/>
              <a:rect l="l" t="t" r="r" b="b"/>
              <a:pathLst>
                <a:path w="1372" h="1902" extrusionOk="0">
                  <a:moveTo>
                    <a:pt x="1271" y="1"/>
                  </a:moveTo>
                  <a:lnTo>
                    <a:pt x="1232" y="35"/>
                  </a:lnTo>
                  <a:cubicBezTo>
                    <a:pt x="837" y="362"/>
                    <a:pt x="318" y="463"/>
                    <a:pt x="44" y="492"/>
                  </a:cubicBezTo>
                  <a:lnTo>
                    <a:pt x="0" y="497"/>
                  </a:lnTo>
                  <a:lnTo>
                    <a:pt x="0" y="1132"/>
                  </a:lnTo>
                  <a:cubicBezTo>
                    <a:pt x="0" y="1555"/>
                    <a:pt x="347" y="1897"/>
                    <a:pt x="770" y="1902"/>
                  </a:cubicBezTo>
                  <a:lnTo>
                    <a:pt x="1020" y="1902"/>
                  </a:lnTo>
                  <a:cubicBezTo>
                    <a:pt x="616" y="1873"/>
                    <a:pt x="303" y="1536"/>
                    <a:pt x="303" y="1132"/>
                  </a:cubicBezTo>
                  <a:lnTo>
                    <a:pt x="303" y="497"/>
                  </a:lnTo>
                  <a:lnTo>
                    <a:pt x="342" y="492"/>
                  </a:lnTo>
                  <a:cubicBezTo>
                    <a:pt x="582" y="468"/>
                    <a:pt x="1006" y="386"/>
                    <a:pt x="1372" y="155"/>
                  </a:cubicBezTo>
                  <a:cubicBezTo>
                    <a:pt x="1343" y="116"/>
                    <a:pt x="1319" y="83"/>
                    <a:pt x="1299" y="44"/>
                  </a:cubicBezTo>
                  <a:lnTo>
                    <a:pt x="1271" y="1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36"/>
            <p:cNvSpPr/>
            <p:nvPr/>
          </p:nvSpPr>
          <p:spPr>
            <a:xfrm>
              <a:off x="1770772" y="3408592"/>
              <a:ext cx="33361" cy="34751"/>
            </a:xfrm>
            <a:custGeom>
              <a:avLst/>
              <a:gdLst/>
              <a:ahLst/>
              <a:cxnLst/>
              <a:rect l="l" t="t" r="r" b="b"/>
              <a:pathLst>
                <a:path w="1272" h="1325" extrusionOk="0">
                  <a:moveTo>
                    <a:pt x="1112" y="1"/>
                  </a:moveTo>
                  <a:cubicBezTo>
                    <a:pt x="501" y="6"/>
                    <a:pt x="1" y="501"/>
                    <a:pt x="1" y="1117"/>
                  </a:cubicBezTo>
                  <a:lnTo>
                    <a:pt x="1" y="1324"/>
                  </a:lnTo>
                  <a:lnTo>
                    <a:pt x="63" y="1305"/>
                  </a:lnTo>
                  <a:lnTo>
                    <a:pt x="121" y="1305"/>
                  </a:lnTo>
                  <a:cubicBezTo>
                    <a:pt x="121" y="1305"/>
                    <a:pt x="155" y="1305"/>
                    <a:pt x="213" y="1300"/>
                  </a:cubicBezTo>
                  <a:lnTo>
                    <a:pt x="213" y="1127"/>
                  </a:lnTo>
                  <a:lnTo>
                    <a:pt x="213" y="1112"/>
                  </a:lnTo>
                  <a:cubicBezTo>
                    <a:pt x="213" y="521"/>
                    <a:pt x="679" y="30"/>
                    <a:pt x="1271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36"/>
            <p:cNvSpPr/>
            <p:nvPr/>
          </p:nvSpPr>
          <p:spPr>
            <a:xfrm>
              <a:off x="2028352" y="3438754"/>
              <a:ext cx="35984" cy="49885"/>
            </a:xfrm>
            <a:custGeom>
              <a:avLst/>
              <a:gdLst/>
              <a:ahLst/>
              <a:cxnLst/>
              <a:rect l="l" t="t" r="r" b="b"/>
              <a:pathLst>
                <a:path w="1372" h="1902" extrusionOk="0">
                  <a:moveTo>
                    <a:pt x="1271" y="1"/>
                  </a:moveTo>
                  <a:lnTo>
                    <a:pt x="1232" y="35"/>
                  </a:lnTo>
                  <a:cubicBezTo>
                    <a:pt x="838" y="362"/>
                    <a:pt x="318" y="463"/>
                    <a:pt x="44" y="492"/>
                  </a:cubicBezTo>
                  <a:lnTo>
                    <a:pt x="1" y="497"/>
                  </a:lnTo>
                  <a:lnTo>
                    <a:pt x="1" y="1132"/>
                  </a:lnTo>
                  <a:cubicBezTo>
                    <a:pt x="1" y="1555"/>
                    <a:pt x="347" y="1897"/>
                    <a:pt x="771" y="1902"/>
                  </a:cubicBezTo>
                  <a:lnTo>
                    <a:pt x="1021" y="1902"/>
                  </a:lnTo>
                  <a:cubicBezTo>
                    <a:pt x="617" y="1873"/>
                    <a:pt x="304" y="1536"/>
                    <a:pt x="304" y="1132"/>
                  </a:cubicBezTo>
                  <a:lnTo>
                    <a:pt x="304" y="497"/>
                  </a:lnTo>
                  <a:lnTo>
                    <a:pt x="347" y="492"/>
                  </a:lnTo>
                  <a:cubicBezTo>
                    <a:pt x="588" y="468"/>
                    <a:pt x="1006" y="386"/>
                    <a:pt x="1372" y="155"/>
                  </a:cubicBezTo>
                  <a:cubicBezTo>
                    <a:pt x="1343" y="116"/>
                    <a:pt x="1324" y="83"/>
                    <a:pt x="1300" y="44"/>
                  </a:cubicBezTo>
                  <a:lnTo>
                    <a:pt x="1271" y="1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6"/>
            <p:cNvSpPr/>
            <p:nvPr/>
          </p:nvSpPr>
          <p:spPr>
            <a:xfrm>
              <a:off x="2020536" y="3408592"/>
              <a:ext cx="33335" cy="34751"/>
            </a:xfrm>
            <a:custGeom>
              <a:avLst/>
              <a:gdLst/>
              <a:ahLst/>
              <a:cxnLst/>
              <a:rect l="l" t="t" r="r" b="b"/>
              <a:pathLst>
                <a:path w="1271" h="1325" extrusionOk="0">
                  <a:moveTo>
                    <a:pt x="1112" y="1"/>
                  </a:moveTo>
                  <a:cubicBezTo>
                    <a:pt x="501" y="6"/>
                    <a:pt x="0" y="501"/>
                    <a:pt x="0" y="1117"/>
                  </a:cubicBezTo>
                  <a:lnTo>
                    <a:pt x="0" y="1324"/>
                  </a:lnTo>
                  <a:lnTo>
                    <a:pt x="63" y="1305"/>
                  </a:lnTo>
                  <a:lnTo>
                    <a:pt x="121" y="1305"/>
                  </a:lnTo>
                  <a:cubicBezTo>
                    <a:pt x="121" y="1305"/>
                    <a:pt x="159" y="1305"/>
                    <a:pt x="212" y="1300"/>
                  </a:cubicBezTo>
                  <a:lnTo>
                    <a:pt x="212" y="1127"/>
                  </a:lnTo>
                  <a:lnTo>
                    <a:pt x="212" y="1112"/>
                  </a:lnTo>
                  <a:cubicBezTo>
                    <a:pt x="212" y="521"/>
                    <a:pt x="679" y="30"/>
                    <a:pt x="1271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6"/>
            <p:cNvSpPr/>
            <p:nvPr/>
          </p:nvSpPr>
          <p:spPr>
            <a:xfrm>
              <a:off x="1862122" y="3399098"/>
              <a:ext cx="121774" cy="102313"/>
            </a:xfrm>
            <a:custGeom>
              <a:avLst/>
              <a:gdLst/>
              <a:ahLst/>
              <a:cxnLst/>
              <a:rect l="l" t="t" r="r" b="b"/>
              <a:pathLst>
                <a:path w="4643" h="3901" extrusionOk="0">
                  <a:moveTo>
                    <a:pt x="2321" y="1"/>
                  </a:moveTo>
                  <a:cubicBezTo>
                    <a:pt x="2208" y="1"/>
                    <a:pt x="2095" y="77"/>
                    <a:pt x="2095" y="228"/>
                  </a:cubicBezTo>
                  <a:lnTo>
                    <a:pt x="2095" y="2393"/>
                  </a:lnTo>
                  <a:lnTo>
                    <a:pt x="223" y="3476"/>
                  </a:lnTo>
                  <a:cubicBezTo>
                    <a:pt x="0" y="3602"/>
                    <a:pt x="125" y="3901"/>
                    <a:pt x="328" y="3901"/>
                  </a:cubicBezTo>
                  <a:cubicBezTo>
                    <a:pt x="366" y="3901"/>
                    <a:pt x="407" y="3890"/>
                    <a:pt x="449" y="3866"/>
                  </a:cubicBezTo>
                  <a:lnTo>
                    <a:pt x="2321" y="2783"/>
                  </a:lnTo>
                  <a:lnTo>
                    <a:pt x="4197" y="3866"/>
                  </a:lnTo>
                  <a:cubicBezTo>
                    <a:pt x="4239" y="3890"/>
                    <a:pt x="4279" y="3901"/>
                    <a:pt x="4317" y="3901"/>
                  </a:cubicBezTo>
                  <a:cubicBezTo>
                    <a:pt x="4517" y="3901"/>
                    <a:pt x="4642" y="3602"/>
                    <a:pt x="4424" y="3476"/>
                  </a:cubicBezTo>
                  <a:lnTo>
                    <a:pt x="2547" y="2393"/>
                  </a:lnTo>
                  <a:lnTo>
                    <a:pt x="2547" y="228"/>
                  </a:lnTo>
                  <a:cubicBezTo>
                    <a:pt x="2547" y="77"/>
                    <a:pt x="2434" y="1"/>
                    <a:pt x="2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6"/>
            <p:cNvSpPr/>
            <p:nvPr/>
          </p:nvSpPr>
          <p:spPr>
            <a:xfrm>
              <a:off x="1737961" y="3397996"/>
              <a:ext cx="127125" cy="169771"/>
            </a:xfrm>
            <a:custGeom>
              <a:avLst/>
              <a:gdLst/>
              <a:ahLst/>
              <a:cxnLst/>
              <a:rect l="l" t="t" r="r" b="b"/>
              <a:pathLst>
                <a:path w="4847" h="6473" extrusionOk="0">
                  <a:moveTo>
                    <a:pt x="2378" y="453"/>
                  </a:moveTo>
                  <a:lnTo>
                    <a:pt x="2378" y="458"/>
                  </a:lnTo>
                  <a:lnTo>
                    <a:pt x="2484" y="458"/>
                  </a:lnTo>
                  <a:cubicBezTo>
                    <a:pt x="3076" y="458"/>
                    <a:pt x="3552" y="934"/>
                    <a:pt x="3552" y="1521"/>
                  </a:cubicBezTo>
                  <a:lnTo>
                    <a:pt x="3552" y="1666"/>
                  </a:lnTo>
                  <a:lnTo>
                    <a:pt x="3533" y="1666"/>
                  </a:lnTo>
                  <a:cubicBezTo>
                    <a:pt x="3220" y="1593"/>
                    <a:pt x="3119" y="1175"/>
                    <a:pt x="3119" y="1175"/>
                  </a:cubicBezTo>
                  <a:cubicBezTo>
                    <a:pt x="3093" y="1060"/>
                    <a:pt x="2993" y="995"/>
                    <a:pt x="2894" y="995"/>
                  </a:cubicBezTo>
                  <a:cubicBezTo>
                    <a:pt x="2826" y="995"/>
                    <a:pt x="2759" y="1024"/>
                    <a:pt x="2715" y="1088"/>
                  </a:cubicBezTo>
                  <a:cubicBezTo>
                    <a:pt x="2306" y="1656"/>
                    <a:pt x="1396" y="1661"/>
                    <a:pt x="1382" y="1661"/>
                  </a:cubicBezTo>
                  <a:lnTo>
                    <a:pt x="1329" y="1661"/>
                  </a:lnTo>
                  <a:lnTo>
                    <a:pt x="1314" y="1666"/>
                  </a:lnTo>
                  <a:lnTo>
                    <a:pt x="1310" y="1666"/>
                  </a:lnTo>
                  <a:lnTo>
                    <a:pt x="1310" y="1521"/>
                  </a:lnTo>
                  <a:cubicBezTo>
                    <a:pt x="1314" y="929"/>
                    <a:pt x="1791" y="453"/>
                    <a:pt x="2378" y="453"/>
                  </a:cubicBezTo>
                  <a:close/>
                  <a:moveTo>
                    <a:pt x="3711" y="2286"/>
                  </a:moveTo>
                  <a:lnTo>
                    <a:pt x="3740" y="2291"/>
                  </a:lnTo>
                  <a:cubicBezTo>
                    <a:pt x="3812" y="2373"/>
                    <a:pt x="3802" y="2503"/>
                    <a:pt x="3711" y="2565"/>
                  </a:cubicBezTo>
                  <a:lnTo>
                    <a:pt x="3711" y="2286"/>
                  </a:lnTo>
                  <a:close/>
                  <a:moveTo>
                    <a:pt x="1156" y="2286"/>
                  </a:moveTo>
                  <a:lnTo>
                    <a:pt x="1156" y="2575"/>
                  </a:lnTo>
                  <a:cubicBezTo>
                    <a:pt x="1103" y="2537"/>
                    <a:pt x="1069" y="2479"/>
                    <a:pt x="1074" y="2416"/>
                  </a:cubicBezTo>
                  <a:cubicBezTo>
                    <a:pt x="1074" y="2373"/>
                    <a:pt x="1088" y="2330"/>
                    <a:pt x="1117" y="2296"/>
                  </a:cubicBezTo>
                  <a:cubicBezTo>
                    <a:pt x="1132" y="2296"/>
                    <a:pt x="1141" y="2291"/>
                    <a:pt x="1156" y="2286"/>
                  </a:cubicBezTo>
                  <a:close/>
                  <a:moveTo>
                    <a:pt x="2821" y="1627"/>
                  </a:moveTo>
                  <a:cubicBezTo>
                    <a:pt x="2922" y="1805"/>
                    <a:pt x="3076" y="1949"/>
                    <a:pt x="3258" y="2041"/>
                  </a:cubicBezTo>
                  <a:lnTo>
                    <a:pt x="3258" y="2690"/>
                  </a:lnTo>
                  <a:cubicBezTo>
                    <a:pt x="3258" y="3085"/>
                    <a:pt x="2936" y="3412"/>
                    <a:pt x="2537" y="3412"/>
                  </a:cubicBezTo>
                  <a:lnTo>
                    <a:pt x="2330" y="3412"/>
                  </a:lnTo>
                  <a:cubicBezTo>
                    <a:pt x="1930" y="3412"/>
                    <a:pt x="1608" y="3085"/>
                    <a:pt x="1608" y="2690"/>
                  </a:cubicBezTo>
                  <a:lnTo>
                    <a:pt x="1608" y="2094"/>
                  </a:lnTo>
                  <a:cubicBezTo>
                    <a:pt x="1901" y="2060"/>
                    <a:pt x="2421" y="1959"/>
                    <a:pt x="2821" y="1627"/>
                  </a:cubicBezTo>
                  <a:close/>
                  <a:moveTo>
                    <a:pt x="2676" y="3855"/>
                  </a:moveTo>
                  <a:lnTo>
                    <a:pt x="2676" y="3975"/>
                  </a:lnTo>
                  <a:lnTo>
                    <a:pt x="2426" y="4240"/>
                  </a:lnTo>
                  <a:lnTo>
                    <a:pt x="2190" y="4009"/>
                  </a:lnTo>
                  <a:lnTo>
                    <a:pt x="2190" y="3855"/>
                  </a:lnTo>
                  <a:cubicBezTo>
                    <a:pt x="2238" y="3860"/>
                    <a:pt x="2286" y="3865"/>
                    <a:pt x="2330" y="3865"/>
                  </a:cubicBezTo>
                  <a:lnTo>
                    <a:pt x="2537" y="3865"/>
                  </a:lnTo>
                  <a:cubicBezTo>
                    <a:pt x="2585" y="3865"/>
                    <a:pt x="2628" y="3860"/>
                    <a:pt x="2676" y="3855"/>
                  </a:cubicBezTo>
                  <a:close/>
                  <a:moveTo>
                    <a:pt x="2378" y="1"/>
                  </a:moveTo>
                  <a:cubicBezTo>
                    <a:pt x="1541" y="1"/>
                    <a:pt x="857" y="684"/>
                    <a:pt x="857" y="1521"/>
                  </a:cubicBezTo>
                  <a:lnTo>
                    <a:pt x="857" y="1921"/>
                  </a:lnTo>
                  <a:cubicBezTo>
                    <a:pt x="405" y="2286"/>
                    <a:pt x="636" y="3018"/>
                    <a:pt x="1218" y="3056"/>
                  </a:cubicBezTo>
                  <a:cubicBezTo>
                    <a:pt x="1305" y="3330"/>
                    <a:pt x="1492" y="3561"/>
                    <a:pt x="1743" y="3706"/>
                  </a:cubicBezTo>
                  <a:lnTo>
                    <a:pt x="1743" y="3831"/>
                  </a:lnTo>
                  <a:lnTo>
                    <a:pt x="814" y="4192"/>
                  </a:lnTo>
                  <a:cubicBezTo>
                    <a:pt x="727" y="4221"/>
                    <a:pt x="1" y="4514"/>
                    <a:pt x="1" y="5433"/>
                  </a:cubicBezTo>
                  <a:lnTo>
                    <a:pt x="1" y="6242"/>
                  </a:lnTo>
                  <a:cubicBezTo>
                    <a:pt x="1" y="6367"/>
                    <a:pt x="102" y="6473"/>
                    <a:pt x="227" y="6473"/>
                  </a:cubicBezTo>
                  <a:lnTo>
                    <a:pt x="804" y="6473"/>
                  </a:lnTo>
                  <a:cubicBezTo>
                    <a:pt x="1108" y="6473"/>
                    <a:pt x="1108" y="6015"/>
                    <a:pt x="804" y="6015"/>
                  </a:cubicBezTo>
                  <a:lnTo>
                    <a:pt x="448" y="6015"/>
                  </a:lnTo>
                  <a:lnTo>
                    <a:pt x="448" y="5438"/>
                  </a:lnTo>
                  <a:cubicBezTo>
                    <a:pt x="448" y="4808"/>
                    <a:pt x="939" y="4625"/>
                    <a:pt x="958" y="4620"/>
                  </a:cubicBezTo>
                  <a:lnTo>
                    <a:pt x="968" y="4615"/>
                  </a:lnTo>
                  <a:lnTo>
                    <a:pt x="1820" y="4283"/>
                  </a:lnTo>
                  <a:lnTo>
                    <a:pt x="2272" y="4721"/>
                  </a:lnTo>
                  <a:cubicBezTo>
                    <a:pt x="2315" y="4764"/>
                    <a:pt x="2373" y="4788"/>
                    <a:pt x="2436" y="4788"/>
                  </a:cubicBezTo>
                  <a:cubicBezTo>
                    <a:pt x="2493" y="4784"/>
                    <a:pt x="2551" y="4760"/>
                    <a:pt x="2594" y="4716"/>
                  </a:cubicBezTo>
                  <a:lnTo>
                    <a:pt x="3018" y="4274"/>
                  </a:lnTo>
                  <a:lnTo>
                    <a:pt x="3869" y="4615"/>
                  </a:lnTo>
                  <a:lnTo>
                    <a:pt x="3879" y="4615"/>
                  </a:lnTo>
                  <a:cubicBezTo>
                    <a:pt x="3898" y="4625"/>
                    <a:pt x="4389" y="4808"/>
                    <a:pt x="4389" y="5433"/>
                  </a:cubicBezTo>
                  <a:lnTo>
                    <a:pt x="4389" y="6015"/>
                  </a:lnTo>
                  <a:lnTo>
                    <a:pt x="1521" y="6015"/>
                  </a:lnTo>
                  <a:cubicBezTo>
                    <a:pt x="1220" y="6015"/>
                    <a:pt x="1218" y="6468"/>
                    <a:pt x="1517" y="6468"/>
                  </a:cubicBezTo>
                  <a:cubicBezTo>
                    <a:pt x="1518" y="6468"/>
                    <a:pt x="1520" y="6468"/>
                    <a:pt x="1521" y="6468"/>
                  </a:cubicBezTo>
                  <a:lnTo>
                    <a:pt x="4615" y="6468"/>
                  </a:lnTo>
                  <a:cubicBezTo>
                    <a:pt x="4740" y="6468"/>
                    <a:pt x="4846" y="6367"/>
                    <a:pt x="4846" y="6242"/>
                  </a:cubicBezTo>
                  <a:lnTo>
                    <a:pt x="4846" y="5433"/>
                  </a:lnTo>
                  <a:cubicBezTo>
                    <a:pt x="4846" y="4514"/>
                    <a:pt x="4124" y="4225"/>
                    <a:pt x="4033" y="4192"/>
                  </a:cubicBezTo>
                  <a:lnTo>
                    <a:pt x="3133" y="3831"/>
                  </a:lnTo>
                  <a:lnTo>
                    <a:pt x="3133" y="3706"/>
                  </a:lnTo>
                  <a:cubicBezTo>
                    <a:pt x="3379" y="3557"/>
                    <a:pt x="3566" y="3326"/>
                    <a:pt x="3658" y="3056"/>
                  </a:cubicBezTo>
                  <a:cubicBezTo>
                    <a:pt x="4230" y="3008"/>
                    <a:pt x="4452" y="2286"/>
                    <a:pt x="4009" y="1925"/>
                  </a:cubicBezTo>
                  <a:lnTo>
                    <a:pt x="4009" y="1521"/>
                  </a:lnTo>
                  <a:cubicBezTo>
                    <a:pt x="4009" y="684"/>
                    <a:pt x="3326" y="1"/>
                    <a:pt x="24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2" name="Google Shape;1452;p36"/>
          <p:cNvSpPr/>
          <p:nvPr/>
        </p:nvSpPr>
        <p:spPr>
          <a:xfrm>
            <a:off x="2175693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36"/>
          <p:cNvSpPr/>
          <p:nvPr/>
        </p:nvSpPr>
        <p:spPr>
          <a:xfrm flipH="1">
            <a:off x="6814307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4" name="Google Shape;1454;p36"/>
          <p:cNvGrpSpPr/>
          <p:nvPr/>
        </p:nvGrpSpPr>
        <p:grpSpPr>
          <a:xfrm>
            <a:off x="3197444" y="3349789"/>
            <a:ext cx="170569" cy="156192"/>
            <a:chOff x="5117325" y="2664025"/>
            <a:chExt cx="110925" cy="101575"/>
          </a:xfrm>
        </p:grpSpPr>
        <p:sp>
          <p:nvSpPr>
            <p:cNvPr id="1455" name="Google Shape;1455;p36"/>
            <p:cNvSpPr/>
            <p:nvPr/>
          </p:nvSpPr>
          <p:spPr>
            <a:xfrm>
              <a:off x="5166625" y="2664025"/>
              <a:ext cx="9875" cy="38975"/>
            </a:xfrm>
            <a:custGeom>
              <a:avLst/>
              <a:gdLst/>
              <a:ahLst/>
              <a:cxnLst/>
              <a:rect l="l" t="t" r="r" b="b"/>
              <a:pathLst>
                <a:path w="395" h="1559" extrusionOk="0">
                  <a:moveTo>
                    <a:pt x="20" y="1302"/>
                  </a:moveTo>
                  <a:cubicBezTo>
                    <a:pt x="0" y="947"/>
                    <a:pt x="0" y="592"/>
                    <a:pt x="20" y="237"/>
                  </a:cubicBezTo>
                  <a:cubicBezTo>
                    <a:pt x="39" y="1"/>
                    <a:pt x="394" y="1"/>
                    <a:pt x="394" y="237"/>
                  </a:cubicBezTo>
                  <a:cubicBezTo>
                    <a:pt x="375" y="592"/>
                    <a:pt x="375" y="947"/>
                    <a:pt x="375" y="1302"/>
                  </a:cubicBezTo>
                  <a:cubicBezTo>
                    <a:pt x="375" y="1558"/>
                    <a:pt x="20" y="1558"/>
                    <a:pt x="20" y="13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6"/>
            <p:cNvSpPr/>
            <p:nvPr/>
          </p:nvSpPr>
          <p:spPr>
            <a:xfrm>
              <a:off x="5188800" y="2710375"/>
              <a:ext cx="39450" cy="9875"/>
            </a:xfrm>
            <a:custGeom>
              <a:avLst/>
              <a:gdLst/>
              <a:ahLst/>
              <a:cxnLst/>
              <a:rect l="l" t="t" r="r" b="b"/>
              <a:pathLst>
                <a:path w="1578" h="395" extrusionOk="0">
                  <a:moveTo>
                    <a:pt x="1400" y="375"/>
                  </a:moveTo>
                  <a:cubicBezTo>
                    <a:pt x="1006" y="375"/>
                    <a:pt x="631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631" y="0"/>
                    <a:pt x="1006" y="20"/>
                    <a:pt x="1400" y="20"/>
                  </a:cubicBezTo>
                  <a:cubicBezTo>
                    <a:pt x="1499" y="20"/>
                    <a:pt x="1577" y="99"/>
                    <a:pt x="1577" y="197"/>
                  </a:cubicBezTo>
                  <a:cubicBezTo>
                    <a:pt x="1577" y="296"/>
                    <a:pt x="1499" y="394"/>
                    <a:pt x="1400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6"/>
            <p:cNvSpPr/>
            <p:nvPr/>
          </p:nvSpPr>
          <p:spPr>
            <a:xfrm>
              <a:off x="5165125" y="2723675"/>
              <a:ext cx="11875" cy="41925"/>
            </a:xfrm>
            <a:custGeom>
              <a:avLst/>
              <a:gdLst/>
              <a:ahLst/>
              <a:cxnLst/>
              <a:rect l="l" t="t" r="r" b="b"/>
              <a:pathLst>
                <a:path w="475" h="1677" extrusionOk="0">
                  <a:moveTo>
                    <a:pt x="99" y="1479"/>
                  </a:moveTo>
                  <a:cubicBezTo>
                    <a:pt x="99" y="1164"/>
                    <a:pt x="80" y="848"/>
                    <a:pt x="60" y="533"/>
                  </a:cubicBezTo>
                  <a:cubicBezTo>
                    <a:pt x="60" y="474"/>
                    <a:pt x="60" y="414"/>
                    <a:pt x="40" y="355"/>
                  </a:cubicBezTo>
                  <a:cubicBezTo>
                    <a:pt x="21" y="316"/>
                    <a:pt x="1" y="276"/>
                    <a:pt x="1" y="237"/>
                  </a:cubicBezTo>
                  <a:cubicBezTo>
                    <a:pt x="1" y="60"/>
                    <a:pt x="257" y="0"/>
                    <a:pt x="336" y="138"/>
                  </a:cubicBezTo>
                  <a:cubicBezTo>
                    <a:pt x="454" y="296"/>
                    <a:pt x="415" y="513"/>
                    <a:pt x="435" y="690"/>
                  </a:cubicBezTo>
                  <a:cubicBezTo>
                    <a:pt x="454" y="966"/>
                    <a:pt x="454" y="1223"/>
                    <a:pt x="474" y="1479"/>
                  </a:cubicBezTo>
                  <a:cubicBezTo>
                    <a:pt x="474" y="1578"/>
                    <a:pt x="375" y="1676"/>
                    <a:pt x="277" y="1676"/>
                  </a:cubicBezTo>
                  <a:cubicBezTo>
                    <a:pt x="178" y="1676"/>
                    <a:pt x="99" y="1578"/>
                    <a:pt x="99" y="14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6"/>
            <p:cNvSpPr/>
            <p:nvPr/>
          </p:nvSpPr>
          <p:spPr>
            <a:xfrm>
              <a:off x="5117325" y="2702475"/>
              <a:ext cx="30575" cy="13325"/>
            </a:xfrm>
            <a:custGeom>
              <a:avLst/>
              <a:gdLst/>
              <a:ahLst/>
              <a:cxnLst/>
              <a:rect l="l" t="t" r="r" b="b"/>
              <a:pathLst>
                <a:path w="1223" h="533" extrusionOk="0">
                  <a:moveTo>
                    <a:pt x="20" y="356"/>
                  </a:moveTo>
                  <a:cubicBezTo>
                    <a:pt x="1" y="257"/>
                    <a:pt x="79" y="158"/>
                    <a:pt x="178" y="139"/>
                  </a:cubicBezTo>
                  <a:cubicBezTo>
                    <a:pt x="454" y="99"/>
                    <a:pt x="730" y="60"/>
                    <a:pt x="986" y="20"/>
                  </a:cubicBezTo>
                  <a:cubicBezTo>
                    <a:pt x="1085" y="1"/>
                    <a:pt x="1183" y="80"/>
                    <a:pt x="1203" y="178"/>
                  </a:cubicBezTo>
                  <a:cubicBezTo>
                    <a:pt x="1223" y="277"/>
                    <a:pt x="1144" y="375"/>
                    <a:pt x="1045" y="375"/>
                  </a:cubicBezTo>
                  <a:cubicBezTo>
                    <a:pt x="769" y="434"/>
                    <a:pt x="493" y="474"/>
                    <a:pt x="217" y="513"/>
                  </a:cubicBezTo>
                  <a:cubicBezTo>
                    <a:pt x="119" y="533"/>
                    <a:pt x="20" y="454"/>
                    <a:pt x="20" y="3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9" name="Google Shape;1459;p36"/>
          <p:cNvSpPr/>
          <p:nvPr/>
        </p:nvSpPr>
        <p:spPr>
          <a:xfrm>
            <a:off x="5709847" y="1743406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37"/>
          <p:cNvSpPr txBox="1">
            <a:spLocks noGrp="1"/>
          </p:cNvSpPr>
          <p:nvPr>
            <p:ph type="title"/>
          </p:nvPr>
        </p:nvSpPr>
        <p:spPr>
          <a:xfrm>
            <a:off x="1190550" y="1197625"/>
            <a:ext cx="6762900" cy="274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PALABRAS ASOMBROSAS  </a:t>
            </a:r>
            <a:endParaRPr/>
          </a:p>
        </p:txBody>
      </p:sp>
      <p:grpSp>
        <p:nvGrpSpPr>
          <p:cNvPr id="1465" name="Google Shape;1465;p37"/>
          <p:cNvGrpSpPr/>
          <p:nvPr/>
        </p:nvGrpSpPr>
        <p:grpSpPr>
          <a:xfrm rot="185164">
            <a:off x="6858139" y="137428"/>
            <a:ext cx="1857872" cy="1278586"/>
            <a:chOff x="6973324" y="299663"/>
            <a:chExt cx="1745557" cy="1201291"/>
          </a:xfrm>
        </p:grpSpPr>
        <p:sp>
          <p:nvSpPr>
            <p:cNvPr id="1466" name="Google Shape;1466;p37"/>
            <p:cNvSpPr/>
            <p:nvPr/>
          </p:nvSpPr>
          <p:spPr>
            <a:xfrm rot="702773">
              <a:off x="6973595" y="1117134"/>
              <a:ext cx="5354" cy="3218"/>
            </a:xfrm>
            <a:custGeom>
              <a:avLst/>
              <a:gdLst/>
              <a:ahLst/>
              <a:cxnLst/>
              <a:rect l="l" t="t" r="r" b="b"/>
              <a:pathLst>
                <a:path w="208" h="125" extrusionOk="0">
                  <a:moveTo>
                    <a:pt x="1" y="42"/>
                  </a:moveTo>
                  <a:cubicBezTo>
                    <a:pt x="1" y="42"/>
                    <a:pt x="1" y="42"/>
                    <a:pt x="1" y="0"/>
                  </a:cubicBezTo>
                  <a:cubicBezTo>
                    <a:pt x="83" y="42"/>
                    <a:pt x="125" y="42"/>
                    <a:pt x="208" y="83"/>
                  </a:cubicBezTo>
                  <a:cubicBezTo>
                    <a:pt x="208" y="83"/>
                    <a:pt x="166" y="83"/>
                    <a:pt x="166" y="83"/>
                  </a:cubicBezTo>
                  <a:lnTo>
                    <a:pt x="125" y="125"/>
                  </a:lnTo>
                  <a:cubicBezTo>
                    <a:pt x="83" y="83"/>
                    <a:pt x="42" y="83"/>
                    <a:pt x="1" y="42"/>
                  </a:cubicBezTo>
                  <a:close/>
                </a:path>
              </a:pathLst>
            </a:custGeom>
            <a:solidFill>
              <a:srgbClr val="C1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7"/>
            <p:cNvSpPr/>
            <p:nvPr/>
          </p:nvSpPr>
          <p:spPr>
            <a:xfrm rot="702773">
              <a:off x="7142018" y="371010"/>
              <a:ext cx="803735" cy="983058"/>
            </a:xfrm>
            <a:custGeom>
              <a:avLst/>
              <a:gdLst/>
              <a:ahLst/>
              <a:cxnLst/>
              <a:rect l="l" t="t" r="r" b="b"/>
              <a:pathLst>
                <a:path w="31222" h="38188" extrusionOk="0">
                  <a:moveTo>
                    <a:pt x="30185" y="9869"/>
                  </a:moveTo>
                  <a:cubicBezTo>
                    <a:pt x="30310" y="10822"/>
                    <a:pt x="31222" y="13973"/>
                    <a:pt x="30310" y="14430"/>
                  </a:cubicBezTo>
                  <a:cubicBezTo>
                    <a:pt x="29522" y="14844"/>
                    <a:pt x="28651" y="14969"/>
                    <a:pt x="27822" y="15176"/>
                  </a:cubicBezTo>
                  <a:cubicBezTo>
                    <a:pt x="27324" y="15300"/>
                    <a:pt x="26827" y="15466"/>
                    <a:pt x="26371" y="15590"/>
                  </a:cubicBezTo>
                  <a:cubicBezTo>
                    <a:pt x="26329" y="15590"/>
                    <a:pt x="26288" y="15590"/>
                    <a:pt x="26288" y="15632"/>
                  </a:cubicBezTo>
                  <a:cubicBezTo>
                    <a:pt x="25915" y="15756"/>
                    <a:pt x="25500" y="15964"/>
                    <a:pt x="25127" y="15964"/>
                  </a:cubicBezTo>
                  <a:cubicBezTo>
                    <a:pt x="24090" y="16254"/>
                    <a:pt x="23095" y="16627"/>
                    <a:pt x="22142" y="17083"/>
                  </a:cubicBezTo>
                  <a:lnTo>
                    <a:pt x="22142" y="17083"/>
                  </a:lnTo>
                  <a:lnTo>
                    <a:pt x="22142" y="17083"/>
                  </a:lnTo>
                  <a:cubicBezTo>
                    <a:pt x="23676" y="22224"/>
                    <a:pt x="25459" y="27324"/>
                    <a:pt x="26702" y="32549"/>
                  </a:cubicBezTo>
                  <a:cubicBezTo>
                    <a:pt x="26910" y="33419"/>
                    <a:pt x="27159" y="34248"/>
                    <a:pt x="27490" y="35036"/>
                  </a:cubicBezTo>
                  <a:cubicBezTo>
                    <a:pt x="27490" y="35078"/>
                    <a:pt x="27532" y="35161"/>
                    <a:pt x="27532" y="35202"/>
                  </a:cubicBezTo>
                  <a:cubicBezTo>
                    <a:pt x="27780" y="35575"/>
                    <a:pt x="27739" y="36156"/>
                    <a:pt x="27159" y="36322"/>
                  </a:cubicBezTo>
                  <a:cubicBezTo>
                    <a:pt x="26288" y="36653"/>
                    <a:pt x="25417" y="36778"/>
                    <a:pt x="24505" y="36985"/>
                  </a:cubicBezTo>
                  <a:cubicBezTo>
                    <a:pt x="23593" y="37234"/>
                    <a:pt x="22722" y="37648"/>
                    <a:pt x="21768" y="37607"/>
                  </a:cubicBezTo>
                  <a:cubicBezTo>
                    <a:pt x="20773" y="37483"/>
                    <a:pt x="20815" y="36239"/>
                    <a:pt x="20359" y="35534"/>
                  </a:cubicBezTo>
                  <a:cubicBezTo>
                    <a:pt x="19239" y="33585"/>
                    <a:pt x="18286" y="31553"/>
                    <a:pt x="17166" y="29605"/>
                  </a:cubicBezTo>
                  <a:cubicBezTo>
                    <a:pt x="16959" y="29232"/>
                    <a:pt x="16710" y="28858"/>
                    <a:pt x="16503" y="28527"/>
                  </a:cubicBezTo>
                  <a:cubicBezTo>
                    <a:pt x="15508" y="30310"/>
                    <a:pt x="14678" y="32217"/>
                    <a:pt x="13725" y="34083"/>
                  </a:cubicBezTo>
                  <a:cubicBezTo>
                    <a:pt x="13476" y="34663"/>
                    <a:pt x="13186" y="35202"/>
                    <a:pt x="12937" y="35741"/>
                  </a:cubicBezTo>
                  <a:cubicBezTo>
                    <a:pt x="12605" y="36280"/>
                    <a:pt x="12481" y="36944"/>
                    <a:pt x="11983" y="37358"/>
                  </a:cubicBezTo>
                  <a:cubicBezTo>
                    <a:pt x="11859" y="37607"/>
                    <a:pt x="11859" y="37939"/>
                    <a:pt x="11569" y="38063"/>
                  </a:cubicBezTo>
                  <a:cubicBezTo>
                    <a:pt x="11361" y="38187"/>
                    <a:pt x="11071" y="38187"/>
                    <a:pt x="10864" y="38104"/>
                  </a:cubicBezTo>
                  <a:cubicBezTo>
                    <a:pt x="10740" y="38146"/>
                    <a:pt x="10574" y="38187"/>
                    <a:pt x="10449" y="38187"/>
                  </a:cubicBezTo>
                  <a:cubicBezTo>
                    <a:pt x="9579" y="38063"/>
                    <a:pt x="8791" y="37814"/>
                    <a:pt x="7920" y="37731"/>
                  </a:cubicBezTo>
                  <a:cubicBezTo>
                    <a:pt x="6925" y="37607"/>
                    <a:pt x="4810" y="37648"/>
                    <a:pt x="5640" y="36114"/>
                  </a:cubicBezTo>
                  <a:cubicBezTo>
                    <a:pt x="6262" y="33751"/>
                    <a:pt x="6676" y="31388"/>
                    <a:pt x="7215" y="29066"/>
                  </a:cubicBezTo>
                  <a:cubicBezTo>
                    <a:pt x="7257" y="28983"/>
                    <a:pt x="7298" y="28941"/>
                    <a:pt x="7298" y="28900"/>
                  </a:cubicBezTo>
                  <a:lnTo>
                    <a:pt x="7423" y="28444"/>
                  </a:lnTo>
                  <a:lnTo>
                    <a:pt x="7423" y="28444"/>
                  </a:lnTo>
                  <a:cubicBezTo>
                    <a:pt x="7423" y="28402"/>
                    <a:pt x="7423" y="28361"/>
                    <a:pt x="7423" y="28319"/>
                  </a:cubicBezTo>
                  <a:cubicBezTo>
                    <a:pt x="7962" y="25376"/>
                    <a:pt x="8832" y="22556"/>
                    <a:pt x="9537" y="19695"/>
                  </a:cubicBezTo>
                  <a:cubicBezTo>
                    <a:pt x="9579" y="19364"/>
                    <a:pt x="9661" y="19073"/>
                    <a:pt x="9703" y="18742"/>
                  </a:cubicBezTo>
                  <a:cubicBezTo>
                    <a:pt x="9703" y="18617"/>
                    <a:pt x="9744" y="18493"/>
                    <a:pt x="9827" y="18410"/>
                  </a:cubicBezTo>
                  <a:cubicBezTo>
                    <a:pt x="9827" y="18244"/>
                    <a:pt x="9869" y="18120"/>
                    <a:pt x="9869" y="17954"/>
                  </a:cubicBezTo>
                  <a:cubicBezTo>
                    <a:pt x="9371" y="17995"/>
                    <a:pt x="9040" y="17829"/>
                    <a:pt x="8874" y="17581"/>
                  </a:cubicBezTo>
                  <a:cubicBezTo>
                    <a:pt x="8708" y="17539"/>
                    <a:pt x="8542" y="17456"/>
                    <a:pt x="8376" y="17415"/>
                  </a:cubicBezTo>
                  <a:cubicBezTo>
                    <a:pt x="8293" y="17373"/>
                    <a:pt x="8252" y="17290"/>
                    <a:pt x="8169" y="17208"/>
                  </a:cubicBezTo>
                  <a:cubicBezTo>
                    <a:pt x="7464" y="17166"/>
                    <a:pt x="6759" y="17083"/>
                    <a:pt x="6054" y="16876"/>
                  </a:cubicBezTo>
                  <a:cubicBezTo>
                    <a:pt x="4562" y="16420"/>
                    <a:pt x="3028" y="16212"/>
                    <a:pt x="1493" y="15964"/>
                  </a:cubicBezTo>
                  <a:cubicBezTo>
                    <a:pt x="374" y="15798"/>
                    <a:pt x="167" y="15342"/>
                    <a:pt x="250" y="14264"/>
                  </a:cubicBezTo>
                  <a:cubicBezTo>
                    <a:pt x="291" y="13642"/>
                    <a:pt x="42" y="12978"/>
                    <a:pt x="250" y="12398"/>
                  </a:cubicBezTo>
                  <a:cubicBezTo>
                    <a:pt x="250" y="11983"/>
                    <a:pt x="1" y="11527"/>
                    <a:pt x="291" y="11154"/>
                  </a:cubicBezTo>
                  <a:cubicBezTo>
                    <a:pt x="498" y="10905"/>
                    <a:pt x="830" y="10822"/>
                    <a:pt x="1120" y="10947"/>
                  </a:cubicBezTo>
                  <a:cubicBezTo>
                    <a:pt x="1203" y="10905"/>
                    <a:pt x="1286" y="10905"/>
                    <a:pt x="1369" y="10905"/>
                  </a:cubicBezTo>
                  <a:cubicBezTo>
                    <a:pt x="2447" y="10822"/>
                    <a:pt x="3484" y="10615"/>
                    <a:pt x="4562" y="10532"/>
                  </a:cubicBezTo>
                  <a:cubicBezTo>
                    <a:pt x="6842" y="10366"/>
                    <a:pt x="9122" y="10325"/>
                    <a:pt x="11403" y="10200"/>
                  </a:cubicBezTo>
                  <a:cubicBezTo>
                    <a:pt x="11113" y="9827"/>
                    <a:pt x="10864" y="9288"/>
                    <a:pt x="10657" y="8500"/>
                  </a:cubicBezTo>
                  <a:cubicBezTo>
                    <a:pt x="9454" y="4271"/>
                    <a:pt x="12730" y="1"/>
                    <a:pt x="17208" y="1120"/>
                  </a:cubicBezTo>
                  <a:cubicBezTo>
                    <a:pt x="20400" y="1866"/>
                    <a:pt x="21561" y="5432"/>
                    <a:pt x="20151" y="8169"/>
                  </a:cubicBezTo>
                  <a:cubicBezTo>
                    <a:pt x="19944" y="8708"/>
                    <a:pt x="19654" y="9205"/>
                    <a:pt x="19364" y="9661"/>
                  </a:cubicBezTo>
                  <a:cubicBezTo>
                    <a:pt x="19737" y="9620"/>
                    <a:pt x="20110" y="9578"/>
                    <a:pt x="20483" y="9537"/>
                  </a:cubicBezTo>
                  <a:cubicBezTo>
                    <a:pt x="23220" y="8957"/>
                    <a:pt x="26039" y="9081"/>
                    <a:pt x="28817" y="9039"/>
                  </a:cubicBezTo>
                  <a:cubicBezTo>
                    <a:pt x="29066" y="9039"/>
                    <a:pt x="29232" y="9122"/>
                    <a:pt x="29356" y="9288"/>
                  </a:cubicBezTo>
                  <a:cubicBezTo>
                    <a:pt x="29729" y="9205"/>
                    <a:pt x="30102" y="9371"/>
                    <a:pt x="30185" y="9869"/>
                  </a:cubicBezTo>
                  <a:close/>
                </a:path>
              </a:pathLst>
            </a:custGeom>
            <a:solidFill>
              <a:srgbClr val="D47F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7"/>
            <p:cNvSpPr/>
            <p:nvPr/>
          </p:nvSpPr>
          <p:spPr>
            <a:xfrm rot="702773">
              <a:off x="7139053" y="351181"/>
              <a:ext cx="431240" cy="960611"/>
            </a:xfrm>
            <a:custGeom>
              <a:avLst/>
              <a:gdLst/>
              <a:ahLst/>
              <a:cxnLst/>
              <a:rect l="l" t="t" r="r" b="b"/>
              <a:pathLst>
                <a:path w="16752" h="37316" extrusionOk="0">
                  <a:moveTo>
                    <a:pt x="16461" y="24131"/>
                  </a:moveTo>
                  <a:cubicBezTo>
                    <a:pt x="16502" y="25499"/>
                    <a:pt x="16751" y="26868"/>
                    <a:pt x="16420" y="28194"/>
                  </a:cubicBezTo>
                  <a:cubicBezTo>
                    <a:pt x="15424" y="30558"/>
                    <a:pt x="14015" y="32714"/>
                    <a:pt x="12937" y="35036"/>
                  </a:cubicBezTo>
                  <a:cubicBezTo>
                    <a:pt x="13061" y="35492"/>
                    <a:pt x="12688" y="35865"/>
                    <a:pt x="12564" y="36238"/>
                  </a:cubicBezTo>
                  <a:cubicBezTo>
                    <a:pt x="12356" y="36611"/>
                    <a:pt x="12190" y="37316"/>
                    <a:pt x="11610" y="37150"/>
                  </a:cubicBezTo>
                  <a:cubicBezTo>
                    <a:pt x="11486" y="37192"/>
                    <a:pt x="11320" y="37192"/>
                    <a:pt x="11154" y="37192"/>
                  </a:cubicBezTo>
                  <a:cubicBezTo>
                    <a:pt x="10159" y="37150"/>
                    <a:pt x="9164" y="37026"/>
                    <a:pt x="8169" y="36901"/>
                  </a:cubicBezTo>
                  <a:cubicBezTo>
                    <a:pt x="6800" y="36818"/>
                    <a:pt x="5142" y="37026"/>
                    <a:pt x="5971" y="35077"/>
                  </a:cubicBezTo>
                  <a:cubicBezTo>
                    <a:pt x="6966" y="32299"/>
                    <a:pt x="7049" y="29355"/>
                    <a:pt x="7878" y="26577"/>
                  </a:cubicBezTo>
                  <a:cubicBezTo>
                    <a:pt x="8790" y="23426"/>
                    <a:pt x="9786" y="20316"/>
                    <a:pt x="10076" y="17041"/>
                  </a:cubicBezTo>
                  <a:cubicBezTo>
                    <a:pt x="8334" y="16958"/>
                    <a:pt x="6634" y="16461"/>
                    <a:pt x="4976" y="16004"/>
                  </a:cubicBezTo>
                  <a:cubicBezTo>
                    <a:pt x="4603" y="15880"/>
                    <a:pt x="4271" y="15797"/>
                    <a:pt x="3898" y="15714"/>
                  </a:cubicBezTo>
                  <a:cubicBezTo>
                    <a:pt x="3691" y="15756"/>
                    <a:pt x="3442" y="15631"/>
                    <a:pt x="3359" y="15465"/>
                  </a:cubicBezTo>
                  <a:cubicBezTo>
                    <a:pt x="3317" y="15424"/>
                    <a:pt x="3317" y="15382"/>
                    <a:pt x="3317" y="15341"/>
                  </a:cubicBezTo>
                  <a:cubicBezTo>
                    <a:pt x="3276" y="15341"/>
                    <a:pt x="3235" y="15300"/>
                    <a:pt x="3235" y="15300"/>
                  </a:cubicBezTo>
                  <a:cubicBezTo>
                    <a:pt x="2696" y="15175"/>
                    <a:pt x="664" y="15175"/>
                    <a:pt x="788" y="14470"/>
                  </a:cubicBezTo>
                  <a:cubicBezTo>
                    <a:pt x="747" y="14429"/>
                    <a:pt x="747" y="14387"/>
                    <a:pt x="747" y="14387"/>
                  </a:cubicBezTo>
                  <a:cubicBezTo>
                    <a:pt x="0" y="14097"/>
                    <a:pt x="374" y="12729"/>
                    <a:pt x="291" y="12107"/>
                  </a:cubicBezTo>
                  <a:cubicBezTo>
                    <a:pt x="457" y="11485"/>
                    <a:pt x="42" y="10117"/>
                    <a:pt x="788" y="9992"/>
                  </a:cubicBezTo>
                  <a:cubicBezTo>
                    <a:pt x="1410" y="9909"/>
                    <a:pt x="2032" y="10241"/>
                    <a:pt x="2696" y="10241"/>
                  </a:cubicBezTo>
                  <a:cubicBezTo>
                    <a:pt x="3981" y="10324"/>
                    <a:pt x="5225" y="10075"/>
                    <a:pt x="6510" y="10034"/>
                  </a:cubicBezTo>
                  <a:cubicBezTo>
                    <a:pt x="8334" y="9992"/>
                    <a:pt x="10117" y="9868"/>
                    <a:pt x="11900" y="9578"/>
                  </a:cubicBezTo>
                  <a:cubicBezTo>
                    <a:pt x="11237" y="8375"/>
                    <a:pt x="10698" y="6966"/>
                    <a:pt x="10739" y="5597"/>
                  </a:cubicBezTo>
                  <a:cubicBezTo>
                    <a:pt x="11029" y="3732"/>
                    <a:pt x="11942" y="1741"/>
                    <a:pt x="13559" y="663"/>
                  </a:cubicBezTo>
                  <a:cubicBezTo>
                    <a:pt x="14761" y="0"/>
                    <a:pt x="15756" y="41"/>
                    <a:pt x="15590" y="1700"/>
                  </a:cubicBezTo>
                  <a:cubicBezTo>
                    <a:pt x="15590" y="1907"/>
                    <a:pt x="15466" y="2073"/>
                    <a:pt x="15300" y="2115"/>
                  </a:cubicBezTo>
                  <a:cubicBezTo>
                    <a:pt x="15300" y="2239"/>
                    <a:pt x="15300" y="2363"/>
                    <a:pt x="15300" y="2488"/>
                  </a:cubicBezTo>
                  <a:cubicBezTo>
                    <a:pt x="15549" y="4229"/>
                    <a:pt x="15507" y="5929"/>
                    <a:pt x="15507" y="7671"/>
                  </a:cubicBezTo>
                  <a:cubicBezTo>
                    <a:pt x="15549" y="8624"/>
                    <a:pt x="15715" y="9578"/>
                    <a:pt x="15756" y="10531"/>
                  </a:cubicBezTo>
                  <a:cubicBezTo>
                    <a:pt x="16212" y="15051"/>
                    <a:pt x="16171" y="19612"/>
                    <a:pt x="16461" y="24131"/>
                  </a:cubicBezTo>
                  <a:close/>
                </a:path>
              </a:pathLst>
            </a:custGeom>
            <a:solidFill>
              <a:srgbClr val="BA68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7"/>
            <p:cNvSpPr/>
            <p:nvPr/>
          </p:nvSpPr>
          <p:spPr>
            <a:xfrm rot="702773">
              <a:off x="7570463" y="503540"/>
              <a:ext cx="68321" cy="473947"/>
            </a:xfrm>
            <a:custGeom>
              <a:avLst/>
              <a:gdLst/>
              <a:ahLst/>
              <a:cxnLst/>
              <a:rect l="l" t="t" r="r" b="b"/>
              <a:pathLst>
                <a:path w="2654" h="18411" extrusionOk="0">
                  <a:moveTo>
                    <a:pt x="539" y="11361"/>
                  </a:moveTo>
                  <a:cubicBezTo>
                    <a:pt x="207" y="7962"/>
                    <a:pt x="207" y="4520"/>
                    <a:pt x="0" y="1120"/>
                  </a:cubicBezTo>
                  <a:cubicBezTo>
                    <a:pt x="42" y="1"/>
                    <a:pt x="1368" y="374"/>
                    <a:pt x="1161" y="1452"/>
                  </a:cubicBezTo>
                  <a:cubicBezTo>
                    <a:pt x="1327" y="3898"/>
                    <a:pt x="1327" y="6386"/>
                    <a:pt x="1534" y="8832"/>
                  </a:cubicBezTo>
                  <a:cubicBezTo>
                    <a:pt x="1493" y="9744"/>
                    <a:pt x="1866" y="10781"/>
                    <a:pt x="1576" y="11652"/>
                  </a:cubicBezTo>
                  <a:cubicBezTo>
                    <a:pt x="1285" y="12066"/>
                    <a:pt x="539" y="11859"/>
                    <a:pt x="539" y="11361"/>
                  </a:cubicBezTo>
                  <a:close/>
                  <a:moveTo>
                    <a:pt x="954" y="17456"/>
                  </a:moveTo>
                  <a:cubicBezTo>
                    <a:pt x="581" y="16461"/>
                    <a:pt x="788" y="15259"/>
                    <a:pt x="663" y="14181"/>
                  </a:cubicBezTo>
                  <a:cubicBezTo>
                    <a:pt x="663" y="13435"/>
                    <a:pt x="1824" y="13435"/>
                    <a:pt x="1824" y="14181"/>
                  </a:cubicBezTo>
                  <a:cubicBezTo>
                    <a:pt x="1700" y="14927"/>
                    <a:pt x="2654" y="18410"/>
                    <a:pt x="954" y="17456"/>
                  </a:cubicBezTo>
                  <a:close/>
                </a:path>
              </a:pathLst>
            </a:custGeom>
            <a:solidFill>
              <a:srgbClr val="EA98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7"/>
            <p:cNvSpPr/>
            <p:nvPr/>
          </p:nvSpPr>
          <p:spPr>
            <a:xfrm rot="702773">
              <a:off x="7913843" y="451841"/>
              <a:ext cx="714100" cy="969157"/>
            </a:xfrm>
            <a:custGeom>
              <a:avLst/>
              <a:gdLst/>
              <a:ahLst/>
              <a:cxnLst/>
              <a:rect l="l" t="t" r="r" b="b"/>
              <a:pathLst>
                <a:path w="27740" h="37648" extrusionOk="0">
                  <a:moveTo>
                    <a:pt x="27656" y="33460"/>
                  </a:moveTo>
                  <a:cubicBezTo>
                    <a:pt x="27739" y="33750"/>
                    <a:pt x="27656" y="33958"/>
                    <a:pt x="27532" y="34124"/>
                  </a:cubicBezTo>
                  <a:cubicBezTo>
                    <a:pt x="27490" y="34828"/>
                    <a:pt x="26412" y="35036"/>
                    <a:pt x="25832" y="35326"/>
                  </a:cubicBezTo>
                  <a:cubicBezTo>
                    <a:pt x="24754" y="35699"/>
                    <a:pt x="23634" y="36238"/>
                    <a:pt x="22473" y="36445"/>
                  </a:cubicBezTo>
                  <a:cubicBezTo>
                    <a:pt x="21810" y="36404"/>
                    <a:pt x="21686" y="35699"/>
                    <a:pt x="21437" y="35202"/>
                  </a:cubicBezTo>
                  <a:cubicBezTo>
                    <a:pt x="21230" y="34787"/>
                    <a:pt x="20981" y="34372"/>
                    <a:pt x="20732" y="33999"/>
                  </a:cubicBezTo>
                  <a:cubicBezTo>
                    <a:pt x="19364" y="31926"/>
                    <a:pt x="18493" y="29521"/>
                    <a:pt x="17000" y="27531"/>
                  </a:cubicBezTo>
                  <a:cubicBezTo>
                    <a:pt x="15881" y="29770"/>
                    <a:pt x="15093" y="32175"/>
                    <a:pt x="14098" y="34455"/>
                  </a:cubicBezTo>
                  <a:cubicBezTo>
                    <a:pt x="13932" y="34953"/>
                    <a:pt x="13725" y="35450"/>
                    <a:pt x="13559" y="35989"/>
                  </a:cubicBezTo>
                  <a:cubicBezTo>
                    <a:pt x="13518" y="36362"/>
                    <a:pt x="13393" y="36860"/>
                    <a:pt x="12937" y="36943"/>
                  </a:cubicBezTo>
                  <a:cubicBezTo>
                    <a:pt x="12771" y="37316"/>
                    <a:pt x="12398" y="37648"/>
                    <a:pt x="11942" y="37523"/>
                  </a:cubicBezTo>
                  <a:cubicBezTo>
                    <a:pt x="11776" y="37440"/>
                    <a:pt x="11652" y="37358"/>
                    <a:pt x="11569" y="37233"/>
                  </a:cubicBezTo>
                  <a:lnTo>
                    <a:pt x="11569" y="37233"/>
                  </a:lnTo>
                  <a:cubicBezTo>
                    <a:pt x="10367" y="37150"/>
                    <a:pt x="9206" y="37399"/>
                    <a:pt x="8045" y="37440"/>
                  </a:cubicBezTo>
                  <a:cubicBezTo>
                    <a:pt x="6967" y="37440"/>
                    <a:pt x="6469" y="36860"/>
                    <a:pt x="6801" y="35782"/>
                  </a:cubicBezTo>
                  <a:cubicBezTo>
                    <a:pt x="6967" y="34538"/>
                    <a:pt x="7257" y="33336"/>
                    <a:pt x="7464" y="32092"/>
                  </a:cubicBezTo>
                  <a:cubicBezTo>
                    <a:pt x="7547" y="31553"/>
                    <a:pt x="7589" y="30972"/>
                    <a:pt x="7671" y="30433"/>
                  </a:cubicBezTo>
                  <a:cubicBezTo>
                    <a:pt x="7796" y="29272"/>
                    <a:pt x="8003" y="28111"/>
                    <a:pt x="8252" y="26951"/>
                  </a:cubicBezTo>
                  <a:cubicBezTo>
                    <a:pt x="8293" y="26785"/>
                    <a:pt x="8376" y="26660"/>
                    <a:pt x="8501" y="26536"/>
                  </a:cubicBezTo>
                  <a:cubicBezTo>
                    <a:pt x="8584" y="25914"/>
                    <a:pt x="8667" y="25334"/>
                    <a:pt x="8749" y="24712"/>
                  </a:cubicBezTo>
                  <a:cubicBezTo>
                    <a:pt x="8874" y="22597"/>
                    <a:pt x="9206" y="20482"/>
                    <a:pt x="9371" y="18368"/>
                  </a:cubicBezTo>
                  <a:cubicBezTo>
                    <a:pt x="9371" y="18285"/>
                    <a:pt x="9330" y="18202"/>
                    <a:pt x="9330" y="18119"/>
                  </a:cubicBezTo>
                  <a:cubicBezTo>
                    <a:pt x="8667" y="18161"/>
                    <a:pt x="8003" y="18161"/>
                    <a:pt x="7298" y="18036"/>
                  </a:cubicBezTo>
                  <a:cubicBezTo>
                    <a:pt x="6428" y="17953"/>
                    <a:pt x="5557" y="17746"/>
                    <a:pt x="4686" y="17580"/>
                  </a:cubicBezTo>
                  <a:cubicBezTo>
                    <a:pt x="3815" y="17580"/>
                    <a:pt x="2945" y="17622"/>
                    <a:pt x="2074" y="17414"/>
                  </a:cubicBezTo>
                  <a:cubicBezTo>
                    <a:pt x="1618" y="17331"/>
                    <a:pt x="1079" y="17331"/>
                    <a:pt x="789" y="16917"/>
                  </a:cubicBezTo>
                  <a:cubicBezTo>
                    <a:pt x="333" y="16046"/>
                    <a:pt x="457" y="14968"/>
                    <a:pt x="291" y="14014"/>
                  </a:cubicBezTo>
                  <a:cubicBezTo>
                    <a:pt x="208" y="13392"/>
                    <a:pt x="1" y="12729"/>
                    <a:pt x="250" y="12107"/>
                  </a:cubicBezTo>
                  <a:cubicBezTo>
                    <a:pt x="416" y="11858"/>
                    <a:pt x="664" y="11775"/>
                    <a:pt x="872" y="11775"/>
                  </a:cubicBezTo>
                  <a:cubicBezTo>
                    <a:pt x="913" y="11734"/>
                    <a:pt x="913" y="11734"/>
                    <a:pt x="955" y="11734"/>
                  </a:cubicBezTo>
                  <a:cubicBezTo>
                    <a:pt x="1369" y="11568"/>
                    <a:pt x="1867" y="11527"/>
                    <a:pt x="2323" y="11402"/>
                  </a:cubicBezTo>
                  <a:cubicBezTo>
                    <a:pt x="4769" y="10905"/>
                    <a:pt x="7257" y="10656"/>
                    <a:pt x="9703" y="10324"/>
                  </a:cubicBezTo>
                  <a:cubicBezTo>
                    <a:pt x="9827" y="10324"/>
                    <a:pt x="9952" y="10283"/>
                    <a:pt x="10076" y="10241"/>
                  </a:cubicBezTo>
                  <a:cubicBezTo>
                    <a:pt x="9910" y="9910"/>
                    <a:pt x="9786" y="9495"/>
                    <a:pt x="9662" y="9122"/>
                  </a:cubicBezTo>
                  <a:cubicBezTo>
                    <a:pt x="9206" y="8085"/>
                    <a:pt x="8625" y="7007"/>
                    <a:pt x="8667" y="5846"/>
                  </a:cubicBezTo>
                  <a:cubicBezTo>
                    <a:pt x="8957" y="2032"/>
                    <a:pt x="12398" y="0"/>
                    <a:pt x="15964" y="1327"/>
                  </a:cubicBezTo>
                  <a:cubicBezTo>
                    <a:pt x="17954" y="2073"/>
                    <a:pt x="18866" y="4271"/>
                    <a:pt x="18659" y="6302"/>
                  </a:cubicBezTo>
                  <a:cubicBezTo>
                    <a:pt x="18617" y="7339"/>
                    <a:pt x="18203" y="8293"/>
                    <a:pt x="17747" y="9205"/>
                  </a:cubicBezTo>
                  <a:cubicBezTo>
                    <a:pt x="17913" y="9163"/>
                    <a:pt x="18120" y="9080"/>
                    <a:pt x="18244" y="9039"/>
                  </a:cubicBezTo>
                  <a:cubicBezTo>
                    <a:pt x="20027" y="8624"/>
                    <a:pt x="21810" y="8375"/>
                    <a:pt x="23593" y="8044"/>
                  </a:cubicBezTo>
                  <a:cubicBezTo>
                    <a:pt x="23842" y="8002"/>
                    <a:pt x="24132" y="7961"/>
                    <a:pt x="24381" y="7919"/>
                  </a:cubicBezTo>
                  <a:cubicBezTo>
                    <a:pt x="24712" y="7878"/>
                    <a:pt x="24961" y="8044"/>
                    <a:pt x="25127" y="8251"/>
                  </a:cubicBezTo>
                  <a:cubicBezTo>
                    <a:pt x="25293" y="7588"/>
                    <a:pt x="26412" y="7546"/>
                    <a:pt x="26495" y="8375"/>
                  </a:cubicBezTo>
                  <a:cubicBezTo>
                    <a:pt x="26620" y="9453"/>
                    <a:pt x="26827" y="10532"/>
                    <a:pt x="27117" y="11568"/>
                  </a:cubicBezTo>
                  <a:cubicBezTo>
                    <a:pt x="27200" y="11734"/>
                    <a:pt x="27242" y="11900"/>
                    <a:pt x="27242" y="12066"/>
                  </a:cubicBezTo>
                  <a:cubicBezTo>
                    <a:pt x="27242" y="12149"/>
                    <a:pt x="27283" y="12231"/>
                    <a:pt x="27283" y="12314"/>
                  </a:cubicBezTo>
                  <a:cubicBezTo>
                    <a:pt x="27159" y="13019"/>
                    <a:pt x="26122" y="13600"/>
                    <a:pt x="25625" y="13973"/>
                  </a:cubicBezTo>
                  <a:cubicBezTo>
                    <a:pt x="24381" y="14802"/>
                    <a:pt x="23095" y="15548"/>
                    <a:pt x="21934" y="16461"/>
                  </a:cubicBezTo>
                  <a:cubicBezTo>
                    <a:pt x="21852" y="16502"/>
                    <a:pt x="21769" y="16585"/>
                    <a:pt x="21686" y="16668"/>
                  </a:cubicBezTo>
                  <a:cubicBezTo>
                    <a:pt x="22142" y="17870"/>
                    <a:pt x="22473" y="19114"/>
                    <a:pt x="22847" y="20317"/>
                  </a:cubicBezTo>
                  <a:cubicBezTo>
                    <a:pt x="23469" y="22017"/>
                    <a:pt x="24090" y="23758"/>
                    <a:pt x="24754" y="25458"/>
                  </a:cubicBezTo>
                  <a:cubicBezTo>
                    <a:pt x="25832" y="28070"/>
                    <a:pt x="26827" y="30724"/>
                    <a:pt x="27656" y="33460"/>
                  </a:cubicBezTo>
                  <a:close/>
                </a:path>
              </a:pathLst>
            </a:custGeom>
            <a:solidFill>
              <a:srgbClr val="EE7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7"/>
            <p:cNvSpPr/>
            <p:nvPr/>
          </p:nvSpPr>
          <p:spPr>
            <a:xfrm rot="702773">
              <a:off x="8205904" y="471008"/>
              <a:ext cx="156927" cy="254054"/>
            </a:xfrm>
            <a:custGeom>
              <a:avLst/>
              <a:gdLst/>
              <a:ahLst/>
              <a:cxnLst/>
              <a:rect l="l" t="t" r="r" b="b"/>
              <a:pathLst>
                <a:path w="6096" h="9869" extrusionOk="0">
                  <a:moveTo>
                    <a:pt x="2281" y="9868"/>
                  </a:moveTo>
                  <a:lnTo>
                    <a:pt x="2198" y="9868"/>
                  </a:lnTo>
                  <a:lnTo>
                    <a:pt x="2115" y="9868"/>
                  </a:lnTo>
                  <a:lnTo>
                    <a:pt x="1991" y="9868"/>
                  </a:lnTo>
                  <a:lnTo>
                    <a:pt x="1908" y="9868"/>
                  </a:lnTo>
                  <a:lnTo>
                    <a:pt x="1825" y="9868"/>
                  </a:lnTo>
                  <a:lnTo>
                    <a:pt x="1701" y="9827"/>
                  </a:lnTo>
                  <a:lnTo>
                    <a:pt x="1618" y="9827"/>
                  </a:lnTo>
                  <a:lnTo>
                    <a:pt x="1535" y="9827"/>
                  </a:lnTo>
                  <a:lnTo>
                    <a:pt x="1410" y="9785"/>
                  </a:lnTo>
                  <a:lnTo>
                    <a:pt x="1327" y="9785"/>
                  </a:lnTo>
                  <a:lnTo>
                    <a:pt x="1244" y="9744"/>
                  </a:lnTo>
                  <a:lnTo>
                    <a:pt x="1120" y="9744"/>
                  </a:lnTo>
                  <a:lnTo>
                    <a:pt x="1037" y="9702"/>
                  </a:lnTo>
                  <a:lnTo>
                    <a:pt x="913" y="9702"/>
                  </a:lnTo>
                  <a:lnTo>
                    <a:pt x="830" y="9661"/>
                  </a:lnTo>
                  <a:lnTo>
                    <a:pt x="747" y="9620"/>
                  </a:lnTo>
                  <a:lnTo>
                    <a:pt x="622" y="9620"/>
                  </a:lnTo>
                  <a:lnTo>
                    <a:pt x="498" y="9578"/>
                  </a:lnTo>
                  <a:lnTo>
                    <a:pt x="415" y="9537"/>
                  </a:lnTo>
                  <a:lnTo>
                    <a:pt x="291" y="9495"/>
                  </a:lnTo>
                  <a:lnTo>
                    <a:pt x="291" y="9495"/>
                  </a:lnTo>
                  <a:cubicBezTo>
                    <a:pt x="540" y="9454"/>
                    <a:pt x="788" y="9454"/>
                    <a:pt x="1037" y="9412"/>
                  </a:cubicBezTo>
                  <a:cubicBezTo>
                    <a:pt x="1161" y="9412"/>
                    <a:pt x="1327" y="9371"/>
                    <a:pt x="1452" y="9329"/>
                  </a:cubicBezTo>
                  <a:cubicBezTo>
                    <a:pt x="1244" y="8998"/>
                    <a:pt x="1161" y="8583"/>
                    <a:pt x="996" y="8210"/>
                  </a:cubicBezTo>
                  <a:cubicBezTo>
                    <a:pt x="540" y="7173"/>
                    <a:pt x="1" y="6095"/>
                    <a:pt x="1" y="4934"/>
                  </a:cubicBezTo>
                  <a:cubicBezTo>
                    <a:pt x="208" y="2115"/>
                    <a:pt x="2157" y="249"/>
                    <a:pt x="4603" y="0"/>
                  </a:cubicBezTo>
                  <a:lnTo>
                    <a:pt x="4603" y="83"/>
                  </a:lnTo>
                  <a:lnTo>
                    <a:pt x="4644" y="208"/>
                  </a:lnTo>
                  <a:lnTo>
                    <a:pt x="4686" y="332"/>
                  </a:lnTo>
                  <a:lnTo>
                    <a:pt x="4727" y="415"/>
                  </a:lnTo>
                  <a:lnTo>
                    <a:pt x="4727" y="539"/>
                  </a:lnTo>
                  <a:lnTo>
                    <a:pt x="4769" y="622"/>
                  </a:lnTo>
                  <a:lnTo>
                    <a:pt x="4769" y="705"/>
                  </a:lnTo>
                  <a:lnTo>
                    <a:pt x="4810" y="788"/>
                  </a:lnTo>
                  <a:lnTo>
                    <a:pt x="4810" y="871"/>
                  </a:lnTo>
                  <a:lnTo>
                    <a:pt x="4852" y="954"/>
                  </a:lnTo>
                  <a:lnTo>
                    <a:pt x="4852" y="1037"/>
                  </a:lnTo>
                  <a:lnTo>
                    <a:pt x="4893" y="1120"/>
                  </a:lnTo>
                  <a:lnTo>
                    <a:pt x="4893" y="1203"/>
                  </a:lnTo>
                  <a:lnTo>
                    <a:pt x="4893" y="1286"/>
                  </a:lnTo>
                  <a:lnTo>
                    <a:pt x="4935" y="1369"/>
                  </a:lnTo>
                  <a:lnTo>
                    <a:pt x="4935" y="1410"/>
                  </a:lnTo>
                  <a:lnTo>
                    <a:pt x="4935" y="1493"/>
                  </a:lnTo>
                  <a:lnTo>
                    <a:pt x="4976" y="1576"/>
                  </a:lnTo>
                  <a:lnTo>
                    <a:pt x="4976" y="1617"/>
                  </a:lnTo>
                  <a:lnTo>
                    <a:pt x="4976" y="1700"/>
                  </a:lnTo>
                  <a:lnTo>
                    <a:pt x="4976" y="1783"/>
                  </a:lnTo>
                  <a:lnTo>
                    <a:pt x="5017" y="1825"/>
                  </a:lnTo>
                  <a:lnTo>
                    <a:pt x="5017" y="1908"/>
                  </a:lnTo>
                  <a:lnTo>
                    <a:pt x="5017" y="1949"/>
                  </a:lnTo>
                  <a:lnTo>
                    <a:pt x="5017" y="2032"/>
                  </a:lnTo>
                  <a:lnTo>
                    <a:pt x="5059" y="2073"/>
                  </a:lnTo>
                  <a:lnTo>
                    <a:pt x="5059" y="2156"/>
                  </a:lnTo>
                  <a:lnTo>
                    <a:pt x="5059" y="2198"/>
                  </a:lnTo>
                  <a:lnTo>
                    <a:pt x="5059" y="2281"/>
                  </a:lnTo>
                  <a:lnTo>
                    <a:pt x="5100" y="2322"/>
                  </a:lnTo>
                  <a:lnTo>
                    <a:pt x="5100" y="2405"/>
                  </a:lnTo>
                  <a:lnTo>
                    <a:pt x="5100" y="2447"/>
                  </a:lnTo>
                  <a:lnTo>
                    <a:pt x="5142" y="2529"/>
                  </a:lnTo>
                  <a:lnTo>
                    <a:pt x="5142" y="2571"/>
                  </a:lnTo>
                  <a:lnTo>
                    <a:pt x="5142" y="2654"/>
                  </a:lnTo>
                  <a:lnTo>
                    <a:pt x="5183" y="2695"/>
                  </a:lnTo>
                  <a:lnTo>
                    <a:pt x="5183" y="2778"/>
                  </a:lnTo>
                  <a:lnTo>
                    <a:pt x="5225" y="2820"/>
                  </a:lnTo>
                  <a:lnTo>
                    <a:pt x="5225" y="2903"/>
                  </a:lnTo>
                  <a:lnTo>
                    <a:pt x="5225" y="2944"/>
                  </a:lnTo>
                  <a:lnTo>
                    <a:pt x="5266" y="3027"/>
                  </a:lnTo>
                  <a:lnTo>
                    <a:pt x="5266" y="3068"/>
                  </a:lnTo>
                  <a:lnTo>
                    <a:pt x="5266" y="3110"/>
                  </a:lnTo>
                  <a:lnTo>
                    <a:pt x="5266" y="3193"/>
                  </a:lnTo>
                  <a:lnTo>
                    <a:pt x="5308" y="3234"/>
                  </a:lnTo>
                  <a:lnTo>
                    <a:pt x="5308" y="3276"/>
                  </a:lnTo>
                  <a:lnTo>
                    <a:pt x="5308" y="3359"/>
                  </a:lnTo>
                  <a:lnTo>
                    <a:pt x="5308" y="3400"/>
                  </a:lnTo>
                  <a:lnTo>
                    <a:pt x="5349" y="3483"/>
                  </a:lnTo>
                  <a:lnTo>
                    <a:pt x="5349" y="3525"/>
                  </a:lnTo>
                  <a:lnTo>
                    <a:pt x="5349" y="3607"/>
                  </a:lnTo>
                  <a:lnTo>
                    <a:pt x="5349" y="3649"/>
                  </a:lnTo>
                  <a:lnTo>
                    <a:pt x="5391" y="3732"/>
                  </a:lnTo>
                  <a:lnTo>
                    <a:pt x="5391" y="3773"/>
                  </a:lnTo>
                  <a:lnTo>
                    <a:pt x="5391" y="3856"/>
                  </a:lnTo>
                  <a:lnTo>
                    <a:pt x="5391" y="3898"/>
                  </a:lnTo>
                  <a:lnTo>
                    <a:pt x="5432" y="3981"/>
                  </a:lnTo>
                  <a:lnTo>
                    <a:pt x="5432" y="4022"/>
                  </a:lnTo>
                  <a:lnTo>
                    <a:pt x="5432" y="4105"/>
                  </a:lnTo>
                  <a:lnTo>
                    <a:pt x="5432" y="4146"/>
                  </a:lnTo>
                  <a:lnTo>
                    <a:pt x="5474" y="4229"/>
                  </a:lnTo>
                  <a:lnTo>
                    <a:pt x="5474" y="4271"/>
                  </a:lnTo>
                  <a:lnTo>
                    <a:pt x="5474" y="4312"/>
                  </a:lnTo>
                  <a:lnTo>
                    <a:pt x="5474" y="4395"/>
                  </a:lnTo>
                  <a:lnTo>
                    <a:pt x="5474" y="4437"/>
                  </a:lnTo>
                  <a:lnTo>
                    <a:pt x="5474" y="4520"/>
                  </a:lnTo>
                  <a:lnTo>
                    <a:pt x="5515" y="4561"/>
                  </a:lnTo>
                  <a:lnTo>
                    <a:pt x="5515" y="4603"/>
                  </a:lnTo>
                  <a:lnTo>
                    <a:pt x="5515" y="4644"/>
                  </a:lnTo>
                  <a:lnTo>
                    <a:pt x="5515" y="4727"/>
                  </a:lnTo>
                  <a:lnTo>
                    <a:pt x="5515" y="4768"/>
                  </a:lnTo>
                  <a:lnTo>
                    <a:pt x="5515" y="4810"/>
                  </a:lnTo>
                  <a:lnTo>
                    <a:pt x="5556" y="4851"/>
                  </a:lnTo>
                  <a:lnTo>
                    <a:pt x="5556" y="4893"/>
                  </a:lnTo>
                  <a:lnTo>
                    <a:pt x="5556" y="4934"/>
                  </a:lnTo>
                  <a:lnTo>
                    <a:pt x="5556" y="4976"/>
                  </a:lnTo>
                  <a:lnTo>
                    <a:pt x="5598" y="5059"/>
                  </a:lnTo>
                  <a:lnTo>
                    <a:pt x="5598" y="5100"/>
                  </a:lnTo>
                  <a:lnTo>
                    <a:pt x="5598" y="5142"/>
                  </a:lnTo>
                  <a:lnTo>
                    <a:pt x="5598" y="5183"/>
                  </a:lnTo>
                  <a:lnTo>
                    <a:pt x="5598" y="5225"/>
                  </a:lnTo>
                  <a:lnTo>
                    <a:pt x="5639" y="5266"/>
                  </a:lnTo>
                  <a:lnTo>
                    <a:pt x="5639" y="5349"/>
                  </a:lnTo>
                  <a:lnTo>
                    <a:pt x="5639" y="5390"/>
                  </a:lnTo>
                  <a:lnTo>
                    <a:pt x="5639" y="5432"/>
                  </a:lnTo>
                  <a:lnTo>
                    <a:pt x="5681" y="5473"/>
                  </a:lnTo>
                  <a:lnTo>
                    <a:pt x="5681" y="5556"/>
                  </a:lnTo>
                  <a:lnTo>
                    <a:pt x="5681" y="5598"/>
                  </a:lnTo>
                  <a:lnTo>
                    <a:pt x="5681" y="5681"/>
                  </a:lnTo>
                  <a:lnTo>
                    <a:pt x="5681" y="5722"/>
                  </a:lnTo>
                  <a:lnTo>
                    <a:pt x="5722" y="5805"/>
                  </a:lnTo>
                  <a:lnTo>
                    <a:pt x="5722" y="5846"/>
                  </a:lnTo>
                  <a:lnTo>
                    <a:pt x="5722" y="5929"/>
                  </a:lnTo>
                  <a:lnTo>
                    <a:pt x="5722" y="5971"/>
                  </a:lnTo>
                  <a:lnTo>
                    <a:pt x="5722" y="6054"/>
                  </a:lnTo>
                  <a:lnTo>
                    <a:pt x="5722" y="6095"/>
                  </a:lnTo>
                  <a:lnTo>
                    <a:pt x="5764" y="6178"/>
                  </a:lnTo>
                  <a:lnTo>
                    <a:pt x="5764" y="6261"/>
                  </a:lnTo>
                  <a:lnTo>
                    <a:pt x="5764" y="6303"/>
                  </a:lnTo>
                  <a:lnTo>
                    <a:pt x="5764" y="6385"/>
                  </a:lnTo>
                  <a:lnTo>
                    <a:pt x="5764" y="6468"/>
                  </a:lnTo>
                  <a:lnTo>
                    <a:pt x="5764" y="6510"/>
                  </a:lnTo>
                  <a:lnTo>
                    <a:pt x="5764" y="6593"/>
                  </a:lnTo>
                  <a:lnTo>
                    <a:pt x="5764" y="6634"/>
                  </a:lnTo>
                  <a:lnTo>
                    <a:pt x="5805" y="6717"/>
                  </a:lnTo>
                  <a:lnTo>
                    <a:pt x="5805" y="6759"/>
                  </a:lnTo>
                  <a:lnTo>
                    <a:pt x="5805" y="6842"/>
                  </a:lnTo>
                  <a:lnTo>
                    <a:pt x="5805" y="6883"/>
                  </a:lnTo>
                  <a:lnTo>
                    <a:pt x="5805" y="6966"/>
                  </a:lnTo>
                  <a:lnTo>
                    <a:pt x="5805" y="7007"/>
                  </a:lnTo>
                  <a:lnTo>
                    <a:pt x="5805" y="7090"/>
                  </a:lnTo>
                  <a:lnTo>
                    <a:pt x="5805" y="7132"/>
                  </a:lnTo>
                  <a:lnTo>
                    <a:pt x="5847" y="7215"/>
                  </a:lnTo>
                  <a:lnTo>
                    <a:pt x="5847" y="7256"/>
                  </a:lnTo>
                  <a:lnTo>
                    <a:pt x="5847" y="7339"/>
                  </a:lnTo>
                  <a:lnTo>
                    <a:pt x="5847" y="7381"/>
                  </a:lnTo>
                  <a:lnTo>
                    <a:pt x="5847" y="7463"/>
                  </a:lnTo>
                  <a:lnTo>
                    <a:pt x="5847" y="7505"/>
                  </a:lnTo>
                  <a:lnTo>
                    <a:pt x="5847" y="7588"/>
                  </a:lnTo>
                  <a:lnTo>
                    <a:pt x="5847" y="7629"/>
                  </a:lnTo>
                  <a:lnTo>
                    <a:pt x="5888" y="7712"/>
                  </a:lnTo>
                  <a:lnTo>
                    <a:pt x="5888" y="7754"/>
                  </a:lnTo>
                  <a:lnTo>
                    <a:pt x="5888" y="7837"/>
                  </a:lnTo>
                  <a:lnTo>
                    <a:pt x="5888" y="7878"/>
                  </a:lnTo>
                  <a:lnTo>
                    <a:pt x="5888" y="7961"/>
                  </a:lnTo>
                  <a:lnTo>
                    <a:pt x="5930" y="8002"/>
                  </a:lnTo>
                  <a:lnTo>
                    <a:pt x="5930" y="8085"/>
                  </a:lnTo>
                  <a:lnTo>
                    <a:pt x="5930" y="8127"/>
                  </a:lnTo>
                  <a:lnTo>
                    <a:pt x="5930" y="8210"/>
                  </a:lnTo>
                  <a:lnTo>
                    <a:pt x="5971" y="8251"/>
                  </a:lnTo>
                  <a:lnTo>
                    <a:pt x="5971" y="8334"/>
                  </a:lnTo>
                  <a:lnTo>
                    <a:pt x="5971" y="8376"/>
                  </a:lnTo>
                  <a:lnTo>
                    <a:pt x="5971" y="8459"/>
                  </a:lnTo>
                  <a:lnTo>
                    <a:pt x="6013" y="8500"/>
                  </a:lnTo>
                  <a:lnTo>
                    <a:pt x="6013" y="8583"/>
                  </a:lnTo>
                  <a:lnTo>
                    <a:pt x="6013" y="8624"/>
                  </a:lnTo>
                  <a:lnTo>
                    <a:pt x="6013" y="8707"/>
                  </a:lnTo>
                  <a:lnTo>
                    <a:pt x="6054" y="8749"/>
                  </a:lnTo>
                  <a:lnTo>
                    <a:pt x="6054" y="8832"/>
                  </a:lnTo>
                  <a:lnTo>
                    <a:pt x="6054" y="8915"/>
                  </a:lnTo>
                  <a:lnTo>
                    <a:pt x="6054" y="8956"/>
                  </a:lnTo>
                  <a:lnTo>
                    <a:pt x="6095" y="9039"/>
                  </a:lnTo>
                  <a:lnTo>
                    <a:pt x="6095" y="9080"/>
                  </a:lnTo>
                  <a:lnTo>
                    <a:pt x="6095" y="9163"/>
                  </a:lnTo>
                  <a:lnTo>
                    <a:pt x="5681" y="9205"/>
                  </a:lnTo>
                  <a:lnTo>
                    <a:pt x="5681" y="9205"/>
                  </a:lnTo>
                  <a:lnTo>
                    <a:pt x="5639" y="9246"/>
                  </a:lnTo>
                  <a:lnTo>
                    <a:pt x="5556" y="9246"/>
                  </a:lnTo>
                  <a:lnTo>
                    <a:pt x="5474" y="9288"/>
                  </a:lnTo>
                  <a:lnTo>
                    <a:pt x="5349" y="9329"/>
                  </a:lnTo>
                  <a:lnTo>
                    <a:pt x="5266" y="9371"/>
                  </a:lnTo>
                  <a:lnTo>
                    <a:pt x="5142" y="9412"/>
                  </a:lnTo>
                  <a:lnTo>
                    <a:pt x="5017" y="9412"/>
                  </a:lnTo>
                  <a:lnTo>
                    <a:pt x="4893" y="9454"/>
                  </a:lnTo>
                  <a:lnTo>
                    <a:pt x="4810" y="9495"/>
                  </a:lnTo>
                  <a:lnTo>
                    <a:pt x="4686" y="9537"/>
                  </a:lnTo>
                  <a:lnTo>
                    <a:pt x="4561" y="9578"/>
                  </a:lnTo>
                  <a:lnTo>
                    <a:pt x="4478" y="9578"/>
                  </a:lnTo>
                  <a:lnTo>
                    <a:pt x="4354" y="9620"/>
                  </a:lnTo>
                  <a:lnTo>
                    <a:pt x="4271" y="9661"/>
                  </a:lnTo>
                  <a:lnTo>
                    <a:pt x="4147" y="9661"/>
                  </a:lnTo>
                  <a:lnTo>
                    <a:pt x="4022" y="9702"/>
                  </a:lnTo>
                  <a:lnTo>
                    <a:pt x="3939" y="9702"/>
                  </a:lnTo>
                  <a:lnTo>
                    <a:pt x="3815" y="9744"/>
                  </a:lnTo>
                  <a:lnTo>
                    <a:pt x="3691" y="9744"/>
                  </a:lnTo>
                  <a:lnTo>
                    <a:pt x="3608" y="9785"/>
                  </a:lnTo>
                  <a:lnTo>
                    <a:pt x="3483" y="9785"/>
                  </a:lnTo>
                  <a:lnTo>
                    <a:pt x="3400" y="9785"/>
                  </a:lnTo>
                  <a:lnTo>
                    <a:pt x="3276" y="9827"/>
                  </a:lnTo>
                  <a:lnTo>
                    <a:pt x="3152" y="9827"/>
                  </a:lnTo>
                  <a:lnTo>
                    <a:pt x="3069" y="9827"/>
                  </a:lnTo>
                  <a:lnTo>
                    <a:pt x="2944" y="9868"/>
                  </a:lnTo>
                  <a:lnTo>
                    <a:pt x="2861" y="9868"/>
                  </a:lnTo>
                  <a:lnTo>
                    <a:pt x="2737" y="9868"/>
                  </a:lnTo>
                  <a:lnTo>
                    <a:pt x="2654" y="9868"/>
                  </a:lnTo>
                  <a:lnTo>
                    <a:pt x="2530" y="9868"/>
                  </a:lnTo>
                  <a:lnTo>
                    <a:pt x="2447" y="9868"/>
                  </a:lnTo>
                  <a:lnTo>
                    <a:pt x="2322" y="9868"/>
                  </a:lnTo>
                  <a:close/>
                </a:path>
              </a:pathLst>
            </a:custGeom>
            <a:solidFill>
              <a:srgbClr val="D253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7"/>
            <p:cNvSpPr/>
            <p:nvPr/>
          </p:nvSpPr>
          <p:spPr>
            <a:xfrm rot="702773">
              <a:off x="7943633" y="653275"/>
              <a:ext cx="705553" cy="246588"/>
            </a:xfrm>
            <a:custGeom>
              <a:avLst/>
              <a:gdLst/>
              <a:ahLst/>
              <a:cxnLst/>
              <a:rect l="l" t="t" r="r" b="b"/>
              <a:pathLst>
                <a:path w="27408" h="9579" extrusionOk="0">
                  <a:moveTo>
                    <a:pt x="26619" y="1991"/>
                  </a:moveTo>
                  <a:cubicBezTo>
                    <a:pt x="27241" y="4769"/>
                    <a:pt x="27407" y="5100"/>
                    <a:pt x="24588" y="6261"/>
                  </a:cubicBezTo>
                  <a:cubicBezTo>
                    <a:pt x="21602" y="7339"/>
                    <a:pt x="18368" y="7795"/>
                    <a:pt x="15176" y="8252"/>
                  </a:cubicBezTo>
                  <a:cubicBezTo>
                    <a:pt x="11486" y="8749"/>
                    <a:pt x="7754" y="9039"/>
                    <a:pt x="4064" y="9247"/>
                  </a:cubicBezTo>
                  <a:cubicBezTo>
                    <a:pt x="3235" y="9330"/>
                    <a:pt x="2405" y="9412"/>
                    <a:pt x="1618" y="9454"/>
                  </a:cubicBezTo>
                  <a:cubicBezTo>
                    <a:pt x="1452" y="9578"/>
                    <a:pt x="1244" y="9537"/>
                    <a:pt x="1120" y="9454"/>
                  </a:cubicBezTo>
                  <a:cubicBezTo>
                    <a:pt x="996" y="9454"/>
                    <a:pt x="871" y="9412"/>
                    <a:pt x="788" y="9288"/>
                  </a:cubicBezTo>
                  <a:lnTo>
                    <a:pt x="788" y="9288"/>
                  </a:lnTo>
                  <a:cubicBezTo>
                    <a:pt x="664" y="9081"/>
                    <a:pt x="581" y="8873"/>
                    <a:pt x="581" y="8625"/>
                  </a:cubicBezTo>
                  <a:cubicBezTo>
                    <a:pt x="498" y="7795"/>
                    <a:pt x="457" y="6925"/>
                    <a:pt x="374" y="6095"/>
                  </a:cubicBezTo>
                  <a:cubicBezTo>
                    <a:pt x="415" y="5722"/>
                    <a:pt x="208" y="5142"/>
                    <a:pt x="374" y="4769"/>
                  </a:cubicBezTo>
                  <a:cubicBezTo>
                    <a:pt x="1" y="4561"/>
                    <a:pt x="83" y="3898"/>
                    <a:pt x="664" y="3898"/>
                  </a:cubicBezTo>
                  <a:cubicBezTo>
                    <a:pt x="1866" y="4105"/>
                    <a:pt x="3110" y="3649"/>
                    <a:pt x="4313" y="3525"/>
                  </a:cubicBezTo>
                  <a:cubicBezTo>
                    <a:pt x="7630" y="3027"/>
                    <a:pt x="10864" y="2364"/>
                    <a:pt x="14181" y="1949"/>
                  </a:cubicBezTo>
                  <a:cubicBezTo>
                    <a:pt x="18161" y="1493"/>
                    <a:pt x="22100" y="830"/>
                    <a:pt x="26039" y="1"/>
                  </a:cubicBezTo>
                  <a:cubicBezTo>
                    <a:pt x="26288" y="1"/>
                    <a:pt x="26495" y="249"/>
                    <a:pt x="26495" y="498"/>
                  </a:cubicBezTo>
                  <a:cubicBezTo>
                    <a:pt x="26495" y="622"/>
                    <a:pt x="26453" y="705"/>
                    <a:pt x="26412" y="788"/>
                  </a:cubicBezTo>
                  <a:cubicBezTo>
                    <a:pt x="26495" y="1203"/>
                    <a:pt x="26495" y="1742"/>
                    <a:pt x="26619" y="1991"/>
                  </a:cubicBezTo>
                  <a:close/>
                </a:path>
              </a:pathLst>
            </a:custGeom>
            <a:solidFill>
              <a:srgbClr val="FF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7"/>
            <p:cNvSpPr/>
            <p:nvPr/>
          </p:nvSpPr>
          <p:spPr>
            <a:xfrm rot="702773">
              <a:off x="7942090" y="669403"/>
              <a:ext cx="396024" cy="197471"/>
            </a:xfrm>
            <a:custGeom>
              <a:avLst/>
              <a:gdLst/>
              <a:ahLst/>
              <a:cxnLst/>
              <a:rect l="l" t="t" r="r" b="b"/>
              <a:pathLst>
                <a:path w="15384" h="7671" extrusionOk="0">
                  <a:moveTo>
                    <a:pt x="1120" y="7588"/>
                  </a:moveTo>
                  <a:cubicBezTo>
                    <a:pt x="996" y="7588"/>
                    <a:pt x="871" y="7546"/>
                    <a:pt x="788" y="7422"/>
                  </a:cubicBezTo>
                  <a:lnTo>
                    <a:pt x="788" y="7422"/>
                  </a:lnTo>
                  <a:cubicBezTo>
                    <a:pt x="664" y="7256"/>
                    <a:pt x="581" y="7007"/>
                    <a:pt x="581" y="6759"/>
                  </a:cubicBezTo>
                  <a:cubicBezTo>
                    <a:pt x="498" y="5929"/>
                    <a:pt x="457" y="5059"/>
                    <a:pt x="374" y="4229"/>
                  </a:cubicBezTo>
                  <a:cubicBezTo>
                    <a:pt x="415" y="3856"/>
                    <a:pt x="208" y="3276"/>
                    <a:pt x="374" y="2903"/>
                  </a:cubicBezTo>
                  <a:cubicBezTo>
                    <a:pt x="1" y="2695"/>
                    <a:pt x="83" y="2032"/>
                    <a:pt x="664" y="2032"/>
                  </a:cubicBezTo>
                  <a:cubicBezTo>
                    <a:pt x="1866" y="2239"/>
                    <a:pt x="3110" y="1783"/>
                    <a:pt x="4313" y="1659"/>
                  </a:cubicBezTo>
                  <a:cubicBezTo>
                    <a:pt x="7630" y="1161"/>
                    <a:pt x="10864" y="498"/>
                    <a:pt x="14181" y="83"/>
                  </a:cubicBezTo>
                  <a:cubicBezTo>
                    <a:pt x="14346" y="42"/>
                    <a:pt x="14554" y="0"/>
                    <a:pt x="14720" y="0"/>
                  </a:cubicBezTo>
                  <a:cubicBezTo>
                    <a:pt x="14761" y="125"/>
                    <a:pt x="14761" y="208"/>
                    <a:pt x="14761" y="332"/>
                  </a:cubicBezTo>
                  <a:cubicBezTo>
                    <a:pt x="14844" y="830"/>
                    <a:pt x="14885" y="1327"/>
                    <a:pt x="14927" y="1825"/>
                  </a:cubicBezTo>
                  <a:cubicBezTo>
                    <a:pt x="15051" y="2944"/>
                    <a:pt x="15176" y="4105"/>
                    <a:pt x="15300" y="5225"/>
                  </a:cubicBezTo>
                  <a:cubicBezTo>
                    <a:pt x="15300" y="5598"/>
                    <a:pt x="15342" y="5971"/>
                    <a:pt x="15383" y="6344"/>
                  </a:cubicBezTo>
                  <a:cubicBezTo>
                    <a:pt x="15300" y="6344"/>
                    <a:pt x="15259" y="6344"/>
                    <a:pt x="15176" y="6344"/>
                  </a:cubicBezTo>
                  <a:cubicBezTo>
                    <a:pt x="11486" y="6842"/>
                    <a:pt x="7754" y="7132"/>
                    <a:pt x="4022" y="7381"/>
                  </a:cubicBezTo>
                  <a:cubicBezTo>
                    <a:pt x="3235" y="7464"/>
                    <a:pt x="2405" y="7505"/>
                    <a:pt x="1618" y="7588"/>
                  </a:cubicBezTo>
                  <a:cubicBezTo>
                    <a:pt x="1535" y="7629"/>
                    <a:pt x="1452" y="7671"/>
                    <a:pt x="1369" y="7671"/>
                  </a:cubicBezTo>
                  <a:cubicBezTo>
                    <a:pt x="1244" y="7671"/>
                    <a:pt x="1162" y="7629"/>
                    <a:pt x="1120" y="7588"/>
                  </a:cubicBezTo>
                  <a:close/>
                </a:path>
              </a:pathLst>
            </a:custGeom>
            <a:solidFill>
              <a:srgbClr val="EC81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7"/>
            <p:cNvSpPr/>
            <p:nvPr/>
          </p:nvSpPr>
          <p:spPr>
            <a:xfrm rot="702773">
              <a:off x="7953232" y="781219"/>
              <a:ext cx="647890" cy="249780"/>
            </a:xfrm>
            <a:custGeom>
              <a:avLst/>
              <a:gdLst/>
              <a:ahLst/>
              <a:cxnLst/>
              <a:rect l="l" t="t" r="r" b="b"/>
              <a:pathLst>
                <a:path w="25168" h="9703" extrusionOk="0">
                  <a:moveTo>
                    <a:pt x="24090" y="1037"/>
                  </a:moveTo>
                  <a:cubicBezTo>
                    <a:pt x="24090" y="1037"/>
                    <a:pt x="24007" y="1078"/>
                    <a:pt x="24007" y="1078"/>
                  </a:cubicBezTo>
                  <a:cubicBezTo>
                    <a:pt x="23883" y="1120"/>
                    <a:pt x="23800" y="1161"/>
                    <a:pt x="23675" y="1161"/>
                  </a:cubicBezTo>
                  <a:cubicBezTo>
                    <a:pt x="23717" y="1369"/>
                    <a:pt x="23509" y="1493"/>
                    <a:pt x="23178" y="1659"/>
                  </a:cubicBezTo>
                  <a:cubicBezTo>
                    <a:pt x="23178" y="1659"/>
                    <a:pt x="23136" y="1700"/>
                    <a:pt x="23136" y="1700"/>
                  </a:cubicBezTo>
                  <a:cubicBezTo>
                    <a:pt x="22970" y="1866"/>
                    <a:pt x="22804" y="1991"/>
                    <a:pt x="22639" y="2156"/>
                  </a:cubicBezTo>
                  <a:cubicBezTo>
                    <a:pt x="21934" y="2820"/>
                    <a:pt x="21063" y="3193"/>
                    <a:pt x="20358" y="3815"/>
                  </a:cubicBezTo>
                  <a:cubicBezTo>
                    <a:pt x="20483" y="4437"/>
                    <a:pt x="20690" y="5059"/>
                    <a:pt x="20980" y="5639"/>
                  </a:cubicBezTo>
                  <a:cubicBezTo>
                    <a:pt x="21312" y="6427"/>
                    <a:pt x="22514" y="7588"/>
                    <a:pt x="20856" y="7547"/>
                  </a:cubicBezTo>
                  <a:cubicBezTo>
                    <a:pt x="17870" y="8086"/>
                    <a:pt x="14885" y="8542"/>
                    <a:pt x="11858" y="8956"/>
                  </a:cubicBezTo>
                  <a:cubicBezTo>
                    <a:pt x="10988" y="9122"/>
                    <a:pt x="10076" y="9247"/>
                    <a:pt x="9246" y="9412"/>
                  </a:cubicBezTo>
                  <a:cubicBezTo>
                    <a:pt x="8790" y="9454"/>
                    <a:pt x="8293" y="9703"/>
                    <a:pt x="7837" y="9537"/>
                  </a:cubicBezTo>
                  <a:cubicBezTo>
                    <a:pt x="7588" y="9412"/>
                    <a:pt x="7629" y="9122"/>
                    <a:pt x="7754" y="8915"/>
                  </a:cubicBezTo>
                  <a:cubicBezTo>
                    <a:pt x="7878" y="8500"/>
                    <a:pt x="8002" y="8044"/>
                    <a:pt x="8085" y="7630"/>
                  </a:cubicBezTo>
                  <a:cubicBezTo>
                    <a:pt x="8251" y="6883"/>
                    <a:pt x="8376" y="6054"/>
                    <a:pt x="8417" y="5266"/>
                  </a:cubicBezTo>
                  <a:cubicBezTo>
                    <a:pt x="6842" y="5100"/>
                    <a:pt x="5266" y="5266"/>
                    <a:pt x="3732" y="4934"/>
                  </a:cubicBezTo>
                  <a:cubicBezTo>
                    <a:pt x="3525" y="4934"/>
                    <a:pt x="3400" y="4810"/>
                    <a:pt x="3400" y="4686"/>
                  </a:cubicBezTo>
                  <a:cubicBezTo>
                    <a:pt x="3234" y="4686"/>
                    <a:pt x="3027" y="4686"/>
                    <a:pt x="2861" y="4686"/>
                  </a:cubicBezTo>
                  <a:cubicBezTo>
                    <a:pt x="2488" y="4603"/>
                    <a:pt x="1410" y="4934"/>
                    <a:pt x="1037" y="4644"/>
                  </a:cubicBezTo>
                  <a:cubicBezTo>
                    <a:pt x="830" y="4686"/>
                    <a:pt x="622" y="4686"/>
                    <a:pt x="415" y="4727"/>
                  </a:cubicBezTo>
                  <a:cubicBezTo>
                    <a:pt x="0" y="4686"/>
                    <a:pt x="42" y="4064"/>
                    <a:pt x="415" y="4022"/>
                  </a:cubicBezTo>
                  <a:cubicBezTo>
                    <a:pt x="1203" y="4022"/>
                    <a:pt x="1949" y="3898"/>
                    <a:pt x="2695" y="3815"/>
                  </a:cubicBezTo>
                  <a:cubicBezTo>
                    <a:pt x="4644" y="3691"/>
                    <a:pt x="6551" y="3525"/>
                    <a:pt x="8459" y="3276"/>
                  </a:cubicBezTo>
                  <a:cubicBezTo>
                    <a:pt x="11568" y="2944"/>
                    <a:pt x="14678" y="2405"/>
                    <a:pt x="17746" y="1742"/>
                  </a:cubicBezTo>
                  <a:cubicBezTo>
                    <a:pt x="19570" y="1369"/>
                    <a:pt x="21436" y="1078"/>
                    <a:pt x="23219" y="581"/>
                  </a:cubicBezTo>
                  <a:cubicBezTo>
                    <a:pt x="23634" y="415"/>
                    <a:pt x="24256" y="332"/>
                    <a:pt x="24504" y="208"/>
                  </a:cubicBezTo>
                  <a:cubicBezTo>
                    <a:pt x="24919" y="0"/>
                    <a:pt x="25168" y="664"/>
                    <a:pt x="24753" y="830"/>
                  </a:cubicBezTo>
                  <a:cubicBezTo>
                    <a:pt x="24546" y="913"/>
                    <a:pt x="24297" y="996"/>
                    <a:pt x="24090" y="1037"/>
                  </a:cubicBezTo>
                  <a:close/>
                </a:path>
              </a:pathLst>
            </a:custGeom>
            <a:solidFill>
              <a:srgbClr val="FFC3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7"/>
            <p:cNvSpPr/>
            <p:nvPr/>
          </p:nvSpPr>
          <p:spPr>
            <a:xfrm rot="702773">
              <a:off x="7949682" y="817972"/>
              <a:ext cx="385341" cy="183596"/>
            </a:xfrm>
            <a:custGeom>
              <a:avLst/>
              <a:gdLst/>
              <a:ahLst/>
              <a:cxnLst/>
              <a:rect l="l" t="t" r="r" b="b"/>
              <a:pathLst>
                <a:path w="14969" h="7132" extrusionOk="0">
                  <a:moveTo>
                    <a:pt x="7837" y="7049"/>
                  </a:moveTo>
                  <a:cubicBezTo>
                    <a:pt x="7588" y="6924"/>
                    <a:pt x="7629" y="6634"/>
                    <a:pt x="7754" y="6427"/>
                  </a:cubicBezTo>
                  <a:cubicBezTo>
                    <a:pt x="7878" y="6012"/>
                    <a:pt x="8002" y="5556"/>
                    <a:pt x="8085" y="5142"/>
                  </a:cubicBezTo>
                  <a:cubicBezTo>
                    <a:pt x="8251" y="4395"/>
                    <a:pt x="8376" y="3566"/>
                    <a:pt x="8417" y="2778"/>
                  </a:cubicBezTo>
                  <a:cubicBezTo>
                    <a:pt x="6842" y="2612"/>
                    <a:pt x="5266" y="2778"/>
                    <a:pt x="3732" y="2446"/>
                  </a:cubicBezTo>
                  <a:cubicBezTo>
                    <a:pt x="3525" y="2446"/>
                    <a:pt x="3400" y="2322"/>
                    <a:pt x="3400" y="2198"/>
                  </a:cubicBezTo>
                  <a:cubicBezTo>
                    <a:pt x="3234" y="2198"/>
                    <a:pt x="3027" y="2198"/>
                    <a:pt x="2861" y="2198"/>
                  </a:cubicBezTo>
                  <a:cubicBezTo>
                    <a:pt x="2695" y="2156"/>
                    <a:pt x="2447" y="2198"/>
                    <a:pt x="2156" y="2239"/>
                  </a:cubicBezTo>
                  <a:cubicBezTo>
                    <a:pt x="1700" y="2281"/>
                    <a:pt x="1244" y="2322"/>
                    <a:pt x="1037" y="2198"/>
                  </a:cubicBezTo>
                  <a:cubicBezTo>
                    <a:pt x="830" y="2198"/>
                    <a:pt x="622" y="2239"/>
                    <a:pt x="415" y="2239"/>
                  </a:cubicBezTo>
                  <a:cubicBezTo>
                    <a:pt x="0" y="2198"/>
                    <a:pt x="42" y="1617"/>
                    <a:pt x="415" y="1576"/>
                  </a:cubicBezTo>
                  <a:cubicBezTo>
                    <a:pt x="1203" y="1534"/>
                    <a:pt x="1949" y="1410"/>
                    <a:pt x="2695" y="1327"/>
                  </a:cubicBezTo>
                  <a:cubicBezTo>
                    <a:pt x="4644" y="1244"/>
                    <a:pt x="6551" y="1037"/>
                    <a:pt x="8459" y="788"/>
                  </a:cubicBezTo>
                  <a:cubicBezTo>
                    <a:pt x="10366" y="622"/>
                    <a:pt x="12315" y="332"/>
                    <a:pt x="14180" y="0"/>
                  </a:cubicBezTo>
                  <a:cubicBezTo>
                    <a:pt x="14222" y="83"/>
                    <a:pt x="14222" y="166"/>
                    <a:pt x="14222" y="249"/>
                  </a:cubicBezTo>
                  <a:cubicBezTo>
                    <a:pt x="14388" y="1576"/>
                    <a:pt x="14554" y="2903"/>
                    <a:pt x="14719" y="4229"/>
                  </a:cubicBezTo>
                  <a:cubicBezTo>
                    <a:pt x="14802" y="4851"/>
                    <a:pt x="14885" y="5432"/>
                    <a:pt x="14968" y="6054"/>
                  </a:cubicBezTo>
                  <a:cubicBezTo>
                    <a:pt x="13932" y="6220"/>
                    <a:pt x="12895" y="6344"/>
                    <a:pt x="11858" y="6510"/>
                  </a:cubicBezTo>
                  <a:cubicBezTo>
                    <a:pt x="10988" y="6634"/>
                    <a:pt x="10117" y="6759"/>
                    <a:pt x="9246" y="6924"/>
                  </a:cubicBezTo>
                  <a:cubicBezTo>
                    <a:pt x="8915" y="6966"/>
                    <a:pt x="8541" y="7132"/>
                    <a:pt x="8210" y="7132"/>
                  </a:cubicBezTo>
                  <a:cubicBezTo>
                    <a:pt x="8085" y="7132"/>
                    <a:pt x="7961" y="7132"/>
                    <a:pt x="7878" y="7090"/>
                  </a:cubicBezTo>
                  <a:close/>
                </a:path>
              </a:pathLst>
            </a:custGeom>
            <a:solidFill>
              <a:srgbClr val="EC9E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7"/>
            <p:cNvSpPr/>
            <p:nvPr/>
          </p:nvSpPr>
          <p:spPr>
            <a:xfrm rot="702773">
              <a:off x="8092841" y="978510"/>
              <a:ext cx="447252" cy="201770"/>
            </a:xfrm>
            <a:custGeom>
              <a:avLst/>
              <a:gdLst/>
              <a:ahLst/>
              <a:cxnLst/>
              <a:rect l="l" t="t" r="r" b="b"/>
              <a:pathLst>
                <a:path w="17374" h="7838" extrusionOk="0">
                  <a:moveTo>
                    <a:pt x="1" y="7506"/>
                  </a:moveTo>
                  <a:cubicBezTo>
                    <a:pt x="1" y="7381"/>
                    <a:pt x="84" y="7298"/>
                    <a:pt x="166" y="7257"/>
                  </a:cubicBezTo>
                  <a:cubicBezTo>
                    <a:pt x="125" y="7049"/>
                    <a:pt x="208" y="6801"/>
                    <a:pt x="249" y="6635"/>
                  </a:cubicBezTo>
                  <a:cubicBezTo>
                    <a:pt x="415" y="6013"/>
                    <a:pt x="498" y="5432"/>
                    <a:pt x="581" y="4811"/>
                  </a:cubicBezTo>
                  <a:cubicBezTo>
                    <a:pt x="623" y="4354"/>
                    <a:pt x="664" y="3940"/>
                    <a:pt x="705" y="3525"/>
                  </a:cubicBezTo>
                  <a:cubicBezTo>
                    <a:pt x="747" y="3359"/>
                    <a:pt x="705" y="3152"/>
                    <a:pt x="747" y="2986"/>
                  </a:cubicBezTo>
                  <a:cubicBezTo>
                    <a:pt x="705" y="2986"/>
                    <a:pt x="664" y="2945"/>
                    <a:pt x="623" y="2945"/>
                  </a:cubicBezTo>
                  <a:cubicBezTo>
                    <a:pt x="623" y="2903"/>
                    <a:pt x="623" y="2820"/>
                    <a:pt x="623" y="2779"/>
                  </a:cubicBezTo>
                  <a:cubicBezTo>
                    <a:pt x="664" y="2613"/>
                    <a:pt x="664" y="2447"/>
                    <a:pt x="705" y="2323"/>
                  </a:cubicBezTo>
                  <a:cubicBezTo>
                    <a:pt x="954" y="2240"/>
                    <a:pt x="1286" y="2240"/>
                    <a:pt x="1493" y="2157"/>
                  </a:cubicBezTo>
                  <a:cubicBezTo>
                    <a:pt x="2530" y="1991"/>
                    <a:pt x="3608" y="1867"/>
                    <a:pt x="4644" y="1701"/>
                  </a:cubicBezTo>
                  <a:cubicBezTo>
                    <a:pt x="8003" y="1162"/>
                    <a:pt x="11361" y="540"/>
                    <a:pt x="14761" y="42"/>
                  </a:cubicBezTo>
                  <a:cubicBezTo>
                    <a:pt x="15134" y="1"/>
                    <a:pt x="15259" y="540"/>
                    <a:pt x="14927" y="664"/>
                  </a:cubicBezTo>
                  <a:cubicBezTo>
                    <a:pt x="15010" y="830"/>
                    <a:pt x="15093" y="996"/>
                    <a:pt x="15134" y="1079"/>
                  </a:cubicBezTo>
                  <a:cubicBezTo>
                    <a:pt x="15466" y="1784"/>
                    <a:pt x="15715" y="2530"/>
                    <a:pt x="16046" y="3235"/>
                  </a:cubicBezTo>
                  <a:cubicBezTo>
                    <a:pt x="16212" y="3774"/>
                    <a:pt x="17373" y="4811"/>
                    <a:pt x="16337" y="5018"/>
                  </a:cubicBezTo>
                  <a:cubicBezTo>
                    <a:pt x="14595" y="5308"/>
                    <a:pt x="12895" y="5598"/>
                    <a:pt x="11154" y="5889"/>
                  </a:cubicBezTo>
                  <a:cubicBezTo>
                    <a:pt x="8252" y="6345"/>
                    <a:pt x="5432" y="6967"/>
                    <a:pt x="2488" y="7423"/>
                  </a:cubicBezTo>
                  <a:cubicBezTo>
                    <a:pt x="1825" y="7547"/>
                    <a:pt x="1120" y="7713"/>
                    <a:pt x="415" y="7796"/>
                  </a:cubicBezTo>
                  <a:cubicBezTo>
                    <a:pt x="415" y="7837"/>
                    <a:pt x="374" y="7837"/>
                    <a:pt x="332" y="7837"/>
                  </a:cubicBezTo>
                  <a:cubicBezTo>
                    <a:pt x="166" y="7837"/>
                    <a:pt x="1" y="7671"/>
                    <a:pt x="1" y="7464"/>
                  </a:cubicBezTo>
                  <a:close/>
                </a:path>
              </a:pathLst>
            </a:custGeom>
            <a:solidFill>
              <a:srgbClr val="A6B9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7"/>
            <p:cNvSpPr/>
            <p:nvPr/>
          </p:nvSpPr>
          <p:spPr>
            <a:xfrm rot="702773">
              <a:off x="8092148" y="985265"/>
              <a:ext cx="232713" cy="172939"/>
            </a:xfrm>
            <a:custGeom>
              <a:avLst/>
              <a:gdLst/>
              <a:ahLst/>
              <a:cxnLst/>
              <a:rect l="l" t="t" r="r" b="b"/>
              <a:pathLst>
                <a:path w="9040" h="6718" extrusionOk="0">
                  <a:moveTo>
                    <a:pt x="1" y="6386"/>
                  </a:moveTo>
                  <a:cubicBezTo>
                    <a:pt x="1" y="6261"/>
                    <a:pt x="84" y="6178"/>
                    <a:pt x="166" y="6137"/>
                  </a:cubicBezTo>
                  <a:cubicBezTo>
                    <a:pt x="125" y="5929"/>
                    <a:pt x="208" y="5681"/>
                    <a:pt x="249" y="5515"/>
                  </a:cubicBezTo>
                  <a:cubicBezTo>
                    <a:pt x="415" y="4893"/>
                    <a:pt x="498" y="4312"/>
                    <a:pt x="581" y="3691"/>
                  </a:cubicBezTo>
                  <a:cubicBezTo>
                    <a:pt x="623" y="3234"/>
                    <a:pt x="664" y="2820"/>
                    <a:pt x="705" y="2405"/>
                  </a:cubicBezTo>
                  <a:cubicBezTo>
                    <a:pt x="747" y="2239"/>
                    <a:pt x="705" y="2032"/>
                    <a:pt x="747" y="1866"/>
                  </a:cubicBezTo>
                  <a:cubicBezTo>
                    <a:pt x="705" y="1866"/>
                    <a:pt x="664" y="1825"/>
                    <a:pt x="623" y="1825"/>
                  </a:cubicBezTo>
                  <a:cubicBezTo>
                    <a:pt x="623" y="1783"/>
                    <a:pt x="623" y="1700"/>
                    <a:pt x="623" y="1659"/>
                  </a:cubicBezTo>
                  <a:cubicBezTo>
                    <a:pt x="664" y="1493"/>
                    <a:pt x="705" y="1327"/>
                    <a:pt x="705" y="1203"/>
                  </a:cubicBezTo>
                  <a:cubicBezTo>
                    <a:pt x="954" y="1120"/>
                    <a:pt x="1286" y="1120"/>
                    <a:pt x="1493" y="1037"/>
                  </a:cubicBezTo>
                  <a:cubicBezTo>
                    <a:pt x="2530" y="871"/>
                    <a:pt x="3608" y="747"/>
                    <a:pt x="4644" y="581"/>
                  </a:cubicBezTo>
                  <a:cubicBezTo>
                    <a:pt x="5847" y="374"/>
                    <a:pt x="7049" y="208"/>
                    <a:pt x="8252" y="0"/>
                  </a:cubicBezTo>
                  <a:lnTo>
                    <a:pt x="8252" y="0"/>
                  </a:lnTo>
                  <a:cubicBezTo>
                    <a:pt x="8335" y="581"/>
                    <a:pt x="8417" y="1203"/>
                    <a:pt x="8500" y="1783"/>
                  </a:cubicBezTo>
                  <a:cubicBezTo>
                    <a:pt x="8666" y="2903"/>
                    <a:pt x="8832" y="4022"/>
                    <a:pt x="9039" y="5142"/>
                  </a:cubicBezTo>
                  <a:lnTo>
                    <a:pt x="9039" y="5142"/>
                  </a:lnTo>
                  <a:cubicBezTo>
                    <a:pt x="9039" y="5100"/>
                    <a:pt x="8998" y="5100"/>
                    <a:pt x="8998" y="5059"/>
                  </a:cubicBezTo>
                  <a:cubicBezTo>
                    <a:pt x="8998" y="5100"/>
                    <a:pt x="9039" y="5100"/>
                    <a:pt x="9039" y="5142"/>
                  </a:cubicBezTo>
                  <a:cubicBezTo>
                    <a:pt x="6842" y="5515"/>
                    <a:pt x="4686" y="5971"/>
                    <a:pt x="2530" y="6303"/>
                  </a:cubicBezTo>
                  <a:cubicBezTo>
                    <a:pt x="1825" y="6427"/>
                    <a:pt x="1120" y="6593"/>
                    <a:pt x="415" y="6717"/>
                  </a:cubicBezTo>
                  <a:cubicBezTo>
                    <a:pt x="415" y="6717"/>
                    <a:pt x="374" y="6717"/>
                    <a:pt x="332" y="6717"/>
                  </a:cubicBezTo>
                  <a:cubicBezTo>
                    <a:pt x="166" y="6717"/>
                    <a:pt x="1" y="6551"/>
                    <a:pt x="1" y="6386"/>
                  </a:cubicBezTo>
                  <a:close/>
                </a:path>
              </a:pathLst>
            </a:custGeom>
            <a:solidFill>
              <a:srgbClr val="90A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7"/>
            <p:cNvSpPr/>
            <p:nvPr/>
          </p:nvSpPr>
          <p:spPr>
            <a:xfrm rot="702773">
              <a:off x="8047896" y="1100457"/>
              <a:ext cx="494206" cy="196416"/>
            </a:xfrm>
            <a:custGeom>
              <a:avLst/>
              <a:gdLst/>
              <a:ahLst/>
              <a:cxnLst/>
              <a:rect l="l" t="t" r="r" b="b"/>
              <a:pathLst>
                <a:path w="19198" h="7630" extrusionOk="0">
                  <a:moveTo>
                    <a:pt x="19032" y="4561"/>
                  </a:moveTo>
                  <a:cubicBezTo>
                    <a:pt x="19115" y="4686"/>
                    <a:pt x="19073" y="4810"/>
                    <a:pt x="19032" y="4935"/>
                  </a:cubicBezTo>
                  <a:cubicBezTo>
                    <a:pt x="19115" y="5017"/>
                    <a:pt x="19198" y="5142"/>
                    <a:pt x="19156" y="5266"/>
                  </a:cubicBezTo>
                  <a:cubicBezTo>
                    <a:pt x="19156" y="5308"/>
                    <a:pt x="19156" y="5391"/>
                    <a:pt x="19073" y="5432"/>
                  </a:cubicBezTo>
                  <a:cubicBezTo>
                    <a:pt x="19073" y="5474"/>
                    <a:pt x="19032" y="5515"/>
                    <a:pt x="18991" y="5515"/>
                  </a:cubicBezTo>
                  <a:cubicBezTo>
                    <a:pt x="18866" y="5639"/>
                    <a:pt x="18742" y="5639"/>
                    <a:pt x="18576" y="5681"/>
                  </a:cubicBezTo>
                  <a:cubicBezTo>
                    <a:pt x="18452" y="5722"/>
                    <a:pt x="18286" y="5764"/>
                    <a:pt x="18120" y="5805"/>
                  </a:cubicBezTo>
                  <a:cubicBezTo>
                    <a:pt x="17995" y="5847"/>
                    <a:pt x="17871" y="5888"/>
                    <a:pt x="17747" y="5888"/>
                  </a:cubicBezTo>
                  <a:cubicBezTo>
                    <a:pt x="17456" y="5930"/>
                    <a:pt x="17249" y="5971"/>
                    <a:pt x="17125" y="6013"/>
                  </a:cubicBezTo>
                  <a:cubicBezTo>
                    <a:pt x="16669" y="6054"/>
                    <a:pt x="15342" y="6552"/>
                    <a:pt x="15052" y="6344"/>
                  </a:cubicBezTo>
                  <a:lnTo>
                    <a:pt x="15010" y="6344"/>
                  </a:lnTo>
                  <a:cubicBezTo>
                    <a:pt x="14554" y="6469"/>
                    <a:pt x="14139" y="6593"/>
                    <a:pt x="13725" y="6717"/>
                  </a:cubicBezTo>
                  <a:cubicBezTo>
                    <a:pt x="13435" y="6800"/>
                    <a:pt x="13144" y="6842"/>
                    <a:pt x="12896" y="6925"/>
                  </a:cubicBezTo>
                  <a:cubicBezTo>
                    <a:pt x="12730" y="7008"/>
                    <a:pt x="12522" y="7091"/>
                    <a:pt x="12357" y="6966"/>
                  </a:cubicBezTo>
                  <a:cubicBezTo>
                    <a:pt x="12315" y="6966"/>
                    <a:pt x="12315" y="6925"/>
                    <a:pt x="12274" y="6925"/>
                  </a:cubicBezTo>
                  <a:cubicBezTo>
                    <a:pt x="12232" y="6883"/>
                    <a:pt x="12191" y="6800"/>
                    <a:pt x="12149" y="6759"/>
                  </a:cubicBezTo>
                  <a:cubicBezTo>
                    <a:pt x="12025" y="6427"/>
                    <a:pt x="11859" y="6137"/>
                    <a:pt x="11693" y="5847"/>
                  </a:cubicBezTo>
                  <a:cubicBezTo>
                    <a:pt x="11113" y="4769"/>
                    <a:pt x="10325" y="3856"/>
                    <a:pt x="9827" y="2737"/>
                  </a:cubicBezTo>
                  <a:cubicBezTo>
                    <a:pt x="9205" y="4022"/>
                    <a:pt x="8584" y="5349"/>
                    <a:pt x="8086" y="6676"/>
                  </a:cubicBezTo>
                  <a:cubicBezTo>
                    <a:pt x="7920" y="7464"/>
                    <a:pt x="7671" y="7381"/>
                    <a:pt x="7008" y="7464"/>
                  </a:cubicBezTo>
                  <a:cubicBezTo>
                    <a:pt x="5018" y="7505"/>
                    <a:pt x="3069" y="7630"/>
                    <a:pt x="1079" y="7588"/>
                  </a:cubicBezTo>
                  <a:cubicBezTo>
                    <a:pt x="1" y="7630"/>
                    <a:pt x="333" y="7008"/>
                    <a:pt x="415" y="6261"/>
                  </a:cubicBezTo>
                  <a:cubicBezTo>
                    <a:pt x="498" y="5349"/>
                    <a:pt x="706" y="4478"/>
                    <a:pt x="747" y="3608"/>
                  </a:cubicBezTo>
                  <a:cubicBezTo>
                    <a:pt x="415" y="3525"/>
                    <a:pt x="374" y="3069"/>
                    <a:pt x="664" y="2944"/>
                  </a:cubicBezTo>
                  <a:cubicBezTo>
                    <a:pt x="913" y="2861"/>
                    <a:pt x="1203" y="2861"/>
                    <a:pt x="1493" y="2778"/>
                  </a:cubicBezTo>
                  <a:cubicBezTo>
                    <a:pt x="2489" y="2654"/>
                    <a:pt x="3401" y="2364"/>
                    <a:pt x="4396" y="2239"/>
                  </a:cubicBezTo>
                  <a:cubicBezTo>
                    <a:pt x="8749" y="1618"/>
                    <a:pt x="13061" y="830"/>
                    <a:pt x="17373" y="42"/>
                  </a:cubicBezTo>
                  <a:cubicBezTo>
                    <a:pt x="17539" y="1"/>
                    <a:pt x="17705" y="166"/>
                    <a:pt x="17747" y="332"/>
                  </a:cubicBezTo>
                  <a:cubicBezTo>
                    <a:pt x="17747" y="498"/>
                    <a:pt x="17705" y="581"/>
                    <a:pt x="17581" y="664"/>
                  </a:cubicBezTo>
                  <a:cubicBezTo>
                    <a:pt x="17954" y="1991"/>
                    <a:pt x="18493" y="3276"/>
                    <a:pt x="19032" y="4561"/>
                  </a:cubicBezTo>
                  <a:close/>
                </a:path>
              </a:pathLst>
            </a:custGeom>
            <a:solidFill>
              <a:srgbClr val="7AAD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7"/>
            <p:cNvSpPr/>
            <p:nvPr/>
          </p:nvSpPr>
          <p:spPr>
            <a:xfrm rot="702773">
              <a:off x="8046465" y="1112811"/>
              <a:ext cx="249780" cy="181485"/>
            </a:xfrm>
            <a:custGeom>
              <a:avLst/>
              <a:gdLst/>
              <a:ahLst/>
              <a:cxnLst/>
              <a:rect l="l" t="t" r="r" b="b"/>
              <a:pathLst>
                <a:path w="9703" h="7050" extrusionOk="0">
                  <a:moveTo>
                    <a:pt x="250" y="5805"/>
                  </a:moveTo>
                  <a:cubicBezTo>
                    <a:pt x="167" y="5557"/>
                    <a:pt x="291" y="5183"/>
                    <a:pt x="332" y="4810"/>
                  </a:cubicBezTo>
                  <a:cubicBezTo>
                    <a:pt x="415" y="3898"/>
                    <a:pt x="623" y="3027"/>
                    <a:pt x="664" y="2157"/>
                  </a:cubicBezTo>
                  <a:cubicBezTo>
                    <a:pt x="332" y="2074"/>
                    <a:pt x="250" y="1618"/>
                    <a:pt x="581" y="1493"/>
                  </a:cubicBezTo>
                  <a:cubicBezTo>
                    <a:pt x="830" y="1410"/>
                    <a:pt x="1120" y="1410"/>
                    <a:pt x="1410" y="1327"/>
                  </a:cubicBezTo>
                  <a:cubicBezTo>
                    <a:pt x="2406" y="1162"/>
                    <a:pt x="3318" y="913"/>
                    <a:pt x="4313" y="788"/>
                  </a:cubicBezTo>
                  <a:cubicBezTo>
                    <a:pt x="6013" y="540"/>
                    <a:pt x="7671" y="291"/>
                    <a:pt x="9330" y="1"/>
                  </a:cubicBezTo>
                  <a:cubicBezTo>
                    <a:pt x="9371" y="125"/>
                    <a:pt x="9413" y="208"/>
                    <a:pt x="9413" y="332"/>
                  </a:cubicBezTo>
                  <a:lnTo>
                    <a:pt x="9537" y="830"/>
                  </a:lnTo>
                  <a:cubicBezTo>
                    <a:pt x="9620" y="996"/>
                    <a:pt x="9661" y="1203"/>
                    <a:pt x="9703" y="1369"/>
                  </a:cubicBezTo>
                  <a:cubicBezTo>
                    <a:pt x="9081" y="2654"/>
                    <a:pt x="8501" y="3940"/>
                    <a:pt x="7962" y="5225"/>
                  </a:cubicBezTo>
                  <a:cubicBezTo>
                    <a:pt x="7837" y="6054"/>
                    <a:pt x="7588" y="5930"/>
                    <a:pt x="6883" y="6013"/>
                  </a:cubicBezTo>
                  <a:lnTo>
                    <a:pt x="6801" y="6013"/>
                  </a:lnTo>
                  <a:cubicBezTo>
                    <a:pt x="6635" y="6179"/>
                    <a:pt x="6262" y="6137"/>
                    <a:pt x="6013" y="6179"/>
                  </a:cubicBezTo>
                  <a:cubicBezTo>
                    <a:pt x="5805" y="6427"/>
                    <a:pt x="5474" y="6303"/>
                    <a:pt x="5225" y="6344"/>
                  </a:cubicBezTo>
                  <a:cubicBezTo>
                    <a:pt x="4064" y="6427"/>
                    <a:pt x="2945" y="6676"/>
                    <a:pt x="1784" y="6800"/>
                  </a:cubicBezTo>
                  <a:cubicBezTo>
                    <a:pt x="1701" y="7008"/>
                    <a:pt x="1410" y="7049"/>
                    <a:pt x="1245" y="6883"/>
                  </a:cubicBezTo>
                  <a:cubicBezTo>
                    <a:pt x="1037" y="6925"/>
                    <a:pt x="830" y="7008"/>
                    <a:pt x="623" y="6925"/>
                  </a:cubicBezTo>
                  <a:cubicBezTo>
                    <a:pt x="1" y="7049"/>
                    <a:pt x="167" y="6179"/>
                    <a:pt x="250" y="5847"/>
                  </a:cubicBezTo>
                  <a:cubicBezTo>
                    <a:pt x="250" y="5847"/>
                    <a:pt x="250" y="5805"/>
                    <a:pt x="250" y="5805"/>
                  </a:cubicBezTo>
                  <a:close/>
                </a:path>
              </a:pathLst>
            </a:custGeom>
            <a:solidFill>
              <a:srgbClr val="5C91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7"/>
            <p:cNvSpPr/>
            <p:nvPr/>
          </p:nvSpPr>
          <p:spPr>
            <a:xfrm rot="702773">
              <a:off x="8335788" y="1267532"/>
              <a:ext cx="209210" cy="158008"/>
            </a:xfrm>
            <a:custGeom>
              <a:avLst/>
              <a:gdLst/>
              <a:ahLst/>
              <a:cxnLst/>
              <a:rect l="l" t="t" r="r" b="b"/>
              <a:pathLst>
                <a:path w="8127" h="6138" extrusionOk="0">
                  <a:moveTo>
                    <a:pt x="2820" y="6137"/>
                  </a:moveTo>
                  <a:cubicBezTo>
                    <a:pt x="2654" y="6137"/>
                    <a:pt x="2488" y="6096"/>
                    <a:pt x="2405" y="5930"/>
                  </a:cubicBezTo>
                  <a:cubicBezTo>
                    <a:pt x="2281" y="5598"/>
                    <a:pt x="2032" y="5266"/>
                    <a:pt x="2032" y="4893"/>
                  </a:cubicBezTo>
                  <a:cubicBezTo>
                    <a:pt x="1534" y="4188"/>
                    <a:pt x="1120" y="3442"/>
                    <a:pt x="705" y="2654"/>
                  </a:cubicBezTo>
                  <a:cubicBezTo>
                    <a:pt x="622" y="2447"/>
                    <a:pt x="415" y="2240"/>
                    <a:pt x="332" y="2032"/>
                  </a:cubicBezTo>
                  <a:cubicBezTo>
                    <a:pt x="166" y="1991"/>
                    <a:pt x="0" y="1908"/>
                    <a:pt x="0" y="1701"/>
                  </a:cubicBezTo>
                  <a:cubicBezTo>
                    <a:pt x="0" y="1618"/>
                    <a:pt x="0" y="1576"/>
                    <a:pt x="42" y="1535"/>
                  </a:cubicBezTo>
                  <a:cubicBezTo>
                    <a:pt x="747" y="1328"/>
                    <a:pt x="1493" y="1162"/>
                    <a:pt x="2198" y="954"/>
                  </a:cubicBezTo>
                  <a:cubicBezTo>
                    <a:pt x="3151" y="747"/>
                    <a:pt x="4105" y="498"/>
                    <a:pt x="5059" y="291"/>
                  </a:cubicBezTo>
                  <a:cubicBezTo>
                    <a:pt x="5763" y="208"/>
                    <a:pt x="6427" y="84"/>
                    <a:pt x="7132" y="1"/>
                  </a:cubicBezTo>
                  <a:cubicBezTo>
                    <a:pt x="7132" y="42"/>
                    <a:pt x="7173" y="84"/>
                    <a:pt x="7173" y="125"/>
                  </a:cubicBezTo>
                  <a:cubicBezTo>
                    <a:pt x="7256" y="374"/>
                    <a:pt x="7173" y="498"/>
                    <a:pt x="7049" y="623"/>
                  </a:cubicBezTo>
                  <a:cubicBezTo>
                    <a:pt x="7090" y="789"/>
                    <a:pt x="7132" y="954"/>
                    <a:pt x="7215" y="1079"/>
                  </a:cubicBezTo>
                  <a:cubicBezTo>
                    <a:pt x="7588" y="1949"/>
                    <a:pt x="8002" y="2903"/>
                    <a:pt x="8044" y="3857"/>
                  </a:cubicBezTo>
                  <a:cubicBezTo>
                    <a:pt x="8127" y="4271"/>
                    <a:pt x="7754" y="4479"/>
                    <a:pt x="7422" y="4520"/>
                  </a:cubicBezTo>
                  <a:cubicBezTo>
                    <a:pt x="6841" y="4686"/>
                    <a:pt x="6261" y="4893"/>
                    <a:pt x="5681" y="5142"/>
                  </a:cubicBezTo>
                  <a:cubicBezTo>
                    <a:pt x="5059" y="5391"/>
                    <a:pt x="4395" y="5640"/>
                    <a:pt x="3773" y="5888"/>
                  </a:cubicBezTo>
                  <a:cubicBezTo>
                    <a:pt x="3524" y="5971"/>
                    <a:pt x="3234" y="6137"/>
                    <a:pt x="2985" y="6137"/>
                  </a:cubicBezTo>
                  <a:cubicBezTo>
                    <a:pt x="2903" y="6137"/>
                    <a:pt x="2861" y="6137"/>
                    <a:pt x="2820" y="6137"/>
                  </a:cubicBezTo>
                  <a:close/>
                </a:path>
              </a:pathLst>
            </a:custGeom>
            <a:solidFill>
              <a:srgbClr val="AA66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7"/>
            <p:cNvSpPr/>
            <p:nvPr/>
          </p:nvSpPr>
          <p:spPr>
            <a:xfrm rot="702773">
              <a:off x="7991873" y="1252269"/>
              <a:ext cx="236986" cy="133450"/>
            </a:xfrm>
            <a:custGeom>
              <a:avLst/>
              <a:gdLst/>
              <a:ahLst/>
              <a:cxnLst/>
              <a:rect l="l" t="t" r="r" b="b"/>
              <a:pathLst>
                <a:path w="9206" h="5184" extrusionOk="0">
                  <a:moveTo>
                    <a:pt x="789" y="2944"/>
                  </a:moveTo>
                  <a:cubicBezTo>
                    <a:pt x="954" y="2239"/>
                    <a:pt x="1079" y="1534"/>
                    <a:pt x="1162" y="788"/>
                  </a:cubicBezTo>
                  <a:cubicBezTo>
                    <a:pt x="1369" y="788"/>
                    <a:pt x="1618" y="788"/>
                    <a:pt x="1825" y="747"/>
                  </a:cubicBezTo>
                  <a:cubicBezTo>
                    <a:pt x="2613" y="705"/>
                    <a:pt x="3401" y="622"/>
                    <a:pt x="4147" y="539"/>
                  </a:cubicBezTo>
                  <a:cubicBezTo>
                    <a:pt x="5806" y="374"/>
                    <a:pt x="7423" y="208"/>
                    <a:pt x="9040" y="0"/>
                  </a:cubicBezTo>
                  <a:cubicBezTo>
                    <a:pt x="9205" y="208"/>
                    <a:pt x="9123" y="539"/>
                    <a:pt x="8832" y="581"/>
                  </a:cubicBezTo>
                  <a:cubicBezTo>
                    <a:pt x="8749" y="581"/>
                    <a:pt x="8625" y="581"/>
                    <a:pt x="8501" y="581"/>
                  </a:cubicBezTo>
                  <a:cubicBezTo>
                    <a:pt x="8418" y="664"/>
                    <a:pt x="8376" y="747"/>
                    <a:pt x="8293" y="830"/>
                  </a:cubicBezTo>
                  <a:cubicBezTo>
                    <a:pt x="8293" y="954"/>
                    <a:pt x="8252" y="1120"/>
                    <a:pt x="8210" y="1203"/>
                  </a:cubicBezTo>
                  <a:cubicBezTo>
                    <a:pt x="8044" y="1617"/>
                    <a:pt x="7920" y="2074"/>
                    <a:pt x="7754" y="2488"/>
                  </a:cubicBezTo>
                  <a:cubicBezTo>
                    <a:pt x="7547" y="3069"/>
                    <a:pt x="7298" y="3608"/>
                    <a:pt x="7049" y="4230"/>
                  </a:cubicBezTo>
                  <a:cubicBezTo>
                    <a:pt x="7008" y="4312"/>
                    <a:pt x="6925" y="4395"/>
                    <a:pt x="6842" y="4395"/>
                  </a:cubicBezTo>
                  <a:cubicBezTo>
                    <a:pt x="6801" y="4520"/>
                    <a:pt x="6718" y="4603"/>
                    <a:pt x="6676" y="4686"/>
                  </a:cubicBezTo>
                  <a:cubicBezTo>
                    <a:pt x="6510" y="5142"/>
                    <a:pt x="5930" y="5100"/>
                    <a:pt x="5515" y="5059"/>
                  </a:cubicBezTo>
                  <a:cubicBezTo>
                    <a:pt x="5225" y="5017"/>
                    <a:pt x="4935" y="5017"/>
                    <a:pt x="4645" y="5017"/>
                  </a:cubicBezTo>
                  <a:cubicBezTo>
                    <a:pt x="3567" y="5059"/>
                    <a:pt x="2447" y="5142"/>
                    <a:pt x="1369" y="5183"/>
                  </a:cubicBezTo>
                  <a:cubicBezTo>
                    <a:pt x="1" y="5183"/>
                    <a:pt x="747" y="3773"/>
                    <a:pt x="830" y="2944"/>
                  </a:cubicBezTo>
                  <a:close/>
                </a:path>
              </a:pathLst>
            </a:custGeom>
            <a:solidFill>
              <a:srgbClr val="8E48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7"/>
            <p:cNvSpPr/>
            <p:nvPr/>
          </p:nvSpPr>
          <p:spPr>
            <a:xfrm rot="702773">
              <a:off x="8323728" y="566835"/>
              <a:ext cx="58719" cy="135586"/>
            </a:xfrm>
            <a:custGeom>
              <a:avLst/>
              <a:gdLst/>
              <a:ahLst/>
              <a:cxnLst/>
              <a:rect l="l" t="t" r="r" b="b"/>
              <a:pathLst>
                <a:path w="2281" h="5267" extrusionOk="0">
                  <a:moveTo>
                    <a:pt x="1078" y="4727"/>
                  </a:moveTo>
                  <a:cubicBezTo>
                    <a:pt x="954" y="3732"/>
                    <a:pt x="788" y="2737"/>
                    <a:pt x="539" y="1783"/>
                  </a:cubicBezTo>
                  <a:cubicBezTo>
                    <a:pt x="0" y="539"/>
                    <a:pt x="1285" y="0"/>
                    <a:pt x="1576" y="995"/>
                  </a:cubicBezTo>
                  <a:cubicBezTo>
                    <a:pt x="1783" y="2198"/>
                    <a:pt x="2115" y="3359"/>
                    <a:pt x="2239" y="4561"/>
                  </a:cubicBezTo>
                  <a:cubicBezTo>
                    <a:pt x="2281" y="4893"/>
                    <a:pt x="2032" y="5183"/>
                    <a:pt x="1742" y="5225"/>
                  </a:cubicBezTo>
                  <a:cubicBezTo>
                    <a:pt x="1410" y="5266"/>
                    <a:pt x="1120" y="5059"/>
                    <a:pt x="1078" y="4727"/>
                  </a:cubicBezTo>
                  <a:lnTo>
                    <a:pt x="1078" y="4727"/>
                  </a:lnTo>
                  <a:close/>
                  <a:moveTo>
                    <a:pt x="1203" y="1617"/>
                  </a:moveTo>
                  <a:cubicBezTo>
                    <a:pt x="1244" y="1617"/>
                    <a:pt x="1285" y="1617"/>
                    <a:pt x="1285" y="1576"/>
                  </a:cubicBezTo>
                  <a:cubicBezTo>
                    <a:pt x="1285" y="1617"/>
                    <a:pt x="1244" y="1617"/>
                    <a:pt x="1203" y="1617"/>
                  </a:cubicBezTo>
                  <a:close/>
                </a:path>
              </a:pathLst>
            </a:custGeom>
            <a:solidFill>
              <a:srgbClr val="F388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7"/>
            <p:cNvSpPr/>
            <p:nvPr/>
          </p:nvSpPr>
          <p:spPr>
            <a:xfrm rot="702773">
              <a:off x="8333192" y="702764"/>
              <a:ext cx="39541" cy="106755"/>
            </a:xfrm>
            <a:custGeom>
              <a:avLst/>
              <a:gdLst/>
              <a:ahLst/>
              <a:cxnLst/>
              <a:rect l="l" t="t" r="r" b="b"/>
              <a:pathLst>
                <a:path w="1536" h="4147" extrusionOk="0">
                  <a:moveTo>
                    <a:pt x="333" y="3607"/>
                  </a:moveTo>
                  <a:cubicBezTo>
                    <a:pt x="208" y="2612"/>
                    <a:pt x="1" y="1617"/>
                    <a:pt x="1" y="664"/>
                  </a:cubicBezTo>
                  <a:cubicBezTo>
                    <a:pt x="84" y="0"/>
                    <a:pt x="1120" y="0"/>
                    <a:pt x="1162" y="664"/>
                  </a:cubicBezTo>
                  <a:cubicBezTo>
                    <a:pt x="1203" y="1576"/>
                    <a:pt x="1369" y="2488"/>
                    <a:pt x="1494" y="3442"/>
                  </a:cubicBezTo>
                  <a:cubicBezTo>
                    <a:pt x="1535" y="3732"/>
                    <a:pt x="1286" y="4063"/>
                    <a:pt x="996" y="4105"/>
                  </a:cubicBezTo>
                  <a:cubicBezTo>
                    <a:pt x="664" y="4146"/>
                    <a:pt x="333" y="3898"/>
                    <a:pt x="333" y="3607"/>
                  </a:cubicBezTo>
                  <a:close/>
                </a:path>
              </a:pathLst>
            </a:custGeom>
            <a:solidFill>
              <a:srgbClr val="FFA7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7"/>
            <p:cNvSpPr/>
            <p:nvPr/>
          </p:nvSpPr>
          <p:spPr>
            <a:xfrm rot="702773">
              <a:off x="8308375" y="846597"/>
              <a:ext cx="53390" cy="144107"/>
            </a:xfrm>
            <a:custGeom>
              <a:avLst/>
              <a:gdLst/>
              <a:ahLst/>
              <a:cxnLst/>
              <a:rect l="l" t="t" r="r" b="b"/>
              <a:pathLst>
                <a:path w="2074" h="5598" extrusionOk="0">
                  <a:moveTo>
                    <a:pt x="871" y="5059"/>
                  </a:moveTo>
                  <a:cubicBezTo>
                    <a:pt x="747" y="4064"/>
                    <a:pt x="623" y="3110"/>
                    <a:pt x="498" y="2157"/>
                  </a:cubicBezTo>
                  <a:cubicBezTo>
                    <a:pt x="540" y="1618"/>
                    <a:pt x="1" y="871"/>
                    <a:pt x="623" y="457"/>
                  </a:cubicBezTo>
                  <a:cubicBezTo>
                    <a:pt x="1825" y="1"/>
                    <a:pt x="1576" y="2074"/>
                    <a:pt x="1784" y="2779"/>
                  </a:cubicBezTo>
                  <a:cubicBezTo>
                    <a:pt x="1866" y="3483"/>
                    <a:pt x="1949" y="4188"/>
                    <a:pt x="2032" y="4893"/>
                  </a:cubicBezTo>
                  <a:cubicBezTo>
                    <a:pt x="2074" y="5225"/>
                    <a:pt x="1866" y="5515"/>
                    <a:pt x="1535" y="5557"/>
                  </a:cubicBezTo>
                  <a:cubicBezTo>
                    <a:pt x="1203" y="5598"/>
                    <a:pt x="913" y="5391"/>
                    <a:pt x="871" y="5059"/>
                  </a:cubicBezTo>
                  <a:close/>
                </a:path>
              </a:pathLst>
            </a:custGeom>
            <a:solidFill>
              <a:srgbClr val="FFD3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7"/>
            <p:cNvSpPr/>
            <p:nvPr/>
          </p:nvSpPr>
          <p:spPr>
            <a:xfrm rot="702773">
              <a:off x="8301543" y="1002084"/>
              <a:ext cx="46980" cy="98234"/>
            </a:xfrm>
            <a:custGeom>
              <a:avLst/>
              <a:gdLst/>
              <a:ahLst/>
              <a:cxnLst/>
              <a:rect l="l" t="t" r="r" b="b"/>
              <a:pathLst>
                <a:path w="1825" h="3816" extrusionOk="0">
                  <a:moveTo>
                    <a:pt x="581" y="3069"/>
                  </a:moveTo>
                  <a:cubicBezTo>
                    <a:pt x="581" y="2364"/>
                    <a:pt x="0" y="747"/>
                    <a:pt x="539" y="332"/>
                  </a:cubicBezTo>
                  <a:cubicBezTo>
                    <a:pt x="954" y="1"/>
                    <a:pt x="1576" y="374"/>
                    <a:pt x="1493" y="871"/>
                  </a:cubicBezTo>
                  <a:cubicBezTo>
                    <a:pt x="1535" y="1535"/>
                    <a:pt x="1659" y="2198"/>
                    <a:pt x="1742" y="2903"/>
                  </a:cubicBezTo>
                  <a:cubicBezTo>
                    <a:pt x="1825" y="3649"/>
                    <a:pt x="664" y="3815"/>
                    <a:pt x="581" y="3069"/>
                  </a:cubicBezTo>
                  <a:close/>
                </a:path>
              </a:pathLst>
            </a:custGeom>
            <a:solidFill>
              <a:srgbClr val="C4D7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7"/>
            <p:cNvSpPr/>
            <p:nvPr/>
          </p:nvSpPr>
          <p:spPr>
            <a:xfrm rot="702773">
              <a:off x="7236641" y="535650"/>
              <a:ext cx="123848" cy="28832"/>
            </a:xfrm>
            <a:custGeom>
              <a:avLst/>
              <a:gdLst/>
              <a:ahLst/>
              <a:cxnLst/>
              <a:rect l="l" t="t" r="r" b="b"/>
              <a:pathLst>
                <a:path w="4811" h="1120" extrusionOk="0">
                  <a:moveTo>
                    <a:pt x="374" y="1120"/>
                  </a:moveTo>
                  <a:cubicBezTo>
                    <a:pt x="1" y="1078"/>
                    <a:pt x="1" y="498"/>
                    <a:pt x="374" y="498"/>
                  </a:cubicBezTo>
                  <a:cubicBezTo>
                    <a:pt x="1700" y="415"/>
                    <a:pt x="3027" y="249"/>
                    <a:pt x="4313" y="42"/>
                  </a:cubicBezTo>
                  <a:cubicBezTo>
                    <a:pt x="4727" y="0"/>
                    <a:pt x="4810" y="622"/>
                    <a:pt x="4396" y="664"/>
                  </a:cubicBezTo>
                  <a:cubicBezTo>
                    <a:pt x="3069" y="830"/>
                    <a:pt x="1742" y="1037"/>
                    <a:pt x="374" y="11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7"/>
            <p:cNvSpPr/>
            <p:nvPr/>
          </p:nvSpPr>
          <p:spPr>
            <a:xfrm rot="702773">
              <a:off x="8151436" y="492380"/>
              <a:ext cx="34186" cy="114220"/>
            </a:xfrm>
            <a:custGeom>
              <a:avLst/>
              <a:gdLst/>
              <a:ahLst/>
              <a:cxnLst/>
              <a:rect l="l" t="t" r="r" b="b"/>
              <a:pathLst>
                <a:path w="1328" h="4437" extrusionOk="0">
                  <a:moveTo>
                    <a:pt x="332" y="4063"/>
                  </a:moveTo>
                  <a:cubicBezTo>
                    <a:pt x="125" y="3317"/>
                    <a:pt x="1" y="2488"/>
                    <a:pt x="167" y="1700"/>
                  </a:cubicBezTo>
                  <a:cubicBezTo>
                    <a:pt x="250" y="1327"/>
                    <a:pt x="581" y="0"/>
                    <a:pt x="1162" y="415"/>
                  </a:cubicBezTo>
                  <a:cubicBezTo>
                    <a:pt x="1328" y="581"/>
                    <a:pt x="1245" y="788"/>
                    <a:pt x="1120" y="954"/>
                  </a:cubicBezTo>
                  <a:cubicBezTo>
                    <a:pt x="913" y="1244"/>
                    <a:pt x="830" y="1576"/>
                    <a:pt x="747" y="1907"/>
                  </a:cubicBezTo>
                  <a:cubicBezTo>
                    <a:pt x="623" y="2571"/>
                    <a:pt x="747" y="3234"/>
                    <a:pt x="913" y="3898"/>
                  </a:cubicBezTo>
                  <a:cubicBezTo>
                    <a:pt x="1037" y="4271"/>
                    <a:pt x="457" y="4437"/>
                    <a:pt x="332" y="40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7"/>
            <p:cNvSpPr/>
            <p:nvPr/>
          </p:nvSpPr>
          <p:spPr>
            <a:xfrm rot="702773">
              <a:off x="8428300" y="1428771"/>
              <a:ext cx="128121" cy="59800"/>
            </a:xfrm>
            <a:custGeom>
              <a:avLst/>
              <a:gdLst/>
              <a:ahLst/>
              <a:cxnLst/>
              <a:rect l="l" t="t" r="r" b="b"/>
              <a:pathLst>
                <a:path w="4977" h="2323" extrusionOk="0">
                  <a:moveTo>
                    <a:pt x="84" y="2074"/>
                  </a:moveTo>
                  <a:cubicBezTo>
                    <a:pt x="1" y="1908"/>
                    <a:pt x="84" y="1742"/>
                    <a:pt x="249" y="1659"/>
                  </a:cubicBezTo>
                  <a:cubicBezTo>
                    <a:pt x="664" y="1494"/>
                    <a:pt x="1120" y="1328"/>
                    <a:pt x="1576" y="1162"/>
                  </a:cubicBezTo>
                  <a:cubicBezTo>
                    <a:pt x="2488" y="830"/>
                    <a:pt x="3442" y="499"/>
                    <a:pt x="4354" y="125"/>
                  </a:cubicBezTo>
                  <a:cubicBezTo>
                    <a:pt x="4727" y="1"/>
                    <a:pt x="4976" y="540"/>
                    <a:pt x="4603" y="706"/>
                  </a:cubicBezTo>
                  <a:cubicBezTo>
                    <a:pt x="3732" y="1038"/>
                    <a:pt x="2862" y="1369"/>
                    <a:pt x="2032" y="1659"/>
                  </a:cubicBezTo>
                  <a:cubicBezTo>
                    <a:pt x="1493" y="1825"/>
                    <a:pt x="996" y="1991"/>
                    <a:pt x="457" y="2240"/>
                  </a:cubicBezTo>
                  <a:cubicBezTo>
                    <a:pt x="332" y="2323"/>
                    <a:pt x="125" y="2240"/>
                    <a:pt x="84" y="2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7"/>
            <p:cNvSpPr/>
            <p:nvPr/>
          </p:nvSpPr>
          <p:spPr>
            <a:xfrm rot="702773">
              <a:off x="7173812" y="567680"/>
              <a:ext cx="21366" cy="139860"/>
            </a:xfrm>
            <a:custGeom>
              <a:avLst/>
              <a:gdLst/>
              <a:ahLst/>
              <a:cxnLst/>
              <a:rect l="l" t="t" r="r" b="b"/>
              <a:pathLst>
                <a:path w="830" h="5433" extrusionOk="0">
                  <a:moveTo>
                    <a:pt x="207" y="5017"/>
                  </a:moveTo>
                  <a:cubicBezTo>
                    <a:pt x="166" y="3442"/>
                    <a:pt x="166" y="1825"/>
                    <a:pt x="0" y="249"/>
                  </a:cubicBezTo>
                  <a:cubicBezTo>
                    <a:pt x="41" y="83"/>
                    <a:pt x="207" y="0"/>
                    <a:pt x="373" y="0"/>
                  </a:cubicBezTo>
                  <a:cubicBezTo>
                    <a:pt x="539" y="42"/>
                    <a:pt x="622" y="208"/>
                    <a:pt x="622" y="374"/>
                  </a:cubicBezTo>
                  <a:cubicBezTo>
                    <a:pt x="705" y="830"/>
                    <a:pt x="746" y="1327"/>
                    <a:pt x="746" y="1825"/>
                  </a:cubicBezTo>
                  <a:cubicBezTo>
                    <a:pt x="788" y="2861"/>
                    <a:pt x="829" y="3939"/>
                    <a:pt x="829" y="4976"/>
                  </a:cubicBezTo>
                  <a:cubicBezTo>
                    <a:pt x="829" y="5391"/>
                    <a:pt x="249" y="5432"/>
                    <a:pt x="207" y="50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7"/>
            <p:cNvSpPr/>
            <p:nvPr/>
          </p:nvSpPr>
          <p:spPr>
            <a:xfrm rot="702773">
              <a:off x="7182998" y="584307"/>
              <a:ext cx="311691" cy="26721"/>
            </a:xfrm>
            <a:custGeom>
              <a:avLst/>
              <a:gdLst/>
              <a:ahLst/>
              <a:cxnLst/>
              <a:rect l="l" t="t" r="r" b="b"/>
              <a:pathLst>
                <a:path w="12108" h="1038" extrusionOk="0">
                  <a:moveTo>
                    <a:pt x="290" y="954"/>
                  </a:moveTo>
                  <a:cubicBezTo>
                    <a:pt x="124" y="913"/>
                    <a:pt x="0" y="747"/>
                    <a:pt x="42" y="581"/>
                  </a:cubicBezTo>
                  <a:cubicBezTo>
                    <a:pt x="166" y="208"/>
                    <a:pt x="581" y="415"/>
                    <a:pt x="871" y="374"/>
                  </a:cubicBezTo>
                  <a:cubicBezTo>
                    <a:pt x="2198" y="332"/>
                    <a:pt x="3483" y="332"/>
                    <a:pt x="4810" y="291"/>
                  </a:cubicBezTo>
                  <a:cubicBezTo>
                    <a:pt x="6137" y="208"/>
                    <a:pt x="7463" y="208"/>
                    <a:pt x="8790" y="125"/>
                  </a:cubicBezTo>
                  <a:cubicBezTo>
                    <a:pt x="9785" y="83"/>
                    <a:pt x="10780" y="0"/>
                    <a:pt x="11775" y="0"/>
                  </a:cubicBezTo>
                  <a:cubicBezTo>
                    <a:pt x="11941" y="0"/>
                    <a:pt x="12107" y="83"/>
                    <a:pt x="12107" y="249"/>
                  </a:cubicBezTo>
                  <a:cubicBezTo>
                    <a:pt x="12107" y="415"/>
                    <a:pt x="11983" y="581"/>
                    <a:pt x="11817" y="581"/>
                  </a:cubicBezTo>
                  <a:cubicBezTo>
                    <a:pt x="9827" y="664"/>
                    <a:pt x="7878" y="830"/>
                    <a:pt x="5929" y="830"/>
                  </a:cubicBezTo>
                  <a:cubicBezTo>
                    <a:pt x="4644" y="913"/>
                    <a:pt x="3317" y="954"/>
                    <a:pt x="2032" y="954"/>
                  </a:cubicBezTo>
                  <a:cubicBezTo>
                    <a:pt x="1451" y="954"/>
                    <a:pt x="871" y="1037"/>
                    <a:pt x="290" y="9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7"/>
            <p:cNvSpPr/>
            <p:nvPr/>
          </p:nvSpPr>
          <p:spPr>
            <a:xfrm rot="702773">
              <a:off x="7163067" y="712689"/>
              <a:ext cx="260438" cy="72620"/>
            </a:xfrm>
            <a:custGeom>
              <a:avLst/>
              <a:gdLst/>
              <a:ahLst/>
              <a:cxnLst/>
              <a:rect l="l" t="t" r="r" b="b"/>
              <a:pathLst>
                <a:path w="10117" h="2821" extrusionOk="0">
                  <a:moveTo>
                    <a:pt x="9619" y="2779"/>
                  </a:moveTo>
                  <a:cubicBezTo>
                    <a:pt x="8707" y="2613"/>
                    <a:pt x="7795" y="2447"/>
                    <a:pt x="6924" y="2240"/>
                  </a:cubicBezTo>
                  <a:cubicBezTo>
                    <a:pt x="5971" y="1991"/>
                    <a:pt x="5017" y="1742"/>
                    <a:pt x="4063" y="1535"/>
                  </a:cubicBezTo>
                  <a:cubicBezTo>
                    <a:pt x="2820" y="1245"/>
                    <a:pt x="1576" y="1037"/>
                    <a:pt x="415" y="664"/>
                  </a:cubicBezTo>
                  <a:cubicBezTo>
                    <a:pt x="0" y="581"/>
                    <a:pt x="125" y="1"/>
                    <a:pt x="498" y="42"/>
                  </a:cubicBezTo>
                  <a:cubicBezTo>
                    <a:pt x="2529" y="664"/>
                    <a:pt x="4644" y="954"/>
                    <a:pt x="6717" y="1535"/>
                  </a:cubicBezTo>
                  <a:cubicBezTo>
                    <a:pt x="7712" y="1784"/>
                    <a:pt x="8707" y="1949"/>
                    <a:pt x="9744" y="2157"/>
                  </a:cubicBezTo>
                  <a:cubicBezTo>
                    <a:pt x="10117" y="2240"/>
                    <a:pt x="9993" y="2820"/>
                    <a:pt x="9619" y="2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7"/>
            <p:cNvSpPr/>
            <p:nvPr/>
          </p:nvSpPr>
          <p:spPr>
            <a:xfrm rot="702773">
              <a:off x="7233809" y="771392"/>
              <a:ext cx="135561" cy="511299"/>
            </a:xfrm>
            <a:custGeom>
              <a:avLst/>
              <a:gdLst/>
              <a:ahLst/>
              <a:cxnLst/>
              <a:rect l="l" t="t" r="r" b="b"/>
              <a:pathLst>
                <a:path w="5266" h="19862" extrusionOk="0">
                  <a:moveTo>
                    <a:pt x="290" y="19820"/>
                  </a:moveTo>
                  <a:cubicBezTo>
                    <a:pt x="125" y="19778"/>
                    <a:pt x="0" y="19613"/>
                    <a:pt x="42" y="19447"/>
                  </a:cubicBezTo>
                  <a:cubicBezTo>
                    <a:pt x="166" y="18825"/>
                    <a:pt x="332" y="18244"/>
                    <a:pt x="456" y="17622"/>
                  </a:cubicBezTo>
                  <a:cubicBezTo>
                    <a:pt x="1286" y="14430"/>
                    <a:pt x="1907" y="11196"/>
                    <a:pt x="2695" y="8003"/>
                  </a:cubicBezTo>
                  <a:cubicBezTo>
                    <a:pt x="3193" y="5764"/>
                    <a:pt x="3856" y="3567"/>
                    <a:pt x="4312" y="1328"/>
                  </a:cubicBezTo>
                  <a:cubicBezTo>
                    <a:pt x="4395" y="996"/>
                    <a:pt x="4437" y="664"/>
                    <a:pt x="4520" y="374"/>
                  </a:cubicBezTo>
                  <a:cubicBezTo>
                    <a:pt x="4727" y="1"/>
                    <a:pt x="5266" y="250"/>
                    <a:pt x="5100" y="623"/>
                  </a:cubicBezTo>
                  <a:cubicBezTo>
                    <a:pt x="5100" y="623"/>
                    <a:pt x="5100" y="623"/>
                    <a:pt x="5100" y="623"/>
                  </a:cubicBezTo>
                  <a:lnTo>
                    <a:pt x="5100" y="623"/>
                  </a:lnTo>
                  <a:cubicBezTo>
                    <a:pt x="4727" y="2572"/>
                    <a:pt x="4188" y="4479"/>
                    <a:pt x="3690" y="6386"/>
                  </a:cubicBezTo>
                  <a:cubicBezTo>
                    <a:pt x="3234" y="8335"/>
                    <a:pt x="2778" y="10284"/>
                    <a:pt x="2364" y="12232"/>
                  </a:cubicBezTo>
                  <a:cubicBezTo>
                    <a:pt x="1907" y="14098"/>
                    <a:pt x="1534" y="16005"/>
                    <a:pt x="1037" y="17830"/>
                  </a:cubicBezTo>
                  <a:cubicBezTo>
                    <a:pt x="912" y="18410"/>
                    <a:pt x="747" y="18991"/>
                    <a:pt x="664" y="19571"/>
                  </a:cubicBezTo>
                  <a:cubicBezTo>
                    <a:pt x="622" y="19737"/>
                    <a:pt x="456" y="19861"/>
                    <a:pt x="290" y="198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7"/>
            <p:cNvSpPr/>
            <p:nvPr/>
          </p:nvSpPr>
          <p:spPr>
            <a:xfrm rot="702773">
              <a:off x="7181615" y="1274008"/>
              <a:ext cx="172939" cy="44844"/>
            </a:xfrm>
            <a:custGeom>
              <a:avLst/>
              <a:gdLst/>
              <a:ahLst/>
              <a:cxnLst/>
              <a:rect l="l" t="t" r="r" b="b"/>
              <a:pathLst>
                <a:path w="6718" h="1742" extrusionOk="0">
                  <a:moveTo>
                    <a:pt x="6261" y="1700"/>
                  </a:moveTo>
                  <a:cubicBezTo>
                    <a:pt x="5308" y="1617"/>
                    <a:pt x="4354" y="1451"/>
                    <a:pt x="3442" y="1368"/>
                  </a:cubicBezTo>
                  <a:cubicBezTo>
                    <a:pt x="2364" y="1244"/>
                    <a:pt x="1286" y="1037"/>
                    <a:pt x="249" y="705"/>
                  </a:cubicBezTo>
                  <a:cubicBezTo>
                    <a:pt x="83" y="622"/>
                    <a:pt x="1" y="456"/>
                    <a:pt x="42" y="290"/>
                  </a:cubicBezTo>
                  <a:cubicBezTo>
                    <a:pt x="208" y="0"/>
                    <a:pt x="457" y="124"/>
                    <a:pt x="705" y="207"/>
                  </a:cubicBezTo>
                  <a:cubicBezTo>
                    <a:pt x="2157" y="663"/>
                    <a:pt x="3732" y="746"/>
                    <a:pt x="5225" y="995"/>
                  </a:cubicBezTo>
                  <a:cubicBezTo>
                    <a:pt x="5598" y="1037"/>
                    <a:pt x="5971" y="1078"/>
                    <a:pt x="6303" y="1078"/>
                  </a:cubicBezTo>
                  <a:cubicBezTo>
                    <a:pt x="6717" y="1161"/>
                    <a:pt x="6635" y="1741"/>
                    <a:pt x="6261" y="1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7"/>
            <p:cNvSpPr/>
            <p:nvPr/>
          </p:nvSpPr>
          <p:spPr>
            <a:xfrm rot="702773">
              <a:off x="7361024" y="1071272"/>
              <a:ext cx="148406" cy="273258"/>
            </a:xfrm>
            <a:custGeom>
              <a:avLst/>
              <a:gdLst/>
              <a:ahLst/>
              <a:cxnLst/>
              <a:rect l="l" t="t" r="r" b="b"/>
              <a:pathLst>
                <a:path w="5765" h="10615" extrusionOk="0">
                  <a:moveTo>
                    <a:pt x="333" y="10573"/>
                  </a:moveTo>
                  <a:cubicBezTo>
                    <a:pt x="1" y="10490"/>
                    <a:pt x="84" y="10159"/>
                    <a:pt x="208" y="9910"/>
                  </a:cubicBezTo>
                  <a:cubicBezTo>
                    <a:pt x="416" y="9495"/>
                    <a:pt x="664" y="9081"/>
                    <a:pt x="872" y="8666"/>
                  </a:cubicBezTo>
                  <a:cubicBezTo>
                    <a:pt x="1867" y="6800"/>
                    <a:pt x="2862" y="4893"/>
                    <a:pt x="3815" y="2944"/>
                  </a:cubicBezTo>
                  <a:cubicBezTo>
                    <a:pt x="4230" y="2032"/>
                    <a:pt x="4562" y="1203"/>
                    <a:pt x="5059" y="332"/>
                  </a:cubicBezTo>
                  <a:cubicBezTo>
                    <a:pt x="5225" y="0"/>
                    <a:pt x="5764" y="291"/>
                    <a:pt x="5598" y="664"/>
                  </a:cubicBezTo>
                  <a:cubicBezTo>
                    <a:pt x="5433" y="871"/>
                    <a:pt x="5350" y="1120"/>
                    <a:pt x="5225" y="1369"/>
                  </a:cubicBezTo>
                  <a:cubicBezTo>
                    <a:pt x="4147" y="3732"/>
                    <a:pt x="2945" y="6054"/>
                    <a:pt x="1742" y="8376"/>
                  </a:cubicBezTo>
                  <a:cubicBezTo>
                    <a:pt x="1411" y="9039"/>
                    <a:pt x="1038" y="9661"/>
                    <a:pt x="706" y="10283"/>
                  </a:cubicBezTo>
                  <a:cubicBezTo>
                    <a:pt x="664" y="10449"/>
                    <a:pt x="499" y="10615"/>
                    <a:pt x="333" y="105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7"/>
            <p:cNvSpPr/>
            <p:nvPr/>
          </p:nvSpPr>
          <p:spPr>
            <a:xfrm rot="702773">
              <a:off x="7488354" y="1099019"/>
              <a:ext cx="132368" cy="249780"/>
            </a:xfrm>
            <a:custGeom>
              <a:avLst/>
              <a:gdLst/>
              <a:ahLst/>
              <a:cxnLst/>
              <a:rect l="l" t="t" r="r" b="b"/>
              <a:pathLst>
                <a:path w="5142" h="9703" extrusionOk="0">
                  <a:moveTo>
                    <a:pt x="4437" y="9371"/>
                  </a:moveTo>
                  <a:cubicBezTo>
                    <a:pt x="3276" y="7215"/>
                    <a:pt x="2322" y="4976"/>
                    <a:pt x="1327" y="2779"/>
                  </a:cubicBezTo>
                  <a:cubicBezTo>
                    <a:pt x="1037" y="2240"/>
                    <a:pt x="705" y="1659"/>
                    <a:pt x="374" y="1120"/>
                  </a:cubicBezTo>
                  <a:cubicBezTo>
                    <a:pt x="249" y="913"/>
                    <a:pt x="125" y="706"/>
                    <a:pt x="42" y="457"/>
                  </a:cubicBezTo>
                  <a:cubicBezTo>
                    <a:pt x="0" y="125"/>
                    <a:pt x="581" y="1"/>
                    <a:pt x="664" y="374"/>
                  </a:cubicBezTo>
                  <a:cubicBezTo>
                    <a:pt x="954" y="913"/>
                    <a:pt x="1286" y="1452"/>
                    <a:pt x="1576" y="1991"/>
                  </a:cubicBezTo>
                  <a:cubicBezTo>
                    <a:pt x="2198" y="3110"/>
                    <a:pt x="2654" y="4271"/>
                    <a:pt x="3152" y="5391"/>
                  </a:cubicBezTo>
                  <a:cubicBezTo>
                    <a:pt x="3732" y="6635"/>
                    <a:pt x="4313" y="7879"/>
                    <a:pt x="4976" y="9081"/>
                  </a:cubicBezTo>
                  <a:cubicBezTo>
                    <a:pt x="5142" y="9413"/>
                    <a:pt x="4603" y="9703"/>
                    <a:pt x="4437" y="93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7"/>
            <p:cNvSpPr/>
            <p:nvPr/>
          </p:nvSpPr>
          <p:spPr>
            <a:xfrm rot="702773">
              <a:off x="7658553" y="836203"/>
              <a:ext cx="164392" cy="503808"/>
            </a:xfrm>
            <a:custGeom>
              <a:avLst/>
              <a:gdLst/>
              <a:ahLst/>
              <a:cxnLst/>
              <a:rect l="l" t="t" r="r" b="b"/>
              <a:pathLst>
                <a:path w="6386" h="19571" extrusionOk="0">
                  <a:moveTo>
                    <a:pt x="5681" y="19198"/>
                  </a:moveTo>
                  <a:cubicBezTo>
                    <a:pt x="4769" y="15093"/>
                    <a:pt x="3566" y="11071"/>
                    <a:pt x="2322" y="7049"/>
                  </a:cubicBezTo>
                  <a:cubicBezTo>
                    <a:pt x="1618" y="4935"/>
                    <a:pt x="1120" y="2737"/>
                    <a:pt x="208" y="664"/>
                  </a:cubicBezTo>
                  <a:cubicBezTo>
                    <a:pt x="1" y="332"/>
                    <a:pt x="540" y="1"/>
                    <a:pt x="747" y="374"/>
                  </a:cubicBezTo>
                  <a:cubicBezTo>
                    <a:pt x="1286" y="1535"/>
                    <a:pt x="1659" y="2779"/>
                    <a:pt x="2032" y="4023"/>
                  </a:cubicBezTo>
                  <a:cubicBezTo>
                    <a:pt x="3193" y="7671"/>
                    <a:pt x="4313" y="11361"/>
                    <a:pt x="5308" y="15052"/>
                  </a:cubicBezTo>
                  <a:cubicBezTo>
                    <a:pt x="5681" y="16378"/>
                    <a:pt x="5971" y="17705"/>
                    <a:pt x="6303" y="19032"/>
                  </a:cubicBezTo>
                  <a:cubicBezTo>
                    <a:pt x="6386" y="19447"/>
                    <a:pt x="5805" y="19571"/>
                    <a:pt x="5681" y="19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7"/>
            <p:cNvSpPr/>
            <p:nvPr/>
          </p:nvSpPr>
          <p:spPr>
            <a:xfrm rot="702773">
              <a:off x="7577963" y="1322009"/>
              <a:ext cx="188951" cy="59800"/>
            </a:xfrm>
            <a:custGeom>
              <a:avLst/>
              <a:gdLst/>
              <a:ahLst/>
              <a:cxnLst/>
              <a:rect l="l" t="t" r="r" b="b"/>
              <a:pathLst>
                <a:path w="7340" h="2323" extrusionOk="0">
                  <a:moveTo>
                    <a:pt x="954" y="2240"/>
                  </a:moveTo>
                  <a:cubicBezTo>
                    <a:pt x="705" y="2240"/>
                    <a:pt x="415" y="2240"/>
                    <a:pt x="249" y="2074"/>
                  </a:cubicBezTo>
                  <a:cubicBezTo>
                    <a:pt x="0" y="1867"/>
                    <a:pt x="291" y="1452"/>
                    <a:pt x="581" y="1576"/>
                  </a:cubicBezTo>
                  <a:cubicBezTo>
                    <a:pt x="1825" y="1784"/>
                    <a:pt x="3027" y="1411"/>
                    <a:pt x="4188" y="1079"/>
                  </a:cubicBezTo>
                  <a:cubicBezTo>
                    <a:pt x="5059" y="830"/>
                    <a:pt x="5888" y="581"/>
                    <a:pt x="6676" y="208"/>
                  </a:cubicBezTo>
                  <a:cubicBezTo>
                    <a:pt x="7008" y="1"/>
                    <a:pt x="7339" y="540"/>
                    <a:pt x="7008" y="747"/>
                  </a:cubicBezTo>
                  <a:cubicBezTo>
                    <a:pt x="5888" y="1286"/>
                    <a:pt x="4644" y="1576"/>
                    <a:pt x="3483" y="1950"/>
                  </a:cubicBezTo>
                  <a:cubicBezTo>
                    <a:pt x="2654" y="2157"/>
                    <a:pt x="1825" y="2323"/>
                    <a:pt x="954" y="22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7"/>
            <p:cNvSpPr/>
            <p:nvPr/>
          </p:nvSpPr>
          <p:spPr>
            <a:xfrm rot="702773">
              <a:off x="7752293" y="1335398"/>
              <a:ext cx="16038" cy="16038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0" y="333"/>
                  </a:moveTo>
                  <a:cubicBezTo>
                    <a:pt x="0" y="167"/>
                    <a:pt x="166" y="1"/>
                    <a:pt x="332" y="1"/>
                  </a:cubicBezTo>
                  <a:cubicBezTo>
                    <a:pt x="498" y="1"/>
                    <a:pt x="622" y="167"/>
                    <a:pt x="622" y="333"/>
                  </a:cubicBezTo>
                  <a:cubicBezTo>
                    <a:pt x="622" y="498"/>
                    <a:pt x="498" y="623"/>
                    <a:pt x="332" y="623"/>
                  </a:cubicBezTo>
                  <a:cubicBezTo>
                    <a:pt x="166" y="623"/>
                    <a:pt x="42" y="498"/>
                    <a:pt x="0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7"/>
            <p:cNvSpPr/>
            <p:nvPr/>
          </p:nvSpPr>
          <p:spPr>
            <a:xfrm rot="702773">
              <a:off x="7718307" y="790152"/>
              <a:ext cx="243396" cy="80085"/>
            </a:xfrm>
            <a:custGeom>
              <a:avLst/>
              <a:gdLst/>
              <a:ahLst/>
              <a:cxnLst/>
              <a:rect l="l" t="t" r="r" b="b"/>
              <a:pathLst>
                <a:path w="9455" h="3111" extrusionOk="0">
                  <a:moveTo>
                    <a:pt x="457" y="3110"/>
                  </a:moveTo>
                  <a:cubicBezTo>
                    <a:pt x="1" y="3027"/>
                    <a:pt x="125" y="2405"/>
                    <a:pt x="540" y="2488"/>
                  </a:cubicBezTo>
                  <a:cubicBezTo>
                    <a:pt x="1452" y="2405"/>
                    <a:pt x="2323" y="2115"/>
                    <a:pt x="3193" y="1866"/>
                  </a:cubicBezTo>
                  <a:cubicBezTo>
                    <a:pt x="5059" y="1286"/>
                    <a:pt x="6884" y="788"/>
                    <a:pt x="8708" y="166"/>
                  </a:cubicBezTo>
                  <a:cubicBezTo>
                    <a:pt x="9164" y="0"/>
                    <a:pt x="9454" y="581"/>
                    <a:pt x="8998" y="747"/>
                  </a:cubicBezTo>
                  <a:cubicBezTo>
                    <a:pt x="7132" y="1327"/>
                    <a:pt x="5308" y="1866"/>
                    <a:pt x="3442" y="2447"/>
                  </a:cubicBezTo>
                  <a:cubicBezTo>
                    <a:pt x="2447" y="2695"/>
                    <a:pt x="1452" y="3110"/>
                    <a:pt x="457" y="3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7"/>
            <p:cNvSpPr/>
            <p:nvPr/>
          </p:nvSpPr>
          <p:spPr>
            <a:xfrm rot="702773">
              <a:off x="7472564" y="393391"/>
              <a:ext cx="296735" cy="252998"/>
            </a:xfrm>
            <a:custGeom>
              <a:avLst/>
              <a:gdLst/>
              <a:ahLst/>
              <a:cxnLst/>
              <a:rect l="l" t="t" r="r" b="b"/>
              <a:pathLst>
                <a:path w="11527" h="9828" extrusionOk="0">
                  <a:moveTo>
                    <a:pt x="1617" y="9786"/>
                  </a:moveTo>
                  <a:cubicBezTo>
                    <a:pt x="1285" y="9744"/>
                    <a:pt x="1120" y="9413"/>
                    <a:pt x="995" y="9164"/>
                  </a:cubicBezTo>
                  <a:cubicBezTo>
                    <a:pt x="746" y="8542"/>
                    <a:pt x="498" y="7879"/>
                    <a:pt x="332" y="7215"/>
                  </a:cubicBezTo>
                  <a:cubicBezTo>
                    <a:pt x="124" y="6261"/>
                    <a:pt x="0" y="5266"/>
                    <a:pt x="249" y="4313"/>
                  </a:cubicBezTo>
                  <a:cubicBezTo>
                    <a:pt x="746" y="2198"/>
                    <a:pt x="2405" y="498"/>
                    <a:pt x="4561" y="125"/>
                  </a:cubicBezTo>
                  <a:cubicBezTo>
                    <a:pt x="5390" y="1"/>
                    <a:pt x="6219" y="42"/>
                    <a:pt x="7007" y="208"/>
                  </a:cubicBezTo>
                  <a:cubicBezTo>
                    <a:pt x="8127" y="498"/>
                    <a:pt x="9205" y="1037"/>
                    <a:pt x="9992" y="1866"/>
                  </a:cubicBezTo>
                  <a:cubicBezTo>
                    <a:pt x="11153" y="3235"/>
                    <a:pt x="11527" y="5266"/>
                    <a:pt x="10946" y="6966"/>
                  </a:cubicBezTo>
                  <a:cubicBezTo>
                    <a:pt x="10656" y="7837"/>
                    <a:pt x="10158" y="8625"/>
                    <a:pt x="9495" y="9247"/>
                  </a:cubicBezTo>
                  <a:cubicBezTo>
                    <a:pt x="9205" y="9537"/>
                    <a:pt x="8790" y="9081"/>
                    <a:pt x="9039" y="8791"/>
                  </a:cubicBezTo>
                  <a:cubicBezTo>
                    <a:pt x="9205" y="8666"/>
                    <a:pt x="9371" y="8500"/>
                    <a:pt x="9495" y="8335"/>
                  </a:cubicBezTo>
                  <a:cubicBezTo>
                    <a:pt x="10863" y="6759"/>
                    <a:pt x="10946" y="4271"/>
                    <a:pt x="9785" y="2571"/>
                  </a:cubicBezTo>
                  <a:cubicBezTo>
                    <a:pt x="9371" y="1949"/>
                    <a:pt x="8666" y="1576"/>
                    <a:pt x="8002" y="1245"/>
                  </a:cubicBezTo>
                  <a:cubicBezTo>
                    <a:pt x="7215" y="830"/>
                    <a:pt x="6344" y="664"/>
                    <a:pt x="5473" y="664"/>
                  </a:cubicBezTo>
                  <a:cubicBezTo>
                    <a:pt x="3151" y="623"/>
                    <a:pt x="1285" y="2447"/>
                    <a:pt x="788" y="4644"/>
                  </a:cubicBezTo>
                  <a:cubicBezTo>
                    <a:pt x="539" y="6179"/>
                    <a:pt x="995" y="7796"/>
                    <a:pt x="1700" y="9164"/>
                  </a:cubicBezTo>
                  <a:cubicBezTo>
                    <a:pt x="2073" y="9247"/>
                    <a:pt x="1990" y="9827"/>
                    <a:pt x="1576" y="97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7"/>
            <p:cNvSpPr/>
            <p:nvPr/>
          </p:nvSpPr>
          <p:spPr>
            <a:xfrm rot="702773">
              <a:off x="7676349" y="646331"/>
              <a:ext cx="270040" cy="28832"/>
            </a:xfrm>
            <a:custGeom>
              <a:avLst/>
              <a:gdLst/>
              <a:ahLst/>
              <a:cxnLst/>
              <a:rect l="l" t="t" r="r" b="b"/>
              <a:pathLst>
                <a:path w="10490" h="1120" extrusionOk="0">
                  <a:moveTo>
                    <a:pt x="415" y="1120"/>
                  </a:moveTo>
                  <a:cubicBezTo>
                    <a:pt x="0" y="1078"/>
                    <a:pt x="83" y="498"/>
                    <a:pt x="456" y="539"/>
                  </a:cubicBezTo>
                  <a:cubicBezTo>
                    <a:pt x="1493" y="415"/>
                    <a:pt x="2529" y="332"/>
                    <a:pt x="3524" y="290"/>
                  </a:cubicBezTo>
                  <a:cubicBezTo>
                    <a:pt x="5722" y="208"/>
                    <a:pt x="7919" y="0"/>
                    <a:pt x="10075" y="83"/>
                  </a:cubicBezTo>
                  <a:cubicBezTo>
                    <a:pt x="10490" y="125"/>
                    <a:pt x="10407" y="747"/>
                    <a:pt x="9992" y="705"/>
                  </a:cubicBezTo>
                  <a:cubicBezTo>
                    <a:pt x="8707" y="622"/>
                    <a:pt x="7463" y="747"/>
                    <a:pt x="6178" y="788"/>
                  </a:cubicBezTo>
                  <a:cubicBezTo>
                    <a:pt x="4229" y="871"/>
                    <a:pt x="2322" y="954"/>
                    <a:pt x="415" y="11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7"/>
            <p:cNvSpPr/>
            <p:nvPr/>
          </p:nvSpPr>
          <p:spPr>
            <a:xfrm rot="702773">
              <a:off x="7913142" y="673591"/>
              <a:ext cx="56608" cy="160145"/>
            </a:xfrm>
            <a:custGeom>
              <a:avLst/>
              <a:gdLst/>
              <a:ahLst/>
              <a:cxnLst/>
              <a:rect l="l" t="t" r="r" b="b"/>
              <a:pathLst>
                <a:path w="2199" h="6221" extrusionOk="0">
                  <a:moveTo>
                    <a:pt x="1535" y="5805"/>
                  </a:moveTo>
                  <a:cubicBezTo>
                    <a:pt x="1369" y="4106"/>
                    <a:pt x="1286" y="2364"/>
                    <a:pt x="913" y="664"/>
                  </a:cubicBezTo>
                  <a:cubicBezTo>
                    <a:pt x="747" y="664"/>
                    <a:pt x="581" y="664"/>
                    <a:pt x="415" y="664"/>
                  </a:cubicBezTo>
                  <a:cubicBezTo>
                    <a:pt x="249" y="706"/>
                    <a:pt x="42" y="623"/>
                    <a:pt x="1" y="457"/>
                  </a:cubicBezTo>
                  <a:cubicBezTo>
                    <a:pt x="1" y="291"/>
                    <a:pt x="42" y="125"/>
                    <a:pt x="208" y="84"/>
                  </a:cubicBezTo>
                  <a:cubicBezTo>
                    <a:pt x="498" y="1"/>
                    <a:pt x="830" y="42"/>
                    <a:pt x="1120" y="84"/>
                  </a:cubicBezTo>
                  <a:cubicBezTo>
                    <a:pt x="1493" y="125"/>
                    <a:pt x="1535" y="581"/>
                    <a:pt x="1618" y="871"/>
                  </a:cubicBezTo>
                  <a:cubicBezTo>
                    <a:pt x="1908" y="2488"/>
                    <a:pt x="2032" y="4106"/>
                    <a:pt x="2157" y="5723"/>
                  </a:cubicBezTo>
                  <a:cubicBezTo>
                    <a:pt x="2198" y="6137"/>
                    <a:pt x="1576" y="6220"/>
                    <a:pt x="1535" y="58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7"/>
            <p:cNvSpPr/>
            <p:nvPr/>
          </p:nvSpPr>
          <p:spPr>
            <a:xfrm rot="702773">
              <a:off x="7929363" y="836378"/>
              <a:ext cx="249780" cy="44844"/>
            </a:xfrm>
            <a:custGeom>
              <a:avLst/>
              <a:gdLst/>
              <a:ahLst/>
              <a:cxnLst/>
              <a:rect l="l" t="t" r="r" b="b"/>
              <a:pathLst>
                <a:path w="9703" h="1742" extrusionOk="0">
                  <a:moveTo>
                    <a:pt x="9247" y="1659"/>
                  </a:moveTo>
                  <a:cubicBezTo>
                    <a:pt x="8252" y="1534"/>
                    <a:pt x="7257" y="1493"/>
                    <a:pt x="6262" y="1493"/>
                  </a:cubicBezTo>
                  <a:cubicBezTo>
                    <a:pt x="5598" y="1452"/>
                    <a:pt x="4935" y="1327"/>
                    <a:pt x="4271" y="1244"/>
                  </a:cubicBezTo>
                  <a:cubicBezTo>
                    <a:pt x="3069" y="1078"/>
                    <a:pt x="1825" y="995"/>
                    <a:pt x="623" y="705"/>
                  </a:cubicBezTo>
                  <a:cubicBezTo>
                    <a:pt x="208" y="871"/>
                    <a:pt x="1" y="249"/>
                    <a:pt x="415" y="83"/>
                  </a:cubicBezTo>
                  <a:cubicBezTo>
                    <a:pt x="540" y="0"/>
                    <a:pt x="789" y="83"/>
                    <a:pt x="954" y="125"/>
                  </a:cubicBezTo>
                  <a:cubicBezTo>
                    <a:pt x="2240" y="415"/>
                    <a:pt x="3567" y="498"/>
                    <a:pt x="4852" y="705"/>
                  </a:cubicBezTo>
                  <a:cubicBezTo>
                    <a:pt x="6345" y="954"/>
                    <a:pt x="7837" y="830"/>
                    <a:pt x="9330" y="1078"/>
                  </a:cubicBezTo>
                  <a:cubicBezTo>
                    <a:pt x="9703" y="1120"/>
                    <a:pt x="9620" y="1742"/>
                    <a:pt x="9247" y="16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7"/>
            <p:cNvSpPr/>
            <p:nvPr/>
          </p:nvSpPr>
          <p:spPr>
            <a:xfrm rot="702773">
              <a:off x="7946994" y="663519"/>
              <a:ext cx="291406" cy="56608"/>
            </a:xfrm>
            <a:custGeom>
              <a:avLst/>
              <a:gdLst/>
              <a:ahLst/>
              <a:cxnLst/>
              <a:rect l="l" t="t" r="r" b="b"/>
              <a:pathLst>
                <a:path w="11320" h="2199" extrusionOk="0">
                  <a:moveTo>
                    <a:pt x="208" y="2157"/>
                  </a:moveTo>
                  <a:cubicBezTo>
                    <a:pt x="0" y="1991"/>
                    <a:pt x="83" y="1618"/>
                    <a:pt x="374" y="1618"/>
                  </a:cubicBezTo>
                  <a:cubicBezTo>
                    <a:pt x="747" y="1576"/>
                    <a:pt x="1120" y="1493"/>
                    <a:pt x="1493" y="1452"/>
                  </a:cubicBezTo>
                  <a:cubicBezTo>
                    <a:pt x="3276" y="1079"/>
                    <a:pt x="5059" y="871"/>
                    <a:pt x="6842" y="581"/>
                  </a:cubicBezTo>
                  <a:cubicBezTo>
                    <a:pt x="8168" y="332"/>
                    <a:pt x="9495" y="166"/>
                    <a:pt x="10822" y="42"/>
                  </a:cubicBezTo>
                  <a:cubicBezTo>
                    <a:pt x="11237" y="1"/>
                    <a:pt x="11320" y="581"/>
                    <a:pt x="10905" y="664"/>
                  </a:cubicBezTo>
                  <a:cubicBezTo>
                    <a:pt x="8334" y="913"/>
                    <a:pt x="5805" y="1369"/>
                    <a:pt x="3276" y="1742"/>
                  </a:cubicBezTo>
                  <a:cubicBezTo>
                    <a:pt x="2654" y="1825"/>
                    <a:pt x="2032" y="1949"/>
                    <a:pt x="1452" y="2074"/>
                  </a:cubicBezTo>
                  <a:cubicBezTo>
                    <a:pt x="1120" y="2115"/>
                    <a:pt x="747" y="2198"/>
                    <a:pt x="415" y="2198"/>
                  </a:cubicBezTo>
                  <a:cubicBezTo>
                    <a:pt x="332" y="2198"/>
                    <a:pt x="249" y="2198"/>
                    <a:pt x="208" y="21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7"/>
            <p:cNvSpPr/>
            <p:nvPr/>
          </p:nvSpPr>
          <p:spPr>
            <a:xfrm rot="702773">
              <a:off x="8195558" y="475182"/>
              <a:ext cx="291432" cy="254054"/>
            </a:xfrm>
            <a:custGeom>
              <a:avLst/>
              <a:gdLst/>
              <a:ahLst/>
              <a:cxnLst/>
              <a:rect l="l" t="t" r="r" b="b"/>
              <a:pathLst>
                <a:path w="11321" h="9869" extrusionOk="0">
                  <a:moveTo>
                    <a:pt x="1825" y="9661"/>
                  </a:moveTo>
                  <a:cubicBezTo>
                    <a:pt x="1742" y="9619"/>
                    <a:pt x="1659" y="9495"/>
                    <a:pt x="1618" y="9412"/>
                  </a:cubicBezTo>
                  <a:cubicBezTo>
                    <a:pt x="1203" y="8749"/>
                    <a:pt x="789" y="8044"/>
                    <a:pt x="498" y="7297"/>
                  </a:cubicBezTo>
                  <a:cubicBezTo>
                    <a:pt x="125" y="5888"/>
                    <a:pt x="1" y="4312"/>
                    <a:pt x="664" y="2985"/>
                  </a:cubicBezTo>
                  <a:cubicBezTo>
                    <a:pt x="1120" y="2073"/>
                    <a:pt x="1742" y="1244"/>
                    <a:pt x="2572" y="746"/>
                  </a:cubicBezTo>
                  <a:cubicBezTo>
                    <a:pt x="3442" y="249"/>
                    <a:pt x="4437" y="41"/>
                    <a:pt x="5432" y="0"/>
                  </a:cubicBezTo>
                  <a:cubicBezTo>
                    <a:pt x="5764" y="0"/>
                    <a:pt x="6137" y="41"/>
                    <a:pt x="6428" y="124"/>
                  </a:cubicBezTo>
                  <a:cubicBezTo>
                    <a:pt x="7091" y="249"/>
                    <a:pt x="7754" y="415"/>
                    <a:pt x="8335" y="705"/>
                  </a:cubicBezTo>
                  <a:cubicBezTo>
                    <a:pt x="10491" y="1866"/>
                    <a:pt x="11320" y="4436"/>
                    <a:pt x="10740" y="6758"/>
                  </a:cubicBezTo>
                  <a:cubicBezTo>
                    <a:pt x="10574" y="7546"/>
                    <a:pt x="10159" y="8251"/>
                    <a:pt x="9703" y="8873"/>
                  </a:cubicBezTo>
                  <a:cubicBezTo>
                    <a:pt x="9620" y="8997"/>
                    <a:pt x="9413" y="8997"/>
                    <a:pt x="9288" y="8914"/>
                  </a:cubicBezTo>
                  <a:cubicBezTo>
                    <a:pt x="9123" y="8790"/>
                    <a:pt x="9164" y="8541"/>
                    <a:pt x="9288" y="8417"/>
                  </a:cubicBezTo>
                  <a:cubicBezTo>
                    <a:pt x="10740" y="6427"/>
                    <a:pt x="10657" y="3358"/>
                    <a:pt x="8708" y="1700"/>
                  </a:cubicBezTo>
                  <a:cubicBezTo>
                    <a:pt x="8086" y="1120"/>
                    <a:pt x="7257" y="912"/>
                    <a:pt x="6469" y="746"/>
                  </a:cubicBezTo>
                  <a:cubicBezTo>
                    <a:pt x="6096" y="663"/>
                    <a:pt x="5764" y="622"/>
                    <a:pt x="5391" y="622"/>
                  </a:cubicBezTo>
                  <a:cubicBezTo>
                    <a:pt x="4437" y="705"/>
                    <a:pt x="3359" y="912"/>
                    <a:pt x="2572" y="1493"/>
                  </a:cubicBezTo>
                  <a:cubicBezTo>
                    <a:pt x="1411" y="2488"/>
                    <a:pt x="706" y="3980"/>
                    <a:pt x="830" y="5473"/>
                  </a:cubicBezTo>
                  <a:cubicBezTo>
                    <a:pt x="830" y="6883"/>
                    <a:pt x="1411" y="7961"/>
                    <a:pt x="2157" y="9122"/>
                  </a:cubicBezTo>
                  <a:cubicBezTo>
                    <a:pt x="2489" y="9370"/>
                    <a:pt x="2240" y="9868"/>
                    <a:pt x="1825" y="96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7"/>
            <p:cNvSpPr/>
            <p:nvPr/>
          </p:nvSpPr>
          <p:spPr>
            <a:xfrm rot="702773">
              <a:off x="8033154" y="876911"/>
              <a:ext cx="91798" cy="502753"/>
            </a:xfrm>
            <a:custGeom>
              <a:avLst/>
              <a:gdLst/>
              <a:ahLst/>
              <a:cxnLst/>
              <a:rect l="l" t="t" r="r" b="b"/>
              <a:pathLst>
                <a:path w="3566" h="19530" extrusionOk="0">
                  <a:moveTo>
                    <a:pt x="290" y="19488"/>
                  </a:moveTo>
                  <a:cubicBezTo>
                    <a:pt x="125" y="19488"/>
                    <a:pt x="0" y="19322"/>
                    <a:pt x="42" y="19156"/>
                  </a:cubicBezTo>
                  <a:cubicBezTo>
                    <a:pt x="125" y="18534"/>
                    <a:pt x="249" y="17953"/>
                    <a:pt x="373" y="17373"/>
                  </a:cubicBezTo>
                  <a:cubicBezTo>
                    <a:pt x="788" y="15466"/>
                    <a:pt x="912" y="13476"/>
                    <a:pt x="1244" y="11568"/>
                  </a:cubicBezTo>
                  <a:cubicBezTo>
                    <a:pt x="1742" y="8417"/>
                    <a:pt x="2239" y="5266"/>
                    <a:pt x="2654" y="2073"/>
                  </a:cubicBezTo>
                  <a:cubicBezTo>
                    <a:pt x="2737" y="1534"/>
                    <a:pt x="2778" y="995"/>
                    <a:pt x="2861" y="456"/>
                  </a:cubicBezTo>
                  <a:cubicBezTo>
                    <a:pt x="2820" y="249"/>
                    <a:pt x="2903" y="0"/>
                    <a:pt x="3151" y="0"/>
                  </a:cubicBezTo>
                  <a:cubicBezTo>
                    <a:pt x="3566" y="42"/>
                    <a:pt x="3442" y="498"/>
                    <a:pt x="3442" y="788"/>
                  </a:cubicBezTo>
                  <a:cubicBezTo>
                    <a:pt x="3359" y="1286"/>
                    <a:pt x="3317" y="1742"/>
                    <a:pt x="3276" y="2239"/>
                  </a:cubicBezTo>
                  <a:cubicBezTo>
                    <a:pt x="3027" y="4188"/>
                    <a:pt x="2695" y="6137"/>
                    <a:pt x="2405" y="8085"/>
                  </a:cubicBezTo>
                  <a:cubicBezTo>
                    <a:pt x="2198" y="9412"/>
                    <a:pt x="1990" y="10739"/>
                    <a:pt x="1783" y="12024"/>
                  </a:cubicBezTo>
                  <a:cubicBezTo>
                    <a:pt x="1493" y="13890"/>
                    <a:pt x="1327" y="15797"/>
                    <a:pt x="954" y="17622"/>
                  </a:cubicBezTo>
                  <a:cubicBezTo>
                    <a:pt x="829" y="18161"/>
                    <a:pt x="747" y="18700"/>
                    <a:pt x="622" y="19239"/>
                  </a:cubicBezTo>
                  <a:cubicBezTo>
                    <a:pt x="622" y="19405"/>
                    <a:pt x="456" y="19529"/>
                    <a:pt x="290" y="195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7"/>
            <p:cNvSpPr/>
            <p:nvPr/>
          </p:nvSpPr>
          <p:spPr>
            <a:xfrm rot="702773">
              <a:off x="7983007" y="1368627"/>
              <a:ext cx="179349" cy="22448"/>
            </a:xfrm>
            <a:custGeom>
              <a:avLst/>
              <a:gdLst/>
              <a:ahLst/>
              <a:cxnLst/>
              <a:rect l="l" t="t" r="r" b="b"/>
              <a:pathLst>
                <a:path w="6967" h="872" extrusionOk="0">
                  <a:moveTo>
                    <a:pt x="3774" y="830"/>
                  </a:moveTo>
                  <a:cubicBezTo>
                    <a:pt x="2986" y="788"/>
                    <a:pt x="2240" y="788"/>
                    <a:pt x="1452" y="788"/>
                  </a:cubicBezTo>
                  <a:cubicBezTo>
                    <a:pt x="1120" y="788"/>
                    <a:pt x="830" y="747"/>
                    <a:pt x="498" y="747"/>
                  </a:cubicBezTo>
                  <a:cubicBezTo>
                    <a:pt x="374" y="705"/>
                    <a:pt x="291" y="705"/>
                    <a:pt x="208" y="622"/>
                  </a:cubicBezTo>
                  <a:cubicBezTo>
                    <a:pt x="1" y="374"/>
                    <a:pt x="249" y="1"/>
                    <a:pt x="581" y="125"/>
                  </a:cubicBezTo>
                  <a:cubicBezTo>
                    <a:pt x="1203" y="166"/>
                    <a:pt x="1825" y="166"/>
                    <a:pt x="2488" y="166"/>
                  </a:cubicBezTo>
                  <a:cubicBezTo>
                    <a:pt x="3815" y="208"/>
                    <a:pt x="5183" y="249"/>
                    <a:pt x="6552" y="166"/>
                  </a:cubicBezTo>
                  <a:cubicBezTo>
                    <a:pt x="6966" y="208"/>
                    <a:pt x="6966" y="788"/>
                    <a:pt x="6552" y="788"/>
                  </a:cubicBezTo>
                  <a:cubicBezTo>
                    <a:pt x="5598" y="830"/>
                    <a:pt x="4686" y="871"/>
                    <a:pt x="3774" y="8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7"/>
            <p:cNvSpPr/>
            <p:nvPr/>
          </p:nvSpPr>
          <p:spPr>
            <a:xfrm rot="702773">
              <a:off x="8167320" y="1141988"/>
              <a:ext cx="121711" cy="279668"/>
            </a:xfrm>
            <a:custGeom>
              <a:avLst/>
              <a:gdLst/>
              <a:ahLst/>
              <a:cxnLst/>
              <a:rect l="l" t="t" r="r" b="b"/>
              <a:pathLst>
                <a:path w="4728" h="10864" extrusionOk="0">
                  <a:moveTo>
                    <a:pt x="208" y="10781"/>
                  </a:moveTo>
                  <a:cubicBezTo>
                    <a:pt x="42" y="10739"/>
                    <a:pt x="0" y="10532"/>
                    <a:pt x="42" y="10366"/>
                  </a:cubicBezTo>
                  <a:cubicBezTo>
                    <a:pt x="249" y="9827"/>
                    <a:pt x="498" y="9288"/>
                    <a:pt x="705" y="8749"/>
                  </a:cubicBezTo>
                  <a:cubicBezTo>
                    <a:pt x="954" y="8169"/>
                    <a:pt x="1161" y="7547"/>
                    <a:pt x="1410" y="6925"/>
                  </a:cubicBezTo>
                  <a:cubicBezTo>
                    <a:pt x="2281" y="4769"/>
                    <a:pt x="3110" y="2571"/>
                    <a:pt x="3981" y="374"/>
                  </a:cubicBezTo>
                  <a:cubicBezTo>
                    <a:pt x="4147" y="1"/>
                    <a:pt x="4727" y="249"/>
                    <a:pt x="4561" y="623"/>
                  </a:cubicBezTo>
                  <a:cubicBezTo>
                    <a:pt x="4105" y="1825"/>
                    <a:pt x="3608" y="3027"/>
                    <a:pt x="3110" y="4271"/>
                  </a:cubicBezTo>
                  <a:cubicBezTo>
                    <a:pt x="2322" y="6386"/>
                    <a:pt x="1452" y="8500"/>
                    <a:pt x="622" y="10656"/>
                  </a:cubicBezTo>
                  <a:cubicBezTo>
                    <a:pt x="539" y="10781"/>
                    <a:pt x="374" y="10864"/>
                    <a:pt x="208" y="107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7"/>
            <p:cNvSpPr/>
            <p:nvPr/>
          </p:nvSpPr>
          <p:spPr>
            <a:xfrm rot="702773">
              <a:off x="8273605" y="1167654"/>
              <a:ext cx="148380" cy="257246"/>
            </a:xfrm>
            <a:custGeom>
              <a:avLst/>
              <a:gdLst/>
              <a:ahLst/>
              <a:cxnLst/>
              <a:rect l="l" t="t" r="r" b="b"/>
              <a:pathLst>
                <a:path w="5764" h="9993" extrusionOk="0">
                  <a:moveTo>
                    <a:pt x="5018" y="9661"/>
                  </a:moveTo>
                  <a:cubicBezTo>
                    <a:pt x="4437" y="8541"/>
                    <a:pt x="3857" y="7463"/>
                    <a:pt x="3235" y="6385"/>
                  </a:cubicBezTo>
                  <a:cubicBezTo>
                    <a:pt x="2364" y="4810"/>
                    <a:pt x="1576" y="3193"/>
                    <a:pt x="706" y="1617"/>
                  </a:cubicBezTo>
                  <a:cubicBezTo>
                    <a:pt x="498" y="1285"/>
                    <a:pt x="291" y="995"/>
                    <a:pt x="125" y="663"/>
                  </a:cubicBezTo>
                  <a:cubicBezTo>
                    <a:pt x="84" y="581"/>
                    <a:pt x="1" y="456"/>
                    <a:pt x="42" y="332"/>
                  </a:cubicBezTo>
                  <a:cubicBezTo>
                    <a:pt x="167" y="0"/>
                    <a:pt x="664" y="83"/>
                    <a:pt x="664" y="415"/>
                  </a:cubicBezTo>
                  <a:cubicBezTo>
                    <a:pt x="664" y="373"/>
                    <a:pt x="664" y="332"/>
                    <a:pt x="623" y="290"/>
                  </a:cubicBezTo>
                  <a:cubicBezTo>
                    <a:pt x="1659" y="1949"/>
                    <a:pt x="2488" y="3690"/>
                    <a:pt x="3442" y="5432"/>
                  </a:cubicBezTo>
                  <a:cubicBezTo>
                    <a:pt x="4147" y="6717"/>
                    <a:pt x="4893" y="8044"/>
                    <a:pt x="5557" y="9371"/>
                  </a:cubicBezTo>
                  <a:cubicBezTo>
                    <a:pt x="5764" y="9702"/>
                    <a:pt x="5225" y="9992"/>
                    <a:pt x="5018" y="96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7"/>
            <p:cNvSpPr/>
            <p:nvPr/>
          </p:nvSpPr>
          <p:spPr>
            <a:xfrm rot="702773">
              <a:off x="8419267" y="921583"/>
              <a:ext cx="183622" cy="483523"/>
            </a:xfrm>
            <a:custGeom>
              <a:avLst/>
              <a:gdLst/>
              <a:ahLst/>
              <a:cxnLst/>
              <a:rect l="l" t="t" r="r" b="b"/>
              <a:pathLst>
                <a:path w="7133" h="18783" extrusionOk="0">
                  <a:moveTo>
                    <a:pt x="6427" y="18368"/>
                  </a:moveTo>
                  <a:cubicBezTo>
                    <a:pt x="5225" y="14761"/>
                    <a:pt x="3981" y="11154"/>
                    <a:pt x="2696" y="7546"/>
                  </a:cubicBezTo>
                  <a:cubicBezTo>
                    <a:pt x="1825" y="5225"/>
                    <a:pt x="1079" y="2820"/>
                    <a:pt x="84" y="581"/>
                  </a:cubicBezTo>
                  <a:cubicBezTo>
                    <a:pt x="1" y="415"/>
                    <a:pt x="42" y="249"/>
                    <a:pt x="208" y="166"/>
                  </a:cubicBezTo>
                  <a:cubicBezTo>
                    <a:pt x="540" y="0"/>
                    <a:pt x="664" y="374"/>
                    <a:pt x="788" y="622"/>
                  </a:cubicBezTo>
                  <a:cubicBezTo>
                    <a:pt x="1783" y="2903"/>
                    <a:pt x="2530" y="5266"/>
                    <a:pt x="3359" y="7588"/>
                  </a:cubicBezTo>
                  <a:cubicBezTo>
                    <a:pt x="4022" y="9412"/>
                    <a:pt x="4686" y="11278"/>
                    <a:pt x="5308" y="13144"/>
                  </a:cubicBezTo>
                  <a:cubicBezTo>
                    <a:pt x="5888" y="14802"/>
                    <a:pt x="6510" y="16461"/>
                    <a:pt x="7008" y="18161"/>
                  </a:cubicBezTo>
                  <a:cubicBezTo>
                    <a:pt x="7132" y="18534"/>
                    <a:pt x="6593" y="18783"/>
                    <a:pt x="6427" y="183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7"/>
            <p:cNvSpPr/>
            <p:nvPr/>
          </p:nvSpPr>
          <p:spPr>
            <a:xfrm rot="702773">
              <a:off x="8386188" y="1374031"/>
              <a:ext cx="155846" cy="73675"/>
            </a:xfrm>
            <a:custGeom>
              <a:avLst/>
              <a:gdLst/>
              <a:ahLst/>
              <a:cxnLst/>
              <a:rect l="l" t="t" r="r" b="b"/>
              <a:pathLst>
                <a:path w="6054" h="2862" extrusionOk="0">
                  <a:moveTo>
                    <a:pt x="83" y="2654"/>
                  </a:moveTo>
                  <a:cubicBezTo>
                    <a:pt x="0" y="2529"/>
                    <a:pt x="83" y="2322"/>
                    <a:pt x="208" y="2239"/>
                  </a:cubicBezTo>
                  <a:cubicBezTo>
                    <a:pt x="291" y="2198"/>
                    <a:pt x="457" y="2198"/>
                    <a:pt x="498" y="2156"/>
                  </a:cubicBezTo>
                  <a:cubicBezTo>
                    <a:pt x="1410" y="1866"/>
                    <a:pt x="2322" y="1576"/>
                    <a:pt x="3235" y="1203"/>
                  </a:cubicBezTo>
                  <a:cubicBezTo>
                    <a:pt x="3774" y="995"/>
                    <a:pt x="4354" y="829"/>
                    <a:pt x="4893" y="581"/>
                  </a:cubicBezTo>
                  <a:cubicBezTo>
                    <a:pt x="5225" y="498"/>
                    <a:pt x="5805" y="0"/>
                    <a:pt x="6012" y="498"/>
                  </a:cubicBezTo>
                  <a:cubicBezTo>
                    <a:pt x="6054" y="622"/>
                    <a:pt x="5971" y="829"/>
                    <a:pt x="5805" y="871"/>
                  </a:cubicBezTo>
                  <a:cubicBezTo>
                    <a:pt x="4022" y="1576"/>
                    <a:pt x="2239" y="2281"/>
                    <a:pt x="415" y="2820"/>
                  </a:cubicBezTo>
                  <a:cubicBezTo>
                    <a:pt x="457" y="2820"/>
                    <a:pt x="457" y="2820"/>
                    <a:pt x="457" y="2820"/>
                  </a:cubicBezTo>
                  <a:lnTo>
                    <a:pt x="498" y="2820"/>
                  </a:lnTo>
                  <a:cubicBezTo>
                    <a:pt x="332" y="2861"/>
                    <a:pt x="166" y="2820"/>
                    <a:pt x="83" y="26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7"/>
            <p:cNvSpPr/>
            <p:nvPr/>
          </p:nvSpPr>
          <p:spPr>
            <a:xfrm rot="702773">
              <a:off x="8480307" y="825089"/>
              <a:ext cx="156927" cy="116382"/>
            </a:xfrm>
            <a:custGeom>
              <a:avLst/>
              <a:gdLst/>
              <a:ahLst/>
              <a:cxnLst/>
              <a:rect l="l" t="t" r="r" b="b"/>
              <a:pathLst>
                <a:path w="6096" h="4521" extrusionOk="0">
                  <a:moveTo>
                    <a:pt x="291" y="4520"/>
                  </a:moveTo>
                  <a:cubicBezTo>
                    <a:pt x="125" y="4520"/>
                    <a:pt x="1" y="4354"/>
                    <a:pt x="42" y="4189"/>
                  </a:cubicBezTo>
                  <a:cubicBezTo>
                    <a:pt x="84" y="3981"/>
                    <a:pt x="291" y="3857"/>
                    <a:pt x="457" y="3774"/>
                  </a:cubicBezTo>
                  <a:cubicBezTo>
                    <a:pt x="664" y="3608"/>
                    <a:pt x="872" y="3484"/>
                    <a:pt x="1079" y="3359"/>
                  </a:cubicBezTo>
                  <a:cubicBezTo>
                    <a:pt x="1618" y="2945"/>
                    <a:pt x="2198" y="2572"/>
                    <a:pt x="2696" y="2115"/>
                  </a:cubicBezTo>
                  <a:cubicBezTo>
                    <a:pt x="3359" y="1618"/>
                    <a:pt x="4023" y="1120"/>
                    <a:pt x="4728" y="664"/>
                  </a:cubicBezTo>
                  <a:cubicBezTo>
                    <a:pt x="5018" y="457"/>
                    <a:pt x="5308" y="250"/>
                    <a:pt x="5598" y="84"/>
                  </a:cubicBezTo>
                  <a:cubicBezTo>
                    <a:pt x="5723" y="1"/>
                    <a:pt x="5930" y="42"/>
                    <a:pt x="6013" y="208"/>
                  </a:cubicBezTo>
                  <a:cubicBezTo>
                    <a:pt x="6096" y="333"/>
                    <a:pt x="6054" y="540"/>
                    <a:pt x="5889" y="623"/>
                  </a:cubicBezTo>
                  <a:cubicBezTo>
                    <a:pt x="4976" y="1203"/>
                    <a:pt x="4106" y="1825"/>
                    <a:pt x="3235" y="2489"/>
                  </a:cubicBezTo>
                  <a:cubicBezTo>
                    <a:pt x="2655" y="2986"/>
                    <a:pt x="2033" y="3442"/>
                    <a:pt x="1411" y="3857"/>
                  </a:cubicBezTo>
                  <a:cubicBezTo>
                    <a:pt x="1120" y="4023"/>
                    <a:pt x="872" y="4230"/>
                    <a:pt x="581" y="4437"/>
                  </a:cubicBezTo>
                  <a:cubicBezTo>
                    <a:pt x="499" y="4479"/>
                    <a:pt x="416" y="4520"/>
                    <a:pt x="333" y="45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7"/>
            <p:cNvSpPr/>
            <p:nvPr/>
          </p:nvSpPr>
          <p:spPr>
            <a:xfrm rot="702773">
              <a:off x="8406106" y="689427"/>
              <a:ext cx="232713" cy="59800"/>
            </a:xfrm>
            <a:custGeom>
              <a:avLst/>
              <a:gdLst/>
              <a:ahLst/>
              <a:cxnLst/>
              <a:rect l="l" t="t" r="r" b="b"/>
              <a:pathLst>
                <a:path w="9040" h="2323" extrusionOk="0">
                  <a:moveTo>
                    <a:pt x="42" y="2032"/>
                  </a:moveTo>
                  <a:cubicBezTo>
                    <a:pt x="1" y="1867"/>
                    <a:pt x="125" y="1701"/>
                    <a:pt x="291" y="1701"/>
                  </a:cubicBezTo>
                  <a:cubicBezTo>
                    <a:pt x="540" y="1618"/>
                    <a:pt x="830" y="1535"/>
                    <a:pt x="1120" y="1493"/>
                  </a:cubicBezTo>
                  <a:cubicBezTo>
                    <a:pt x="2074" y="1286"/>
                    <a:pt x="3028" y="1079"/>
                    <a:pt x="4023" y="913"/>
                  </a:cubicBezTo>
                  <a:cubicBezTo>
                    <a:pt x="5598" y="664"/>
                    <a:pt x="7132" y="291"/>
                    <a:pt x="8666" y="42"/>
                  </a:cubicBezTo>
                  <a:cubicBezTo>
                    <a:pt x="8832" y="1"/>
                    <a:pt x="8998" y="125"/>
                    <a:pt x="9040" y="291"/>
                  </a:cubicBezTo>
                  <a:cubicBezTo>
                    <a:pt x="9040" y="457"/>
                    <a:pt x="8915" y="623"/>
                    <a:pt x="8749" y="623"/>
                  </a:cubicBezTo>
                  <a:cubicBezTo>
                    <a:pt x="8293" y="706"/>
                    <a:pt x="7837" y="789"/>
                    <a:pt x="7381" y="913"/>
                  </a:cubicBezTo>
                  <a:cubicBezTo>
                    <a:pt x="6510" y="1079"/>
                    <a:pt x="5681" y="1245"/>
                    <a:pt x="4810" y="1411"/>
                  </a:cubicBezTo>
                  <a:cubicBezTo>
                    <a:pt x="3649" y="1576"/>
                    <a:pt x="2488" y="1825"/>
                    <a:pt x="1328" y="2074"/>
                  </a:cubicBezTo>
                  <a:cubicBezTo>
                    <a:pt x="996" y="2115"/>
                    <a:pt x="706" y="2198"/>
                    <a:pt x="374" y="2281"/>
                  </a:cubicBezTo>
                  <a:cubicBezTo>
                    <a:pt x="250" y="2323"/>
                    <a:pt x="84" y="2198"/>
                    <a:pt x="42" y="20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7"/>
            <p:cNvSpPr/>
            <p:nvPr/>
          </p:nvSpPr>
          <p:spPr>
            <a:xfrm rot="702773">
              <a:off x="8618313" y="714367"/>
              <a:ext cx="40570" cy="140915"/>
            </a:xfrm>
            <a:custGeom>
              <a:avLst/>
              <a:gdLst/>
              <a:ahLst/>
              <a:cxnLst/>
              <a:rect l="l" t="t" r="r" b="b"/>
              <a:pathLst>
                <a:path w="1576" h="5474" extrusionOk="0">
                  <a:moveTo>
                    <a:pt x="871" y="5059"/>
                  </a:moveTo>
                  <a:cubicBezTo>
                    <a:pt x="581" y="3857"/>
                    <a:pt x="456" y="2613"/>
                    <a:pt x="291" y="1369"/>
                  </a:cubicBezTo>
                  <a:cubicBezTo>
                    <a:pt x="249" y="1120"/>
                    <a:pt x="208" y="872"/>
                    <a:pt x="125" y="623"/>
                  </a:cubicBezTo>
                  <a:cubicBezTo>
                    <a:pt x="42" y="415"/>
                    <a:pt x="0" y="167"/>
                    <a:pt x="291" y="84"/>
                  </a:cubicBezTo>
                  <a:cubicBezTo>
                    <a:pt x="622" y="1"/>
                    <a:pt x="705" y="374"/>
                    <a:pt x="747" y="623"/>
                  </a:cubicBezTo>
                  <a:cubicBezTo>
                    <a:pt x="995" y="1701"/>
                    <a:pt x="1078" y="2779"/>
                    <a:pt x="1244" y="3898"/>
                  </a:cubicBezTo>
                  <a:cubicBezTo>
                    <a:pt x="1327" y="4230"/>
                    <a:pt x="1369" y="4562"/>
                    <a:pt x="1452" y="4893"/>
                  </a:cubicBezTo>
                  <a:cubicBezTo>
                    <a:pt x="1576" y="5308"/>
                    <a:pt x="995" y="5474"/>
                    <a:pt x="871" y="50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7"/>
            <p:cNvSpPr/>
            <p:nvPr/>
          </p:nvSpPr>
          <p:spPr>
            <a:xfrm rot="702773">
              <a:off x="7577391" y="393129"/>
              <a:ext cx="36323" cy="414147"/>
            </a:xfrm>
            <a:custGeom>
              <a:avLst/>
              <a:gdLst/>
              <a:ahLst/>
              <a:cxnLst/>
              <a:rect l="l" t="t" r="r" b="b"/>
              <a:pathLst>
                <a:path w="1411" h="16088" extrusionOk="0">
                  <a:moveTo>
                    <a:pt x="872" y="15922"/>
                  </a:moveTo>
                  <a:cubicBezTo>
                    <a:pt x="830" y="15839"/>
                    <a:pt x="789" y="15756"/>
                    <a:pt x="789" y="15673"/>
                  </a:cubicBezTo>
                  <a:cubicBezTo>
                    <a:pt x="706" y="14346"/>
                    <a:pt x="623" y="12978"/>
                    <a:pt x="540" y="11609"/>
                  </a:cubicBezTo>
                  <a:cubicBezTo>
                    <a:pt x="374" y="7878"/>
                    <a:pt x="415" y="4105"/>
                    <a:pt x="1" y="415"/>
                  </a:cubicBezTo>
                  <a:cubicBezTo>
                    <a:pt x="42" y="0"/>
                    <a:pt x="623" y="0"/>
                    <a:pt x="623" y="415"/>
                  </a:cubicBezTo>
                  <a:cubicBezTo>
                    <a:pt x="789" y="1741"/>
                    <a:pt x="872" y="3068"/>
                    <a:pt x="913" y="4395"/>
                  </a:cubicBezTo>
                  <a:cubicBezTo>
                    <a:pt x="1037" y="8168"/>
                    <a:pt x="1120" y="11941"/>
                    <a:pt x="1411" y="15673"/>
                  </a:cubicBezTo>
                  <a:cubicBezTo>
                    <a:pt x="1411" y="15963"/>
                    <a:pt x="1037" y="16087"/>
                    <a:pt x="872" y="159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7"/>
            <p:cNvSpPr/>
            <p:nvPr/>
          </p:nvSpPr>
          <p:spPr>
            <a:xfrm rot="702773">
              <a:off x="7524195" y="844843"/>
              <a:ext cx="25640" cy="264737"/>
            </a:xfrm>
            <a:custGeom>
              <a:avLst/>
              <a:gdLst/>
              <a:ahLst/>
              <a:cxnLst/>
              <a:rect l="l" t="t" r="r" b="b"/>
              <a:pathLst>
                <a:path w="996" h="10284" extrusionOk="0">
                  <a:moveTo>
                    <a:pt x="374" y="9951"/>
                  </a:moveTo>
                  <a:cubicBezTo>
                    <a:pt x="208" y="8003"/>
                    <a:pt x="166" y="6095"/>
                    <a:pt x="83" y="4147"/>
                  </a:cubicBezTo>
                  <a:cubicBezTo>
                    <a:pt x="83" y="3525"/>
                    <a:pt x="42" y="2903"/>
                    <a:pt x="42" y="2281"/>
                  </a:cubicBezTo>
                  <a:cubicBezTo>
                    <a:pt x="42" y="1659"/>
                    <a:pt x="0" y="1037"/>
                    <a:pt x="42" y="415"/>
                  </a:cubicBezTo>
                  <a:cubicBezTo>
                    <a:pt x="42" y="332"/>
                    <a:pt x="83" y="249"/>
                    <a:pt x="125" y="208"/>
                  </a:cubicBezTo>
                  <a:cubicBezTo>
                    <a:pt x="332" y="0"/>
                    <a:pt x="705" y="166"/>
                    <a:pt x="664" y="415"/>
                  </a:cubicBezTo>
                  <a:cubicBezTo>
                    <a:pt x="581" y="1742"/>
                    <a:pt x="664" y="3027"/>
                    <a:pt x="705" y="4313"/>
                  </a:cubicBezTo>
                  <a:cubicBezTo>
                    <a:pt x="788" y="5598"/>
                    <a:pt x="788" y="6842"/>
                    <a:pt x="871" y="8086"/>
                  </a:cubicBezTo>
                  <a:cubicBezTo>
                    <a:pt x="913" y="8708"/>
                    <a:pt x="913" y="9288"/>
                    <a:pt x="996" y="9868"/>
                  </a:cubicBezTo>
                  <a:cubicBezTo>
                    <a:pt x="996" y="9951"/>
                    <a:pt x="954" y="10034"/>
                    <a:pt x="913" y="10076"/>
                  </a:cubicBezTo>
                  <a:cubicBezTo>
                    <a:pt x="788" y="10283"/>
                    <a:pt x="374" y="10200"/>
                    <a:pt x="374" y="99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7"/>
            <p:cNvSpPr/>
            <p:nvPr/>
          </p:nvSpPr>
          <p:spPr>
            <a:xfrm rot="702773">
              <a:off x="8267499" y="489443"/>
              <a:ext cx="116382" cy="670311"/>
            </a:xfrm>
            <a:custGeom>
              <a:avLst/>
              <a:gdLst/>
              <a:ahLst/>
              <a:cxnLst/>
              <a:rect l="l" t="t" r="r" b="b"/>
              <a:pathLst>
                <a:path w="4521" h="26039" extrusionOk="0">
                  <a:moveTo>
                    <a:pt x="3857" y="25624"/>
                  </a:moveTo>
                  <a:cubicBezTo>
                    <a:pt x="3276" y="22390"/>
                    <a:pt x="2903" y="19115"/>
                    <a:pt x="2406" y="15839"/>
                  </a:cubicBezTo>
                  <a:cubicBezTo>
                    <a:pt x="1784" y="10739"/>
                    <a:pt x="1120" y="5598"/>
                    <a:pt x="84" y="540"/>
                  </a:cubicBezTo>
                  <a:cubicBezTo>
                    <a:pt x="1" y="166"/>
                    <a:pt x="581" y="1"/>
                    <a:pt x="706" y="374"/>
                  </a:cubicBezTo>
                  <a:cubicBezTo>
                    <a:pt x="1452" y="4271"/>
                    <a:pt x="2074" y="8210"/>
                    <a:pt x="2571" y="12108"/>
                  </a:cubicBezTo>
                  <a:cubicBezTo>
                    <a:pt x="2862" y="14761"/>
                    <a:pt x="3318" y="17415"/>
                    <a:pt x="3649" y="20068"/>
                  </a:cubicBezTo>
                  <a:cubicBezTo>
                    <a:pt x="3857" y="21893"/>
                    <a:pt x="4147" y="23717"/>
                    <a:pt x="4479" y="25541"/>
                  </a:cubicBezTo>
                  <a:cubicBezTo>
                    <a:pt x="4520" y="25956"/>
                    <a:pt x="3940" y="26039"/>
                    <a:pt x="3857" y="256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8" name="Google Shape;1518;p37"/>
          <p:cNvGrpSpPr/>
          <p:nvPr/>
        </p:nvGrpSpPr>
        <p:grpSpPr>
          <a:xfrm>
            <a:off x="370416" y="3596624"/>
            <a:ext cx="1866903" cy="1362972"/>
            <a:chOff x="471266" y="3684874"/>
            <a:chExt cx="1866903" cy="1362972"/>
          </a:xfrm>
        </p:grpSpPr>
        <p:sp>
          <p:nvSpPr>
            <p:cNvPr id="1519" name="Google Shape;1519;p37"/>
            <p:cNvSpPr/>
            <p:nvPr/>
          </p:nvSpPr>
          <p:spPr>
            <a:xfrm rot="-739910">
              <a:off x="573228" y="3929974"/>
              <a:ext cx="836117" cy="1040592"/>
            </a:xfrm>
            <a:custGeom>
              <a:avLst/>
              <a:gdLst/>
              <a:ahLst/>
              <a:cxnLst/>
              <a:rect l="l" t="t" r="r" b="b"/>
              <a:pathLst>
                <a:path w="30517" h="37980" extrusionOk="0">
                  <a:moveTo>
                    <a:pt x="2364" y="8169"/>
                  </a:moveTo>
                  <a:cubicBezTo>
                    <a:pt x="2406" y="8252"/>
                    <a:pt x="2447" y="8293"/>
                    <a:pt x="2447" y="8376"/>
                  </a:cubicBezTo>
                  <a:cubicBezTo>
                    <a:pt x="2447" y="8293"/>
                    <a:pt x="2406" y="8252"/>
                    <a:pt x="2364" y="8169"/>
                  </a:cubicBezTo>
                  <a:close/>
                  <a:moveTo>
                    <a:pt x="30351" y="15093"/>
                  </a:moveTo>
                  <a:cubicBezTo>
                    <a:pt x="30475" y="16420"/>
                    <a:pt x="28983" y="16295"/>
                    <a:pt x="28071" y="16295"/>
                  </a:cubicBezTo>
                  <a:lnTo>
                    <a:pt x="28029" y="16295"/>
                  </a:lnTo>
                  <a:cubicBezTo>
                    <a:pt x="27283" y="16461"/>
                    <a:pt x="26578" y="16710"/>
                    <a:pt x="25832" y="16876"/>
                  </a:cubicBezTo>
                  <a:cubicBezTo>
                    <a:pt x="25749" y="16876"/>
                    <a:pt x="25707" y="16876"/>
                    <a:pt x="25624" y="16917"/>
                  </a:cubicBezTo>
                  <a:cubicBezTo>
                    <a:pt x="24919" y="17083"/>
                    <a:pt x="24215" y="17290"/>
                    <a:pt x="23510" y="17456"/>
                  </a:cubicBezTo>
                  <a:lnTo>
                    <a:pt x="23510" y="17456"/>
                  </a:lnTo>
                  <a:cubicBezTo>
                    <a:pt x="23178" y="17539"/>
                    <a:pt x="22846" y="17664"/>
                    <a:pt x="22515" y="17788"/>
                  </a:cubicBezTo>
                  <a:cubicBezTo>
                    <a:pt x="22142" y="17912"/>
                    <a:pt x="21644" y="18203"/>
                    <a:pt x="21229" y="18161"/>
                  </a:cubicBezTo>
                  <a:cubicBezTo>
                    <a:pt x="21395" y="20068"/>
                    <a:pt x="21810" y="21934"/>
                    <a:pt x="22142" y="23841"/>
                  </a:cubicBezTo>
                  <a:cubicBezTo>
                    <a:pt x="22432" y="26288"/>
                    <a:pt x="22681" y="28692"/>
                    <a:pt x="22929" y="31139"/>
                  </a:cubicBezTo>
                  <a:cubicBezTo>
                    <a:pt x="23095" y="32631"/>
                    <a:pt x="23302" y="34124"/>
                    <a:pt x="23427" y="35575"/>
                  </a:cubicBezTo>
                  <a:cubicBezTo>
                    <a:pt x="23468" y="36197"/>
                    <a:pt x="23593" y="36819"/>
                    <a:pt x="23427" y="37400"/>
                  </a:cubicBezTo>
                  <a:cubicBezTo>
                    <a:pt x="23220" y="37939"/>
                    <a:pt x="22515" y="37980"/>
                    <a:pt x="22183" y="37565"/>
                  </a:cubicBezTo>
                  <a:cubicBezTo>
                    <a:pt x="21437" y="37524"/>
                    <a:pt x="20732" y="37897"/>
                    <a:pt x="19944" y="37814"/>
                  </a:cubicBezTo>
                  <a:cubicBezTo>
                    <a:pt x="19032" y="37731"/>
                    <a:pt x="17912" y="37814"/>
                    <a:pt x="17125" y="37151"/>
                  </a:cubicBezTo>
                  <a:cubicBezTo>
                    <a:pt x="16627" y="36653"/>
                    <a:pt x="16503" y="35948"/>
                    <a:pt x="16212" y="35285"/>
                  </a:cubicBezTo>
                  <a:cubicBezTo>
                    <a:pt x="15756" y="34165"/>
                    <a:pt x="15425" y="33046"/>
                    <a:pt x="15093" y="31885"/>
                  </a:cubicBezTo>
                  <a:cubicBezTo>
                    <a:pt x="14720" y="31470"/>
                    <a:pt x="14595" y="30931"/>
                    <a:pt x="14388" y="30434"/>
                  </a:cubicBezTo>
                  <a:cubicBezTo>
                    <a:pt x="14139" y="29812"/>
                    <a:pt x="13849" y="29190"/>
                    <a:pt x="13559" y="28610"/>
                  </a:cubicBezTo>
                  <a:cubicBezTo>
                    <a:pt x="13517" y="28527"/>
                    <a:pt x="13476" y="28444"/>
                    <a:pt x="13434" y="28402"/>
                  </a:cubicBezTo>
                  <a:cubicBezTo>
                    <a:pt x="13186" y="28651"/>
                    <a:pt x="12854" y="28941"/>
                    <a:pt x="12730" y="29231"/>
                  </a:cubicBezTo>
                  <a:cubicBezTo>
                    <a:pt x="11693" y="31014"/>
                    <a:pt x="10159" y="32424"/>
                    <a:pt x="8957" y="34083"/>
                  </a:cubicBezTo>
                  <a:cubicBezTo>
                    <a:pt x="8542" y="34622"/>
                    <a:pt x="8335" y="35451"/>
                    <a:pt x="7713" y="35741"/>
                  </a:cubicBezTo>
                  <a:cubicBezTo>
                    <a:pt x="7505" y="36114"/>
                    <a:pt x="7008" y="36239"/>
                    <a:pt x="6676" y="35990"/>
                  </a:cubicBezTo>
                  <a:cubicBezTo>
                    <a:pt x="6593" y="36031"/>
                    <a:pt x="6469" y="36031"/>
                    <a:pt x="6344" y="36031"/>
                  </a:cubicBezTo>
                  <a:cubicBezTo>
                    <a:pt x="5059" y="35865"/>
                    <a:pt x="996" y="35492"/>
                    <a:pt x="2364" y="33419"/>
                  </a:cubicBezTo>
                  <a:cubicBezTo>
                    <a:pt x="3027" y="31802"/>
                    <a:pt x="3566" y="30102"/>
                    <a:pt x="4271" y="28527"/>
                  </a:cubicBezTo>
                  <a:cubicBezTo>
                    <a:pt x="4354" y="28402"/>
                    <a:pt x="4437" y="28278"/>
                    <a:pt x="4520" y="28195"/>
                  </a:cubicBezTo>
                  <a:cubicBezTo>
                    <a:pt x="5018" y="26329"/>
                    <a:pt x="5640" y="24505"/>
                    <a:pt x="6386" y="22680"/>
                  </a:cubicBezTo>
                  <a:cubicBezTo>
                    <a:pt x="6883" y="21437"/>
                    <a:pt x="7422" y="20234"/>
                    <a:pt x="7961" y="18990"/>
                  </a:cubicBezTo>
                  <a:cubicBezTo>
                    <a:pt x="8003" y="18866"/>
                    <a:pt x="8086" y="18783"/>
                    <a:pt x="8127" y="18742"/>
                  </a:cubicBezTo>
                  <a:cubicBezTo>
                    <a:pt x="8252" y="18244"/>
                    <a:pt x="8335" y="17746"/>
                    <a:pt x="8376" y="17249"/>
                  </a:cubicBezTo>
                  <a:cubicBezTo>
                    <a:pt x="7464" y="16751"/>
                    <a:pt x="6510" y="16295"/>
                    <a:pt x="5640" y="15756"/>
                  </a:cubicBezTo>
                  <a:cubicBezTo>
                    <a:pt x="5101" y="15466"/>
                    <a:pt x="4644" y="15342"/>
                    <a:pt x="4230" y="15051"/>
                  </a:cubicBezTo>
                  <a:cubicBezTo>
                    <a:pt x="4064" y="14927"/>
                    <a:pt x="4023" y="14803"/>
                    <a:pt x="3981" y="14678"/>
                  </a:cubicBezTo>
                  <a:cubicBezTo>
                    <a:pt x="2820" y="14305"/>
                    <a:pt x="1659" y="13973"/>
                    <a:pt x="623" y="13393"/>
                  </a:cubicBezTo>
                  <a:cubicBezTo>
                    <a:pt x="1" y="12978"/>
                    <a:pt x="167" y="12273"/>
                    <a:pt x="374" y="11693"/>
                  </a:cubicBezTo>
                  <a:cubicBezTo>
                    <a:pt x="457" y="10822"/>
                    <a:pt x="415" y="9952"/>
                    <a:pt x="540" y="9039"/>
                  </a:cubicBezTo>
                  <a:cubicBezTo>
                    <a:pt x="581" y="8749"/>
                    <a:pt x="540" y="8376"/>
                    <a:pt x="706" y="8086"/>
                  </a:cubicBezTo>
                  <a:cubicBezTo>
                    <a:pt x="913" y="7713"/>
                    <a:pt x="1410" y="7630"/>
                    <a:pt x="1701" y="7837"/>
                  </a:cubicBezTo>
                  <a:cubicBezTo>
                    <a:pt x="2032" y="7795"/>
                    <a:pt x="2364" y="7878"/>
                    <a:pt x="2613" y="7878"/>
                  </a:cubicBezTo>
                  <a:cubicBezTo>
                    <a:pt x="4105" y="8044"/>
                    <a:pt x="5557" y="8335"/>
                    <a:pt x="7049" y="8376"/>
                  </a:cubicBezTo>
                  <a:cubicBezTo>
                    <a:pt x="8500" y="8459"/>
                    <a:pt x="9910" y="8500"/>
                    <a:pt x="11320" y="8459"/>
                  </a:cubicBezTo>
                  <a:cubicBezTo>
                    <a:pt x="11320" y="8417"/>
                    <a:pt x="11278" y="8335"/>
                    <a:pt x="11237" y="8293"/>
                  </a:cubicBezTo>
                  <a:cubicBezTo>
                    <a:pt x="10822" y="7049"/>
                    <a:pt x="10491" y="5639"/>
                    <a:pt x="10864" y="4354"/>
                  </a:cubicBezTo>
                  <a:cubicBezTo>
                    <a:pt x="11486" y="2240"/>
                    <a:pt x="13352" y="581"/>
                    <a:pt x="15508" y="249"/>
                  </a:cubicBezTo>
                  <a:cubicBezTo>
                    <a:pt x="16876" y="1"/>
                    <a:pt x="18327" y="249"/>
                    <a:pt x="19488" y="954"/>
                  </a:cubicBezTo>
                  <a:cubicBezTo>
                    <a:pt x="20151" y="788"/>
                    <a:pt x="20856" y="1742"/>
                    <a:pt x="21229" y="2240"/>
                  </a:cubicBezTo>
                  <a:cubicBezTo>
                    <a:pt x="21520" y="2779"/>
                    <a:pt x="21603" y="3442"/>
                    <a:pt x="21603" y="4022"/>
                  </a:cubicBezTo>
                  <a:cubicBezTo>
                    <a:pt x="21603" y="4105"/>
                    <a:pt x="21603" y="4188"/>
                    <a:pt x="21603" y="4230"/>
                  </a:cubicBezTo>
                  <a:cubicBezTo>
                    <a:pt x="21851" y="5515"/>
                    <a:pt x="21644" y="6800"/>
                    <a:pt x="20773" y="7961"/>
                  </a:cubicBezTo>
                  <a:cubicBezTo>
                    <a:pt x="20317" y="8583"/>
                    <a:pt x="19737" y="9122"/>
                    <a:pt x="19156" y="9661"/>
                  </a:cubicBezTo>
                  <a:cubicBezTo>
                    <a:pt x="19115" y="9703"/>
                    <a:pt x="19032" y="9744"/>
                    <a:pt x="18949" y="9786"/>
                  </a:cubicBezTo>
                  <a:cubicBezTo>
                    <a:pt x="18990" y="9869"/>
                    <a:pt x="18990" y="9910"/>
                    <a:pt x="18990" y="9952"/>
                  </a:cubicBezTo>
                  <a:cubicBezTo>
                    <a:pt x="19903" y="10034"/>
                    <a:pt x="20732" y="10076"/>
                    <a:pt x="21685" y="10200"/>
                  </a:cubicBezTo>
                  <a:cubicBezTo>
                    <a:pt x="23427" y="10491"/>
                    <a:pt x="25127" y="10864"/>
                    <a:pt x="26910" y="10947"/>
                  </a:cubicBezTo>
                  <a:cubicBezTo>
                    <a:pt x="27739" y="11154"/>
                    <a:pt x="29688" y="10947"/>
                    <a:pt x="30102" y="11693"/>
                  </a:cubicBezTo>
                  <a:cubicBezTo>
                    <a:pt x="30517" y="12771"/>
                    <a:pt x="30268" y="13973"/>
                    <a:pt x="30351" y="15093"/>
                  </a:cubicBezTo>
                  <a:close/>
                </a:path>
              </a:pathLst>
            </a:custGeom>
            <a:solidFill>
              <a:srgbClr val="EBB3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7"/>
            <p:cNvSpPr/>
            <p:nvPr/>
          </p:nvSpPr>
          <p:spPr>
            <a:xfrm rot="-739910">
              <a:off x="571853" y="3968346"/>
              <a:ext cx="461252" cy="991768"/>
            </a:xfrm>
            <a:custGeom>
              <a:avLst/>
              <a:gdLst/>
              <a:ahLst/>
              <a:cxnLst/>
              <a:rect l="l" t="t" r="r" b="b"/>
              <a:pathLst>
                <a:path w="16835" h="36198" extrusionOk="0">
                  <a:moveTo>
                    <a:pt x="16669" y="664"/>
                  </a:moveTo>
                  <a:cubicBezTo>
                    <a:pt x="16834" y="1576"/>
                    <a:pt x="16710" y="2571"/>
                    <a:pt x="16627" y="3525"/>
                  </a:cubicBezTo>
                  <a:cubicBezTo>
                    <a:pt x="16337" y="6303"/>
                    <a:pt x="15798" y="9081"/>
                    <a:pt x="15549" y="11859"/>
                  </a:cubicBezTo>
                  <a:cubicBezTo>
                    <a:pt x="15259" y="15632"/>
                    <a:pt x="14844" y="19405"/>
                    <a:pt x="14264" y="23178"/>
                  </a:cubicBezTo>
                  <a:cubicBezTo>
                    <a:pt x="14139" y="24090"/>
                    <a:pt x="14015" y="25044"/>
                    <a:pt x="13891" y="25956"/>
                  </a:cubicBezTo>
                  <a:cubicBezTo>
                    <a:pt x="13683" y="26827"/>
                    <a:pt x="13849" y="27822"/>
                    <a:pt x="13186" y="28485"/>
                  </a:cubicBezTo>
                  <a:cubicBezTo>
                    <a:pt x="11900" y="30268"/>
                    <a:pt x="10449" y="31927"/>
                    <a:pt x="9122" y="33668"/>
                  </a:cubicBezTo>
                  <a:cubicBezTo>
                    <a:pt x="8708" y="34207"/>
                    <a:pt x="8293" y="34787"/>
                    <a:pt x="7961" y="35368"/>
                  </a:cubicBezTo>
                  <a:cubicBezTo>
                    <a:pt x="7671" y="35948"/>
                    <a:pt x="7215" y="36197"/>
                    <a:pt x="6510" y="36073"/>
                  </a:cubicBezTo>
                  <a:cubicBezTo>
                    <a:pt x="5515" y="35865"/>
                    <a:pt x="1825" y="35202"/>
                    <a:pt x="2240" y="33751"/>
                  </a:cubicBezTo>
                  <a:cubicBezTo>
                    <a:pt x="2737" y="32258"/>
                    <a:pt x="3442" y="30807"/>
                    <a:pt x="4064" y="29314"/>
                  </a:cubicBezTo>
                  <a:cubicBezTo>
                    <a:pt x="5183" y="26412"/>
                    <a:pt x="6220" y="23468"/>
                    <a:pt x="7257" y="20524"/>
                  </a:cubicBezTo>
                  <a:cubicBezTo>
                    <a:pt x="7671" y="19322"/>
                    <a:pt x="8459" y="18203"/>
                    <a:pt x="8666" y="16917"/>
                  </a:cubicBezTo>
                  <a:cubicBezTo>
                    <a:pt x="7961" y="16461"/>
                    <a:pt x="7091" y="16337"/>
                    <a:pt x="6344" y="16005"/>
                  </a:cubicBezTo>
                  <a:cubicBezTo>
                    <a:pt x="4727" y="15176"/>
                    <a:pt x="3069" y="14554"/>
                    <a:pt x="1410" y="13932"/>
                  </a:cubicBezTo>
                  <a:cubicBezTo>
                    <a:pt x="415" y="13600"/>
                    <a:pt x="1" y="13061"/>
                    <a:pt x="208" y="11983"/>
                  </a:cubicBezTo>
                  <a:cubicBezTo>
                    <a:pt x="332" y="10822"/>
                    <a:pt x="498" y="9620"/>
                    <a:pt x="747" y="8500"/>
                  </a:cubicBezTo>
                  <a:cubicBezTo>
                    <a:pt x="498" y="8169"/>
                    <a:pt x="830" y="7671"/>
                    <a:pt x="1245" y="7796"/>
                  </a:cubicBezTo>
                  <a:cubicBezTo>
                    <a:pt x="1701" y="7920"/>
                    <a:pt x="2198" y="8044"/>
                    <a:pt x="2696" y="8044"/>
                  </a:cubicBezTo>
                  <a:cubicBezTo>
                    <a:pt x="5764" y="8127"/>
                    <a:pt x="8832" y="8625"/>
                    <a:pt x="11900" y="8832"/>
                  </a:cubicBezTo>
                  <a:cubicBezTo>
                    <a:pt x="11569" y="7754"/>
                    <a:pt x="11113" y="6635"/>
                    <a:pt x="11154" y="5474"/>
                  </a:cubicBezTo>
                  <a:cubicBezTo>
                    <a:pt x="11237" y="3152"/>
                    <a:pt x="12978" y="913"/>
                    <a:pt x="15217" y="249"/>
                  </a:cubicBezTo>
                  <a:cubicBezTo>
                    <a:pt x="15715" y="125"/>
                    <a:pt x="16503" y="1"/>
                    <a:pt x="16669" y="623"/>
                  </a:cubicBezTo>
                  <a:close/>
                </a:path>
              </a:pathLst>
            </a:custGeom>
            <a:solidFill>
              <a:srgbClr val="D79D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7"/>
            <p:cNvSpPr/>
            <p:nvPr/>
          </p:nvSpPr>
          <p:spPr>
            <a:xfrm rot="-739910">
              <a:off x="937327" y="4012562"/>
              <a:ext cx="98853" cy="466924"/>
            </a:xfrm>
            <a:custGeom>
              <a:avLst/>
              <a:gdLst/>
              <a:ahLst/>
              <a:cxnLst/>
              <a:rect l="l" t="t" r="r" b="b"/>
              <a:pathLst>
                <a:path w="3608" h="17042" extrusionOk="0">
                  <a:moveTo>
                    <a:pt x="1079" y="12398"/>
                  </a:moveTo>
                  <a:cubicBezTo>
                    <a:pt x="747" y="12356"/>
                    <a:pt x="540" y="12025"/>
                    <a:pt x="581" y="11735"/>
                  </a:cubicBezTo>
                  <a:cubicBezTo>
                    <a:pt x="705" y="10532"/>
                    <a:pt x="830" y="9330"/>
                    <a:pt x="996" y="8169"/>
                  </a:cubicBezTo>
                  <a:cubicBezTo>
                    <a:pt x="1245" y="6303"/>
                    <a:pt x="1535" y="4437"/>
                    <a:pt x="1742" y="2530"/>
                  </a:cubicBezTo>
                  <a:cubicBezTo>
                    <a:pt x="1866" y="1908"/>
                    <a:pt x="1742" y="1120"/>
                    <a:pt x="2157" y="623"/>
                  </a:cubicBezTo>
                  <a:cubicBezTo>
                    <a:pt x="3608" y="1"/>
                    <a:pt x="2903" y="2115"/>
                    <a:pt x="2903" y="2820"/>
                  </a:cubicBezTo>
                  <a:cubicBezTo>
                    <a:pt x="2696" y="4644"/>
                    <a:pt x="2447" y="6427"/>
                    <a:pt x="2157" y="8210"/>
                  </a:cubicBezTo>
                  <a:cubicBezTo>
                    <a:pt x="1991" y="9413"/>
                    <a:pt x="1866" y="10657"/>
                    <a:pt x="1742" y="11900"/>
                  </a:cubicBezTo>
                  <a:cubicBezTo>
                    <a:pt x="1701" y="12191"/>
                    <a:pt x="1369" y="12439"/>
                    <a:pt x="1079" y="12398"/>
                  </a:cubicBezTo>
                  <a:lnTo>
                    <a:pt x="1079" y="12398"/>
                  </a:lnTo>
                  <a:close/>
                  <a:moveTo>
                    <a:pt x="581" y="17042"/>
                  </a:moveTo>
                  <a:cubicBezTo>
                    <a:pt x="249" y="17000"/>
                    <a:pt x="1" y="16627"/>
                    <a:pt x="42" y="16337"/>
                  </a:cubicBezTo>
                  <a:cubicBezTo>
                    <a:pt x="84" y="15922"/>
                    <a:pt x="125" y="15466"/>
                    <a:pt x="125" y="15052"/>
                  </a:cubicBezTo>
                  <a:cubicBezTo>
                    <a:pt x="125" y="14305"/>
                    <a:pt x="1286" y="14305"/>
                    <a:pt x="1286" y="15052"/>
                  </a:cubicBezTo>
                  <a:cubicBezTo>
                    <a:pt x="1203" y="15715"/>
                    <a:pt x="1576" y="17042"/>
                    <a:pt x="581" y="17042"/>
                  </a:cubicBezTo>
                  <a:close/>
                </a:path>
              </a:pathLst>
            </a:custGeom>
            <a:solidFill>
              <a:srgbClr val="F6C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7"/>
            <p:cNvSpPr/>
            <p:nvPr/>
          </p:nvSpPr>
          <p:spPr>
            <a:xfrm rot="-739910">
              <a:off x="1380875" y="3764153"/>
              <a:ext cx="855433" cy="1046291"/>
            </a:xfrm>
            <a:custGeom>
              <a:avLst/>
              <a:gdLst/>
              <a:ahLst/>
              <a:cxnLst/>
              <a:rect l="l" t="t" r="r" b="b"/>
              <a:pathLst>
                <a:path w="31222" h="38188" extrusionOk="0">
                  <a:moveTo>
                    <a:pt x="30185" y="9869"/>
                  </a:moveTo>
                  <a:cubicBezTo>
                    <a:pt x="30310" y="10822"/>
                    <a:pt x="31222" y="13973"/>
                    <a:pt x="30310" y="14430"/>
                  </a:cubicBezTo>
                  <a:cubicBezTo>
                    <a:pt x="29522" y="14844"/>
                    <a:pt x="28651" y="14969"/>
                    <a:pt x="27822" y="15176"/>
                  </a:cubicBezTo>
                  <a:cubicBezTo>
                    <a:pt x="27324" y="15300"/>
                    <a:pt x="26827" y="15466"/>
                    <a:pt x="26371" y="15590"/>
                  </a:cubicBezTo>
                  <a:cubicBezTo>
                    <a:pt x="26329" y="15590"/>
                    <a:pt x="26288" y="15590"/>
                    <a:pt x="26288" y="15632"/>
                  </a:cubicBezTo>
                  <a:cubicBezTo>
                    <a:pt x="25915" y="15756"/>
                    <a:pt x="25500" y="15964"/>
                    <a:pt x="25127" y="15964"/>
                  </a:cubicBezTo>
                  <a:cubicBezTo>
                    <a:pt x="24090" y="16254"/>
                    <a:pt x="23095" y="16627"/>
                    <a:pt x="22142" y="17083"/>
                  </a:cubicBezTo>
                  <a:lnTo>
                    <a:pt x="22142" y="17083"/>
                  </a:lnTo>
                  <a:lnTo>
                    <a:pt x="22142" y="17083"/>
                  </a:lnTo>
                  <a:cubicBezTo>
                    <a:pt x="23676" y="22224"/>
                    <a:pt x="25459" y="27324"/>
                    <a:pt x="26702" y="32549"/>
                  </a:cubicBezTo>
                  <a:cubicBezTo>
                    <a:pt x="26910" y="33419"/>
                    <a:pt x="27159" y="34248"/>
                    <a:pt x="27490" y="35036"/>
                  </a:cubicBezTo>
                  <a:cubicBezTo>
                    <a:pt x="27490" y="35078"/>
                    <a:pt x="27532" y="35161"/>
                    <a:pt x="27532" y="35202"/>
                  </a:cubicBezTo>
                  <a:cubicBezTo>
                    <a:pt x="27780" y="35575"/>
                    <a:pt x="27739" y="36156"/>
                    <a:pt x="27159" y="36322"/>
                  </a:cubicBezTo>
                  <a:cubicBezTo>
                    <a:pt x="26288" y="36653"/>
                    <a:pt x="25417" y="36778"/>
                    <a:pt x="24505" y="36985"/>
                  </a:cubicBezTo>
                  <a:cubicBezTo>
                    <a:pt x="23593" y="37234"/>
                    <a:pt x="22722" y="37648"/>
                    <a:pt x="21768" y="37607"/>
                  </a:cubicBezTo>
                  <a:cubicBezTo>
                    <a:pt x="20773" y="37483"/>
                    <a:pt x="20815" y="36239"/>
                    <a:pt x="20359" y="35534"/>
                  </a:cubicBezTo>
                  <a:cubicBezTo>
                    <a:pt x="19239" y="33585"/>
                    <a:pt x="18286" y="31553"/>
                    <a:pt x="17166" y="29605"/>
                  </a:cubicBezTo>
                  <a:cubicBezTo>
                    <a:pt x="16959" y="29232"/>
                    <a:pt x="16710" y="28858"/>
                    <a:pt x="16503" y="28527"/>
                  </a:cubicBezTo>
                  <a:cubicBezTo>
                    <a:pt x="15508" y="30310"/>
                    <a:pt x="14678" y="32217"/>
                    <a:pt x="13725" y="34083"/>
                  </a:cubicBezTo>
                  <a:cubicBezTo>
                    <a:pt x="13476" y="34663"/>
                    <a:pt x="13186" y="35202"/>
                    <a:pt x="12937" y="35741"/>
                  </a:cubicBezTo>
                  <a:cubicBezTo>
                    <a:pt x="12605" y="36280"/>
                    <a:pt x="12481" y="36944"/>
                    <a:pt x="11983" y="37358"/>
                  </a:cubicBezTo>
                  <a:cubicBezTo>
                    <a:pt x="11859" y="37607"/>
                    <a:pt x="11859" y="37939"/>
                    <a:pt x="11569" y="38063"/>
                  </a:cubicBezTo>
                  <a:cubicBezTo>
                    <a:pt x="11361" y="38187"/>
                    <a:pt x="11071" y="38187"/>
                    <a:pt x="10864" y="38104"/>
                  </a:cubicBezTo>
                  <a:cubicBezTo>
                    <a:pt x="10740" y="38146"/>
                    <a:pt x="10574" y="38187"/>
                    <a:pt x="10449" y="38187"/>
                  </a:cubicBezTo>
                  <a:cubicBezTo>
                    <a:pt x="9579" y="38063"/>
                    <a:pt x="8791" y="37814"/>
                    <a:pt x="7920" y="37731"/>
                  </a:cubicBezTo>
                  <a:cubicBezTo>
                    <a:pt x="6925" y="37607"/>
                    <a:pt x="4810" y="37648"/>
                    <a:pt x="5640" y="36114"/>
                  </a:cubicBezTo>
                  <a:cubicBezTo>
                    <a:pt x="6262" y="33751"/>
                    <a:pt x="6676" y="31388"/>
                    <a:pt x="7215" y="29066"/>
                  </a:cubicBezTo>
                  <a:cubicBezTo>
                    <a:pt x="7257" y="28983"/>
                    <a:pt x="7298" y="28941"/>
                    <a:pt x="7298" y="28900"/>
                  </a:cubicBezTo>
                  <a:lnTo>
                    <a:pt x="7423" y="28444"/>
                  </a:lnTo>
                  <a:lnTo>
                    <a:pt x="7423" y="28444"/>
                  </a:lnTo>
                  <a:cubicBezTo>
                    <a:pt x="7423" y="28402"/>
                    <a:pt x="7423" y="28361"/>
                    <a:pt x="7423" y="28319"/>
                  </a:cubicBezTo>
                  <a:cubicBezTo>
                    <a:pt x="7962" y="25376"/>
                    <a:pt x="8832" y="22556"/>
                    <a:pt x="9537" y="19695"/>
                  </a:cubicBezTo>
                  <a:cubicBezTo>
                    <a:pt x="9579" y="19364"/>
                    <a:pt x="9661" y="19073"/>
                    <a:pt x="9703" y="18742"/>
                  </a:cubicBezTo>
                  <a:cubicBezTo>
                    <a:pt x="9703" y="18617"/>
                    <a:pt x="9744" y="18493"/>
                    <a:pt x="9827" y="18410"/>
                  </a:cubicBezTo>
                  <a:cubicBezTo>
                    <a:pt x="9827" y="18244"/>
                    <a:pt x="9869" y="18120"/>
                    <a:pt x="9869" y="17954"/>
                  </a:cubicBezTo>
                  <a:cubicBezTo>
                    <a:pt x="9371" y="17995"/>
                    <a:pt x="9040" y="17829"/>
                    <a:pt x="8874" y="17581"/>
                  </a:cubicBezTo>
                  <a:cubicBezTo>
                    <a:pt x="8708" y="17539"/>
                    <a:pt x="8542" y="17456"/>
                    <a:pt x="8376" y="17415"/>
                  </a:cubicBezTo>
                  <a:cubicBezTo>
                    <a:pt x="8293" y="17373"/>
                    <a:pt x="8252" y="17290"/>
                    <a:pt x="8169" y="17208"/>
                  </a:cubicBezTo>
                  <a:cubicBezTo>
                    <a:pt x="7464" y="17166"/>
                    <a:pt x="6759" y="17083"/>
                    <a:pt x="6054" y="16876"/>
                  </a:cubicBezTo>
                  <a:cubicBezTo>
                    <a:pt x="4562" y="16420"/>
                    <a:pt x="3028" y="16212"/>
                    <a:pt x="1493" y="15964"/>
                  </a:cubicBezTo>
                  <a:cubicBezTo>
                    <a:pt x="374" y="15798"/>
                    <a:pt x="167" y="15342"/>
                    <a:pt x="250" y="14264"/>
                  </a:cubicBezTo>
                  <a:cubicBezTo>
                    <a:pt x="291" y="13642"/>
                    <a:pt x="42" y="12978"/>
                    <a:pt x="250" y="12398"/>
                  </a:cubicBezTo>
                  <a:cubicBezTo>
                    <a:pt x="250" y="11983"/>
                    <a:pt x="1" y="11527"/>
                    <a:pt x="291" y="11154"/>
                  </a:cubicBezTo>
                  <a:cubicBezTo>
                    <a:pt x="498" y="10905"/>
                    <a:pt x="830" y="10822"/>
                    <a:pt x="1120" y="10947"/>
                  </a:cubicBezTo>
                  <a:cubicBezTo>
                    <a:pt x="1203" y="10905"/>
                    <a:pt x="1286" y="10905"/>
                    <a:pt x="1369" y="10905"/>
                  </a:cubicBezTo>
                  <a:cubicBezTo>
                    <a:pt x="2447" y="10822"/>
                    <a:pt x="3484" y="10615"/>
                    <a:pt x="4562" y="10532"/>
                  </a:cubicBezTo>
                  <a:cubicBezTo>
                    <a:pt x="6842" y="10366"/>
                    <a:pt x="9122" y="10325"/>
                    <a:pt x="11403" y="10200"/>
                  </a:cubicBezTo>
                  <a:cubicBezTo>
                    <a:pt x="11113" y="9827"/>
                    <a:pt x="10864" y="9288"/>
                    <a:pt x="10657" y="8500"/>
                  </a:cubicBezTo>
                  <a:cubicBezTo>
                    <a:pt x="9454" y="4271"/>
                    <a:pt x="12730" y="1"/>
                    <a:pt x="17208" y="1120"/>
                  </a:cubicBezTo>
                  <a:cubicBezTo>
                    <a:pt x="20400" y="1866"/>
                    <a:pt x="21561" y="5432"/>
                    <a:pt x="20151" y="8169"/>
                  </a:cubicBezTo>
                  <a:cubicBezTo>
                    <a:pt x="19944" y="8708"/>
                    <a:pt x="19654" y="9205"/>
                    <a:pt x="19364" y="9661"/>
                  </a:cubicBezTo>
                  <a:cubicBezTo>
                    <a:pt x="19737" y="9620"/>
                    <a:pt x="20110" y="9578"/>
                    <a:pt x="20483" y="9537"/>
                  </a:cubicBezTo>
                  <a:cubicBezTo>
                    <a:pt x="23220" y="8957"/>
                    <a:pt x="26039" y="9081"/>
                    <a:pt x="28817" y="9039"/>
                  </a:cubicBezTo>
                  <a:cubicBezTo>
                    <a:pt x="29066" y="9039"/>
                    <a:pt x="29232" y="9122"/>
                    <a:pt x="29356" y="9288"/>
                  </a:cubicBezTo>
                  <a:cubicBezTo>
                    <a:pt x="29729" y="9205"/>
                    <a:pt x="30102" y="9371"/>
                    <a:pt x="30185" y="9869"/>
                  </a:cubicBezTo>
                  <a:close/>
                </a:path>
              </a:pathLst>
            </a:custGeom>
            <a:solidFill>
              <a:srgbClr val="D47F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7"/>
            <p:cNvSpPr/>
            <p:nvPr/>
          </p:nvSpPr>
          <p:spPr>
            <a:xfrm rot="-739910">
              <a:off x="1381728" y="3827970"/>
              <a:ext cx="458978" cy="1022399"/>
            </a:xfrm>
            <a:custGeom>
              <a:avLst/>
              <a:gdLst/>
              <a:ahLst/>
              <a:cxnLst/>
              <a:rect l="l" t="t" r="r" b="b"/>
              <a:pathLst>
                <a:path w="16752" h="37316" extrusionOk="0">
                  <a:moveTo>
                    <a:pt x="16461" y="24131"/>
                  </a:moveTo>
                  <a:cubicBezTo>
                    <a:pt x="16502" y="25499"/>
                    <a:pt x="16751" y="26868"/>
                    <a:pt x="16420" y="28194"/>
                  </a:cubicBezTo>
                  <a:cubicBezTo>
                    <a:pt x="15424" y="30558"/>
                    <a:pt x="14015" y="32714"/>
                    <a:pt x="12937" y="35036"/>
                  </a:cubicBezTo>
                  <a:cubicBezTo>
                    <a:pt x="13061" y="35492"/>
                    <a:pt x="12688" y="35865"/>
                    <a:pt x="12564" y="36238"/>
                  </a:cubicBezTo>
                  <a:cubicBezTo>
                    <a:pt x="12356" y="36611"/>
                    <a:pt x="12190" y="37316"/>
                    <a:pt x="11610" y="37150"/>
                  </a:cubicBezTo>
                  <a:cubicBezTo>
                    <a:pt x="11486" y="37192"/>
                    <a:pt x="11320" y="37192"/>
                    <a:pt x="11154" y="37192"/>
                  </a:cubicBezTo>
                  <a:cubicBezTo>
                    <a:pt x="10159" y="37150"/>
                    <a:pt x="9164" y="37026"/>
                    <a:pt x="8169" y="36901"/>
                  </a:cubicBezTo>
                  <a:cubicBezTo>
                    <a:pt x="6800" y="36818"/>
                    <a:pt x="5142" y="37026"/>
                    <a:pt x="5971" y="35077"/>
                  </a:cubicBezTo>
                  <a:cubicBezTo>
                    <a:pt x="6966" y="32299"/>
                    <a:pt x="7049" y="29355"/>
                    <a:pt x="7878" y="26577"/>
                  </a:cubicBezTo>
                  <a:cubicBezTo>
                    <a:pt x="8790" y="23426"/>
                    <a:pt x="9786" y="20316"/>
                    <a:pt x="10076" y="17041"/>
                  </a:cubicBezTo>
                  <a:cubicBezTo>
                    <a:pt x="8334" y="16958"/>
                    <a:pt x="6634" y="16461"/>
                    <a:pt x="4976" y="16004"/>
                  </a:cubicBezTo>
                  <a:cubicBezTo>
                    <a:pt x="4603" y="15880"/>
                    <a:pt x="4271" y="15797"/>
                    <a:pt x="3898" y="15714"/>
                  </a:cubicBezTo>
                  <a:cubicBezTo>
                    <a:pt x="3691" y="15756"/>
                    <a:pt x="3442" y="15631"/>
                    <a:pt x="3359" y="15465"/>
                  </a:cubicBezTo>
                  <a:cubicBezTo>
                    <a:pt x="3317" y="15424"/>
                    <a:pt x="3317" y="15382"/>
                    <a:pt x="3317" y="15341"/>
                  </a:cubicBezTo>
                  <a:cubicBezTo>
                    <a:pt x="3276" y="15341"/>
                    <a:pt x="3235" y="15300"/>
                    <a:pt x="3235" y="15300"/>
                  </a:cubicBezTo>
                  <a:cubicBezTo>
                    <a:pt x="2696" y="15175"/>
                    <a:pt x="664" y="15175"/>
                    <a:pt x="788" y="14470"/>
                  </a:cubicBezTo>
                  <a:cubicBezTo>
                    <a:pt x="747" y="14429"/>
                    <a:pt x="747" y="14387"/>
                    <a:pt x="747" y="14387"/>
                  </a:cubicBezTo>
                  <a:cubicBezTo>
                    <a:pt x="0" y="14097"/>
                    <a:pt x="374" y="12729"/>
                    <a:pt x="291" y="12107"/>
                  </a:cubicBezTo>
                  <a:cubicBezTo>
                    <a:pt x="457" y="11485"/>
                    <a:pt x="42" y="10117"/>
                    <a:pt x="788" y="9992"/>
                  </a:cubicBezTo>
                  <a:cubicBezTo>
                    <a:pt x="1410" y="9909"/>
                    <a:pt x="2032" y="10241"/>
                    <a:pt x="2696" y="10241"/>
                  </a:cubicBezTo>
                  <a:cubicBezTo>
                    <a:pt x="3981" y="10324"/>
                    <a:pt x="5225" y="10075"/>
                    <a:pt x="6510" y="10034"/>
                  </a:cubicBezTo>
                  <a:cubicBezTo>
                    <a:pt x="8334" y="9992"/>
                    <a:pt x="10117" y="9868"/>
                    <a:pt x="11900" y="9578"/>
                  </a:cubicBezTo>
                  <a:cubicBezTo>
                    <a:pt x="11237" y="8375"/>
                    <a:pt x="10698" y="6966"/>
                    <a:pt x="10739" y="5597"/>
                  </a:cubicBezTo>
                  <a:cubicBezTo>
                    <a:pt x="11029" y="3732"/>
                    <a:pt x="11942" y="1741"/>
                    <a:pt x="13559" y="663"/>
                  </a:cubicBezTo>
                  <a:cubicBezTo>
                    <a:pt x="14761" y="0"/>
                    <a:pt x="15756" y="41"/>
                    <a:pt x="15590" y="1700"/>
                  </a:cubicBezTo>
                  <a:cubicBezTo>
                    <a:pt x="15590" y="1907"/>
                    <a:pt x="15466" y="2073"/>
                    <a:pt x="15300" y="2115"/>
                  </a:cubicBezTo>
                  <a:cubicBezTo>
                    <a:pt x="15300" y="2239"/>
                    <a:pt x="15300" y="2363"/>
                    <a:pt x="15300" y="2488"/>
                  </a:cubicBezTo>
                  <a:cubicBezTo>
                    <a:pt x="15549" y="4229"/>
                    <a:pt x="15507" y="5929"/>
                    <a:pt x="15507" y="7671"/>
                  </a:cubicBezTo>
                  <a:cubicBezTo>
                    <a:pt x="15549" y="8624"/>
                    <a:pt x="15715" y="9578"/>
                    <a:pt x="15756" y="10531"/>
                  </a:cubicBezTo>
                  <a:cubicBezTo>
                    <a:pt x="16212" y="15051"/>
                    <a:pt x="16171" y="19612"/>
                    <a:pt x="16461" y="24131"/>
                  </a:cubicBezTo>
                  <a:close/>
                </a:path>
              </a:pathLst>
            </a:custGeom>
            <a:solidFill>
              <a:srgbClr val="BA68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7"/>
            <p:cNvSpPr/>
            <p:nvPr/>
          </p:nvSpPr>
          <p:spPr>
            <a:xfrm rot="-739910">
              <a:off x="1778352" y="3890137"/>
              <a:ext cx="72715" cy="504432"/>
            </a:xfrm>
            <a:custGeom>
              <a:avLst/>
              <a:gdLst/>
              <a:ahLst/>
              <a:cxnLst/>
              <a:rect l="l" t="t" r="r" b="b"/>
              <a:pathLst>
                <a:path w="2654" h="18411" extrusionOk="0">
                  <a:moveTo>
                    <a:pt x="539" y="11361"/>
                  </a:moveTo>
                  <a:cubicBezTo>
                    <a:pt x="207" y="7962"/>
                    <a:pt x="207" y="4520"/>
                    <a:pt x="0" y="1120"/>
                  </a:cubicBezTo>
                  <a:cubicBezTo>
                    <a:pt x="42" y="1"/>
                    <a:pt x="1368" y="374"/>
                    <a:pt x="1161" y="1452"/>
                  </a:cubicBezTo>
                  <a:cubicBezTo>
                    <a:pt x="1327" y="3898"/>
                    <a:pt x="1327" y="6386"/>
                    <a:pt x="1534" y="8832"/>
                  </a:cubicBezTo>
                  <a:cubicBezTo>
                    <a:pt x="1493" y="9744"/>
                    <a:pt x="1866" y="10781"/>
                    <a:pt x="1576" y="11652"/>
                  </a:cubicBezTo>
                  <a:cubicBezTo>
                    <a:pt x="1285" y="12066"/>
                    <a:pt x="539" y="11859"/>
                    <a:pt x="539" y="11361"/>
                  </a:cubicBezTo>
                  <a:close/>
                  <a:moveTo>
                    <a:pt x="954" y="17456"/>
                  </a:moveTo>
                  <a:cubicBezTo>
                    <a:pt x="581" y="16461"/>
                    <a:pt x="788" y="15259"/>
                    <a:pt x="663" y="14181"/>
                  </a:cubicBezTo>
                  <a:cubicBezTo>
                    <a:pt x="663" y="13435"/>
                    <a:pt x="1824" y="13435"/>
                    <a:pt x="1824" y="14181"/>
                  </a:cubicBezTo>
                  <a:cubicBezTo>
                    <a:pt x="1700" y="14927"/>
                    <a:pt x="2654" y="18410"/>
                    <a:pt x="954" y="17456"/>
                  </a:cubicBezTo>
                  <a:close/>
                </a:path>
              </a:pathLst>
            </a:custGeom>
            <a:solidFill>
              <a:srgbClr val="EA98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7"/>
            <p:cNvSpPr/>
            <p:nvPr/>
          </p:nvSpPr>
          <p:spPr>
            <a:xfrm rot="-739910">
              <a:off x="1241958" y="4344488"/>
              <a:ext cx="131814" cy="54550"/>
            </a:xfrm>
            <a:custGeom>
              <a:avLst/>
              <a:gdLst/>
              <a:ahLst/>
              <a:cxnLst/>
              <a:rect l="l" t="t" r="r" b="b"/>
              <a:pathLst>
                <a:path w="4811" h="1991" extrusionOk="0">
                  <a:moveTo>
                    <a:pt x="1" y="1576"/>
                  </a:moveTo>
                  <a:cubicBezTo>
                    <a:pt x="1" y="1410"/>
                    <a:pt x="125" y="1286"/>
                    <a:pt x="291" y="1286"/>
                  </a:cubicBezTo>
                  <a:cubicBezTo>
                    <a:pt x="581" y="1203"/>
                    <a:pt x="913" y="1120"/>
                    <a:pt x="1203" y="1037"/>
                  </a:cubicBezTo>
                  <a:cubicBezTo>
                    <a:pt x="2157" y="788"/>
                    <a:pt x="3110" y="498"/>
                    <a:pt x="4064" y="208"/>
                  </a:cubicBezTo>
                  <a:cubicBezTo>
                    <a:pt x="4313" y="125"/>
                    <a:pt x="4644" y="1"/>
                    <a:pt x="4769" y="332"/>
                  </a:cubicBezTo>
                  <a:cubicBezTo>
                    <a:pt x="4810" y="498"/>
                    <a:pt x="4686" y="664"/>
                    <a:pt x="4520" y="705"/>
                  </a:cubicBezTo>
                  <a:cubicBezTo>
                    <a:pt x="3898" y="913"/>
                    <a:pt x="3276" y="1079"/>
                    <a:pt x="2613" y="1286"/>
                  </a:cubicBezTo>
                  <a:cubicBezTo>
                    <a:pt x="1991" y="1452"/>
                    <a:pt x="1327" y="1659"/>
                    <a:pt x="664" y="1825"/>
                  </a:cubicBezTo>
                  <a:cubicBezTo>
                    <a:pt x="415" y="1908"/>
                    <a:pt x="42" y="1991"/>
                    <a:pt x="1" y="15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7"/>
            <p:cNvSpPr/>
            <p:nvPr/>
          </p:nvSpPr>
          <p:spPr>
            <a:xfrm rot="-739910">
              <a:off x="1368735" y="4074626"/>
              <a:ext cx="131814" cy="30686"/>
            </a:xfrm>
            <a:custGeom>
              <a:avLst/>
              <a:gdLst/>
              <a:ahLst/>
              <a:cxnLst/>
              <a:rect l="l" t="t" r="r" b="b"/>
              <a:pathLst>
                <a:path w="4811" h="1120" extrusionOk="0">
                  <a:moveTo>
                    <a:pt x="374" y="1120"/>
                  </a:moveTo>
                  <a:cubicBezTo>
                    <a:pt x="1" y="1078"/>
                    <a:pt x="1" y="498"/>
                    <a:pt x="374" y="498"/>
                  </a:cubicBezTo>
                  <a:cubicBezTo>
                    <a:pt x="1700" y="415"/>
                    <a:pt x="3027" y="249"/>
                    <a:pt x="4313" y="42"/>
                  </a:cubicBezTo>
                  <a:cubicBezTo>
                    <a:pt x="4727" y="0"/>
                    <a:pt x="4810" y="622"/>
                    <a:pt x="4396" y="664"/>
                  </a:cubicBezTo>
                  <a:cubicBezTo>
                    <a:pt x="3069" y="830"/>
                    <a:pt x="1742" y="1037"/>
                    <a:pt x="374" y="11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7"/>
            <p:cNvSpPr/>
            <p:nvPr/>
          </p:nvSpPr>
          <p:spPr>
            <a:xfrm rot="-739910">
              <a:off x="522870" y="4215555"/>
              <a:ext cx="38659" cy="169295"/>
            </a:xfrm>
            <a:custGeom>
              <a:avLst/>
              <a:gdLst/>
              <a:ahLst/>
              <a:cxnLst/>
              <a:rect l="l" t="t" r="r" b="b"/>
              <a:pathLst>
                <a:path w="1411" h="6179" extrusionOk="0">
                  <a:moveTo>
                    <a:pt x="291" y="6137"/>
                  </a:moveTo>
                  <a:cubicBezTo>
                    <a:pt x="125" y="6095"/>
                    <a:pt x="0" y="5888"/>
                    <a:pt x="42" y="5722"/>
                  </a:cubicBezTo>
                  <a:cubicBezTo>
                    <a:pt x="291" y="4561"/>
                    <a:pt x="415" y="3359"/>
                    <a:pt x="539" y="2115"/>
                  </a:cubicBezTo>
                  <a:cubicBezTo>
                    <a:pt x="581" y="1617"/>
                    <a:pt x="664" y="1120"/>
                    <a:pt x="581" y="622"/>
                  </a:cubicBezTo>
                  <a:cubicBezTo>
                    <a:pt x="166" y="664"/>
                    <a:pt x="125" y="42"/>
                    <a:pt x="539" y="0"/>
                  </a:cubicBezTo>
                  <a:cubicBezTo>
                    <a:pt x="1410" y="0"/>
                    <a:pt x="1244" y="1120"/>
                    <a:pt x="1203" y="1700"/>
                  </a:cubicBezTo>
                  <a:cubicBezTo>
                    <a:pt x="1078" y="3110"/>
                    <a:pt x="913" y="4520"/>
                    <a:pt x="664" y="5929"/>
                  </a:cubicBezTo>
                  <a:cubicBezTo>
                    <a:pt x="622" y="6095"/>
                    <a:pt x="415" y="6178"/>
                    <a:pt x="291" y="61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7"/>
            <p:cNvSpPr/>
            <p:nvPr/>
          </p:nvSpPr>
          <p:spPr>
            <a:xfrm rot="-739910">
              <a:off x="549654" y="4345336"/>
              <a:ext cx="251079" cy="131814"/>
            </a:xfrm>
            <a:custGeom>
              <a:avLst/>
              <a:gdLst/>
              <a:ahLst/>
              <a:cxnLst/>
              <a:rect l="l" t="t" r="r" b="b"/>
              <a:pathLst>
                <a:path w="9164" h="4811" extrusionOk="0">
                  <a:moveTo>
                    <a:pt x="8666" y="4686"/>
                  </a:moveTo>
                  <a:cubicBezTo>
                    <a:pt x="7505" y="4064"/>
                    <a:pt x="6344" y="3608"/>
                    <a:pt x="5225" y="2986"/>
                  </a:cubicBezTo>
                  <a:cubicBezTo>
                    <a:pt x="3608" y="2239"/>
                    <a:pt x="1991" y="1410"/>
                    <a:pt x="374" y="705"/>
                  </a:cubicBezTo>
                  <a:cubicBezTo>
                    <a:pt x="0" y="581"/>
                    <a:pt x="166" y="0"/>
                    <a:pt x="539" y="83"/>
                  </a:cubicBezTo>
                  <a:cubicBezTo>
                    <a:pt x="1535" y="498"/>
                    <a:pt x="2405" y="996"/>
                    <a:pt x="3359" y="1410"/>
                  </a:cubicBezTo>
                  <a:cubicBezTo>
                    <a:pt x="4478" y="1949"/>
                    <a:pt x="5556" y="2447"/>
                    <a:pt x="6593" y="3027"/>
                  </a:cubicBezTo>
                  <a:cubicBezTo>
                    <a:pt x="7339" y="3359"/>
                    <a:pt x="8044" y="3649"/>
                    <a:pt x="8749" y="4022"/>
                  </a:cubicBezTo>
                  <a:cubicBezTo>
                    <a:pt x="8873" y="4105"/>
                    <a:pt x="8998" y="4147"/>
                    <a:pt x="9081" y="4271"/>
                  </a:cubicBezTo>
                  <a:cubicBezTo>
                    <a:pt x="9164" y="4520"/>
                    <a:pt x="8915" y="4810"/>
                    <a:pt x="8666" y="46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7"/>
            <p:cNvSpPr/>
            <p:nvPr/>
          </p:nvSpPr>
          <p:spPr>
            <a:xfrm rot="-739910">
              <a:off x="516702" y="4189003"/>
              <a:ext cx="334014" cy="48879"/>
            </a:xfrm>
            <a:custGeom>
              <a:avLst/>
              <a:gdLst/>
              <a:ahLst/>
              <a:cxnLst/>
              <a:rect l="l" t="t" r="r" b="b"/>
              <a:pathLst>
                <a:path w="12191" h="1784" extrusionOk="0">
                  <a:moveTo>
                    <a:pt x="11693" y="1742"/>
                  </a:moveTo>
                  <a:cubicBezTo>
                    <a:pt x="11071" y="1659"/>
                    <a:pt x="10407" y="1618"/>
                    <a:pt x="9744" y="1576"/>
                  </a:cubicBezTo>
                  <a:cubicBezTo>
                    <a:pt x="7795" y="1452"/>
                    <a:pt x="5888" y="1244"/>
                    <a:pt x="3939" y="1120"/>
                  </a:cubicBezTo>
                  <a:cubicBezTo>
                    <a:pt x="2695" y="996"/>
                    <a:pt x="1493" y="747"/>
                    <a:pt x="249" y="622"/>
                  </a:cubicBezTo>
                  <a:cubicBezTo>
                    <a:pt x="83" y="581"/>
                    <a:pt x="0" y="415"/>
                    <a:pt x="42" y="249"/>
                  </a:cubicBezTo>
                  <a:cubicBezTo>
                    <a:pt x="125" y="0"/>
                    <a:pt x="332" y="0"/>
                    <a:pt x="539" y="42"/>
                  </a:cubicBezTo>
                  <a:cubicBezTo>
                    <a:pt x="1742" y="166"/>
                    <a:pt x="2944" y="415"/>
                    <a:pt x="4146" y="498"/>
                  </a:cubicBezTo>
                  <a:cubicBezTo>
                    <a:pt x="5432" y="581"/>
                    <a:pt x="6759" y="705"/>
                    <a:pt x="8044" y="830"/>
                  </a:cubicBezTo>
                  <a:cubicBezTo>
                    <a:pt x="9288" y="954"/>
                    <a:pt x="10532" y="996"/>
                    <a:pt x="11775" y="1120"/>
                  </a:cubicBezTo>
                  <a:cubicBezTo>
                    <a:pt x="12190" y="1203"/>
                    <a:pt x="12107" y="1783"/>
                    <a:pt x="11693" y="17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7"/>
            <p:cNvSpPr/>
            <p:nvPr/>
          </p:nvSpPr>
          <p:spPr>
            <a:xfrm rot="-739910">
              <a:off x="781305" y="3903813"/>
              <a:ext cx="334014" cy="295410"/>
            </a:xfrm>
            <a:custGeom>
              <a:avLst/>
              <a:gdLst/>
              <a:ahLst/>
              <a:cxnLst/>
              <a:rect l="l" t="t" r="r" b="b"/>
              <a:pathLst>
                <a:path w="12191" h="10782" extrusionOk="0">
                  <a:moveTo>
                    <a:pt x="8210" y="10574"/>
                  </a:moveTo>
                  <a:cubicBezTo>
                    <a:pt x="8168" y="10408"/>
                    <a:pt x="8210" y="10242"/>
                    <a:pt x="8376" y="10159"/>
                  </a:cubicBezTo>
                  <a:cubicBezTo>
                    <a:pt x="8583" y="10076"/>
                    <a:pt x="8790" y="9952"/>
                    <a:pt x="8998" y="9828"/>
                  </a:cubicBezTo>
                  <a:cubicBezTo>
                    <a:pt x="9661" y="9330"/>
                    <a:pt x="10117" y="8667"/>
                    <a:pt x="10490" y="7962"/>
                  </a:cubicBezTo>
                  <a:cubicBezTo>
                    <a:pt x="11361" y="6220"/>
                    <a:pt x="10864" y="4023"/>
                    <a:pt x="9578" y="2613"/>
                  </a:cubicBezTo>
                  <a:cubicBezTo>
                    <a:pt x="8915" y="1867"/>
                    <a:pt x="8003" y="1494"/>
                    <a:pt x="7049" y="1328"/>
                  </a:cubicBezTo>
                  <a:cubicBezTo>
                    <a:pt x="5308" y="1038"/>
                    <a:pt x="3483" y="1577"/>
                    <a:pt x="2239" y="2779"/>
                  </a:cubicBezTo>
                  <a:cubicBezTo>
                    <a:pt x="1783" y="3152"/>
                    <a:pt x="1535" y="3733"/>
                    <a:pt x="1286" y="4230"/>
                  </a:cubicBezTo>
                  <a:cubicBezTo>
                    <a:pt x="457" y="5806"/>
                    <a:pt x="498" y="7050"/>
                    <a:pt x="1078" y="8667"/>
                  </a:cubicBezTo>
                  <a:cubicBezTo>
                    <a:pt x="1161" y="8915"/>
                    <a:pt x="1244" y="9164"/>
                    <a:pt x="1369" y="9413"/>
                  </a:cubicBezTo>
                  <a:cubicBezTo>
                    <a:pt x="1535" y="9786"/>
                    <a:pt x="996" y="10035"/>
                    <a:pt x="788" y="9662"/>
                  </a:cubicBezTo>
                  <a:cubicBezTo>
                    <a:pt x="374" y="8708"/>
                    <a:pt x="42" y="7671"/>
                    <a:pt x="0" y="6593"/>
                  </a:cubicBezTo>
                  <a:cubicBezTo>
                    <a:pt x="42" y="5806"/>
                    <a:pt x="249" y="4976"/>
                    <a:pt x="581" y="4272"/>
                  </a:cubicBezTo>
                  <a:cubicBezTo>
                    <a:pt x="871" y="3650"/>
                    <a:pt x="1120" y="3028"/>
                    <a:pt x="1576" y="2530"/>
                  </a:cubicBezTo>
                  <a:cubicBezTo>
                    <a:pt x="3400" y="540"/>
                    <a:pt x="6593" y="1"/>
                    <a:pt x="8956" y="1328"/>
                  </a:cubicBezTo>
                  <a:cubicBezTo>
                    <a:pt x="11154" y="2613"/>
                    <a:pt x="12190" y="5723"/>
                    <a:pt x="11112" y="8045"/>
                  </a:cubicBezTo>
                  <a:cubicBezTo>
                    <a:pt x="10739" y="8915"/>
                    <a:pt x="10159" y="9662"/>
                    <a:pt x="9454" y="10242"/>
                  </a:cubicBezTo>
                  <a:cubicBezTo>
                    <a:pt x="9205" y="10449"/>
                    <a:pt x="8915" y="10574"/>
                    <a:pt x="8625" y="10698"/>
                  </a:cubicBezTo>
                  <a:cubicBezTo>
                    <a:pt x="8459" y="10781"/>
                    <a:pt x="8293" y="10698"/>
                    <a:pt x="8210" y="105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7"/>
            <p:cNvSpPr/>
            <p:nvPr/>
          </p:nvSpPr>
          <p:spPr>
            <a:xfrm rot="-739910">
              <a:off x="669609" y="4452915"/>
              <a:ext cx="197707" cy="530543"/>
            </a:xfrm>
            <a:custGeom>
              <a:avLst/>
              <a:gdLst/>
              <a:ahLst/>
              <a:cxnLst/>
              <a:rect l="l" t="t" r="r" b="b"/>
              <a:pathLst>
                <a:path w="7216" h="19364" extrusionOk="0">
                  <a:moveTo>
                    <a:pt x="5764" y="19322"/>
                  </a:moveTo>
                  <a:cubicBezTo>
                    <a:pt x="4976" y="19280"/>
                    <a:pt x="4147" y="19322"/>
                    <a:pt x="3401" y="19156"/>
                  </a:cubicBezTo>
                  <a:cubicBezTo>
                    <a:pt x="2779" y="19032"/>
                    <a:pt x="2157" y="18866"/>
                    <a:pt x="1576" y="18617"/>
                  </a:cubicBezTo>
                  <a:cubicBezTo>
                    <a:pt x="1162" y="18410"/>
                    <a:pt x="664" y="18244"/>
                    <a:pt x="291" y="17912"/>
                  </a:cubicBezTo>
                  <a:cubicBezTo>
                    <a:pt x="125" y="17746"/>
                    <a:pt x="1" y="17498"/>
                    <a:pt x="84" y="17207"/>
                  </a:cubicBezTo>
                  <a:cubicBezTo>
                    <a:pt x="208" y="16668"/>
                    <a:pt x="415" y="16129"/>
                    <a:pt x="623" y="15590"/>
                  </a:cubicBezTo>
                  <a:cubicBezTo>
                    <a:pt x="1784" y="12564"/>
                    <a:pt x="3110" y="9620"/>
                    <a:pt x="4230" y="6593"/>
                  </a:cubicBezTo>
                  <a:cubicBezTo>
                    <a:pt x="4686" y="5349"/>
                    <a:pt x="5101" y="4105"/>
                    <a:pt x="5598" y="2903"/>
                  </a:cubicBezTo>
                  <a:cubicBezTo>
                    <a:pt x="5930" y="2115"/>
                    <a:pt x="6262" y="1286"/>
                    <a:pt x="6552" y="457"/>
                  </a:cubicBezTo>
                  <a:cubicBezTo>
                    <a:pt x="6635" y="291"/>
                    <a:pt x="6676" y="0"/>
                    <a:pt x="6925" y="0"/>
                  </a:cubicBezTo>
                  <a:cubicBezTo>
                    <a:pt x="7091" y="0"/>
                    <a:pt x="7215" y="125"/>
                    <a:pt x="7215" y="291"/>
                  </a:cubicBezTo>
                  <a:cubicBezTo>
                    <a:pt x="7215" y="622"/>
                    <a:pt x="7049" y="913"/>
                    <a:pt x="6925" y="1244"/>
                  </a:cubicBezTo>
                  <a:cubicBezTo>
                    <a:pt x="6593" y="2157"/>
                    <a:pt x="6179" y="3069"/>
                    <a:pt x="5847" y="3981"/>
                  </a:cubicBezTo>
                  <a:cubicBezTo>
                    <a:pt x="4686" y="7049"/>
                    <a:pt x="3566" y="10117"/>
                    <a:pt x="2281" y="13144"/>
                  </a:cubicBezTo>
                  <a:cubicBezTo>
                    <a:pt x="1784" y="14305"/>
                    <a:pt x="1286" y="15466"/>
                    <a:pt x="871" y="16627"/>
                  </a:cubicBezTo>
                  <a:cubicBezTo>
                    <a:pt x="830" y="16876"/>
                    <a:pt x="747" y="17124"/>
                    <a:pt x="664" y="17373"/>
                  </a:cubicBezTo>
                  <a:cubicBezTo>
                    <a:pt x="664" y="17373"/>
                    <a:pt x="664" y="17415"/>
                    <a:pt x="706" y="17415"/>
                  </a:cubicBezTo>
                  <a:cubicBezTo>
                    <a:pt x="830" y="17539"/>
                    <a:pt x="996" y="17622"/>
                    <a:pt x="1120" y="17705"/>
                  </a:cubicBezTo>
                  <a:cubicBezTo>
                    <a:pt x="1908" y="18078"/>
                    <a:pt x="2696" y="18410"/>
                    <a:pt x="3525" y="18534"/>
                  </a:cubicBezTo>
                  <a:cubicBezTo>
                    <a:pt x="4271" y="18700"/>
                    <a:pt x="5059" y="18658"/>
                    <a:pt x="5847" y="18700"/>
                  </a:cubicBezTo>
                  <a:cubicBezTo>
                    <a:pt x="6220" y="18783"/>
                    <a:pt x="6179" y="19363"/>
                    <a:pt x="5764" y="193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7"/>
            <p:cNvSpPr/>
            <p:nvPr/>
          </p:nvSpPr>
          <p:spPr>
            <a:xfrm rot="-739910">
              <a:off x="856271" y="4722596"/>
              <a:ext cx="174994" cy="222667"/>
            </a:xfrm>
            <a:custGeom>
              <a:avLst/>
              <a:gdLst/>
              <a:ahLst/>
              <a:cxnLst/>
              <a:rect l="l" t="t" r="r" b="b"/>
              <a:pathLst>
                <a:path w="6387" h="8127" extrusionOk="0">
                  <a:moveTo>
                    <a:pt x="42" y="7795"/>
                  </a:moveTo>
                  <a:cubicBezTo>
                    <a:pt x="1" y="7588"/>
                    <a:pt x="125" y="7464"/>
                    <a:pt x="208" y="7339"/>
                  </a:cubicBezTo>
                  <a:cubicBezTo>
                    <a:pt x="499" y="6925"/>
                    <a:pt x="830" y="6551"/>
                    <a:pt x="1120" y="6178"/>
                  </a:cubicBezTo>
                  <a:cubicBezTo>
                    <a:pt x="1908" y="5142"/>
                    <a:pt x="2613" y="4105"/>
                    <a:pt x="3442" y="3110"/>
                  </a:cubicBezTo>
                  <a:cubicBezTo>
                    <a:pt x="4272" y="2156"/>
                    <a:pt x="5018" y="1161"/>
                    <a:pt x="5764" y="166"/>
                  </a:cubicBezTo>
                  <a:cubicBezTo>
                    <a:pt x="5889" y="42"/>
                    <a:pt x="6054" y="0"/>
                    <a:pt x="6220" y="83"/>
                  </a:cubicBezTo>
                  <a:cubicBezTo>
                    <a:pt x="6345" y="208"/>
                    <a:pt x="6386" y="415"/>
                    <a:pt x="6262" y="539"/>
                  </a:cubicBezTo>
                  <a:cubicBezTo>
                    <a:pt x="5515" y="1534"/>
                    <a:pt x="4769" y="2530"/>
                    <a:pt x="3940" y="3483"/>
                  </a:cubicBezTo>
                  <a:cubicBezTo>
                    <a:pt x="2820" y="4893"/>
                    <a:pt x="1742" y="6344"/>
                    <a:pt x="664" y="7795"/>
                  </a:cubicBezTo>
                  <a:cubicBezTo>
                    <a:pt x="540" y="8127"/>
                    <a:pt x="125" y="8127"/>
                    <a:pt x="42" y="7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7"/>
            <p:cNvSpPr/>
            <p:nvPr/>
          </p:nvSpPr>
          <p:spPr>
            <a:xfrm rot="-739910">
              <a:off x="1018105" y="4671235"/>
              <a:ext cx="284012" cy="272669"/>
            </a:xfrm>
            <a:custGeom>
              <a:avLst/>
              <a:gdLst/>
              <a:ahLst/>
              <a:cxnLst/>
              <a:rect l="l" t="t" r="r" b="b"/>
              <a:pathLst>
                <a:path w="10366" h="9952" extrusionOk="0">
                  <a:moveTo>
                    <a:pt x="6261" y="9910"/>
                  </a:moveTo>
                  <a:cubicBezTo>
                    <a:pt x="5473" y="9869"/>
                    <a:pt x="4644" y="9951"/>
                    <a:pt x="3856" y="9744"/>
                  </a:cubicBezTo>
                  <a:cubicBezTo>
                    <a:pt x="3441" y="9578"/>
                    <a:pt x="3317" y="9081"/>
                    <a:pt x="3151" y="8708"/>
                  </a:cubicBezTo>
                  <a:cubicBezTo>
                    <a:pt x="2363" y="6552"/>
                    <a:pt x="1576" y="4478"/>
                    <a:pt x="829" y="2322"/>
                  </a:cubicBezTo>
                  <a:cubicBezTo>
                    <a:pt x="622" y="1783"/>
                    <a:pt x="456" y="1244"/>
                    <a:pt x="207" y="747"/>
                  </a:cubicBezTo>
                  <a:cubicBezTo>
                    <a:pt x="124" y="581"/>
                    <a:pt x="0" y="415"/>
                    <a:pt x="83" y="208"/>
                  </a:cubicBezTo>
                  <a:cubicBezTo>
                    <a:pt x="207" y="1"/>
                    <a:pt x="581" y="42"/>
                    <a:pt x="663" y="291"/>
                  </a:cubicBezTo>
                  <a:cubicBezTo>
                    <a:pt x="1534" y="2157"/>
                    <a:pt x="2032" y="4147"/>
                    <a:pt x="2820" y="6054"/>
                  </a:cubicBezTo>
                  <a:cubicBezTo>
                    <a:pt x="3276" y="7132"/>
                    <a:pt x="3483" y="8169"/>
                    <a:pt x="4063" y="9164"/>
                  </a:cubicBezTo>
                  <a:cubicBezTo>
                    <a:pt x="4644" y="9288"/>
                    <a:pt x="5224" y="9288"/>
                    <a:pt x="5846" y="9288"/>
                  </a:cubicBezTo>
                  <a:cubicBezTo>
                    <a:pt x="7256" y="9371"/>
                    <a:pt x="8666" y="9288"/>
                    <a:pt x="10075" y="9164"/>
                  </a:cubicBezTo>
                  <a:cubicBezTo>
                    <a:pt x="10241" y="9164"/>
                    <a:pt x="10366" y="9288"/>
                    <a:pt x="10366" y="9454"/>
                  </a:cubicBezTo>
                  <a:cubicBezTo>
                    <a:pt x="10366" y="9661"/>
                    <a:pt x="10158" y="9786"/>
                    <a:pt x="9992" y="9786"/>
                  </a:cubicBezTo>
                  <a:cubicBezTo>
                    <a:pt x="8749" y="9910"/>
                    <a:pt x="7505" y="9951"/>
                    <a:pt x="6261" y="99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7"/>
            <p:cNvSpPr/>
            <p:nvPr/>
          </p:nvSpPr>
          <p:spPr>
            <a:xfrm rot="-739910">
              <a:off x="1190535" y="4369886"/>
              <a:ext cx="87511" cy="548735"/>
            </a:xfrm>
            <a:custGeom>
              <a:avLst/>
              <a:gdLst/>
              <a:ahLst/>
              <a:cxnLst/>
              <a:rect l="l" t="t" r="r" b="b"/>
              <a:pathLst>
                <a:path w="3194" h="20028" extrusionOk="0">
                  <a:moveTo>
                    <a:pt x="2530" y="19613"/>
                  </a:moveTo>
                  <a:cubicBezTo>
                    <a:pt x="2488" y="19239"/>
                    <a:pt x="2447" y="18949"/>
                    <a:pt x="2447" y="18617"/>
                  </a:cubicBezTo>
                  <a:cubicBezTo>
                    <a:pt x="2198" y="15259"/>
                    <a:pt x="1701" y="11942"/>
                    <a:pt x="1245" y="8666"/>
                  </a:cubicBezTo>
                  <a:cubicBezTo>
                    <a:pt x="913" y="5930"/>
                    <a:pt x="540" y="3193"/>
                    <a:pt x="42" y="498"/>
                  </a:cubicBezTo>
                  <a:cubicBezTo>
                    <a:pt x="1" y="84"/>
                    <a:pt x="581" y="1"/>
                    <a:pt x="664" y="416"/>
                  </a:cubicBezTo>
                  <a:cubicBezTo>
                    <a:pt x="1120" y="2945"/>
                    <a:pt x="1493" y="5474"/>
                    <a:pt x="1784" y="8045"/>
                  </a:cubicBezTo>
                  <a:cubicBezTo>
                    <a:pt x="2240" y="11527"/>
                    <a:pt x="2820" y="15010"/>
                    <a:pt x="3027" y="18534"/>
                  </a:cubicBezTo>
                  <a:cubicBezTo>
                    <a:pt x="3069" y="18866"/>
                    <a:pt x="3110" y="19198"/>
                    <a:pt x="3152" y="19530"/>
                  </a:cubicBezTo>
                  <a:cubicBezTo>
                    <a:pt x="3193" y="19944"/>
                    <a:pt x="2613" y="20027"/>
                    <a:pt x="2530" y="196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7"/>
            <p:cNvSpPr/>
            <p:nvPr/>
          </p:nvSpPr>
          <p:spPr>
            <a:xfrm rot="-739910">
              <a:off x="1034642" y="4138858"/>
              <a:ext cx="311273" cy="60249"/>
            </a:xfrm>
            <a:custGeom>
              <a:avLst/>
              <a:gdLst/>
              <a:ahLst/>
              <a:cxnLst/>
              <a:rect l="l" t="t" r="r" b="b"/>
              <a:pathLst>
                <a:path w="11361" h="2199" extrusionOk="0">
                  <a:moveTo>
                    <a:pt x="10905" y="2198"/>
                  </a:moveTo>
                  <a:cubicBezTo>
                    <a:pt x="9080" y="1949"/>
                    <a:pt x="7256" y="1783"/>
                    <a:pt x="5432" y="1535"/>
                  </a:cubicBezTo>
                  <a:cubicBezTo>
                    <a:pt x="3732" y="1203"/>
                    <a:pt x="1990" y="996"/>
                    <a:pt x="249" y="705"/>
                  </a:cubicBezTo>
                  <a:cubicBezTo>
                    <a:pt x="83" y="664"/>
                    <a:pt x="0" y="540"/>
                    <a:pt x="41" y="374"/>
                  </a:cubicBezTo>
                  <a:cubicBezTo>
                    <a:pt x="124" y="1"/>
                    <a:pt x="456" y="125"/>
                    <a:pt x="705" y="166"/>
                  </a:cubicBezTo>
                  <a:cubicBezTo>
                    <a:pt x="2612" y="457"/>
                    <a:pt x="4395" y="747"/>
                    <a:pt x="6261" y="996"/>
                  </a:cubicBezTo>
                  <a:cubicBezTo>
                    <a:pt x="7505" y="1161"/>
                    <a:pt x="8707" y="1286"/>
                    <a:pt x="9909" y="1452"/>
                  </a:cubicBezTo>
                  <a:cubicBezTo>
                    <a:pt x="10241" y="1493"/>
                    <a:pt x="10614" y="1535"/>
                    <a:pt x="10946" y="1576"/>
                  </a:cubicBezTo>
                  <a:cubicBezTo>
                    <a:pt x="11029" y="1576"/>
                    <a:pt x="11112" y="1618"/>
                    <a:pt x="11153" y="1659"/>
                  </a:cubicBezTo>
                  <a:cubicBezTo>
                    <a:pt x="11361" y="1866"/>
                    <a:pt x="11195" y="2198"/>
                    <a:pt x="10905" y="2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7"/>
            <p:cNvSpPr/>
            <p:nvPr/>
          </p:nvSpPr>
          <p:spPr>
            <a:xfrm rot="-739910">
              <a:off x="1132438" y="4299484"/>
              <a:ext cx="264723" cy="75017"/>
            </a:xfrm>
            <a:custGeom>
              <a:avLst/>
              <a:gdLst/>
              <a:ahLst/>
              <a:cxnLst/>
              <a:rect l="l" t="t" r="r" b="b"/>
              <a:pathLst>
                <a:path w="9662" h="2738" extrusionOk="0">
                  <a:moveTo>
                    <a:pt x="249" y="2737"/>
                  </a:moveTo>
                  <a:cubicBezTo>
                    <a:pt x="83" y="2737"/>
                    <a:pt x="1" y="2571"/>
                    <a:pt x="1" y="2406"/>
                  </a:cubicBezTo>
                  <a:cubicBezTo>
                    <a:pt x="42" y="2198"/>
                    <a:pt x="291" y="2115"/>
                    <a:pt x="457" y="2074"/>
                  </a:cubicBezTo>
                  <a:cubicBezTo>
                    <a:pt x="913" y="1950"/>
                    <a:pt x="1369" y="1867"/>
                    <a:pt x="1825" y="1742"/>
                  </a:cubicBezTo>
                  <a:cubicBezTo>
                    <a:pt x="2488" y="1576"/>
                    <a:pt x="3193" y="1410"/>
                    <a:pt x="3856" y="1203"/>
                  </a:cubicBezTo>
                  <a:cubicBezTo>
                    <a:pt x="5059" y="871"/>
                    <a:pt x="6344" y="623"/>
                    <a:pt x="7588" y="374"/>
                  </a:cubicBezTo>
                  <a:cubicBezTo>
                    <a:pt x="8127" y="250"/>
                    <a:pt x="8708" y="167"/>
                    <a:pt x="9247" y="42"/>
                  </a:cubicBezTo>
                  <a:cubicBezTo>
                    <a:pt x="9412" y="1"/>
                    <a:pt x="9578" y="125"/>
                    <a:pt x="9620" y="291"/>
                  </a:cubicBezTo>
                  <a:cubicBezTo>
                    <a:pt x="9661" y="457"/>
                    <a:pt x="9537" y="623"/>
                    <a:pt x="9371" y="623"/>
                  </a:cubicBezTo>
                  <a:cubicBezTo>
                    <a:pt x="7588" y="996"/>
                    <a:pt x="5805" y="1328"/>
                    <a:pt x="4064" y="1784"/>
                  </a:cubicBezTo>
                  <a:cubicBezTo>
                    <a:pt x="2820" y="2157"/>
                    <a:pt x="1493" y="2447"/>
                    <a:pt x="249" y="27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7"/>
            <p:cNvSpPr/>
            <p:nvPr/>
          </p:nvSpPr>
          <p:spPr>
            <a:xfrm rot="-739910">
              <a:off x="1350364" y="4150099"/>
              <a:ext cx="22741" cy="148856"/>
            </a:xfrm>
            <a:custGeom>
              <a:avLst/>
              <a:gdLst/>
              <a:ahLst/>
              <a:cxnLst/>
              <a:rect l="l" t="t" r="r" b="b"/>
              <a:pathLst>
                <a:path w="830" h="5433" extrusionOk="0">
                  <a:moveTo>
                    <a:pt x="207" y="5017"/>
                  </a:moveTo>
                  <a:cubicBezTo>
                    <a:pt x="166" y="3442"/>
                    <a:pt x="166" y="1825"/>
                    <a:pt x="0" y="249"/>
                  </a:cubicBezTo>
                  <a:cubicBezTo>
                    <a:pt x="41" y="83"/>
                    <a:pt x="207" y="0"/>
                    <a:pt x="373" y="0"/>
                  </a:cubicBezTo>
                  <a:cubicBezTo>
                    <a:pt x="539" y="42"/>
                    <a:pt x="622" y="208"/>
                    <a:pt x="622" y="374"/>
                  </a:cubicBezTo>
                  <a:cubicBezTo>
                    <a:pt x="705" y="830"/>
                    <a:pt x="746" y="1327"/>
                    <a:pt x="746" y="1825"/>
                  </a:cubicBezTo>
                  <a:cubicBezTo>
                    <a:pt x="788" y="2861"/>
                    <a:pt x="829" y="3939"/>
                    <a:pt x="829" y="4976"/>
                  </a:cubicBezTo>
                  <a:cubicBezTo>
                    <a:pt x="829" y="5391"/>
                    <a:pt x="249" y="5432"/>
                    <a:pt x="207" y="50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7"/>
            <p:cNvSpPr/>
            <p:nvPr/>
          </p:nvSpPr>
          <p:spPr>
            <a:xfrm rot="-739910">
              <a:off x="1328564" y="4104549"/>
              <a:ext cx="331740" cy="28440"/>
            </a:xfrm>
            <a:custGeom>
              <a:avLst/>
              <a:gdLst/>
              <a:ahLst/>
              <a:cxnLst/>
              <a:rect l="l" t="t" r="r" b="b"/>
              <a:pathLst>
                <a:path w="12108" h="1038" extrusionOk="0">
                  <a:moveTo>
                    <a:pt x="290" y="954"/>
                  </a:moveTo>
                  <a:cubicBezTo>
                    <a:pt x="124" y="913"/>
                    <a:pt x="0" y="747"/>
                    <a:pt x="42" y="581"/>
                  </a:cubicBezTo>
                  <a:cubicBezTo>
                    <a:pt x="166" y="208"/>
                    <a:pt x="581" y="415"/>
                    <a:pt x="871" y="374"/>
                  </a:cubicBezTo>
                  <a:cubicBezTo>
                    <a:pt x="2198" y="332"/>
                    <a:pt x="3483" y="332"/>
                    <a:pt x="4810" y="291"/>
                  </a:cubicBezTo>
                  <a:cubicBezTo>
                    <a:pt x="6137" y="208"/>
                    <a:pt x="7463" y="208"/>
                    <a:pt x="8790" y="125"/>
                  </a:cubicBezTo>
                  <a:cubicBezTo>
                    <a:pt x="9785" y="83"/>
                    <a:pt x="10780" y="0"/>
                    <a:pt x="11775" y="0"/>
                  </a:cubicBezTo>
                  <a:cubicBezTo>
                    <a:pt x="11941" y="0"/>
                    <a:pt x="12107" y="83"/>
                    <a:pt x="12107" y="249"/>
                  </a:cubicBezTo>
                  <a:cubicBezTo>
                    <a:pt x="12107" y="415"/>
                    <a:pt x="11983" y="581"/>
                    <a:pt x="11817" y="581"/>
                  </a:cubicBezTo>
                  <a:cubicBezTo>
                    <a:pt x="9827" y="664"/>
                    <a:pt x="7878" y="830"/>
                    <a:pt x="5929" y="830"/>
                  </a:cubicBezTo>
                  <a:cubicBezTo>
                    <a:pt x="4644" y="913"/>
                    <a:pt x="3317" y="954"/>
                    <a:pt x="2032" y="954"/>
                  </a:cubicBezTo>
                  <a:cubicBezTo>
                    <a:pt x="1451" y="954"/>
                    <a:pt x="871" y="1037"/>
                    <a:pt x="290" y="9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7"/>
            <p:cNvSpPr/>
            <p:nvPr/>
          </p:nvSpPr>
          <p:spPr>
            <a:xfrm rot="-739910">
              <a:off x="1377184" y="4246970"/>
              <a:ext cx="277190" cy="77291"/>
            </a:xfrm>
            <a:custGeom>
              <a:avLst/>
              <a:gdLst/>
              <a:ahLst/>
              <a:cxnLst/>
              <a:rect l="l" t="t" r="r" b="b"/>
              <a:pathLst>
                <a:path w="10117" h="2821" extrusionOk="0">
                  <a:moveTo>
                    <a:pt x="9619" y="2779"/>
                  </a:moveTo>
                  <a:cubicBezTo>
                    <a:pt x="8707" y="2613"/>
                    <a:pt x="7795" y="2447"/>
                    <a:pt x="6924" y="2240"/>
                  </a:cubicBezTo>
                  <a:cubicBezTo>
                    <a:pt x="5971" y="1991"/>
                    <a:pt x="5017" y="1742"/>
                    <a:pt x="4063" y="1535"/>
                  </a:cubicBezTo>
                  <a:cubicBezTo>
                    <a:pt x="2820" y="1245"/>
                    <a:pt x="1576" y="1037"/>
                    <a:pt x="415" y="664"/>
                  </a:cubicBezTo>
                  <a:cubicBezTo>
                    <a:pt x="0" y="581"/>
                    <a:pt x="125" y="1"/>
                    <a:pt x="498" y="42"/>
                  </a:cubicBezTo>
                  <a:cubicBezTo>
                    <a:pt x="2529" y="664"/>
                    <a:pt x="4644" y="954"/>
                    <a:pt x="6717" y="1535"/>
                  </a:cubicBezTo>
                  <a:cubicBezTo>
                    <a:pt x="7712" y="1784"/>
                    <a:pt x="8707" y="1949"/>
                    <a:pt x="9744" y="2157"/>
                  </a:cubicBezTo>
                  <a:cubicBezTo>
                    <a:pt x="10117" y="2240"/>
                    <a:pt x="9993" y="2820"/>
                    <a:pt x="9619" y="2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7"/>
            <p:cNvSpPr/>
            <p:nvPr/>
          </p:nvSpPr>
          <p:spPr>
            <a:xfrm rot="-739910">
              <a:off x="1572285" y="4280170"/>
              <a:ext cx="144280" cy="544187"/>
            </a:xfrm>
            <a:custGeom>
              <a:avLst/>
              <a:gdLst/>
              <a:ahLst/>
              <a:cxnLst/>
              <a:rect l="l" t="t" r="r" b="b"/>
              <a:pathLst>
                <a:path w="5266" h="19862" extrusionOk="0">
                  <a:moveTo>
                    <a:pt x="290" y="19820"/>
                  </a:moveTo>
                  <a:cubicBezTo>
                    <a:pt x="125" y="19778"/>
                    <a:pt x="0" y="19613"/>
                    <a:pt x="42" y="19447"/>
                  </a:cubicBezTo>
                  <a:cubicBezTo>
                    <a:pt x="166" y="18825"/>
                    <a:pt x="332" y="18244"/>
                    <a:pt x="456" y="17622"/>
                  </a:cubicBezTo>
                  <a:cubicBezTo>
                    <a:pt x="1286" y="14430"/>
                    <a:pt x="1907" y="11196"/>
                    <a:pt x="2695" y="8003"/>
                  </a:cubicBezTo>
                  <a:cubicBezTo>
                    <a:pt x="3193" y="5764"/>
                    <a:pt x="3856" y="3567"/>
                    <a:pt x="4312" y="1328"/>
                  </a:cubicBezTo>
                  <a:cubicBezTo>
                    <a:pt x="4395" y="996"/>
                    <a:pt x="4437" y="664"/>
                    <a:pt x="4520" y="374"/>
                  </a:cubicBezTo>
                  <a:cubicBezTo>
                    <a:pt x="4727" y="1"/>
                    <a:pt x="5266" y="250"/>
                    <a:pt x="5100" y="623"/>
                  </a:cubicBezTo>
                  <a:cubicBezTo>
                    <a:pt x="5100" y="623"/>
                    <a:pt x="5100" y="623"/>
                    <a:pt x="5100" y="623"/>
                  </a:cubicBezTo>
                  <a:lnTo>
                    <a:pt x="5100" y="623"/>
                  </a:lnTo>
                  <a:cubicBezTo>
                    <a:pt x="4727" y="2572"/>
                    <a:pt x="4188" y="4479"/>
                    <a:pt x="3690" y="6386"/>
                  </a:cubicBezTo>
                  <a:cubicBezTo>
                    <a:pt x="3234" y="8335"/>
                    <a:pt x="2778" y="10284"/>
                    <a:pt x="2364" y="12232"/>
                  </a:cubicBezTo>
                  <a:cubicBezTo>
                    <a:pt x="1907" y="14098"/>
                    <a:pt x="1534" y="16005"/>
                    <a:pt x="1037" y="17830"/>
                  </a:cubicBezTo>
                  <a:cubicBezTo>
                    <a:pt x="912" y="18410"/>
                    <a:pt x="747" y="18991"/>
                    <a:pt x="664" y="19571"/>
                  </a:cubicBezTo>
                  <a:cubicBezTo>
                    <a:pt x="622" y="19737"/>
                    <a:pt x="456" y="19861"/>
                    <a:pt x="290" y="198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7"/>
            <p:cNvSpPr/>
            <p:nvPr/>
          </p:nvSpPr>
          <p:spPr>
            <a:xfrm rot="-739910">
              <a:off x="1636651" y="4804765"/>
              <a:ext cx="184063" cy="47728"/>
            </a:xfrm>
            <a:custGeom>
              <a:avLst/>
              <a:gdLst/>
              <a:ahLst/>
              <a:cxnLst/>
              <a:rect l="l" t="t" r="r" b="b"/>
              <a:pathLst>
                <a:path w="6718" h="1742" extrusionOk="0">
                  <a:moveTo>
                    <a:pt x="6261" y="1700"/>
                  </a:moveTo>
                  <a:cubicBezTo>
                    <a:pt x="5308" y="1617"/>
                    <a:pt x="4354" y="1451"/>
                    <a:pt x="3442" y="1368"/>
                  </a:cubicBezTo>
                  <a:cubicBezTo>
                    <a:pt x="2364" y="1244"/>
                    <a:pt x="1286" y="1037"/>
                    <a:pt x="249" y="705"/>
                  </a:cubicBezTo>
                  <a:cubicBezTo>
                    <a:pt x="83" y="622"/>
                    <a:pt x="1" y="456"/>
                    <a:pt x="42" y="290"/>
                  </a:cubicBezTo>
                  <a:cubicBezTo>
                    <a:pt x="208" y="0"/>
                    <a:pt x="457" y="124"/>
                    <a:pt x="705" y="207"/>
                  </a:cubicBezTo>
                  <a:cubicBezTo>
                    <a:pt x="2157" y="663"/>
                    <a:pt x="3732" y="746"/>
                    <a:pt x="5225" y="995"/>
                  </a:cubicBezTo>
                  <a:cubicBezTo>
                    <a:pt x="5598" y="1037"/>
                    <a:pt x="5971" y="1078"/>
                    <a:pt x="6303" y="1078"/>
                  </a:cubicBezTo>
                  <a:cubicBezTo>
                    <a:pt x="6717" y="1161"/>
                    <a:pt x="6635" y="1741"/>
                    <a:pt x="6261" y="1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7"/>
            <p:cNvSpPr/>
            <p:nvPr/>
          </p:nvSpPr>
          <p:spPr>
            <a:xfrm rot="-739910">
              <a:off x="1773773" y="4524682"/>
              <a:ext cx="157952" cy="290834"/>
            </a:xfrm>
            <a:custGeom>
              <a:avLst/>
              <a:gdLst/>
              <a:ahLst/>
              <a:cxnLst/>
              <a:rect l="l" t="t" r="r" b="b"/>
              <a:pathLst>
                <a:path w="5765" h="10615" extrusionOk="0">
                  <a:moveTo>
                    <a:pt x="333" y="10573"/>
                  </a:moveTo>
                  <a:cubicBezTo>
                    <a:pt x="1" y="10490"/>
                    <a:pt x="84" y="10159"/>
                    <a:pt x="208" y="9910"/>
                  </a:cubicBezTo>
                  <a:cubicBezTo>
                    <a:pt x="416" y="9495"/>
                    <a:pt x="664" y="9081"/>
                    <a:pt x="872" y="8666"/>
                  </a:cubicBezTo>
                  <a:cubicBezTo>
                    <a:pt x="1867" y="6800"/>
                    <a:pt x="2862" y="4893"/>
                    <a:pt x="3815" y="2944"/>
                  </a:cubicBezTo>
                  <a:cubicBezTo>
                    <a:pt x="4230" y="2032"/>
                    <a:pt x="4562" y="1203"/>
                    <a:pt x="5059" y="332"/>
                  </a:cubicBezTo>
                  <a:cubicBezTo>
                    <a:pt x="5225" y="0"/>
                    <a:pt x="5764" y="291"/>
                    <a:pt x="5598" y="664"/>
                  </a:cubicBezTo>
                  <a:cubicBezTo>
                    <a:pt x="5433" y="871"/>
                    <a:pt x="5350" y="1120"/>
                    <a:pt x="5225" y="1369"/>
                  </a:cubicBezTo>
                  <a:cubicBezTo>
                    <a:pt x="4147" y="3732"/>
                    <a:pt x="2945" y="6054"/>
                    <a:pt x="1742" y="8376"/>
                  </a:cubicBezTo>
                  <a:cubicBezTo>
                    <a:pt x="1411" y="9039"/>
                    <a:pt x="1038" y="9661"/>
                    <a:pt x="706" y="10283"/>
                  </a:cubicBezTo>
                  <a:cubicBezTo>
                    <a:pt x="664" y="10449"/>
                    <a:pt x="499" y="10615"/>
                    <a:pt x="333" y="105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7"/>
            <p:cNvSpPr/>
            <p:nvPr/>
          </p:nvSpPr>
          <p:spPr>
            <a:xfrm rot="-739910">
              <a:off x="1905216" y="4500995"/>
              <a:ext cx="140883" cy="265847"/>
            </a:xfrm>
            <a:custGeom>
              <a:avLst/>
              <a:gdLst/>
              <a:ahLst/>
              <a:cxnLst/>
              <a:rect l="l" t="t" r="r" b="b"/>
              <a:pathLst>
                <a:path w="5142" h="9703" extrusionOk="0">
                  <a:moveTo>
                    <a:pt x="4437" y="9371"/>
                  </a:moveTo>
                  <a:cubicBezTo>
                    <a:pt x="3276" y="7215"/>
                    <a:pt x="2322" y="4976"/>
                    <a:pt x="1327" y="2779"/>
                  </a:cubicBezTo>
                  <a:cubicBezTo>
                    <a:pt x="1037" y="2240"/>
                    <a:pt x="705" y="1659"/>
                    <a:pt x="374" y="1120"/>
                  </a:cubicBezTo>
                  <a:cubicBezTo>
                    <a:pt x="249" y="913"/>
                    <a:pt x="125" y="706"/>
                    <a:pt x="42" y="457"/>
                  </a:cubicBezTo>
                  <a:cubicBezTo>
                    <a:pt x="0" y="125"/>
                    <a:pt x="581" y="1"/>
                    <a:pt x="664" y="374"/>
                  </a:cubicBezTo>
                  <a:cubicBezTo>
                    <a:pt x="954" y="913"/>
                    <a:pt x="1286" y="1452"/>
                    <a:pt x="1576" y="1991"/>
                  </a:cubicBezTo>
                  <a:cubicBezTo>
                    <a:pt x="2198" y="3110"/>
                    <a:pt x="2654" y="4271"/>
                    <a:pt x="3152" y="5391"/>
                  </a:cubicBezTo>
                  <a:cubicBezTo>
                    <a:pt x="3732" y="6635"/>
                    <a:pt x="4313" y="7879"/>
                    <a:pt x="4976" y="9081"/>
                  </a:cubicBezTo>
                  <a:cubicBezTo>
                    <a:pt x="5142" y="9413"/>
                    <a:pt x="4603" y="9703"/>
                    <a:pt x="4437" y="93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7"/>
            <p:cNvSpPr/>
            <p:nvPr/>
          </p:nvSpPr>
          <p:spPr>
            <a:xfrm rot="-739910">
              <a:off x="2010273" y="4153064"/>
              <a:ext cx="174966" cy="536214"/>
            </a:xfrm>
            <a:custGeom>
              <a:avLst/>
              <a:gdLst/>
              <a:ahLst/>
              <a:cxnLst/>
              <a:rect l="l" t="t" r="r" b="b"/>
              <a:pathLst>
                <a:path w="6386" h="19571" extrusionOk="0">
                  <a:moveTo>
                    <a:pt x="5681" y="19198"/>
                  </a:moveTo>
                  <a:cubicBezTo>
                    <a:pt x="4769" y="15093"/>
                    <a:pt x="3566" y="11071"/>
                    <a:pt x="2322" y="7049"/>
                  </a:cubicBezTo>
                  <a:cubicBezTo>
                    <a:pt x="1618" y="4935"/>
                    <a:pt x="1120" y="2737"/>
                    <a:pt x="208" y="664"/>
                  </a:cubicBezTo>
                  <a:cubicBezTo>
                    <a:pt x="1" y="332"/>
                    <a:pt x="540" y="1"/>
                    <a:pt x="747" y="374"/>
                  </a:cubicBezTo>
                  <a:cubicBezTo>
                    <a:pt x="1286" y="1535"/>
                    <a:pt x="1659" y="2779"/>
                    <a:pt x="2032" y="4023"/>
                  </a:cubicBezTo>
                  <a:cubicBezTo>
                    <a:pt x="3193" y="7671"/>
                    <a:pt x="4313" y="11361"/>
                    <a:pt x="5308" y="15052"/>
                  </a:cubicBezTo>
                  <a:cubicBezTo>
                    <a:pt x="5681" y="16378"/>
                    <a:pt x="5971" y="17705"/>
                    <a:pt x="6303" y="19032"/>
                  </a:cubicBezTo>
                  <a:cubicBezTo>
                    <a:pt x="6386" y="19447"/>
                    <a:pt x="5805" y="19571"/>
                    <a:pt x="5681" y="19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7"/>
            <p:cNvSpPr/>
            <p:nvPr/>
          </p:nvSpPr>
          <p:spPr>
            <a:xfrm rot="-739910">
              <a:off x="2045208" y="4675379"/>
              <a:ext cx="201104" cy="63647"/>
            </a:xfrm>
            <a:custGeom>
              <a:avLst/>
              <a:gdLst/>
              <a:ahLst/>
              <a:cxnLst/>
              <a:rect l="l" t="t" r="r" b="b"/>
              <a:pathLst>
                <a:path w="7340" h="2323" extrusionOk="0">
                  <a:moveTo>
                    <a:pt x="954" y="2240"/>
                  </a:moveTo>
                  <a:cubicBezTo>
                    <a:pt x="705" y="2240"/>
                    <a:pt x="415" y="2240"/>
                    <a:pt x="249" y="2074"/>
                  </a:cubicBezTo>
                  <a:cubicBezTo>
                    <a:pt x="0" y="1867"/>
                    <a:pt x="291" y="1452"/>
                    <a:pt x="581" y="1576"/>
                  </a:cubicBezTo>
                  <a:cubicBezTo>
                    <a:pt x="1825" y="1784"/>
                    <a:pt x="3027" y="1411"/>
                    <a:pt x="4188" y="1079"/>
                  </a:cubicBezTo>
                  <a:cubicBezTo>
                    <a:pt x="5059" y="830"/>
                    <a:pt x="5888" y="581"/>
                    <a:pt x="6676" y="208"/>
                  </a:cubicBezTo>
                  <a:cubicBezTo>
                    <a:pt x="7008" y="1"/>
                    <a:pt x="7339" y="540"/>
                    <a:pt x="7008" y="747"/>
                  </a:cubicBezTo>
                  <a:cubicBezTo>
                    <a:pt x="5888" y="1286"/>
                    <a:pt x="4644" y="1576"/>
                    <a:pt x="3483" y="1950"/>
                  </a:cubicBezTo>
                  <a:cubicBezTo>
                    <a:pt x="2654" y="2157"/>
                    <a:pt x="1825" y="2323"/>
                    <a:pt x="954" y="22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7"/>
            <p:cNvSpPr/>
            <p:nvPr/>
          </p:nvSpPr>
          <p:spPr>
            <a:xfrm rot="-739910">
              <a:off x="2218953" y="4652306"/>
              <a:ext cx="17069" cy="17069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0" y="333"/>
                  </a:moveTo>
                  <a:cubicBezTo>
                    <a:pt x="0" y="167"/>
                    <a:pt x="166" y="1"/>
                    <a:pt x="332" y="1"/>
                  </a:cubicBezTo>
                  <a:cubicBezTo>
                    <a:pt x="498" y="1"/>
                    <a:pt x="622" y="167"/>
                    <a:pt x="622" y="333"/>
                  </a:cubicBezTo>
                  <a:cubicBezTo>
                    <a:pt x="622" y="498"/>
                    <a:pt x="498" y="623"/>
                    <a:pt x="332" y="623"/>
                  </a:cubicBezTo>
                  <a:cubicBezTo>
                    <a:pt x="166" y="623"/>
                    <a:pt x="42" y="498"/>
                    <a:pt x="0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7"/>
            <p:cNvSpPr/>
            <p:nvPr/>
          </p:nvSpPr>
          <p:spPr>
            <a:xfrm rot="-739910">
              <a:off x="1952858" y="4084828"/>
              <a:ext cx="259052" cy="85236"/>
            </a:xfrm>
            <a:custGeom>
              <a:avLst/>
              <a:gdLst/>
              <a:ahLst/>
              <a:cxnLst/>
              <a:rect l="l" t="t" r="r" b="b"/>
              <a:pathLst>
                <a:path w="9455" h="3111" extrusionOk="0">
                  <a:moveTo>
                    <a:pt x="457" y="3110"/>
                  </a:moveTo>
                  <a:cubicBezTo>
                    <a:pt x="1" y="3027"/>
                    <a:pt x="125" y="2405"/>
                    <a:pt x="540" y="2488"/>
                  </a:cubicBezTo>
                  <a:cubicBezTo>
                    <a:pt x="1452" y="2405"/>
                    <a:pt x="2323" y="2115"/>
                    <a:pt x="3193" y="1866"/>
                  </a:cubicBezTo>
                  <a:cubicBezTo>
                    <a:pt x="5059" y="1286"/>
                    <a:pt x="6884" y="788"/>
                    <a:pt x="8708" y="166"/>
                  </a:cubicBezTo>
                  <a:cubicBezTo>
                    <a:pt x="9164" y="0"/>
                    <a:pt x="9454" y="581"/>
                    <a:pt x="8998" y="747"/>
                  </a:cubicBezTo>
                  <a:cubicBezTo>
                    <a:pt x="7132" y="1327"/>
                    <a:pt x="5308" y="1866"/>
                    <a:pt x="3442" y="2447"/>
                  </a:cubicBezTo>
                  <a:cubicBezTo>
                    <a:pt x="2447" y="2695"/>
                    <a:pt x="1452" y="3110"/>
                    <a:pt x="457" y="3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7"/>
            <p:cNvSpPr/>
            <p:nvPr/>
          </p:nvSpPr>
          <p:spPr>
            <a:xfrm rot="-739910">
              <a:off x="1576976" y="3786207"/>
              <a:ext cx="315821" cy="269272"/>
            </a:xfrm>
            <a:custGeom>
              <a:avLst/>
              <a:gdLst/>
              <a:ahLst/>
              <a:cxnLst/>
              <a:rect l="l" t="t" r="r" b="b"/>
              <a:pathLst>
                <a:path w="11527" h="9828" extrusionOk="0">
                  <a:moveTo>
                    <a:pt x="1617" y="9786"/>
                  </a:moveTo>
                  <a:cubicBezTo>
                    <a:pt x="1285" y="9744"/>
                    <a:pt x="1120" y="9413"/>
                    <a:pt x="995" y="9164"/>
                  </a:cubicBezTo>
                  <a:cubicBezTo>
                    <a:pt x="746" y="8542"/>
                    <a:pt x="498" y="7879"/>
                    <a:pt x="332" y="7215"/>
                  </a:cubicBezTo>
                  <a:cubicBezTo>
                    <a:pt x="124" y="6261"/>
                    <a:pt x="0" y="5266"/>
                    <a:pt x="249" y="4313"/>
                  </a:cubicBezTo>
                  <a:cubicBezTo>
                    <a:pt x="746" y="2198"/>
                    <a:pt x="2405" y="498"/>
                    <a:pt x="4561" y="125"/>
                  </a:cubicBezTo>
                  <a:cubicBezTo>
                    <a:pt x="5390" y="1"/>
                    <a:pt x="6219" y="42"/>
                    <a:pt x="7007" y="208"/>
                  </a:cubicBezTo>
                  <a:cubicBezTo>
                    <a:pt x="8127" y="498"/>
                    <a:pt x="9205" y="1037"/>
                    <a:pt x="9992" y="1866"/>
                  </a:cubicBezTo>
                  <a:cubicBezTo>
                    <a:pt x="11153" y="3235"/>
                    <a:pt x="11527" y="5266"/>
                    <a:pt x="10946" y="6966"/>
                  </a:cubicBezTo>
                  <a:cubicBezTo>
                    <a:pt x="10656" y="7837"/>
                    <a:pt x="10158" y="8625"/>
                    <a:pt x="9495" y="9247"/>
                  </a:cubicBezTo>
                  <a:cubicBezTo>
                    <a:pt x="9205" y="9537"/>
                    <a:pt x="8790" y="9081"/>
                    <a:pt x="9039" y="8791"/>
                  </a:cubicBezTo>
                  <a:cubicBezTo>
                    <a:pt x="9205" y="8666"/>
                    <a:pt x="9371" y="8500"/>
                    <a:pt x="9495" y="8335"/>
                  </a:cubicBezTo>
                  <a:cubicBezTo>
                    <a:pt x="10863" y="6759"/>
                    <a:pt x="10946" y="4271"/>
                    <a:pt x="9785" y="2571"/>
                  </a:cubicBezTo>
                  <a:cubicBezTo>
                    <a:pt x="9371" y="1949"/>
                    <a:pt x="8666" y="1576"/>
                    <a:pt x="8002" y="1245"/>
                  </a:cubicBezTo>
                  <a:cubicBezTo>
                    <a:pt x="7215" y="830"/>
                    <a:pt x="6344" y="664"/>
                    <a:pt x="5473" y="664"/>
                  </a:cubicBezTo>
                  <a:cubicBezTo>
                    <a:pt x="3151" y="623"/>
                    <a:pt x="1285" y="2447"/>
                    <a:pt x="788" y="4644"/>
                  </a:cubicBezTo>
                  <a:cubicBezTo>
                    <a:pt x="539" y="6179"/>
                    <a:pt x="995" y="7796"/>
                    <a:pt x="1700" y="9164"/>
                  </a:cubicBezTo>
                  <a:cubicBezTo>
                    <a:pt x="2073" y="9247"/>
                    <a:pt x="1990" y="9827"/>
                    <a:pt x="1576" y="97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7"/>
            <p:cNvSpPr/>
            <p:nvPr/>
          </p:nvSpPr>
          <p:spPr>
            <a:xfrm rot="-739910">
              <a:off x="1837364" y="3959823"/>
              <a:ext cx="287409" cy="30686"/>
            </a:xfrm>
            <a:custGeom>
              <a:avLst/>
              <a:gdLst/>
              <a:ahLst/>
              <a:cxnLst/>
              <a:rect l="l" t="t" r="r" b="b"/>
              <a:pathLst>
                <a:path w="10490" h="1120" extrusionOk="0">
                  <a:moveTo>
                    <a:pt x="415" y="1120"/>
                  </a:moveTo>
                  <a:cubicBezTo>
                    <a:pt x="0" y="1078"/>
                    <a:pt x="83" y="498"/>
                    <a:pt x="456" y="539"/>
                  </a:cubicBezTo>
                  <a:cubicBezTo>
                    <a:pt x="1493" y="415"/>
                    <a:pt x="2529" y="332"/>
                    <a:pt x="3524" y="290"/>
                  </a:cubicBezTo>
                  <a:cubicBezTo>
                    <a:pt x="5722" y="208"/>
                    <a:pt x="7919" y="0"/>
                    <a:pt x="10075" y="83"/>
                  </a:cubicBezTo>
                  <a:cubicBezTo>
                    <a:pt x="10490" y="125"/>
                    <a:pt x="10407" y="747"/>
                    <a:pt x="9992" y="705"/>
                  </a:cubicBezTo>
                  <a:cubicBezTo>
                    <a:pt x="8707" y="622"/>
                    <a:pt x="7463" y="747"/>
                    <a:pt x="6178" y="788"/>
                  </a:cubicBezTo>
                  <a:cubicBezTo>
                    <a:pt x="4229" y="871"/>
                    <a:pt x="2322" y="954"/>
                    <a:pt x="415" y="11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7"/>
            <p:cNvSpPr/>
            <p:nvPr/>
          </p:nvSpPr>
          <p:spPr>
            <a:xfrm rot="-739910">
              <a:off x="2117669" y="3923847"/>
              <a:ext cx="60249" cy="170446"/>
            </a:xfrm>
            <a:custGeom>
              <a:avLst/>
              <a:gdLst/>
              <a:ahLst/>
              <a:cxnLst/>
              <a:rect l="l" t="t" r="r" b="b"/>
              <a:pathLst>
                <a:path w="2199" h="6221" extrusionOk="0">
                  <a:moveTo>
                    <a:pt x="1535" y="5805"/>
                  </a:moveTo>
                  <a:cubicBezTo>
                    <a:pt x="1369" y="4106"/>
                    <a:pt x="1286" y="2364"/>
                    <a:pt x="913" y="664"/>
                  </a:cubicBezTo>
                  <a:cubicBezTo>
                    <a:pt x="747" y="664"/>
                    <a:pt x="581" y="664"/>
                    <a:pt x="415" y="664"/>
                  </a:cubicBezTo>
                  <a:cubicBezTo>
                    <a:pt x="249" y="706"/>
                    <a:pt x="42" y="623"/>
                    <a:pt x="1" y="457"/>
                  </a:cubicBezTo>
                  <a:cubicBezTo>
                    <a:pt x="1" y="291"/>
                    <a:pt x="42" y="125"/>
                    <a:pt x="208" y="84"/>
                  </a:cubicBezTo>
                  <a:cubicBezTo>
                    <a:pt x="498" y="1"/>
                    <a:pt x="830" y="42"/>
                    <a:pt x="1120" y="84"/>
                  </a:cubicBezTo>
                  <a:cubicBezTo>
                    <a:pt x="1493" y="125"/>
                    <a:pt x="1535" y="581"/>
                    <a:pt x="1618" y="871"/>
                  </a:cubicBezTo>
                  <a:cubicBezTo>
                    <a:pt x="1908" y="2488"/>
                    <a:pt x="2032" y="4106"/>
                    <a:pt x="2157" y="5723"/>
                  </a:cubicBezTo>
                  <a:cubicBezTo>
                    <a:pt x="2198" y="6137"/>
                    <a:pt x="1576" y="6220"/>
                    <a:pt x="1535" y="58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7"/>
            <p:cNvSpPr/>
            <p:nvPr/>
          </p:nvSpPr>
          <p:spPr>
            <a:xfrm rot="-739910">
              <a:off x="911172" y="3936256"/>
              <a:ext cx="103402" cy="752059"/>
            </a:xfrm>
            <a:custGeom>
              <a:avLst/>
              <a:gdLst/>
              <a:ahLst/>
              <a:cxnLst/>
              <a:rect l="l" t="t" r="r" b="b"/>
              <a:pathLst>
                <a:path w="3774" h="27449" extrusionOk="0">
                  <a:moveTo>
                    <a:pt x="291" y="27449"/>
                  </a:moveTo>
                  <a:cubicBezTo>
                    <a:pt x="125" y="27408"/>
                    <a:pt x="0" y="27242"/>
                    <a:pt x="42" y="27076"/>
                  </a:cubicBezTo>
                  <a:cubicBezTo>
                    <a:pt x="125" y="26412"/>
                    <a:pt x="208" y="25790"/>
                    <a:pt x="291" y="25127"/>
                  </a:cubicBezTo>
                  <a:cubicBezTo>
                    <a:pt x="539" y="23178"/>
                    <a:pt x="830" y="21230"/>
                    <a:pt x="1078" y="19281"/>
                  </a:cubicBezTo>
                  <a:cubicBezTo>
                    <a:pt x="1617" y="15301"/>
                    <a:pt x="1991" y="11320"/>
                    <a:pt x="2447" y="7340"/>
                  </a:cubicBezTo>
                  <a:cubicBezTo>
                    <a:pt x="2613" y="6013"/>
                    <a:pt x="2737" y="4686"/>
                    <a:pt x="2861" y="3359"/>
                  </a:cubicBezTo>
                  <a:cubicBezTo>
                    <a:pt x="2944" y="2323"/>
                    <a:pt x="3152" y="1328"/>
                    <a:pt x="3152" y="291"/>
                  </a:cubicBezTo>
                  <a:cubicBezTo>
                    <a:pt x="3152" y="125"/>
                    <a:pt x="3276" y="1"/>
                    <a:pt x="3442" y="1"/>
                  </a:cubicBezTo>
                  <a:cubicBezTo>
                    <a:pt x="3608" y="1"/>
                    <a:pt x="3774" y="125"/>
                    <a:pt x="3774" y="291"/>
                  </a:cubicBezTo>
                  <a:cubicBezTo>
                    <a:pt x="3774" y="913"/>
                    <a:pt x="3691" y="1535"/>
                    <a:pt x="3608" y="2157"/>
                  </a:cubicBezTo>
                  <a:cubicBezTo>
                    <a:pt x="3400" y="4106"/>
                    <a:pt x="3235" y="6096"/>
                    <a:pt x="2986" y="8086"/>
                  </a:cubicBezTo>
                  <a:cubicBezTo>
                    <a:pt x="2405" y="13393"/>
                    <a:pt x="1825" y="18659"/>
                    <a:pt x="1078" y="23925"/>
                  </a:cubicBezTo>
                  <a:cubicBezTo>
                    <a:pt x="954" y="25003"/>
                    <a:pt x="788" y="26081"/>
                    <a:pt x="664" y="27159"/>
                  </a:cubicBezTo>
                  <a:cubicBezTo>
                    <a:pt x="622" y="27325"/>
                    <a:pt x="457" y="27449"/>
                    <a:pt x="291" y="274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7"/>
            <p:cNvSpPr/>
            <p:nvPr/>
          </p:nvSpPr>
          <p:spPr>
            <a:xfrm rot="-739910">
              <a:off x="1725717" y="3789516"/>
              <a:ext cx="38659" cy="440786"/>
            </a:xfrm>
            <a:custGeom>
              <a:avLst/>
              <a:gdLst/>
              <a:ahLst/>
              <a:cxnLst/>
              <a:rect l="l" t="t" r="r" b="b"/>
              <a:pathLst>
                <a:path w="1411" h="16088" extrusionOk="0">
                  <a:moveTo>
                    <a:pt x="872" y="15922"/>
                  </a:moveTo>
                  <a:cubicBezTo>
                    <a:pt x="830" y="15839"/>
                    <a:pt x="789" y="15756"/>
                    <a:pt x="789" y="15673"/>
                  </a:cubicBezTo>
                  <a:cubicBezTo>
                    <a:pt x="706" y="14346"/>
                    <a:pt x="623" y="12978"/>
                    <a:pt x="540" y="11609"/>
                  </a:cubicBezTo>
                  <a:cubicBezTo>
                    <a:pt x="374" y="7878"/>
                    <a:pt x="415" y="4105"/>
                    <a:pt x="1" y="415"/>
                  </a:cubicBezTo>
                  <a:cubicBezTo>
                    <a:pt x="42" y="0"/>
                    <a:pt x="623" y="0"/>
                    <a:pt x="623" y="415"/>
                  </a:cubicBezTo>
                  <a:cubicBezTo>
                    <a:pt x="789" y="1741"/>
                    <a:pt x="872" y="3068"/>
                    <a:pt x="913" y="4395"/>
                  </a:cubicBezTo>
                  <a:cubicBezTo>
                    <a:pt x="1037" y="8168"/>
                    <a:pt x="1120" y="11941"/>
                    <a:pt x="1411" y="15673"/>
                  </a:cubicBezTo>
                  <a:cubicBezTo>
                    <a:pt x="1411" y="15963"/>
                    <a:pt x="1037" y="16087"/>
                    <a:pt x="872" y="159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7"/>
            <p:cNvSpPr/>
            <p:nvPr/>
          </p:nvSpPr>
          <p:spPr>
            <a:xfrm rot="-739910">
              <a:off x="1837998" y="4260853"/>
              <a:ext cx="27289" cy="281765"/>
            </a:xfrm>
            <a:custGeom>
              <a:avLst/>
              <a:gdLst/>
              <a:ahLst/>
              <a:cxnLst/>
              <a:rect l="l" t="t" r="r" b="b"/>
              <a:pathLst>
                <a:path w="996" h="10284" extrusionOk="0">
                  <a:moveTo>
                    <a:pt x="374" y="9951"/>
                  </a:moveTo>
                  <a:cubicBezTo>
                    <a:pt x="208" y="8003"/>
                    <a:pt x="166" y="6095"/>
                    <a:pt x="83" y="4147"/>
                  </a:cubicBezTo>
                  <a:cubicBezTo>
                    <a:pt x="83" y="3525"/>
                    <a:pt x="42" y="2903"/>
                    <a:pt x="42" y="2281"/>
                  </a:cubicBezTo>
                  <a:cubicBezTo>
                    <a:pt x="42" y="1659"/>
                    <a:pt x="0" y="1037"/>
                    <a:pt x="42" y="415"/>
                  </a:cubicBezTo>
                  <a:cubicBezTo>
                    <a:pt x="42" y="332"/>
                    <a:pt x="83" y="249"/>
                    <a:pt x="125" y="208"/>
                  </a:cubicBezTo>
                  <a:cubicBezTo>
                    <a:pt x="332" y="0"/>
                    <a:pt x="705" y="166"/>
                    <a:pt x="664" y="415"/>
                  </a:cubicBezTo>
                  <a:cubicBezTo>
                    <a:pt x="581" y="1742"/>
                    <a:pt x="664" y="3027"/>
                    <a:pt x="705" y="4313"/>
                  </a:cubicBezTo>
                  <a:cubicBezTo>
                    <a:pt x="788" y="5598"/>
                    <a:pt x="788" y="6842"/>
                    <a:pt x="871" y="8086"/>
                  </a:cubicBezTo>
                  <a:cubicBezTo>
                    <a:pt x="913" y="8708"/>
                    <a:pt x="913" y="9288"/>
                    <a:pt x="996" y="9868"/>
                  </a:cubicBezTo>
                  <a:cubicBezTo>
                    <a:pt x="996" y="9951"/>
                    <a:pt x="954" y="10034"/>
                    <a:pt x="913" y="10076"/>
                  </a:cubicBezTo>
                  <a:cubicBezTo>
                    <a:pt x="788" y="10283"/>
                    <a:pt x="374" y="10200"/>
                    <a:pt x="374" y="99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4" name="Google Shape;1554;p37"/>
          <p:cNvGrpSpPr/>
          <p:nvPr/>
        </p:nvGrpSpPr>
        <p:grpSpPr>
          <a:xfrm>
            <a:off x="4105322" y="566239"/>
            <a:ext cx="668600" cy="775967"/>
            <a:chOff x="4056122" y="1492814"/>
            <a:chExt cx="668600" cy="775967"/>
          </a:xfrm>
        </p:grpSpPr>
        <p:grpSp>
          <p:nvGrpSpPr>
            <p:cNvPr id="1555" name="Google Shape;1555;p37"/>
            <p:cNvGrpSpPr/>
            <p:nvPr/>
          </p:nvGrpSpPr>
          <p:grpSpPr>
            <a:xfrm>
              <a:off x="4431072" y="2112589"/>
              <a:ext cx="170569" cy="156192"/>
              <a:chOff x="5117325" y="2664025"/>
              <a:chExt cx="110925" cy="101575"/>
            </a:xfrm>
          </p:grpSpPr>
          <p:sp>
            <p:nvSpPr>
              <p:cNvPr id="1556" name="Google Shape;1556;p3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3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60" name="Google Shape;1560;p37"/>
            <p:cNvSpPr/>
            <p:nvPr/>
          </p:nvSpPr>
          <p:spPr>
            <a:xfrm rot="655445">
              <a:off x="4556648" y="161045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1" name="Google Shape;1561;p37"/>
            <p:cNvGrpSpPr/>
            <p:nvPr/>
          </p:nvGrpSpPr>
          <p:grpSpPr>
            <a:xfrm>
              <a:off x="4056122" y="1492814"/>
              <a:ext cx="170569" cy="156192"/>
              <a:chOff x="5117325" y="2664025"/>
              <a:chExt cx="110925" cy="101575"/>
            </a:xfrm>
          </p:grpSpPr>
          <p:sp>
            <p:nvSpPr>
              <p:cNvPr id="1562" name="Google Shape;1562;p3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3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3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8" name="Google Shape;1608;p39"/>
          <p:cNvGrpSpPr/>
          <p:nvPr/>
        </p:nvGrpSpPr>
        <p:grpSpPr>
          <a:xfrm>
            <a:off x="4710071" y="1112158"/>
            <a:ext cx="3570449" cy="2919184"/>
            <a:chOff x="4421328" y="1498777"/>
            <a:chExt cx="3360106" cy="2747209"/>
          </a:xfrm>
        </p:grpSpPr>
        <p:grpSp>
          <p:nvGrpSpPr>
            <p:cNvPr id="1609" name="Google Shape;1609;p39"/>
            <p:cNvGrpSpPr/>
            <p:nvPr/>
          </p:nvGrpSpPr>
          <p:grpSpPr>
            <a:xfrm>
              <a:off x="4421328" y="1498777"/>
              <a:ext cx="3360106" cy="2747209"/>
              <a:chOff x="1503950" y="1498788"/>
              <a:chExt cx="2636825" cy="2155857"/>
            </a:xfrm>
          </p:grpSpPr>
          <p:sp>
            <p:nvSpPr>
              <p:cNvPr id="1610" name="Google Shape;1610;p39"/>
              <p:cNvSpPr/>
              <p:nvPr/>
            </p:nvSpPr>
            <p:spPr>
              <a:xfrm>
                <a:off x="1503950" y="1498788"/>
                <a:ext cx="2636825" cy="1596850"/>
              </a:xfrm>
              <a:custGeom>
                <a:avLst/>
                <a:gdLst/>
                <a:ahLst/>
                <a:cxnLst/>
                <a:rect l="l" t="t" r="r" b="b"/>
                <a:pathLst>
                  <a:path w="105473" h="63874" extrusionOk="0">
                    <a:moveTo>
                      <a:pt x="0" y="63873"/>
                    </a:moveTo>
                    <a:lnTo>
                      <a:pt x="0" y="2389"/>
                    </a:lnTo>
                    <a:cubicBezTo>
                      <a:pt x="0" y="1055"/>
                      <a:pt x="1055" y="0"/>
                      <a:pt x="2389" y="0"/>
                    </a:cubicBezTo>
                    <a:lnTo>
                      <a:pt x="103115" y="0"/>
                    </a:lnTo>
                    <a:cubicBezTo>
                      <a:pt x="104418" y="0"/>
                      <a:pt x="105473" y="1055"/>
                      <a:pt x="105473" y="2389"/>
                    </a:cubicBezTo>
                    <a:lnTo>
                      <a:pt x="105473" y="6387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39"/>
              <p:cNvSpPr/>
              <p:nvPr/>
            </p:nvSpPr>
            <p:spPr>
              <a:xfrm>
                <a:off x="1503950" y="3097454"/>
                <a:ext cx="2636825" cy="238100"/>
              </a:xfrm>
              <a:custGeom>
                <a:avLst/>
                <a:gdLst/>
                <a:ahLst/>
                <a:cxnLst/>
                <a:rect l="l" t="t" r="r" b="b"/>
                <a:pathLst>
                  <a:path w="105473" h="9524" extrusionOk="0">
                    <a:moveTo>
                      <a:pt x="103115" y="9524"/>
                    </a:moveTo>
                    <a:lnTo>
                      <a:pt x="2389" y="9524"/>
                    </a:lnTo>
                    <a:cubicBezTo>
                      <a:pt x="1055" y="9524"/>
                      <a:pt x="0" y="8438"/>
                      <a:pt x="0" y="7135"/>
                    </a:cubicBezTo>
                    <a:lnTo>
                      <a:pt x="0" y="0"/>
                    </a:lnTo>
                    <a:lnTo>
                      <a:pt x="105473" y="0"/>
                    </a:lnTo>
                    <a:lnTo>
                      <a:pt x="105473" y="7135"/>
                    </a:lnTo>
                    <a:cubicBezTo>
                      <a:pt x="105473" y="8438"/>
                      <a:pt x="104418" y="9524"/>
                      <a:pt x="103115" y="952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9"/>
              <p:cNvSpPr/>
              <p:nvPr/>
            </p:nvSpPr>
            <p:spPr>
              <a:xfrm>
                <a:off x="2380288" y="3335095"/>
                <a:ext cx="884150" cy="319550"/>
              </a:xfrm>
              <a:custGeom>
                <a:avLst/>
                <a:gdLst/>
                <a:ahLst/>
                <a:cxnLst/>
                <a:rect l="l" t="t" r="r" b="b"/>
                <a:pathLst>
                  <a:path w="35366" h="12782" extrusionOk="0">
                    <a:moveTo>
                      <a:pt x="1" y="12781"/>
                    </a:moveTo>
                    <a:lnTo>
                      <a:pt x="1" y="11447"/>
                    </a:lnTo>
                    <a:lnTo>
                      <a:pt x="4158" y="10951"/>
                    </a:lnTo>
                    <a:lnTo>
                      <a:pt x="7043" y="1"/>
                    </a:lnTo>
                    <a:lnTo>
                      <a:pt x="28323" y="1"/>
                    </a:lnTo>
                    <a:lnTo>
                      <a:pt x="31208" y="10951"/>
                    </a:lnTo>
                    <a:lnTo>
                      <a:pt x="35365" y="11447"/>
                    </a:lnTo>
                    <a:lnTo>
                      <a:pt x="35365" y="1278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9"/>
              <p:cNvSpPr/>
              <p:nvPr/>
            </p:nvSpPr>
            <p:spPr>
              <a:xfrm>
                <a:off x="2806063" y="1536788"/>
                <a:ext cx="32600" cy="32575"/>
              </a:xfrm>
              <a:custGeom>
                <a:avLst/>
                <a:gdLst/>
                <a:ahLst/>
                <a:cxnLst/>
                <a:rect l="l" t="t" r="r" b="b"/>
                <a:pathLst>
                  <a:path w="1304" h="1303" extrusionOk="0">
                    <a:moveTo>
                      <a:pt x="559" y="0"/>
                    </a:moveTo>
                    <a:cubicBezTo>
                      <a:pt x="1055" y="0"/>
                      <a:pt x="1304" y="589"/>
                      <a:pt x="931" y="931"/>
                    </a:cubicBezTo>
                    <a:cubicBezTo>
                      <a:pt x="590" y="1303"/>
                      <a:pt x="1" y="1055"/>
                      <a:pt x="1" y="558"/>
                    </a:cubicBezTo>
                    <a:cubicBezTo>
                      <a:pt x="1" y="248"/>
                      <a:pt x="249" y="0"/>
                      <a:pt x="55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14" name="Google Shape;1614;p39"/>
            <p:cNvSpPr/>
            <p:nvPr/>
          </p:nvSpPr>
          <p:spPr>
            <a:xfrm rot="-2700000">
              <a:off x="6042836" y="3629807"/>
              <a:ext cx="117097" cy="117097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15" name="Google Shape;1615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6670" y="1256391"/>
            <a:ext cx="3337250" cy="187722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16" name="Google Shape;1616;p39"/>
          <p:cNvSpPr txBox="1">
            <a:spLocks noGrp="1"/>
          </p:cNvSpPr>
          <p:nvPr>
            <p:ph type="title"/>
          </p:nvPr>
        </p:nvSpPr>
        <p:spPr>
          <a:xfrm>
            <a:off x="863480" y="1368975"/>
            <a:ext cx="3465600" cy="11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DEMOSTRACIÓN DEL PRODUCTO</a:t>
            </a:r>
            <a:endParaRPr/>
          </a:p>
        </p:txBody>
      </p:sp>
      <p:sp>
        <p:nvSpPr>
          <p:cNvPr id="1617" name="Google Shape;1617;p39"/>
          <p:cNvSpPr txBox="1">
            <a:spLocks noGrp="1"/>
          </p:cNvSpPr>
          <p:nvPr>
            <p:ph type="subTitle" idx="1"/>
          </p:nvPr>
        </p:nvSpPr>
        <p:spPr>
          <a:xfrm>
            <a:off x="863480" y="2754225"/>
            <a:ext cx="3465600" cy="10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Puedes reemplazar la imagen en la pantalla por otra. Haz clic derecho en ella y luego elige "</a:t>
            </a:r>
            <a:r>
              <a:rPr lang="en" b="1"/>
              <a:t>Reemplazar imagen</a:t>
            </a:r>
            <a:r>
              <a:rPr lang="en"/>
              <a:t>" para que puedas agregar la tuya</a:t>
            </a:r>
            <a:endParaRPr/>
          </a:p>
        </p:txBody>
      </p:sp>
      <p:grpSp>
        <p:nvGrpSpPr>
          <p:cNvPr id="1618" name="Google Shape;1618;p39"/>
          <p:cNvGrpSpPr/>
          <p:nvPr/>
        </p:nvGrpSpPr>
        <p:grpSpPr>
          <a:xfrm>
            <a:off x="1950655" y="2630838"/>
            <a:ext cx="2277457" cy="21075"/>
            <a:chOff x="775500" y="3265438"/>
            <a:chExt cx="2277457" cy="21075"/>
          </a:xfrm>
        </p:grpSpPr>
        <p:sp>
          <p:nvSpPr>
            <p:cNvPr id="1619" name="Google Shape;1619;p39"/>
            <p:cNvSpPr/>
            <p:nvPr/>
          </p:nvSpPr>
          <p:spPr>
            <a:xfrm>
              <a:off x="775500" y="3265438"/>
              <a:ext cx="2165006" cy="21075"/>
            </a:xfrm>
            <a:custGeom>
              <a:avLst/>
              <a:gdLst/>
              <a:ahLst/>
              <a:cxnLst/>
              <a:rect l="l" t="t" r="r" b="b"/>
              <a:pathLst>
                <a:path w="7079" h="514" extrusionOk="0">
                  <a:moveTo>
                    <a:pt x="6861" y="513"/>
                  </a:moveTo>
                  <a:cubicBezTo>
                    <a:pt x="5304" y="454"/>
                    <a:pt x="3727" y="434"/>
                    <a:pt x="2150" y="454"/>
                  </a:cubicBezTo>
                  <a:cubicBezTo>
                    <a:pt x="1519" y="434"/>
                    <a:pt x="888" y="513"/>
                    <a:pt x="257" y="434"/>
                  </a:cubicBezTo>
                  <a:cubicBezTo>
                    <a:pt x="1" y="355"/>
                    <a:pt x="119" y="1"/>
                    <a:pt x="395" y="79"/>
                  </a:cubicBezTo>
                  <a:cubicBezTo>
                    <a:pt x="1341" y="139"/>
                    <a:pt x="2268" y="60"/>
                    <a:pt x="3214" y="79"/>
                  </a:cubicBezTo>
                  <a:cubicBezTo>
                    <a:pt x="4082" y="79"/>
                    <a:pt x="4929" y="99"/>
                    <a:pt x="5777" y="119"/>
                  </a:cubicBezTo>
                  <a:cubicBezTo>
                    <a:pt x="6152" y="119"/>
                    <a:pt x="6526" y="139"/>
                    <a:pt x="6901" y="139"/>
                  </a:cubicBezTo>
                  <a:cubicBezTo>
                    <a:pt x="6999" y="158"/>
                    <a:pt x="7078" y="257"/>
                    <a:pt x="7059" y="355"/>
                  </a:cubicBezTo>
                  <a:cubicBezTo>
                    <a:pt x="7059" y="454"/>
                    <a:pt x="6960" y="513"/>
                    <a:pt x="6861" y="5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9"/>
            <p:cNvSpPr/>
            <p:nvPr/>
          </p:nvSpPr>
          <p:spPr>
            <a:xfrm>
              <a:off x="2993981" y="3266276"/>
              <a:ext cx="58975" cy="19413"/>
            </a:xfrm>
            <a:custGeom>
              <a:avLst/>
              <a:gdLst/>
              <a:ahLst/>
              <a:cxnLst/>
              <a:rect l="l" t="t" r="r" b="b"/>
              <a:pathLst>
                <a:path w="1440" h="474" extrusionOk="0">
                  <a:moveTo>
                    <a:pt x="1223" y="473"/>
                  </a:moveTo>
                  <a:cubicBezTo>
                    <a:pt x="887" y="454"/>
                    <a:pt x="552" y="454"/>
                    <a:pt x="217" y="414"/>
                  </a:cubicBezTo>
                  <a:cubicBezTo>
                    <a:pt x="0" y="355"/>
                    <a:pt x="59" y="0"/>
                    <a:pt x="296" y="59"/>
                  </a:cubicBezTo>
                  <a:cubicBezTo>
                    <a:pt x="611" y="99"/>
                    <a:pt x="947" y="99"/>
                    <a:pt x="1262" y="118"/>
                  </a:cubicBezTo>
                  <a:cubicBezTo>
                    <a:pt x="1361" y="118"/>
                    <a:pt x="1439" y="217"/>
                    <a:pt x="1420" y="296"/>
                  </a:cubicBezTo>
                  <a:cubicBezTo>
                    <a:pt x="1420" y="414"/>
                    <a:pt x="1321" y="473"/>
                    <a:pt x="1223" y="4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1" name="Google Shape;1621;p39"/>
          <p:cNvGrpSpPr/>
          <p:nvPr/>
        </p:nvGrpSpPr>
        <p:grpSpPr>
          <a:xfrm flipH="1">
            <a:off x="4087570" y="517339"/>
            <a:ext cx="668600" cy="775967"/>
            <a:chOff x="4056122" y="1492814"/>
            <a:chExt cx="668600" cy="775967"/>
          </a:xfrm>
        </p:grpSpPr>
        <p:grpSp>
          <p:nvGrpSpPr>
            <p:cNvPr id="1622" name="Google Shape;1622;p39"/>
            <p:cNvGrpSpPr/>
            <p:nvPr/>
          </p:nvGrpSpPr>
          <p:grpSpPr>
            <a:xfrm>
              <a:off x="4431072" y="2112589"/>
              <a:ext cx="170569" cy="156192"/>
              <a:chOff x="5117325" y="2664025"/>
              <a:chExt cx="110925" cy="101575"/>
            </a:xfrm>
          </p:grpSpPr>
          <p:sp>
            <p:nvSpPr>
              <p:cNvPr id="1623" name="Google Shape;1623;p39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39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39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39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27" name="Google Shape;1627;p39"/>
            <p:cNvSpPr/>
            <p:nvPr/>
          </p:nvSpPr>
          <p:spPr>
            <a:xfrm rot="655445">
              <a:off x="4556648" y="161045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28" name="Google Shape;1628;p39"/>
            <p:cNvGrpSpPr/>
            <p:nvPr/>
          </p:nvGrpSpPr>
          <p:grpSpPr>
            <a:xfrm>
              <a:off x="4056122" y="1492814"/>
              <a:ext cx="170569" cy="156192"/>
              <a:chOff x="5117325" y="2664025"/>
              <a:chExt cx="110925" cy="101575"/>
            </a:xfrm>
          </p:grpSpPr>
          <p:sp>
            <p:nvSpPr>
              <p:cNvPr id="1629" name="Google Shape;1629;p39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9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9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39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40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ESTE ES UN MAPA</a:t>
            </a:r>
            <a:endParaRPr/>
          </a:p>
        </p:txBody>
      </p:sp>
      <p:grpSp>
        <p:nvGrpSpPr>
          <p:cNvPr id="1638" name="Google Shape;1638;p40"/>
          <p:cNvGrpSpPr/>
          <p:nvPr/>
        </p:nvGrpSpPr>
        <p:grpSpPr>
          <a:xfrm>
            <a:off x="3292529" y="1620981"/>
            <a:ext cx="5070338" cy="2701154"/>
            <a:chOff x="233350" y="949250"/>
            <a:chExt cx="7137300" cy="3802300"/>
          </a:xfrm>
        </p:grpSpPr>
        <p:sp>
          <p:nvSpPr>
            <p:cNvPr id="1639" name="Google Shape;1639;p40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40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0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0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0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0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0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0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40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0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0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0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0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0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0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40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40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0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0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0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0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0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0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40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40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40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40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40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40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40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40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40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40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40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40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40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0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0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0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0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0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0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0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40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40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40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40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40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0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40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40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0" name="Google Shape;1690;p40"/>
          <p:cNvSpPr txBox="1"/>
          <p:nvPr/>
        </p:nvSpPr>
        <p:spPr>
          <a:xfrm>
            <a:off x="1212831" y="1880200"/>
            <a:ext cx="1992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A pesar de ser rojo, Marte es muy frío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691" name="Google Shape;1691;p40"/>
          <p:cNvSpPr txBox="1"/>
          <p:nvPr/>
        </p:nvSpPr>
        <p:spPr>
          <a:xfrm>
            <a:off x="1212831" y="1530050"/>
            <a:ext cx="19929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MARTE</a:t>
            </a:r>
            <a:endParaRPr sz="22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692" name="Google Shape;1692;p40"/>
          <p:cNvSpPr txBox="1"/>
          <p:nvPr/>
        </p:nvSpPr>
        <p:spPr>
          <a:xfrm>
            <a:off x="1212830" y="3841000"/>
            <a:ext cx="1992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Está compuesto por hidrógeno y helio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693" name="Google Shape;1693;p40"/>
          <p:cNvSpPr txBox="1"/>
          <p:nvPr/>
        </p:nvSpPr>
        <p:spPr>
          <a:xfrm>
            <a:off x="1212830" y="3490850"/>
            <a:ext cx="19929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SATURNO</a:t>
            </a:r>
            <a:endParaRPr sz="22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694" name="Google Shape;1694;p40"/>
          <p:cNvSpPr txBox="1"/>
          <p:nvPr/>
        </p:nvSpPr>
        <p:spPr>
          <a:xfrm>
            <a:off x="1212831" y="2860600"/>
            <a:ext cx="1992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Es el planeta más lejano de todos al Sol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695" name="Google Shape;1695;p40"/>
          <p:cNvSpPr txBox="1"/>
          <p:nvPr/>
        </p:nvSpPr>
        <p:spPr>
          <a:xfrm>
            <a:off x="1212831" y="2510450"/>
            <a:ext cx="19929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NEPTUNO</a:t>
            </a:r>
            <a:endParaRPr sz="22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grpSp>
        <p:nvGrpSpPr>
          <p:cNvPr id="1696" name="Google Shape;1696;p40"/>
          <p:cNvGrpSpPr/>
          <p:nvPr/>
        </p:nvGrpSpPr>
        <p:grpSpPr>
          <a:xfrm>
            <a:off x="781133" y="3753762"/>
            <a:ext cx="284879" cy="364948"/>
            <a:chOff x="5805866" y="4286087"/>
            <a:chExt cx="284879" cy="364948"/>
          </a:xfrm>
        </p:grpSpPr>
        <p:sp>
          <p:nvSpPr>
            <p:cNvPr id="1697" name="Google Shape;1697;p40"/>
            <p:cNvSpPr/>
            <p:nvPr/>
          </p:nvSpPr>
          <p:spPr>
            <a:xfrm>
              <a:off x="5811266" y="4542835"/>
              <a:ext cx="274261" cy="102956"/>
            </a:xfrm>
            <a:custGeom>
              <a:avLst/>
              <a:gdLst/>
              <a:ahLst/>
              <a:cxnLst/>
              <a:rect l="l" t="t" r="r" b="b"/>
              <a:pathLst>
                <a:path w="10461" h="3927" extrusionOk="0">
                  <a:moveTo>
                    <a:pt x="3706" y="1"/>
                  </a:moveTo>
                  <a:lnTo>
                    <a:pt x="939" y="816"/>
                  </a:lnTo>
                  <a:cubicBezTo>
                    <a:pt x="381" y="979"/>
                    <a:pt x="0" y="1489"/>
                    <a:pt x="0" y="2069"/>
                  </a:cubicBezTo>
                  <a:lnTo>
                    <a:pt x="0" y="3927"/>
                  </a:lnTo>
                  <a:lnTo>
                    <a:pt x="10460" y="3927"/>
                  </a:lnTo>
                  <a:lnTo>
                    <a:pt x="10460" y="2069"/>
                  </a:lnTo>
                  <a:cubicBezTo>
                    <a:pt x="10460" y="1489"/>
                    <a:pt x="10080" y="979"/>
                    <a:pt x="9522" y="816"/>
                  </a:cubicBezTo>
                  <a:lnTo>
                    <a:pt x="67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0"/>
            <p:cNvSpPr/>
            <p:nvPr/>
          </p:nvSpPr>
          <p:spPr>
            <a:xfrm>
              <a:off x="5872327" y="4542835"/>
              <a:ext cx="152140" cy="51413"/>
            </a:xfrm>
            <a:custGeom>
              <a:avLst/>
              <a:gdLst/>
              <a:ahLst/>
              <a:cxnLst/>
              <a:rect l="l" t="t" r="r" b="b"/>
              <a:pathLst>
                <a:path w="5803" h="1961" extrusionOk="0">
                  <a:moveTo>
                    <a:pt x="1377" y="1"/>
                  </a:moveTo>
                  <a:lnTo>
                    <a:pt x="0" y="406"/>
                  </a:lnTo>
                  <a:cubicBezTo>
                    <a:pt x="645" y="1377"/>
                    <a:pt x="1735" y="1960"/>
                    <a:pt x="2901" y="1960"/>
                  </a:cubicBezTo>
                  <a:cubicBezTo>
                    <a:pt x="4067" y="1960"/>
                    <a:pt x="5158" y="1377"/>
                    <a:pt x="5802" y="406"/>
                  </a:cubicBezTo>
                  <a:lnTo>
                    <a:pt x="4426" y="1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40"/>
            <p:cNvSpPr/>
            <p:nvPr/>
          </p:nvSpPr>
          <p:spPr>
            <a:xfrm>
              <a:off x="5856937" y="4546164"/>
              <a:ext cx="40008" cy="99548"/>
            </a:xfrm>
            <a:custGeom>
              <a:avLst/>
              <a:gdLst/>
              <a:ahLst/>
              <a:cxnLst/>
              <a:rect l="l" t="t" r="r" b="b"/>
              <a:pathLst>
                <a:path w="1526" h="3797" extrusionOk="0">
                  <a:moveTo>
                    <a:pt x="1525" y="0"/>
                  </a:moveTo>
                  <a:lnTo>
                    <a:pt x="1" y="450"/>
                  </a:lnTo>
                  <a:lnTo>
                    <a:pt x="1" y="3796"/>
                  </a:lnTo>
                  <a:lnTo>
                    <a:pt x="1525" y="3796"/>
                  </a:lnTo>
                  <a:lnTo>
                    <a:pt x="152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40"/>
            <p:cNvSpPr/>
            <p:nvPr/>
          </p:nvSpPr>
          <p:spPr>
            <a:xfrm>
              <a:off x="5999849" y="4546164"/>
              <a:ext cx="39982" cy="99548"/>
            </a:xfrm>
            <a:custGeom>
              <a:avLst/>
              <a:gdLst/>
              <a:ahLst/>
              <a:cxnLst/>
              <a:rect l="l" t="t" r="r" b="b"/>
              <a:pathLst>
                <a:path w="1525" h="3797" extrusionOk="0">
                  <a:moveTo>
                    <a:pt x="0" y="0"/>
                  </a:moveTo>
                  <a:lnTo>
                    <a:pt x="0" y="3796"/>
                  </a:lnTo>
                  <a:lnTo>
                    <a:pt x="1525" y="3796"/>
                  </a:lnTo>
                  <a:lnTo>
                    <a:pt x="1525" y="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0"/>
            <p:cNvSpPr/>
            <p:nvPr/>
          </p:nvSpPr>
          <p:spPr>
            <a:xfrm>
              <a:off x="5999849" y="4546164"/>
              <a:ext cx="24618" cy="32221"/>
            </a:xfrm>
            <a:custGeom>
              <a:avLst/>
              <a:gdLst/>
              <a:ahLst/>
              <a:cxnLst/>
              <a:rect l="l" t="t" r="r" b="b"/>
              <a:pathLst>
                <a:path w="939" h="1229" extrusionOk="0">
                  <a:moveTo>
                    <a:pt x="0" y="0"/>
                  </a:moveTo>
                  <a:lnTo>
                    <a:pt x="0" y="1228"/>
                  </a:lnTo>
                  <a:cubicBezTo>
                    <a:pt x="370" y="975"/>
                    <a:pt x="688" y="652"/>
                    <a:pt x="938" y="27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0"/>
            <p:cNvSpPr/>
            <p:nvPr/>
          </p:nvSpPr>
          <p:spPr>
            <a:xfrm>
              <a:off x="5874136" y="4365657"/>
              <a:ext cx="148522" cy="34319"/>
            </a:xfrm>
            <a:custGeom>
              <a:avLst/>
              <a:gdLst/>
              <a:ahLst/>
              <a:cxnLst/>
              <a:rect l="l" t="t" r="r" b="b"/>
              <a:pathLst>
                <a:path w="5665" h="1309" extrusionOk="0">
                  <a:moveTo>
                    <a:pt x="0" y="1"/>
                  </a:moveTo>
                  <a:lnTo>
                    <a:pt x="0" y="1308"/>
                  </a:lnTo>
                  <a:lnTo>
                    <a:pt x="5664" y="1308"/>
                  </a:lnTo>
                  <a:lnTo>
                    <a:pt x="5664" y="1"/>
                  </a:lnTo>
                  <a:close/>
                </a:path>
              </a:pathLst>
            </a:custGeom>
            <a:solidFill>
              <a:srgbClr val="5346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0"/>
            <p:cNvSpPr/>
            <p:nvPr/>
          </p:nvSpPr>
          <p:spPr>
            <a:xfrm>
              <a:off x="5851248" y="4399949"/>
              <a:ext cx="194298" cy="74274"/>
            </a:xfrm>
            <a:custGeom>
              <a:avLst/>
              <a:gdLst/>
              <a:ahLst/>
              <a:cxnLst/>
              <a:rect l="l" t="t" r="r" b="b"/>
              <a:pathLst>
                <a:path w="7411" h="2833" extrusionOk="0">
                  <a:moveTo>
                    <a:pt x="873" y="0"/>
                  </a:moveTo>
                  <a:lnTo>
                    <a:pt x="873" y="1090"/>
                  </a:lnTo>
                  <a:lnTo>
                    <a:pt x="543" y="1090"/>
                  </a:lnTo>
                  <a:cubicBezTo>
                    <a:pt x="243" y="1090"/>
                    <a:pt x="0" y="1333"/>
                    <a:pt x="0" y="1633"/>
                  </a:cubicBezTo>
                  <a:cubicBezTo>
                    <a:pt x="0" y="1934"/>
                    <a:pt x="243" y="2180"/>
                    <a:pt x="543" y="2180"/>
                  </a:cubicBezTo>
                  <a:lnTo>
                    <a:pt x="873" y="2180"/>
                  </a:lnTo>
                  <a:lnTo>
                    <a:pt x="873" y="2832"/>
                  </a:lnTo>
                  <a:lnTo>
                    <a:pt x="6537" y="2832"/>
                  </a:lnTo>
                  <a:lnTo>
                    <a:pt x="6537" y="2180"/>
                  </a:lnTo>
                  <a:lnTo>
                    <a:pt x="6863" y="2180"/>
                  </a:lnTo>
                  <a:cubicBezTo>
                    <a:pt x="7164" y="2180"/>
                    <a:pt x="7410" y="1934"/>
                    <a:pt x="7410" y="1633"/>
                  </a:cubicBezTo>
                  <a:cubicBezTo>
                    <a:pt x="7410" y="1333"/>
                    <a:pt x="7164" y="1090"/>
                    <a:pt x="6863" y="1090"/>
                  </a:cubicBezTo>
                  <a:lnTo>
                    <a:pt x="6537" y="1090"/>
                  </a:lnTo>
                  <a:lnTo>
                    <a:pt x="6537" y="0"/>
                  </a:lnTo>
                  <a:close/>
                </a:path>
              </a:pathLst>
            </a:custGeom>
            <a:solidFill>
              <a:srgbClr val="EFB3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0"/>
            <p:cNvSpPr/>
            <p:nvPr/>
          </p:nvSpPr>
          <p:spPr>
            <a:xfrm>
              <a:off x="5850488" y="4399949"/>
              <a:ext cx="172170" cy="74274"/>
            </a:xfrm>
            <a:custGeom>
              <a:avLst/>
              <a:gdLst/>
              <a:ahLst/>
              <a:cxnLst/>
              <a:rect l="l" t="t" r="r" b="b"/>
              <a:pathLst>
                <a:path w="6567" h="2833" extrusionOk="0">
                  <a:moveTo>
                    <a:pt x="902" y="0"/>
                  </a:moveTo>
                  <a:lnTo>
                    <a:pt x="902" y="1090"/>
                  </a:lnTo>
                  <a:lnTo>
                    <a:pt x="609" y="1090"/>
                  </a:lnTo>
                  <a:cubicBezTo>
                    <a:pt x="323" y="1090"/>
                    <a:pt x="65" y="1297"/>
                    <a:pt x="33" y="1579"/>
                  </a:cubicBezTo>
                  <a:cubicBezTo>
                    <a:pt x="0" y="1901"/>
                    <a:pt x="254" y="2180"/>
                    <a:pt x="576" y="2180"/>
                  </a:cubicBezTo>
                  <a:lnTo>
                    <a:pt x="902" y="2180"/>
                  </a:lnTo>
                  <a:lnTo>
                    <a:pt x="902" y="2832"/>
                  </a:lnTo>
                  <a:lnTo>
                    <a:pt x="1775" y="2832"/>
                  </a:lnTo>
                  <a:lnTo>
                    <a:pt x="1775" y="1963"/>
                  </a:lnTo>
                  <a:cubicBezTo>
                    <a:pt x="1775" y="1239"/>
                    <a:pt x="2358" y="652"/>
                    <a:pt x="3082" y="652"/>
                  </a:cubicBezTo>
                  <a:lnTo>
                    <a:pt x="6566" y="652"/>
                  </a:lnTo>
                  <a:lnTo>
                    <a:pt x="6566" y="0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0"/>
            <p:cNvSpPr/>
            <p:nvPr/>
          </p:nvSpPr>
          <p:spPr>
            <a:xfrm>
              <a:off x="5891204" y="4291409"/>
              <a:ext cx="159927" cy="138271"/>
            </a:xfrm>
            <a:custGeom>
              <a:avLst/>
              <a:gdLst/>
              <a:ahLst/>
              <a:cxnLst/>
              <a:rect l="l" t="t" r="r" b="b"/>
              <a:pathLst>
                <a:path w="6100" h="5274" extrusionOk="0">
                  <a:moveTo>
                    <a:pt x="2156" y="0"/>
                  </a:moveTo>
                  <a:cubicBezTo>
                    <a:pt x="1403" y="0"/>
                    <a:pt x="661" y="189"/>
                    <a:pt x="1" y="551"/>
                  </a:cubicBezTo>
                  <a:cubicBezTo>
                    <a:pt x="2109" y="3626"/>
                    <a:pt x="4539" y="5002"/>
                    <a:pt x="5010" y="5230"/>
                  </a:cubicBezTo>
                  <a:cubicBezTo>
                    <a:pt x="5084" y="5266"/>
                    <a:pt x="5176" y="5274"/>
                    <a:pt x="5239" y="5274"/>
                  </a:cubicBezTo>
                  <a:cubicBezTo>
                    <a:pt x="5284" y="5274"/>
                    <a:pt x="5314" y="5270"/>
                    <a:pt x="5314" y="5270"/>
                  </a:cubicBezTo>
                  <a:cubicBezTo>
                    <a:pt x="5814" y="4720"/>
                    <a:pt x="6093" y="4010"/>
                    <a:pt x="6100" y="3271"/>
                  </a:cubicBezTo>
                  <a:cubicBezTo>
                    <a:pt x="6100" y="1464"/>
                    <a:pt x="4343" y="0"/>
                    <a:pt x="2178" y="0"/>
                  </a:cubicBezTo>
                  <a:cubicBezTo>
                    <a:pt x="2170" y="0"/>
                    <a:pt x="2163" y="0"/>
                    <a:pt x="21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0"/>
            <p:cNvSpPr/>
            <p:nvPr/>
          </p:nvSpPr>
          <p:spPr>
            <a:xfrm>
              <a:off x="5845533" y="4291409"/>
              <a:ext cx="159927" cy="138271"/>
            </a:xfrm>
            <a:custGeom>
              <a:avLst/>
              <a:gdLst/>
              <a:ahLst/>
              <a:cxnLst/>
              <a:rect l="l" t="t" r="r" b="b"/>
              <a:pathLst>
                <a:path w="6100" h="5274" extrusionOk="0">
                  <a:moveTo>
                    <a:pt x="3945" y="0"/>
                  </a:moveTo>
                  <a:cubicBezTo>
                    <a:pt x="3938" y="0"/>
                    <a:pt x="3930" y="0"/>
                    <a:pt x="3923" y="0"/>
                  </a:cubicBezTo>
                  <a:cubicBezTo>
                    <a:pt x="1757" y="0"/>
                    <a:pt x="1" y="1464"/>
                    <a:pt x="1" y="3271"/>
                  </a:cubicBezTo>
                  <a:cubicBezTo>
                    <a:pt x="8" y="4010"/>
                    <a:pt x="287" y="4720"/>
                    <a:pt x="783" y="5270"/>
                  </a:cubicBezTo>
                  <a:cubicBezTo>
                    <a:pt x="783" y="5270"/>
                    <a:pt x="814" y="5274"/>
                    <a:pt x="860" y="5274"/>
                  </a:cubicBezTo>
                  <a:cubicBezTo>
                    <a:pt x="924" y="5274"/>
                    <a:pt x="1017" y="5266"/>
                    <a:pt x="1091" y="5230"/>
                  </a:cubicBezTo>
                  <a:cubicBezTo>
                    <a:pt x="1562" y="5002"/>
                    <a:pt x="3992" y="3626"/>
                    <a:pt x="6100" y="551"/>
                  </a:cubicBezTo>
                  <a:cubicBezTo>
                    <a:pt x="5440" y="189"/>
                    <a:pt x="4698" y="0"/>
                    <a:pt x="39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40"/>
            <p:cNvSpPr/>
            <p:nvPr/>
          </p:nvSpPr>
          <p:spPr>
            <a:xfrm>
              <a:off x="5839844" y="4594221"/>
              <a:ext cx="17120" cy="51491"/>
            </a:xfrm>
            <a:custGeom>
              <a:avLst/>
              <a:gdLst/>
              <a:ahLst/>
              <a:cxnLst/>
              <a:rect l="l" t="t" r="r" b="b"/>
              <a:pathLst>
                <a:path w="653" h="1964" extrusionOk="0">
                  <a:moveTo>
                    <a:pt x="653" y="0"/>
                  </a:moveTo>
                  <a:cubicBezTo>
                    <a:pt x="290" y="0"/>
                    <a:pt x="1" y="293"/>
                    <a:pt x="1" y="656"/>
                  </a:cubicBezTo>
                  <a:lnTo>
                    <a:pt x="1" y="1963"/>
                  </a:lnTo>
                  <a:lnTo>
                    <a:pt x="653" y="1963"/>
                  </a:lnTo>
                  <a:lnTo>
                    <a:pt x="653" y="0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0"/>
            <p:cNvSpPr/>
            <p:nvPr/>
          </p:nvSpPr>
          <p:spPr>
            <a:xfrm>
              <a:off x="6039804" y="4594221"/>
              <a:ext cx="17120" cy="51491"/>
            </a:xfrm>
            <a:custGeom>
              <a:avLst/>
              <a:gdLst/>
              <a:ahLst/>
              <a:cxnLst/>
              <a:rect l="l" t="t" r="r" b="b"/>
              <a:pathLst>
                <a:path w="653" h="1964" extrusionOk="0">
                  <a:moveTo>
                    <a:pt x="1" y="0"/>
                  </a:moveTo>
                  <a:lnTo>
                    <a:pt x="1" y="1963"/>
                  </a:lnTo>
                  <a:lnTo>
                    <a:pt x="653" y="1963"/>
                  </a:lnTo>
                  <a:lnTo>
                    <a:pt x="653" y="656"/>
                  </a:lnTo>
                  <a:cubicBezTo>
                    <a:pt x="653" y="293"/>
                    <a:pt x="360" y="0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0"/>
            <p:cNvSpPr/>
            <p:nvPr/>
          </p:nvSpPr>
          <p:spPr>
            <a:xfrm>
              <a:off x="5872327" y="4546164"/>
              <a:ext cx="24697" cy="32221"/>
            </a:xfrm>
            <a:custGeom>
              <a:avLst/>
              <a:gdLst/>
              <a:ahLst/>
              <a:cxnLst/>
              <a:rect l="l" t="t" r="r" b="b"/>
              <a:pathLst>
                <a:path w="942" h="1229" extrusionOk="0">
                  <a:moveTo>
                    <a:pt x="942" y="0"/>
                  </a:moveTo>
                  <a:lnTo>
                    <a:pt x="0" y="279"/>
                  </a:lnTo>
                  <a:cubicBezTo>
                    <a:pt x="250" y="652"/>
                    <a:pt x="569" y="975"/>
                    <a:pt x="942" y="1228"/>
                  </a:cubicBezTo>
                  <a:lnTo>
                    <a:pt x="942" y="0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40"/>
            <p:cNvSpPr/>
            <p:nvPr/>
          </p:nvSpPr>
          <p:spPr>
            <a:xfrm>
              <a:off x="5874136" y="4462897"/>
              <a:ext cx="148522" cy="114256"/>
            </a:xfrm>
            <a:custGeom>
              <a:avLst/>
              <a:gdLst/>
              <a:ahLst/>
              <a:cxnLst/>
              <a:rect l="l" t="t" r="r" b="b"/>
              <a:pathLst>
                <a:path w="5665" h="4358" extrusionOk="0">
                  <a:moveTo>
                    <a:pt x="0" y="0"/>
                  </a:moveTo>
                  <a:lnTo>
                    <a:pt x="0" y="1525"/>
                  </a:lnTo>
                  <a:cubicBezTo>
                    <a:pt x="0" y="3090"/>
                    <a:pt x="1268" y="4357"/>
                    <a:pt x="2832" y="4357"/>
                  </a:cubicBezTo>
                  <a:cubicBezTo>
                    <a:pt x="4397" y="4357"/>
                    <a:pt x="5664" y="3090"/>
                    <a:pt x="5664" y="1525"/>
                  </a:cubicBezTo>
                  <a:lnTo>
                    <a:pt x="5664" y="0"/>
                  </a:lnTo>
                  <a:close/>
                </a:path>
              </a:pathLst>
            </a:custGeom>
            <a:solidFill>
              <a:srgbClr val="5346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40"/>
            <p:cNvSpPr/>
            <p:nvPr/>
          </p:nvSpPr>
          <p:spPr>
            <a:xfrm>
              <a:off x="5873874" y="4462897"/>
              <a:ext cx="86020" cy="114282"/>
            </a:xfrm>
            <a:custGeom>
              <a:avLst/>
              <a:gdLst/>
              <a:ahLst/>
              <a:cxnLst/>
              <a:rect l="l" t="t" r="r" b="b"/>
              <a:pathLst>
                <a:path w="3281" h="4359" extrusionOk="0">
                  <a:moveTo>
                    <a:pt x="10" y="0"/>
                  </a:moveTo>
                  <a:lnTo>
                    <a:pt x="10" y="1525"/>
                  </a:lnTo>
                  <a:cubicBezTo>
                    <a:pt x="0" y="3110"/>
                    <a:pt x="1288" y="4359"/>
                    <a:pt x="2819" y="4359"/>
                  </a:cubicBezTo>
                  <a:cubicBezTo>
                    <a:pt x="2970" y="4359"/>
                    <a:pt x="3125" y="4346"/>
                    <a:pt x="3280" y="4321"/>
                  </a:cubicBezTo>
                  <a:cubicBezTo>
                    <a:pt x="1901" y="4107"/>
                    <a:pt x="883" y="2919"/>
                    <a:pt x="883" y="1525"/>
                  </a:cubicBezTo>
                  <a:lnTo>
                    <a:pt x="883" y="0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40"/>
            <p:cNvSpPr/>
            <p:nvPr/>
          </p:nvSpPr>
          <p:spPr>
            <a:xfrm>
              <a:off x="5908796" y="4428893"/>
              <a:ext cx="10644" cy="16491"/>
            </a:xfrm>
            <a:custGeom>
              <a:avLst/>
              <a:gdLst/>
              <a:ahLst/>
              <a:cxnLst/>
              <a:rect l="l" t="t" r="r" b="b"/>
              <a:pathLst>
                <a:path w="406" h="629" extrusionOk="0">
                  <a:moveTo>
                    <a:pt x="203" y="1"/>
                  </a:moveTo>
                  <a:cubicBezTo>
                    <a:pt x="91" y="1"/>
                    <a:pt x="0" y="91"/>
                    <a:pt x="0" y="207"/>
                  </a:cubicBezTo>
                  <a:lnTo>
                    <a:pt x="0" y="424"/>
                  </a:lnTo>
                  <a:cubicBezTo>
                    <a:pt x="0" y="560"/>
                    <a:pt x="101" y="628"/>
                    <a:pt x="203" y="628"/>
                  </a:cubicBezTo>
                  <a:cubicBezTo>
                    <a:pt x="304" y="628"/>
                    <a:pt x="406" y="560"/>
                    <a:pt x="406" y="424"/>
                  </a:cubicBezTo>
                  <a:lnTo>
                    <a:pt x="406" y="207"/>
                  </a:lnTo>
                  <a:cubicBezTo>
                    <a:pt x="406" y="91"/>
                    <a:pt x="315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40"/>
            <p:cNvSpPr/>
            <p:nvPr/>
          </p:nvSpPr>
          <p:spPr>
            <a:xfrm>
              <a:off x="5977328" y="4428893"/>
              <a:ext cx="10671" cy="16491"/>
            </a:xfrm>
            <a:custGeom>
              <a:avLst/>
              <a:gdLst/>
              <a:ahLst/>
              <a:cxnLst/>
              <a:rect l="l" t="t" r="r" b="b"/>
              <a:pathLst>
                <a:path w="407" h="629" extrusionOk="0">
                  <a:moveTo>
                    <a:pt x="204" y="1"/>
                  </a:moveTo>
                  <a:cubicBezTo>
                    <a:pt x="91" y="1"/>
                    <a:pt x="1" y="91"/>
                    <a:pt x="1" y="207"/>
                  </a:cubicBezTo>
                  <a:lnTo>
                    <a:pt x="1" y="424"/>
                  </a:lnTo>
                  <a:cubicBezTo>
                    <a:pt x="1" y="560"/>
                    <a:pt x="102" y="628"/>
                    <a:pt x="204" y="628"/>
                  </a:cubicBezTo>
                  <a:cubicBezTo>
                    <a:pt x="305" y="628"/>
                    <a:pt x="407" y="560"/>
                    <a:pt x="407" y="424"/>
                  </a:cubicBezTo>
                  <a:lnTo>
                    <a:pt x="407" y="207"/>
                  </a:lnTo>
                  <a:cubicBezTo>
                    <a:pt x="407" y="91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40"/>
            <p:cNvSpPr/>
            <p:nvPr/>
          </p:nvSpPr>
          <p:spPr>
            <a:xfrm>
              <a:off x="5923556" y="4480227"/>
              <a:ext cx="49604" cy="16491"/>
            </a:xfrm>
            <a:custGeom>
              <a:avLst/>
              <a:gdLst/>
              <a:ahLst/>
              <a:cxnLst/>
              <a:rect l="l" t="t" r="r" b="b"/>
              <a:pathLst>
                <a:path w="1892" h="629" extrusionOk="0">
                  <a:moveTo>
                    <a:pt x="293" y="1"/>
                  </a:moveTo>
                  <a:cubicBezTo>
                    <a:pt x="134" y="1"/>
                    <a:pt x="0" y="206"/>
                    <a:pt x="150" y="353"/>
                  </a:cubicBezTo>
                  <a:cubicBezTo>
                    <a:pt x="324" y="524"/>
                    <a:pt x="625" y="629"/>
                    <a:pt x="947" y="629"/>
                  </a:cubicBezTo>
                  <a:cubicBezTo>
                    <a:pt x="1270" y="629"/>
                    <a:pt x="1570" y="524"/>
                    <a:pt x="1744" y="353"/>
                  </a:cubicBezTo>
                  <a:cubicBezTo>
                    <a:pt x="1892" y="206"/>
                    <a:pt x="1757" y="1"/>
                    <a:pt x="1599" y="1"/>
                  </a:cubicBezTo>
                  <a:cubicBezTo>
                    <a:pt x="1552" y="1"/>
                    <a:pt x="1502" y="19"/>
                    <a:pt x="1458" y="64"/>
                  </a:cubicBezTo>
                  <a:cubicBezTo>
                    <a:pt x="1382" y="136"/>
                    <a:pt x="1204" y="223"/>
                    <a:pt x="947" y="223"/>
                  </a:cubicBezTo>
                  <a:cubicBezTo>
                    <a:pt x="690" y="223"/>
                    <a:pt x="509" y="136"/>
                    <a:pt x="437" y="64"/>
                  </a:cubicBezTo>
                  <a:cubicBezTo>
                    <a:pt x="391" y="19"/>
                    <a:pt x="341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40"/>
            <p:cNvSpPr/>
            <p:nvPr/>
          </p:nvSpPr>
          <p:spPr>
            <a:xfrm>
              <a:off x="5805866" y="4286087"/>
              <a:ext cx="284879" cy="364895"/>
            </a:xfrm>
            <a:custGeom>
              <a:avLst/>
              <a:gdLst/>
              <a:ahLst/>
              <a:cxnLst/>
              <a:rect l="l" t="t" r="r" b="b"/>
              <a:pathLst>
                <a:path w="10866" h="13918" extrusionOk="0">
                  <a:moveTo>
                    <a:pt x="5436" y="3579"/>
                  </a:moveTo>
                  <a:cubicBezTo>
                    <a:pt x="5664" y="3782"/>
                    <a:pt x="5882" y="3970"/>
                    <a:pt x="6092" y="4140"/>
                  </a:cubicBezTo>
                  <a:lnTo>
                    <a:pt x="4781" y="4140"/>
                  </a:lnTo>
                  <a:cubicBezTo>
                    <a:pt x="4994" y="3970"/>
                    <a:pt x="5212" y="3785"/>
                    <a:pt x="5436" y="3579"/>
                  </a:cubicBezTo>
                  <a:close/>
                  <a:moveTo>
                    <a:pt x="5460" y="406"/>
                  </a:moveTo>
                  <a:cubicBezTo>
                    <a:pt x="6097" y="406"/>
                    <a:pt x="6729" y="547"/>
                    <a:pt x="7305" y="819"/>
                  </a:cubicBezTo>
                  <a:cubicBezTo>
                    <a:pt x="5317" y="3716"/>
                    <a:pt x="2868" y="4980"/>
                    <a:pt x="2376" y="5212"/>
                  </a:cubicBezTo>
                  <a:cubicBezTo>
                    <a:pt x="1945" y="4698"/>
                    <a:pt x="1717" y="4100"/>
                    <a:pt x="1717" y="3470"/>
                  </a:cubicBezTo>
                  <a:cubicBezTo>
                    <a:pt x="1717" y="1782"/>
                    <a:pt x="3386" y="406"/>
                    <a:pt x="5436" y="406"/>
                  </a:cubicBezTo>
                  <a:cubicBezTo>
                    <a:pt x="5444" y="406"/>
                    <a:pt x="5452" y="406"/>
                    <a:pt x="5460" y="406"/>
                  </a:cubicBezTo>
                  <a:close/>
                  <a:moveTo>
                    <a:pt x="7660" y="1018"/>
                  </a:moveTo>
                  <a:cubicBezTo>
                    <a:pt x="8569" y="1579"/>
                    <a:pt x="9155" y="2470"/>
                    <a:pt x="9156" y="3472"/>
                  </a:cubicBezTo>
                  <a:lnTo>
                    <a:pt x="9156" y="3472"/>
                  </a:lnTo>
                  <a:cubicBezTo>
                    <a:pt x="9155" y="4102"/>
                    <a:pt x="8927" y="4698"/>
                    <a:pt x="8497" y="5212"/>
                  </a:cubicBezTo>
                  <a:cubicBezTo>
                    <a:pt x="8163" y="5053"/>
                    <a:pt x="7037" y="4473"/>
                    <a:pt x="5733" y="3296"/>
                  </a:cubicBezTo>
                  <a:cubicBezTo>
                    <a:pt x="6454" y="2605"/>
                    <a:pt x="7099" y="1840"/>
                    <a:pt x="7660" y="1018"/>
                  </a:cubicBezTo>
                  <a:close/>
                  <a:moveTo>
                    <a:pt x="6628" y="4546"/>
                  </a:moveTo>
                  <a:cubicBezTo>
                    <a:pt x="7454" y="5147"/>
                    <a:pt x="8095" y="5473"/>
                    <a:pt x="8330" y="5585"/>
                  </a:cubicBezTo>
                  <a:cubicBezTo>
                    <a:pt x="8406" y="5618"/>
                    <a:pt x="8486" y="5636"/>
                    <a:pt x="8569" y="5636"/>
                  </a:cubicBezTo>
                  <a:cubicBezTo>
                    <a:pt x="8757" y="5636"/>
                    <a:pt x="8920" y="5774"/>
                    <a:pt x="8938" y="5944"/>
                  </a:cubicBezTo>
                  <a:cubicBezTo>
                    <a:pt x="8960" y="6143"/>
                    <a:pt x="8801" y="6320"/>
                    <a:pt x="8598" y="6320"/>
                  </a:cubicBezTo>
                  <a:lnTo>
                    <a:pt x="8475" y="6320"/>
                  </a:lnTo>
                  <a:lnTo>
                    <a:pt x="8475" y="6306"/>
                  </a:lnTo>
                  <a:cubicBezTo>
                    <a:pt x="8475" y="6170"/>
                    <a:pt x="8373" y="6102"/>
                    <a:pt x="8270" y="6102"/>
                  </a:cubicBezTo>
                  <a:cubicBezTo>
                    <a:pt x="8168" y="6102"/>
                    <a:pt x="8066" y="6170"/>
                    <a:pt x="8066" y="6306"/>
                  </a:cubicBezTo>
                  <a:lnTo>
                    <a:pt x="8066" y="6538"/>
                  </a:lnTo>
                  <a:lnTo>
                    <a:pt x="7834" y="6538"/>
                  </a:lnTo>
                  <a:cubicBezTo>
                    <a:pt x="7562" y="6538"/>
                    <a:pt x="7562" y="6943"/>
                    <a:pt x="7834" y="6943"/>
                  </a:cubicBezTo>
                  <a:lnTo>
                    <a:pt x="8066" y="6943"/>
                  </a:lnTo>
                  <a:lnTo>
                    <a:pt x="8066" y="8265"/>
                  </a:lnTo>
                  <a:cubicBezTo>
                    <a:pt x="8066" y="9718"/>
                    <a:pt x="6889" y="10895"/>
                    <a:pt x="5436" y="10895"/>
                  </a:cubicBezTo>
                  <a:cubicBezTo>
                    <a:pt x="3984" y="10895"/>
                    <a:pt x="2807" y="9718"/>
                    <a:pt x="2807" y="8265"/>
                  </a:cubicBezTo>
                  <a:lnTo>
                    <a:pt x="2807" y="6943"/>
                  </a:lnTo>
                  <a:lnTo>
                    <a:pt x="6961" y="6943"/>
                  </a:lnTo>
                  <a:cubicBezTo>
                    <a:pt x="7233" y="6943"/>
                    <a:pt x="7233" y="6538"/>
                    <a:pt x="6961" y="6538"/>
                  </a:cubicBezTo>
                  <a:lnTo>
                    <a:pt x="2807" y="6538"/>
                  </a:lnTo>
                  <a:lnTo>
                    <a:pt x="2807" y="6306"/>
                  </a:lnTo>
                  <a:cubicBezTo>
                    <a:pt x="2807" y="6170"/>
                    <a:pt x="2705" y="6102"/>
                    <a:pt x="2602" y="6102"/>
                  </a:cubicBezTo>
                  <a:cubicBezTo>
                    <a:pt x="2500" y="6102"/>
                    <a:pt x="2398" y="6170"/>
                    <a:pt x="2398" y="6306"/>
                  </a:cubicBezTo>
                  <a:lnTo>
                    <a:pt x="2398" y="6320"/>
                  </a:lnTo>
                  <a:lnTo>
                    <a:pt x="2274" y="6320"/>
                  </a:lnTo>
                  <a:cubicBezTo>
                    <a:pt x="2072" y="6320"/>
                    <a:pt x="1916" y="6143"/>
                    <a:pt x="1938" y="5944"/>
                  </a:cubicBezTo>
                  <a:cubicBezTo>
                    <a:pt x="1952" y="5770"/>
                    <a:pt x="2119" y="5636"/>
                    <a:pt x="2307" y="5636"/>
                  </a:cubicBezTo>
                  <a:cubicBezTo>
                    <a:pt x="2390" y="5636"/>
                    <a:pt x="2470" y="5618"/>
                    <a:pt x="2546" y="5585"/>
                  </a:cubicBezTo>
                  <a:cubicBezTo>
                    <a:pt x="2771" y="5477"/>
                    <a:pt x="3419" y="5151"/>
                    <a:pt x="4248" y="4546"/>
                  </a:cubicBezTo>
                  <a:close/>
                  <a:moveTo>
                    <a:pt x="5433" y="1"/>
                  </a:moveTo>
                  <a:cubicBezTo>
                    <a:pt x="3158" y="1"/>
                    <a:pt x="1307" y="1558"/>
                    <a:pt x="1307" y="3474"/>
                  </a:cubicBezTo>
                  <a:cubicBezTo>
                    <a:pt x="1311" y="4140"/>
                    <a:pt x="1532" y="4789"/>
                    <a:pt x="1938" y="5321"/>
                  </a:cubicBezTo>
                  <a:cubicBezTo>
                    <a:pt x="1630" y="5477"/>
                    <a:pt x="1470" y="5821"/>
                    <a:pt x="1550" y="6158"/>
                  </a:cubicBezTo>
                  <a:cubicBezTo>
                    <a:pt x="1630" y="6494"/>
                    <a:pt x="1930" y="6730"/>
                    <a:pt x="2274" y="6730"/>
                  </a:cubicBezTo>
                  <a:lnTo>
                    <a:pt x="2398" y="6730"/>
                  </a:lnTo>
                  <a:lnTo>
                    <a:pt x="2398" y="8269"/>
                  </a:lnTo>
                  <a:cubicBezTo>
                    <a:pt x="2398" y="8841"/>
                    <a:pt x="2561" y="9403"/>
                    <a:pt x="2865" y="9888"/>
                  </a:cubicBezTo>
                  <a:lnTo>
                    <a:pt x="1087" y="10409"/>
                  </a:lnTo>
                  <a:cubicBezTo>
                    <a:pt x="446" y="10601"/>
                    <a:pt x="4" y="11188"/>
                    <a:pt x="0" y="11858"/>
                  </a:cubicBezTo>
                  <a:lnTo>
                    <a:pt x="0" y="13716"/>
                  </a:lnTo>
                  <a:cubicBezTo>
                    <a:pt x="0" y="13850"/>
                    <a:pt x="101" y="13917"/>
                    <a:pt x="203" y="13917"/>
                  </a:cubicBezTo>
                  <a:cubicBezTo>
                    <a:pt x="304" y="13917"/>
                    <a:pt x="406" y="13850"/>
                    <a:pt x="406" y="13716"/>
                  </a:cubicBezTo>
                  <a:lnTo>
                    <a:pt x="406" y="11858"/>
                  </a:lnTo>
                  <a:cubicBezTo>
                    <a:pt x="409" y="11369"/>
                    <a:pt x="732" y="10938"/>
                    <a:pt x="1199" y="10801"/>
                  </a:cubicBezTo>
                  <a:lnTo>
                    <a:pt x="1742" y="10641"/>
                  </a:lnTo>
                  <a:lnTo>
                    <a:pt x="1742" y="13712"/>
                  </a:lnTo>
                  <a:cubicBezTo>
                    <a:pt x="1742" y="13848"/>
                    <a:pt x="1844" y="13916"/>
                    <a:pt x="1947" y="13916"/>
                  </a:cubicBezTo>
                  <a:cubicBezTo>
                    <a:pt x="2049" y="13916"/>
                    <a:pt x="2151" y="13848"/>
                    <a:pt x="2151" y="13712"/>
                  </a:cubicBezTo>
                  <a:lnTo>
                    <a:pt x="2151" y="10518"/>
                  </a:lnTo>
                  <a:lnTo>
                    <a:pt x="3122" y="10232"/>
                  </a:lnTo>
                  <a:cubicBezTo>
                    <a:pt x="3169" y="10286"/>
                    <a:pt x="3216" y="10341"/>
                    <a:pt x="3267" y="10391"/>
                  </a:cubicBezTo>
                  <a:lnTo>
                    <a:pt x="3267" y="11098"/>
                  </a:lnTo>
                  <a:cubicBezTo>
                    <a:pt x="3267" y="11233"/>
                    <a:pt x="3369" y="11301"/>
                    <a:pt x="3471" y="11301"/>
                  </a:cubicBezTo>
                  <a:cubicBezTo>
                    <a:pt x="3574" y="11301"/>
                    <a:pt x="3676" y="11233"/>
                    <a:pt x="3676" y="11098"/>
                  </a:cubicBezTo>
                  <a:lnTo>
                    <a:pt x="3676" y="10739"/>
                  </a:lnTo>
                  <a:cubicBezTo>
                    <a:pt x="4201" y="11114"/>
                    <a:pt x="4817" y="11301"/>
                    <a:pt x="5433" y="11301"/>
                  </a:cubicBezTo>
                  <a:cubicBezTo>
                    <a:pt x="6048" y="11301"/>
                    <a:pt x="6664" y="11114"/>
                    <a:pt x="7189" y="10739"/>
                  </a:cubicBezTo>
                  <a:lnTo>
                    <a:pt x="7189" y="13712"/>
                  </a:lnTo>
                  <a:cubicBezTo>
                    <a:pt x="7189" y="13848"/>
                    <a:pt x="7291" y="13916"/>
                    <a:pt x="7394" y="13916"/>
                  </a:cubicBezTo>
                  <a:cubicBezTo>
                    <a:pt x="7496" y="13916"/>
                    <a:pt x="7598" y="13848"/>
                    <a:pt x="7598" y="13712"/>
                  </a:cubicBezTo>
                  <a:lnTo>
                    <a:pt x="7598" y="10391"/>
                  </a:lnTo>
                  <a:cubicBezTo>
                    <a:pt x="7649" y="10341"/>
                    <a:pt x="7696" y="10286"/>
                    <a:pt x="7743" y="10236"/>
                  </a:cubicBezTo>
                  <a:lnTo>
                    <a:pt x="8714" y="10518"/>
                  </a:lnTo>
                  <a:lnTo>
                    <a:pt x="8714" y="13712"/>
                  </a:lnTo>
                  <a:cubicBezTo>
                    <a:pt x="8714" y="13848"/>
                    <a:pt x="8816" y="13916"/>
                    <a:pt x="8919" y="13916"/>
                  </a:cubicBezTo>
                  <a:cubicBezTo>
                    <a:pt x="9021" y="13916"/>
                    <a:pt x="9123" y="13848"/>
                    <a:pt x="9123" y="13712"/>
                  </a:cubicBezTo>
                  <a:lnTo>
                    <a:pt x="9123" y="10638"/>
                  </a:lnTo>
                  <a:lnTo>
                    <a:pt x="9666" y="10797"/>
                  </a:lnTo>
                  <a:cubicBezTo>
                    <a:pt x="10134" y="10938"/>
                    <a:pt x="10456" y="11369"/>
                    <a:pt x="10460" y="11858"/>
                  </a:cubicBezTo>
                  <a:lnTo>
                    <a:pt x="10460" y="13712"/>
                  </a:lnTo>
                  <a:cubicBezTo>
                    <a:pt x="10460" y="13848"/>
                    <a:pt x="10561" y="13916"/>
                    <a:pt x="10662" y="13916"/>
                  </a:cubicBezTo>
                  <a:cubicBezTo>
                    <a:pt x="10764" y="13916"/>
                    <a:pt x="10865" y="13848"/>
                    <a:pt x="10865" y="13712"/>
                  </a:cubicBezTo>
                  <a:lnTo>
                    <a:pt x="10865" y="11858"/>
                  </a:lnTo>
                  <a:cubicBezTo>
                    <a:pt x="10862" y="11188"/>
                    <a:pt x="10423" y="10601"/>
                    <a:pt x="9786" y="10409"/>
                  </a:cubicBezTo>
                  <a:lnTo>
                    <a:pt x="8004" y="9888"/>
                  </a:lnTo>
                  <a:cubicBezTo>
                    <a:pt x="8308" y="9403"/>
                    <a:pt x="8471" y="8841"/>
                    <a:pt x="8471" y="8269"/>
                  </a:cubicBezTo>
                  <a:lnTo>
                    <a:pt x="8471" y="6730"/>
                  </a:lnTo>
                  <a:lnTo>
                    <a:pt x="8598" y="6730"/>
                  </a:lnTo>
                  <a:cubicBezTo>
                    <a:pt x="8601" y="6730"/>
                    <a:pt x="8603" y="6730"/>
                    <a:pt x="8606" y="6730"/>
                  </a:cubicBezTo>
                  <a:cubicBezTo>
                    <a:pt x="8947" y="6730"/>
                    <a:pt x="9247" y="6492"/>
                    <a:pt x="9326" y="6158"/>
                  </a:cubicBezTo>
                  <a:cubicBezTo>
                    <a:pt x="9406" y="5821"/>
                    <a:pt x="9243" y="5473"/>
                    <a:pt x="8931" y="5321"/>
                  </a:cubicBezTo>
                  <a:cubicBezTo>
                    <a:pt x="9337" y="4789"/>
                    <a:pt x="9558" y="4140"/>
                    <a:pt x="9561" y="3474"/>
                  </a:cubicBezTo>
                  <a:cubicBezTo>
                    <a:pt x="9561" y="1558"/>
                    <a:pt x="7711" y="1"/>
                    <a:pt x="54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40"/>
            <p:cNvSpPr/>
            <p:nvPr/>
          </p:nvSpPr>
          <p:spPr>
            <a:xfrm>
              <a:off x="5891597" y="4594588"/>
              <a:ext cx="10749" cy="56446"/>
            </a:xfrm>
            <a:custGeom>
              <a:avLst/>
              <a:gdLst/>
              <a:ahLst/>
              <a:cxnLst/>
              <a:rect l="l" t="t" r="r" b="b"/>
              <a:pathLst>
                <a:path w="410" h="2153" extrusionOk="0">
                  <a:moveTo>
                    <a:pt x="207" y="1"/>
                  </a:moveTo>
                  <a:cubicBezTo>
                    <a:pt x="91" y="1"/>
                    <a:pt x="0" y="91"/>
                    <a:pt x="0" y="203"/>
                  </a:cubicBezTo>
                  <a:lnTo>
                    <a:pt x="0" y="1949"/>
                  </a:lnTo>
                  <a:cubicBezTo>
                    <a:pt x="0" y="2085"/>
                    <a:pt x="103" y="2153"/>
                    <a:pt x="205" y="2153"/>
                  </a:cubicBezTo>
                  <a:cubicBezTo>
                    <a:pt x="307" y="2153"/>
                    <a:pt x="410" y="2085"/>
                    <a:pt x="410" y="1949"/>
                  </a:cubicBezTo>
                  <a:lnTo>
                    <a:pt x="410" y="203"/>
                  </a:lnTo>
                  <a:cubicBezTo>
                    <a:pt x="410" y="91"/>
                    <a:pt x="319" y="1"/>
                    <a:pt x="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40"/>
            <p:cNvSpPr/>
            <p:nvPr/>
          </p:nvSpPr>
          <p:spPr>
            <a:xfrm>
              <a:off x="5941358" y="4600382"/>
              <a:ext cx="12453" cy="10697"/>
            </a:xfrm>
            <a:custGeom>
              <a:avLst/>
              <a:gdLst/>
              <a:ahLst/>
              <a:cxnLst/>
              <a:rect l="l" t="t" r="r" b="b"/>
              <a:pathLst>
                <a:path w="475" h="408" extrusionOk="0">
                  <a:moveTo>
                    <a:pt x="275" y="0"/>
                  </a:moveTo>
                  <a:cubicBezTo>
                    <a:pt x="273" y="0"/>
                    <a:pt x="270" y="0"/>
                    <a:pt x="268" y="0"/>
                  </a:cubicBezTo>
                  <a:cubicBezTo>
                    <a:pt x="87" y="0"/>
                    <a:pt x="0" y="221"/>
                    <a:pt x="127" y="348"/>
                  </a:cubicBezTo>
                  <a:cubicBezTo>
                    <a:pt x="169" y="389"/>
                    <a:pt x="220" y="407"/>
                    <a:pt x="270" y="407"/>
                  </a:cubicBezTo>
                  <a:cubicBezTo>
                    <a:pt x="375" y="407"/>
                    <a:pt x="475" y="326"/>
                    <a:pt x="475" y="203"/>
                  </a:cubicBezTo>
                  <a:cubicBezTo>
                    <a:pt x="475" y="90"/>
                    <a:pt x="384" y="0"/>
                    <a:pt x="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40"/>
            <p:cNvSpPr/>
            <p:nvPr/>
          </p:nvSpPr>
          <p:spPr>
            <a:xfrm>
              <a:off x="5941358" y="4634648"/>
              <a:ext cx="12453" cy="10697"/>
            </a:xfrm>
            <a:custGeom>
              <a:avLst/>
              <a:gdLst/>
              <a:ahLst/>
              <a:cxnLst/>
              <a:rect l="l" t="t" r="r" b="b"/>
              <a:pathLst>
                <a:path w="475" h="408" extrusionOk="0">
                  <a:moveTo>
                    <a:pt x="275" y="1"/>
                  </a:moveTo>
                  <a:cubicBezTo>
                    <a:pt x="273" y="1"/>
                    <a:pt x="270" y="1"/>
                    <a:pt x="268" y="1"/>
                  </a:cubicBezTo>
                  <a:cubicBezTo>
                    <a:pt x="87" y="1"/>
                    <a:pt x="0" y="222"/>
                    <a:pt x="127" y="349"/>
                  </a:cubicBezTo>
                  <a:cubicBezTo>
                    <a:pt x="169" y="389"/>
                    <a:pt x="220" y="408"/>
                    <a:pt x="270" y="408"/>
                  </a:cubicBezTo>
                  <a:cubicBezTo>
                    <a:pt x="375" y="408"/>
                    <a:pt x="475" y="327"/>
                    <a:pt x="475" y="204"/>
                  </a:cubicBezTo>
                  <a:cubicBezTo>
                    <a:pt x="475" y="90"/>
                    <a:pt x="384" y="1"/>
                    <a:pt x="2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9" name="Google Shape;1719;p40"/>
          <p:cNvGrpSpPr/>
          <p:nvPr/>
        </p:nvGrpSpPr>
        <p:grpSpPr>
          <a:xfrm>
            <a:off x="786841" y="2781906"/>
            <a:ext cx="273501" cy="365131"/>
            <a:chOff x="7161861" y="3356519"/>
            <a:chExt cx="273501" cy="365131"/>
          </a:xfrm>
        </p:grpSpPr>
        <p:sp>
          <p:nvSpPr>
            <p:cNvPr id="1720" name="Google Shape;1720;p40"/>
            <p:cNvSpPr/>
            <p:nvPr/>
          </p:nvSpPr>
          <p:spPr>
            <a:xfrm>
              <a:off x="7327189" y="3504726"/>
              <a:ext cx="68847" cy="125739"/>
            </a:xfrm>
            <a:custGeom>
              <a:avLst/>
              <a:gdLst/>
              <a:ahLst/>
              <a:cxnLst/>
              <a:rect l="l" t="t" r="r" b="b"/>
              <a:pathLst>
                <a:path w="2626" h="4796" extrusionOk="0">
                  <a:moveTo>
                    <a:pt x="0" y="1"/>
                  </a:moveTo>
                  <a:lnTo>
                    <a:pt x="0" y="4796"/>
                  </a:lnTo>
                  <a:lnTo>
                    <a:pt x="2626" y="4796"/>
                  </a:lnTo>
                  <a:cubicBezTo>
                    <a:pt x="2467" y="3626"/>
                    <a:pt x="1797" y="2746"/>
                    <a:pt x="1568" y="1692"/>
                  </a:cubicBezTo>
                  <a:cubicBezTo>
                    <a:pt x="1405" y="942"/>
                    <a:pt x="1525" y="1"/>
                    <a:pt x="1525" y="1"/>
                  </a:cubicBezTo>
                  <a:close/>
                </a:path>
              </a:pathLst>
            </a:custGeom>
            <a:solidFill>
              <a:srgbClr val="5346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40"/>
            <p:cNvSpPr/>
            <p:nvPr/>
          </p:nvSpPr>
          <p:spPr>
            <a:xfrm>
              <a:off x="7167183" y="3556191"/>
              <a:ext cx="262857" cy="160032"/>
            </a:xfrm>
            <a:custGeom>
              <a:avLst/>
              <a:gdLst/>
              <a:ahLst/>
              <a:cxnLst/>
              <a:rect l="l" t="t" r="r" b="b"/>
              <a:pathLst>
                <a:path w="10026" h="6104" extrusionOk="0">
                  <a:moveTo>
                    <a:pt x="3706" y="1"/>
                  </a:moveTo>
                  <a:lnTo>
                    <a:pt x="3706" y="1348"/>
                  </a:lnTo>
                  <a:cubicBezTo>
                    <a:pt x="3706" y="1714"/>
                    <a:pt x="3474" y="2043"/>
                    <a:pt x="3126" y="2170"/>
                  </a:cubicBezTo>
                  <a:lnTo>
                    <a:pt x="873" y="2963"/>
                  </a:lnTo>
                  <a:cubicBezTo>
                    <a:pt x="352" y="3148"/>
                    <a:pt x="1" y="3640"/>
                    <a:pt x="1" y="4194"/>
                  </a:cubicBezTo>
                  <a:lnTo>
                    <a:pt x="1" y="6103"/>
                  </a:lnTo>
                  <a:lnTo>
                    <a:pt x="10026" y="6103"/>
                  </a:lnTo>
                  <a:lnTo>
                    <a:pt x="10026" y="4194"/>
                  </a:lnTo>
                  <a:cubicBezTo>
                    <a:pt x="10026" y="3640"/>
                    <a:pt x="9678" y="3148"/>
                    <a:pt x="9153" y="2963"/>
                  </a:cubicBezTo>
                  <a:lnTo>
                    <a:pt x="6904" y="2170"/>
                  </a:lnTo>
                  <a:cubicBezTo>
                    <a:pt x="6556" y="2047"/>
                    <a:pt x="6321" y="1717"/>
                    <a:pt x="6321" y="1348"/>
                  </a:cubicBezTo>
                  <a:lnTo>
                    <a:pt x="6321" y="1"/>
                  </a:lnTo>
                  <a:close/>
                </a:path>
              </a:pathLst>
            </a:custGeom>
            <a:solidFill>
              <a:srgbClr val="D5A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40"/>
            <p:cNvSpPr/>
            <p:nvPr/>
          </p:nvSpPr>
          <p:spPr>
            <a:xfrm>
              <a:off x="7230053" y="3612978"/>
              <a:ext cx="199987" cy="103245"/>
            </a:xfrm>
            <a:custGeom>
              <a:avLst/>
              <a:gdLst/>
              <a:ahLst/>
              <a:cxnLst/>
              <a:rect l="l" t="t" r="r" b="b"/>
              <a:pathLst>
                <a:path w="7628" h="3938" extrusionOk="0">
                  <a:moveTo>
                    <a:pt x="4498" y="0"/>
                  </a:moveTo>
                  <a:cubicBezTo>
                    <a:pt x="4201" y="583"/>
                    <a:pt x="2999" y="2590"/>
                    <a:pt x="0" y="3937"/>
                  </a:cubicBezTo>
                  <a:lnTo>
                    <a:pt x="7628" y="3937"/>
                  </a:lnTo>
                  <a:lnTo>
                    <a:pt x="7628" y="2028"/>
                  </a:lnTo>
                  <a:cubicBezTo>
                    <a:pt x="7628" y="1474"/>
                    <a:pt x="7280" y="982"/>
                    <a:pt x="6755" y="797"/>
                  </a:cubicBezTo>
                  <a:lnTo>
                    <a:pt x="45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40"/>
            <p:cNvSpPr/>
            <p:nvPr/>
          </p:nvSpPr>
          <p:spPr>
            <a:xfrm>
              <a:off x="7167183" y="3612978"/>
              <a:ext cx="199987" cy="103245"/>
            </a:xfrm>
            <a:custGeom>
              <a:avLst/>
              <a:gdLst/>
              <a:ahLst/>
              <a:cxnLst/>
              <a:rect l="l" t="t" r="r" b="b"/>
              <a:pathLst>
                <a:path w="7628" h="3938" extrusionOk="0">
                  <a:moveTo>
                    <a:pt x="3123" y="0"/>
                  </a:moveTo>
                  <a:lnTo>
                    <a:pt x="873" y="797"/>
                  </a:lnTo>
                  <a:cubicBezTo>
                    <a:pt x="352" y="982"/>
                    <a:pt x="1" y="1474"/>
                    <a:pt x="1" y="2028"/>
                  </a:cubicBezTo>
                  <a:lnTo>
                    <a:pt x="1" y="3937"/>
                  </a:lnTo>
                  <a:lnTo>
                    <a:pt x="7628" y="3937"/>
                  </a:lnTo>
                  <a:cubicBezTo>
                    <a:pt x="4629" y="2590"/>
                    <a:pt x="3430" y="583"/>
                    <a:pt x="31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40"/>
            <p:cNvSpPr/>
            <p:nvPr/>
          </p:nvSpPr>
          <p:spPr>
            <a:xfrm>
              <a:off x="7264319" y="3556086"/>
              <a:ext cx="68585" cy="34345"/>
            </a:xfrm>
            <a:custGeom>
              <a:avLst/>
              <a:gdLst/>
              <a:ahLst/>
              <a:cxnLst/>
              <a:rect l="l" t="t" r="r" b="b"/>
              <a:pathLst>
                <a:path w="2616" h="1310" extrusionOk="0">
                  <a:moveTo>
                    <a:pt x="1" y="1"/>
                  </a:moveTo>
                  <a:lnTo>
                    <a:pt x="1" y="1040"/>
                  </a:lnTo>
                  <a:cubicBezTo>
                    <a:pt x="417" y="1220"/>
                    <a:pt x="862" y="1309"/>
                    <a:pt x="1307" y="1309"/>
                  </a:cubicBezTo>
                  <a:cubicBezTo>
                    <a:pt x="1752" y="1309"/>
                    <a:pt x="2197" y="1220"/>
                    <a:pt x="2616" y="1040"/>
                  </a:cubicBezTo>
                  <a:lnTo>
                    <a:pt x="2616" y="1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40"/>
            <p:cNvSpPr/>
            <p:nvPr/>
          </p:nvSpPr>
          <p:spPr>
            <a:xfrm>
              <a:off x="7201476" y="3516210"/>
              <a:ext cx="45697" cy="45697"/>
            </a:xfrm>
            <a:custGeom>
              <a:avLst/>
              <a:gdLst/>
              <a:ahLst/>
              <a:cxnLst/>
              <a:rect l="l" t="t" r="r" b="b"/>
              <a:pathLst>
                <a:path w="1743" h="1743" extrusionOk="0">
                  <a:moveTo>
                    <a:pt x="873" y="1"/>
                  </a:moveTo>
                  <a:cubicBezTo>
                    <a:pt x="391" y="1"/>
                    <a:pt x="0" y="392"/>
                    <a:pt x="0" y="874"/>
                  </a:cubicBezTo>
                  <a:cubicBezTo>
                    <a:pt x="0" y="1352"/>
                    <a:pt x="391" y="1743"/>
                    <a:pt x="873" y="1743"/>
                  </a:cubicBezTo>
                  <a:cubicBezTo>
                    <a:pt x="1355" y="1743"/>
                    <a:pt x="1742" y="1352"/>
                    <a:pt x="1742" y="874"/>
                  </a:cubicBezTo>
                  <a:cubicBezTo>
                    <a:pt x="1742" y="392"/>
                    <a:pt x="1355" y="1"/>
                    <a:pt x="8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40"/>
            <p:cNvSpPr/>
            <p:nvPr/>
          </p:nvSpPr>
          <p:spPr>
            <a:xfrm>
              <a:off x="7218543" y="3533303"/>
              <a:ext cx="11536" cy="11509"/>
            </a:xfrm>
            <a:custGeom>
              <a:avLst/>
              <a:gdLst/>
              <a:ahLst/>
              <a:cxnLst/>
              <a:rect l="l" t="t" r="r" b="b"/>
              <a:pathLst>
                <a:path w="440" h="439" extrusionOk="0">
                  <a:moveTo>
                    <a:pt x="222" y="1"/>
                  </a:moveTo>
                  <a:cubicBezTo>
                    <a:pt x="99" y="1"/>
                    <a:pt x="1" y="98"/>
                    <a:pt x="1" y="222"/>
                  </a:cubicBezTo>
                  <a:cubicBezTo>
                    <a:pt x="1" y="341"/>
                    <a:pt x="99" y="439"/>
                    <a:pt x="222" y="439"/>
                  </a:cubicBezTo>
                  <a:cubicBezTo>
                    <a:pt x="341" y="439"/>
                    <a:pt x="439" y="341"/>
                    <a:pt x="439" y="222"/>
                  </a:cubicBezTo>
                  <a:cubicBezTo>
                    <a:pt x="439" y="98"/>
                    <a:pt x="341" y="1"/>
                    <a:pt x="222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40"/>
            <p:cNvSpPr/>
            <p:nvPr/>
          </p:nvSpPr>
          <p:spPr>
            <a:xfrm>
              <a:off x="7350076" y="3516210"/>
              <a:ext cx="45697" cy="45697"/>
            </a:xfrm>
            <a:custGeom>
              <a:avLst/>
              <a:gdLst/>
              <a:ahLst/>
              <a:cxnLst/>
              <a:rect l="l" t="t" r="r" b="b"/>
              <a:pathLst>
                <a:path w="1743" h="1743" extrusionOk="0">
                  <a:moveTo>
                    <a:pt x="873" y="1"/>
                  </a:moveTo>
                  <a:cubicBezTo>
                    <a:pt x="391" y="1"/>
                    <a:pt x="0" y="392"/>
                    <a:pt x="0" y="874"/>
                  </a:cubicBezTo>
                  <a:cubicBezTo>
                    <a:pt x="0" y="1352"/>
                    <a:pt x="391" y="1743"/>
                    <a:pt x="873" y="1743"/>
                  </a:cubicBezTo>
                  <a:cubicBezTo>
                    <a:pt x="1351" y="1743"/>
                    <a:pt x="1742" y="1352"/>
                    <a:pt x="1742" y="874"/>
                  </a:cubicBezTo>
                  <a:cubicBezTo>
                    <a:pt x="1742" y="392"/>
                    <a:pt x="1351" y="1"/>
                    <a:pt x="8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40"/>
            <p:cNvSpPr/>
            <p:nvPr/>
          </p:nvSpPr>
          <p:spPr>
            <a:xfrm>
              <a:off x="7367144" y="3533303"/>
              <a:ext cx="11536" cy="11509"/>
            </a:xfrm>
            <a:custGeom>
              <a:avLst/>
              <a:gdLst/>
              <a:ahLst/>
              <a:cxnLst/>
              <a:rect l="l" t="t" r="r" b="b"/>
              <a:pathLst>
                <a:path w="440" h="439" extrusionOk="0">
                  <a:moveTo>
                    <a:pt x="222" y="1"/>
                  </a:moveTo>
                  <a:cubicBezTo>
                    <a:pt x="99" y="1"/>
                    <a:pt x="1" y="98"/>
                    <a:pt x="1" y="222"/>
                  </a:cubicBezTo>
                  <a:cubicBezTo>
                    <a:pt x="1" y="341"/>
                    <a:pt x="99" y="439"/>
                    <a:pt x="222" y="439"/>
                  </a:cubicBezTo>
                  <a:cubicBezTo>
                    <a:pt x="341" y="439"/>
                    <a:pt x="439" y="341"/>
                    <a:pt x="439" y="222"/>
                  </a:cubicBezTo>
                  <a:cubicBezTo>
                    <a:pt x="439" y="98"/>
                    <a:pt x="341" y="1"/>
                    <a:pt x="222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40"/>
            <p:cNvSpPr/>
            <p:nvPr/>
          </p:nvSpPr>
          <p:spPr>
            <a:xfrm>
              <a:off x="7207270" y="3361920"/>
              <a:ext cx="182893" cy="134286"/>
            </a:xfrm>
            <a:custGeom>
              <a:avLst/>
              <a:gdLst/>
              <a:ahLst/>
              <a:cxnLst/>
              <a:rect l="l" t="t" r="r" b="b"/>
              <a:pathLst>
                <a:path w="6976" h="5122" extrusionOk="0">
                  <a:moveTo>
                    <a:pt x="3491" y="0"/>
                  </a:moveTo>
                  <a:cubicBezTo>
                    <a:pt x="3489" y="0"/>
                    <a:pt x="3486" y="0"/>
                    <a:pt x="3484" y="0"/>
                  </a:cubicBezTo>
                  <a:cubicBezTo>
                    <a:pt x="1561" y="0"/>
                    <a:pt x="0" y="1561"/>
                    <a:pt x="0" y="3485"/>
                  </a:cubicBezTo>
                  <a:lnTo>
                    <a:pt x="0" y="5122"/>
                  </a:lnTo>
                  <a:lnTo>
                    <a:pt x="6975" y="5122"/>
                  </a:lnTo>
                  <a:lnTo>
                    <a:pt x="6975" y="3485"/>
                  </a:lnTo>
                  <a:cubicBezTo>
                    <a:pt x="6975" y="1560"/>
                    <a:pt x="5414" y="0"/>
                    <a:pt x="3491" y="0"/>
                  </a:cubicBezTo>
                  <a:close/>
                </a:path>
              </a:pathLst>
            </a:custGeom>
            <a:solidFill>
              <a:srgbClr val="5346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40"/>
            <p:cNvSpPr/>
            <p:nvPr/>
          </p:nvSpPr>
          <p:spPr>
            <a:xfrm>
              <a:off x="7201554" y="3430190"/>
              <a:ext cx="194219" cy="143226"/>
            </a:xfrm>
            <a:custGeom>
              <a:avLst/>
              <a:gdLst/>
              <a:ahLst/>
              <a:cxnLst/>
              <a:rect l="l" t="t" r="r" b="b"/>
              <a:pathLst>
                <a:path w="7408" h="5463" extrusionOk="0">
                  <a:moveTo>
                    <a:pt x="3703" y="0"/>
                  </a:moveTo>
                  <a:cubicBezTo>
                    <a:pt x="3634" y="0"/>
                    <a:pt x="3564" y="33"/>
                    <a:pt x="3521" y="98"/>
                  </a:cubicBezTo>
                  <a:cubicBezTo>
                    <a:pt x="2710" y="1348"/>
                    <a:pt x="1638" y="1775"/>
                    <a:pt x="1142" y="1913"/>
                  </a:cubicBezTo>
                  <a:cubicBezTo>
                    <a:pt x="1051" y="1938"/>
                    <a:pt x="761" y="1974"/>
                    <a:pt x="761" y="1974"/>
                  </a:cubicBezTo>
                  <a:lnTo>
                    <a:pt x="544" y="1974"/>
                  </a:lnTo>
                  <a:cubicBezTo>
                    <a:pt x="243" y="1974"/>
                    <a:pt x="1" y="2217"/>
                    <a:pt x="1" y="2518"/>
                  </a:cubicBezTo>
                  <a:cubicBezTo>
                    <a:pt x="1" y="2818"/>
                    <a:pt x="243" y="3064"/>
                    <a:pt x="544" y="3064"/>
                  </a:cubicBezTo>
                  <a:lnTo>
                    <a:pt x="906" y="3064"/>
                  </a:lnTo>
                  <a:cubicBezTo>
                    <a:pt x="1120" y="4441"/>
                    <a:pt x="2308" y="5462"/>
                    <a:pt x="3702" y="5462"/>
                  </a:cubicBezTo>
                  <a:cubicBezTo>
                    <a:pt x="5100" y="5462"/>
                    <a:pt x="6288" y="4441"/>
                    <a:pt x="6498" y="3064"/>
                  </a:cubicBezTo>
                  <a:lnTo>
                    <a:pt x="6860" y="3064"/>
                  </a:lnTo>
                  <a:cubicBezTo>
                    <a:pt x="7161" y="3064"/>
                    <a:pt x="7407" y="2818"/>
                    <a:pt x="7407" y="2518"/>
                  </a:cubicBezTo>
                  <a:cubicBezTo>
                    <a:pt x="7407" y="2217"/>
                    <a:pt x="7161" y="1974"/>
                    <a:pt x="6860" y="1974"/>
                  </a:cubicBezTo>
                  <a:lnTo>
                    <a:pt x="6647" y="1974"/>
                  </a:lnTo>
                  <a:cubicBezTo>
                    <a:pt x="6647" y="1974"/>
                    <a:pt x="6353" y="1938"/>
                    <a:pt x="6263" y="1913"/>
                  </a:cubicBezTo>
                  <a:cubicBezTo>
                    <a:pt x="5770" y="1779"/>
                    <a:pt x="4698" y="1348"/>
                    <a:pt x="3883" y="98"/>
                  </a:cubicBezTo>
                  <a:cubicBezTo>
                    <a:pt x="3842" y="33"/>
                    <a:pt x="3773" y="0"/>
                    <a:pt x="3703" y="0"/>
                  </a:cubicBezTo>
                  <a:close/>
                </a:path>
              </a:pathLst>
            </a:custGeom>
            <a:solidFill>
              <a:srgbClr val="D5A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40"/>
            <p:cNvSpPr/>
            <p:nvPr/>
          </p:nvSpPr>
          <p:spPr>
            <a:xfrm>
              <a:off x="7200715" y="3430111"/>
              <a:ext cx="160871" cy="143226"/>
            </a:xfrm>
            <a:custGeom>
              <a:avLst/>
              <a:gdLst/>
              <a:ahLst/>
              <a:cxnLst/>
              <a:rect l="l" t="t" r="r" b="b"/>
              <a:pathLst>
                <a:path w="6136" h="5463" extrusionOk="0">
                  <a:moveTo>
                    <a:pt x="3736" y="1"/>
                  </a:moveTo>
                  <a:cubicBezTo>
                    <a:pt x="3666" y="1"/>
                    <a:pt x="3596" y="34"/>
                    <a:pt x="3553" y="101"/>
                  </a:cubicBezTo>
                  <a:cubicBezTo>
                    <a:pt x="2992" y="963"/>
                    <a:pt x="2307" y="1438"/>
                    <a:pt x="1775" y="1691"/>
                  </a:cubicBezTo>
                  <a:cubicBezTo>
                    <a:pt x="1583" y="1782"/>
                    <a:pt x="1380" y="1858"/>
                    <a:pt x="1174" y="1916"/>
                  </a:cubicBezTo>
                  <a:cubicBezTo>
                    <a:pt x="1083" y="1941"/>
                    <a:pt x="793" y="1977"/>
                    <a:pt x="793" y="1977"/>
                  </a:cubicBezTo>
                  <a:lnTo>
                    <a:pt x="605" y="1977"/>
                  </a:lnTo>
                  <a:cubicBezTo>
                    <a:pt x="322" y="1977"/>
                    <a:pt x="62" y="2180"/>
                    <a:pt x="33" y="2463"/>
                  </a:cubicBezTo>
                  <a:cubicBezTo>
                    <a:pt x="0" y="2786"/>
                    <a:pt x="250" y="3064"/>
                    <a:pt x="570" y="3064"/>
                  </a:cubicBezTo>
                  <a:cubicBezTo>
                    <a:pt x="572" y="3064"/>
                    <a:pt x="574" y="3064"/>
                    <a:pt x="576" y="3064"/>
                  </a:cubicBezTo>
                  <a:lnTo>
                    <a:pt x="938" y="3064"/>
                  </a:lnTo>
                  <a:cubicBezTo>
                    <a:pt x="1150" y="4463"/>
                    <a:pt x="2349" y="5463"/>
                    <a:pt x="3717" y="5463"/>
                  </a:cubicBezTo>
                  <a:cubicBezTo>
                    <a:pt x="3868" y="5463"/>
                    <a:pt x="4022" y="5450"/>
                    <a:pt x="4176" y="5425"/>
                  </a:cubicBezTo>
                  <a:cubicBezTo>
                    <a:pt x="2854" y="5222"/>
                    <a:pt x="1854" y="4121"/>
                    <a:pt x="1778" y="2789"/>
                  </a:cubicBezTo>
                  <a:cubicBezTo>
                    <a:pt x="1778" y="2760"/>
                    <a:pt x="1775" y="2731"/>
                    <a:pt x="1775" y="2705"/>
                  </a:cubicBezTo>
                  <a:cubicBezTo>
                    <a:pt x="1768" y="2528"/>
                    <a:pt x="1865" y="2365"/>
                    <a:pt x="2028" y="2292"/>
                  </a:cubicBezTo>
                  <a:cubicBezTo>
                    <a:pt x="2687" y="1977"/>
                    <a:pt x="3271" y="1521"/>
                    <a:pt x="3734" y="956"/>
                  </a:cubicBezTo>
                  <a:cubicBezTo>
                    <a:pt x="4201" y="1525"/>
                    <a:pt x="4792" y="1981"/>
                    <a:pt x="5454" y="2296"/>
                  </a:cubicBezTo>
                  <a:cubicBezTo>
                    <a:pt x="5549" y="2339"/>
                    <a:pt x="5638" y="2360"/>
                    <a:pt x="5720" y="2360"/>
                  </a:cubicBezTo>
                  <a:cubicBezTo>
                    <a:pt x="5964" y="2360"/>
                    <a:pt x="6135" y="2175"/>
                    <a:pt x="6135" y="1865"/>
                  </a:cubicBezTo>
                  <a:cubicBezTo>
                    <a:pt x="5592" y="1688"/>
                    <a:pt x="4650" y="1228"/>
                    <a:pt x="3919" y="101"/>
                  </a:cubicBezTo>
                  <a:cubicBezTo>
                    <a:pt x="3875" y="34"/>
                    <a:pt x="3806" y="1"/>
                    <a:pt x="3736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40"/>
            <p:cNvSpPr/>
            <p:nvPr/>
          </p:nvSpPr>
          <p:spPr>
            <a:xfrm>
              <a:off x="7272866" y="3519067"/>
              <a:ext cx="51491" cy="22809"/>
            </a:xfrm>
            <a:custGeom>
              <a:avLst/>
              <a:gdLst/>
              <a:ahLst/>
              <a:cxnLst/>
              <a:rect l="l" t="t" r="r" b="b"/>
              <a:pathLst>
                <a:path w="1964" h="870" extrusionOk="0">
                  <a:moveTo>
                    <a:pt x="1" y="0"/>
                  </a:moveTo>
                  <a:cubicBezTo>
                    <a:pt x="1" y="482"/>
                    <a:pt x="442" y="870"/>
                    <a:pt x="982" y="870"/>
                  </a:cubicBezTo>
                  <a:cubicBezTo>
                    <a:pt x="1525" y="870"/>
                    <a:pt x="1964" y="482"/>
                    <a:pt x="19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40"/>
            <p:cNvSpPr/>
            <p:nvPr/>
          </p:nvSpPr>
          <p:spPr>
            <a:xfrm>
              <a:off x="7296042" y="3363545"/>
              <a:ext cx="94016" cy="101226"/>
            </a:xfrm>
            <a:custGeom>
              <a:avLst/>
              <a:gdLst/>
              <a:ahLst/>
              <a:cxnLst/>
              <a:rect l="l" t="t" r="r" b="b"/>
              <a:pathLst>
                <a:path w="3586" h="3861" extrusionOk="0">
                  <a:moveTo>
                    <a:pt x="732" y="0"/>
                  </a:moveTo>
                  <a:cubicBezTo>
                    <a:pt x="1" y="1853"/>
                    <a:pt x="1370" y="3861"/>
                    <a:pt x="3363" y="3861"/>
                  </a:cubicBezTo>
                  <a:cubicBezTo>
                    <a:pt x="3365" y="3861"/>
                    <a:pt x="3367" y="3861"/>
                    <a:pt x="3369" y="3861"/>
                  </a:cubicBezTo>
                  <a:cubicBezTo>
                    <a:pt x="3441" y="3861"/>
                    <a:pt x="3513" y="3857"/>
                    <a:pt x="3586" y="3850"/>
                  </a:cubicBezTo>
                  <a:lnTo>
                    <a:pt x="3586" y="3426"/>
                  </a:lnTo>
                  <a:cubicBezTo>
                    <a:pt x="3586" y="1742"/>
                    <a:pt x="2383" y="301"/>
                    <a:pt x="732" y="0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40"/>
            <p:cNvSpPr/>
            <p:nvPr/>
          </p:nvSpPr>
          <p:spPr>
            <a:xfrm>
              <a:off x="7372938" y="3481550"/>
              <a:ext cx="2884" cy="2124"/>
            </a:xfrm>
            <a:custGeom>
              <a:avLst/>
              <a:gdLst/>
              <a:ahLst/>
              <a:cxnLst/>
              <a:rect l="l" t="t" r="r" b="b"/>
              <a:pathLst>
                <a:path w="110" h="81" extrusionOk="0">
                  <a:moveTo>
                    <a:pt x="1" y="1"/>
                  </a:moveTo>
                  <a:lnTo>
                    <a:pt x="1" y="81"/>
                  </a:lnTo>
                  <a:cubicBezTo>
                    <a:pt x="37" y="59"/>
                    <a:pt x="73" y="37"/>
                    <a:pt x="110" y="1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40"/>
            <p:cNvSpPr/>
            <p:nvPr/>
          </p:nvSpPr>
          <p:spPr>
            <a:xfrm>
              <a:off x="7258997" y="3482284"/>
              <a:ext cx="10671" cy="16412"/>
            </a:xfrm>
            <a:custGeom>
              <a:avLst/>
              <a:gdLst/>
              <a:ahLst/>
              <a:cxnLst/>
              <a:rect l="l" t="t" r="r" b="b"/>
              <a:pathLst>
                <a:path w="407" h="626" extrusionOk="0">
                  <a:moveTo>
                    <a:pt x="204" y="1"/>
                  </a:moveTo>
                  <a:cubicBezTo>
                    <a:pt x="102" y="1"/>
                    <a:pt x="1" y="69"/>
                    <a:pt x="1" y="205"/>
                  </a:cubicBezTo>
                  <a:lnTo>
                    <a:pt x="1" y="422"/>
                  </a:lnTo>
                  <a:cubicBezTo>
                    <a:pt x="1" y="558"/>
                    <a:pt x="102" y="626"/>
                    <a:pt x="204" y="626"/>
                  </a:cubicBezTo>
                  <a:cubicBezTo>
                    <a:pt x="305" y="626"/>
                    <a:pt x="406" y="558"/>
                    <a:pt x="406" y="422"/>
                  </a:cubicBezTo>
                  <a:lnTo>
                    <a:pt x="406" y="205"/>
                  </a:lnTo>
                  <a:cubicBezTo>
                    <a:pt x="406" y="69"/>
                    <a:pt x="305" y="1"/>
                    <a:pt x="2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40"/>
            <p:cNvSpPr/>
            <p:nvPr/>
          </p:nvSpPr>
          <p:spPr>
            <a:xfrm>
              <a:off x="7327556" y="3482284"/>
              <a:ext cx="10749" cy="16386"/>
            </a:xfrm>
            <a:custGeom>
              <a:avLst/>
              <a:gdLst/>
              <a:ahLst/>
              <a:cxnLst/>
              <a:rect l="l" t="t" r="r" b="b"/>
              <a:pathLst>
                <a:path w="410" h="625" extrusionOk="0">
                  <a:moveTo>
                    <a:pt x="205" y="1"/>
                  </a:moveTo>
                  <a:cubicBezTo>
                    <a:pt x="103" y="1"/>
                    <a:pt x="1" y="69"/>
                    <a:pt x="1" y="205"/>
                  </a:cubicBezTo>
                  <a:lnTo>
                    <a:pt x="1" y="422"/>
                  </a:lnTo>
                  <a:cubicBezTo>
                    <a:pt x="1" y="534"/>
                    <a:pt x="91" y="625"/>
                    <a:pt x="204" y="625"/>
                  </a:cubicBezTo>
                  <a:cubicBezTo>
                    <a:pt x="316" y="625"/>
                    <a:pt x="410" y="534"/>
                    <a:pt x="410" y="422"/>
                  </a:cubicBezTo>
                  <a:lnTo>
                    <a:pt x="410" y="205"/>
                  </a:lnTo>
                  <a:cubicBezTo>
                    <a:pt x="410" y="69"/>
                    <a:pt x="308" y="1"/>
                    <a:pt x="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40"/>
            <p:cNvSpPr/>
            <p:nvPr/>
          </p:nvSpPr>
          <p:spPr>
            <a:xfrm>
              <a:off x="7161861" y="3356519"/>
              <a:ext cx="273501" cy="365131"/>
            </a:xfrm>
            <a:custGeom>
              <a:avLst/>
              <a:gdLst/>
              <a:ahLst/>
              <a:cxnLst/>
              <a:rect l="l" t="t" r="r" b="b"/>
              <a:pathLst>
                <a:path w="10432" h="13927" extrusionOk="0">
                  <a:moveTo>
                    <a:pt x="5221" y="409"/>
                  </a:moveTo>
                  <a:cubicBezTo>
                    <a:pt x="5225" y="409"/>
                    <a:pt x="5230" y="409"/>
                    <a:pt x="5234" y="409"/>
                  </a:cubicBezTo>
                  <a:cubicBezTo>
                    <a:pt x="7045" y="420"/>
                    <a:pt x="8501" y="1916"/>
                    <a:pt x="8501" y="3730"/>
                  </a:cubicBezTo>
                  <a:lnTo>
                    <a:pt x="8501" y="4578"/>
                  </a:lnTo>
                  <a:lnTo>
                    <a:pt x="8233" y="4578"/>
                  </a:lnTo>
                  <a:cubicBezTo>
                    <a:pt x="8095" y="4578"/>
                    <a:pt x="7961" y="4560"/>
                    <a:pt x="7831" y="4527"/>
                  </a:cubicBezTo>
                  <a:cubicBezTo>
                    <a:pt x="7386" y="4400"/>
                    <a:pt x="6292" y="3977"/>
                    <a:pt x="5499" y="2680"/>
                  </a:cubicBezTo>
                  <a:cubicBezTo>
                    <a:pt x="5448" y="2597"/>
                    <a:pt x="5419" y="2499"/>
                    <a:pt x="5419" y="2401"/>
                  </a:cubicBezTo>
                  <a:lnTo>
                    <a:pt x="5419" y="1956"/>
                  </a:lnTo>
                  <a:cubicBezTo>
                    <a:pt x="5423" y="1843"/>
                    <a:pt x="5336" y="1749"/>
                    <a:pt x="5223" y="1746"/>
                  </a:cubicBezTo>
                  <a:cubicBezTo>
                    <a:pt x="5221" y="1746"/>
                    <a:pt x="5219" y="1746"/>
                    <a:pt x="5217" y="1746"/>
                  </a:cubicBezTo>
                  <a:cubicBezTo>
                    <a:pt x="5104" y="1746"/>
                    <a:pt x="5013" y="1835"/>
                    <a:pt x="5013" y="1949"/>
                  </a:cubicBezTo>
                  <a:lnTo>
                    <a:pt x="5013" y="2401"/>
                  </a:lnTo>
                  <a:cubicBezTo>
                    <a:pt x="5013" y="2499"/>
                    <a:pt x="4984" y="2597"/>
                    <a:pt x="4934" y="2684"/>
                  </a:cubicBezTo>
                  <a:cubicBezTo>
                    <a:pt x="4140" y="3980"/>
                    <a:pt x="3047" y="4404"/>
                    <a:pt x="2601" y="4527"/>
                  </a:cubicBezTo>
                  <a:cubicBezTo>
                    <a:pt x="2471" y="4563"/>
                    <a:pt x="2337" y="4582"/>
                    <a:pt x="2203" y="4582"/>
                  </a:cubicBezTo>
                  <a:lnTo>
                    <a:pt x="2058" y="4582"/>
                  </a:lnTo>
                  <a:cubicBezTo>
                    <a:pt x="2015" y="4582"/>
                    <a:pt x="1975" y="4582"/>
                    <a:pt x="1935" y="4589"/>
                  </a:cubicBezTo>
                  <a:lnTo>
                    <a:pt x="1935" y="3694"/>
                  </a:lnTo>
                  <a:cubicBezTo>
                    <a:pt x="1935" y="1877"/>
                    <a:pt x="3409" y="409"/>
                    <a:pt x="5221" y="409"/>
                  </a:cubicBezTo>
                  <a:close/>
                  <a:moveTo>
                    <a:pt x="8128" y="6298"/>
                  </a:moveTo>
                  <a:cubicBezTo>
                    <a:pt x="8464" y="6338"/>
                    <a:pt x="8717" y="6623"/>
                    <a:pt x="8718" y="6963"/>
                  </a:cubicBezTo>
                  <a:lnTo>
                    <a:pt x="8718" y="6963"/>
                  </a:lnTo>
                  <a:cubicBezTo>
                    <a:pt x="8717" y="7369"/>
                    <a:pt x="8387" y="7630"/>
                    <a:pt x="8046" y="7630"/>
                  </a:cubicBezTo>
                  <a:cubicBezTo>
                    <a:pt x="7865" y="7630"/>
                    <a:pt x="7681" y="7556"/>
                    <a:pt x="7541" y="7392"/>
                  </a:cubicBezTo>
                  <a:cubicBezTo>
                    <a:pt x="7809" y="7073"/>
                    <a:pt x="8012" y="6700"/>
                    <a:pt x="8128" y="6298"/>
                  </a:cubicBezTo>
                  <a:close/>
                  <a:moveTo>
                    <a:pt x="2304" y="6302"/>
                  </a:moveTo>
                  <a:cubicBezTo>
                    <a:pt x="2420" y="6700"/>
                    <a:pt x="2623" y="7073"/>
                    <a:pt x="2891" y="7396"/>
                  </a:cubicBezTo>
                  <a:cubicBezTo>
                    <a:pt x="2764" y="7544"/>
                    <a:pt x="2579" y="7631"/>
                    <a:pt x="2384" y="7631"/>
                  </a:cubicBezTo>
                  <a:cubicBezTo>
                    <a:pt x="2029" y="7631"/>
                    <a:pt x="1736" y="7356"/>
                    <a:pt x="1714" y="7004"/>
                  </a:cubicBezTo>
                  <a:cubicBezTo>
                    <a:pt x="1692" y="6650"/>
                    <a:pt x="1953" y="6342"/>
                    <a:pt x="2304" y="6302"/>
                  </a:cubicBezTo>
                  <a:close/>
                  <a:moveTo>
                    <a:pt x="5212" y="3002"/>
                  </a:moveTo>
                  <a:cubicBezTo>
                    <a:pt x="6078" y="4339"/>
                    <a:pt x="7237" y="4788"/>
                    <a:pt x="7722" y="4922"/>
                  </a:cubicBezTo>
                  <a:cubicBezTo>
                    <a:pt x="7885" y="4965"/>
                    <a:pt x="8056" y="4987"/>
                    <a:pt x="8229" y="4987"/>
                  </a:cubicBezTo>
                  <a:lnTo>
                    <a:pt x="8374" y="4987"/>
                  </a:lnTo>
                  <a:cubicBezTo>
                    <a:pt x="8577" y="4987"/>
                    <a:pt x="8733" y="5165"/>
                    <a:pt x="8715" y="5364"/>
                  </a:cubicBezTo>
                  <a:cubicBezTo>
                    <a:pt x="8697" y="5538"/>
                    <a:pt x="8534" y="5672"/>
                    <a:pt x="8342" y="5672"/>
                  </a:cubicBezTo>
                  <a:lnTo>
                    <a:pt x="8240" y="5672"/>
                  </a:lnTo>
                  <a:cubicBezTo>
                    <a:pt x="8252" y="5528"/>
                    <a:pt x="8142" y="5451"/>
                    <a:pt x="8034" y="5451"/>
                  </a:cubicBezTo>
                  <a:cubicBezTo>
                    <a:pt x="7938" y="5451"/>
                    <a:pt x="7843" y="5511"/>
                    <a:pt x="7835" y="5639"/>
                  </a:cubicBezTo>
                  <a:cubicBezTo>
                    <a:pt x="7755" y="6646"/>
                    <a:pt x="7107" y="7519"/>
                    <a:pt x="6169" y="7885"/>
                  </a:cubicBezTo>
                  <a:cubicBezTo>
                    <a:pt x="5858" y="8005"/>
                    <a:pt x="5534" y="8064"/>
                    <a:pt x="5212" y="8064"/>
                  </a:cubicBezTo>
                  <a:cubicBezTo>
                    <a:pt x="4558" y="8064"/>
                    <a:pt x="3915" y="7821"/>
                    <a:pt x="3420" y="7359"/>
                  </a:cubicBezTo>
                  <a:lnTo>
                    <a:pt x="3420" y="7359"/>
                  </a:lnTo>
                  <a:lnTo>
                    <a:pt x="3423" y="7363"/>
                  </a:lnTo>
                  <a:cubicBezTo>
                    <a:pt x="2942" y="6914"/>
                    <a:pt x="2645" y="6298"/>
                    <a:pt x="2594" y="5639"/>
                  </a:cubicBezTo>
                  <a:cubicBezTo>
                    <a:pt x="2584" y="5511"/>
                    <a:pt x="2489" y="5451"/>
                    <a:pt x="2393" y="5451"/>
                  </a:cubicBezTo>
                  <a:cubicBezTo>
                    <a:pt x="2285" y="5451"/>
                    <a:pt x="2175" y="5528"/>
                    <a:pt x="2185" y="5672"/>
                  </a:cubicBezTo>
                  <a:lnTo>
                    <a:pt x="2087" y="5672"/>
                  </a:lnTo>
                  <a:cubicBezTo>
                    <a:pt x="1895" y="5672"/>
                    <a:pt x="1732" y="5534"/>
                    <a:pt x="1714" y="5364"/>
                  </a:cubicBezTo>
                  <a:cubicBezTo>
                    <a:pt x="1692" y="5165"/>
                    <a:pt x="1852" y="4987"/>
                    <a:pt x="2054" y="4987"/>
                  </a:cubicBezTo>
                  <a:lnTo>
                    <a:pt x="2199" y="4987"/>
                  </a:lnTo>
                  <a:cubicBezTo>
                    <a:pt x="2369" y="4987"/>
                    <a:pt x="2543" y="4965"/>
                    <a:pt x="2706" y="4922"/>
                  </a:cubicBezTo>
                  <a:cubicBezTo>
                    <a:pt x="3188" y="4784"/>
                    <a:pt x="4351" y="4339"/>
                    <a:pt x="5212" y="3002"/>
                  </a:cubicBezTo>
                  <a:close/>
                  <a:moveTo>
                    <a:pt x="7255" y="7685"/>
                  </a:moveTo>
                  <a:cubicBezTo>
                    <a:pt x="7418" y="7863"/>
                    <a:pt x="7635" y="7982"/>
                    <a:pt x="7871" y="8022"/>
                  </a:cubicBezTo>
                  <a:cubicBezTo>
                    <a:pt x="7950" y="8475"/>
                    <a:pt x="8099" y="8750"/>
                    <a:pt x="8251" y="9040"/>
                  </a:cubicBezTo>
                  <a:cubicBezTo>
                    <a:pt x="8400" y="9319"/>
                    <a:pt x="8552" y="9612"/>
                    <a:pt x="8671" y="10119"/>
                  </a:cubicBezTo>
                  <a:lnTo>
                    <a:pt x="7172" y="9590"/>
                  </a:lnTo>
                  <a:cubicBezTo>
                    <a:pt x="6907" y="9496"/>
                    <a:pt x="6726" y="9243"/>
                    <a:pt x="6726" y="8960"/>
                  </a:cubicBezTo>
                  <a:lnTo>
                    <a:pt x="6726" y="8073"/>
                  </a:lnTo>
                  <a:cubicBezTo>
                    <a:pt x="6915" y="7961"/>
                    <a:pt x="7092" y="7834"/>
                    <a:pt x="7255" y="7685"/>
                  </a:cubicBezTo>
                  <a:close/>
                  <a:moveTo>
                    <a:pt x="6321" y="8268"/>
                  </a:moveTo>
                  <a:lnTo>
                    <a:pt x="6321" y="8960"/>
                  </a:lnTo>
                  <a:cubicBezTo>
                    <a:pt x="6321" y="9333"/>
                    <a:pt x="6509" y="9677"/>
                    <a:pt x="6824" y="9873"/>
                  </a:cubicBezTo>
                  <a:cubicBezTo>
                    <a:pt x="6632" y="10199"/>
                    <a:pt x="6125" y="10945"/>
                    <a:pt x="5126" y="11756"/>
                  </a:cubicBezTo>
                  <a:lnTo>
                    <a:pt x="5122" y="11756"/>
                  </a:lnTo>
                  <a:cubicBezTo>
                    <a:pt x="4883" y="11535"/>
                    <a:pt x="4655" y="11303"/>
                    <a:pt x="4437" y="11061"/>
                  </a:cubicBezTo>
                  <a:cubicBezTo>
                    <a:pt x="4115" y="10699"/>
                    <a:pt x="3836" y="10300"/>
                    <a:pt x="3601" y="9876"/>
                  </a:cubicBezTo>
                  <a:cubicBezTo>
                    <a:pt x="3920" y="9681"/>
                    <a:pt x="4111" y="9333"/>
                    <a:pt x="4111" y="8960"/>
                  </a:cubicBezTo>
                  <a:lnTo>
                    <a:pt x="4111" y="8268"/>
                  </a:lnTo>
                  <a:cubicBezTo>
                    <a:pt x="4466" y="8406"/>
                    <a:pt x="4841" y="8475"/>
                    <a:pt x="5216" y="8475"/>
                  </a:cubicBezTo>
                  <a:cubicBezTo>
                    <a:pt x="5591" y="8475"/>
                    <a:pt x="5966" y="8406"/>
                    <a:pt x="6321" y="8268"/>
                  </a:cubicBezTo>
                  <a:close/>
                  <a:moveTo>
                    <a:pt x="5216" y="0"/>
                  </a:moveTo>
                  <a:cubicBezTo>
                    <a:pt x="3177" y="0"/>
                    <a:pt x="1526" y="1655"/>
                    <a:pt x="1526" y="3691"/>
                  </a:cubicBezTo>
                  <a:lnTo>
                    <a:pt x="1526" y="4799"/>
                  </a:lnTo>
                  <a:cubicBezTo>
                    <a:pt x="1518" y="4806"/>
                    <a:pt x="1507" y="4817"/>
                    <a:pt x="1500" y="4824"/>
                  </a:cubicBezTo>
                  <a:cubicBezTo>
                    <a:pt x="1131" y="5230"/>
                    <a:pt x="1312" y="5878"/>
                    <a:pt x="1837" y="6037"/>
                  </a:cubicBezTo>
                  <a:cubicBezTo>
                    <a:pt x="1272" y="6371"/>
                    <a:pt x="1134" y="7131"/>
                    <a:pt x="1547" y="7638"/>
                  </a:cubicBezTo>
                  <a:cubicBezTo>
                    <a:pt x="1763" y="7902"/>
                    <a:pt x="2073" y="8036"/>
                    <a:pt x="2384" y="8036"/>
                  </a:cubicBezTo>
                  <a:cubicBezTo>
                    <a:pt x="2674" y="8036"/>
                    <a:pt x="2964" y="7920"/>
                    <a:pt x="3177" y="7685"/>
                  </a:cubicBezTo>
                  <a:cubicBezTo>
                    <a:pt x="3340" y="7834"/>
                    <a:pt x="3518" y="7964"/>
                    <a:pt x="3706" y="8073"/>
                  </a:cubicBezTo>
                  <a:lnTo>
                    <a:pt x="3706" y="8960"/>
                  </a:lnTo>
                  <a:cubicBezTo>
                    <a:pt x="3706" y="9243"/>
                    <a:pt x="3528" y="9496"/>
                    <a:pt x="3260" y="9590"/>
                  </a:cubicBezTo>
                  <a:lnTo>
                    <a:pt x="1011" y="10387"/>
                  </a:lnTo>
                  <a:cubicBezTo>
                    <a:pt x="406" y="10601"/>
                    <a:pt x="1" y="11169"/>
                    <a:pt x="1" y="11810"/>
                  </a:cubicBezTo>
                  <a:lnTo>
                    <a:pt x="1" y="13719"/>
                  </a:lnTo>
                  <a:cubicBezTo>
                    <a:pt x="1" y="13855"/>
                    <a:pt x="103" y="13923"/>
                    <a:pt x="205" y="13923"/>
                  </a:cubicBezTo>
                  <a:cubicBezTo>
                    <a:pt x="308" y="13923"/>
                    <a:pt x="410" y="13855"/>
                    <a:pt x="410" y="13719"/>
                  </a:cubicBezTo>
                  <a:lnTo>
                    <a:pt x="410" y="11810"/>
                  </a:lnTo>
                  <a:cubicBezTo>
                    <a:pt x="410" y="11343"/>
                    <a:pt x="703" y="10927"/>
                    <a:pt x="1145" y="10771"/>
                  </a:cubicBezTo>
                  <a:lnTo>
                    <a:pt x="1732" y="10561"/>
                  </a:lnTo>
                  <a:cubicBezTo>
                    <a:pt x="1844" y="11195"/>
                    <a:pt x="1964" y="11850"/>
                    <a:pt x="2094" y="12455"/>
                  </a:cubicBezTo>
                  <a:cubicBezTo>
                    <a:pt x="2120" y="12566"/>
                    <a:pt x="2205" y="12615"/>
                    <a:pt x="2291" y="12615"/>
                  </a:cubicBezTo>
                  <a:cubicBezTo>
                    <a:pt x="2409" y="12615"/>
                    <a:pt x="2528" y="12522"/>
                    <a:pt x="2493" y="12368"/>
                  </a:cubicBezTo>
                  <a:cubicBezTo>
                    <a:pt x="2359" y="11749"/>
                    <a:pt x="2235" y="11072"/>
                    <a:pt x="2123" y="10423"/>
                  </a:cubicBezTo>
                  <a:lnTo>
                    <a:pt x="2431" y="10315"/>
                  </a:lnTo>
                  <a:cubicBezTo>
                    <a:pt x="2819" y="11579"/>
                    <a:pt x="3304" y="12962"/>
                    <a:pt x="3963" y="13842"/>
                  </a:cubicBezTo>
                  <a:cubicBezTo>
                    <a:pt x="4008" y="13902"/>
                    <a:pt x="4065" y="13927"/>
                    <a:pt x="4120" y="13927"/>
                  </a:cubicBezTo>
                  <a:cubicBezTo>
                    <a:pt x="4268" y="13927"/>
                    <a:pt x="4407" y="13754"/>
                    <a:pt x="4289" y="13596"/>
                  </a:cubicBezTo>
                  <a:cubicBezTo>
                    <a:pt x="3594" y="12669"/>
                    <a:pt x="3065" y="10999"/>
                    <a:pt x="2815" y="10177"/>
                  </a:cubicBezTo>
                  <a:lnTo>
                    <a:pt x="3221" y="10036"/>
                  </a:lnTo>
                  <a:cubicBezTo>
                    <a:pt x="3470" y="10496"/>
                    <a:pt x="3771" y="10923"/>
                    <a:pt x="4115" y="11311"/>
                  </a:cubicBezTo>
                  <a:cubicBezTo>
                    <a:pt x="4760" y="12053"/>
                    <a:pt x="5911" y="13103"/>
                    <a:pt x="7748" y="13904"/>
                  </a:cubicBezTo>
                  <a:cubicBezTo>
                    <a:pt x="7780" y="13918"/>
                    <a:pt x="7810" y="13924"/>
                    <a:pt x="7838" y="13924"/>
                  </a:cubicBezTo>
                  <a:cubicBezTo>
                    <a:pt x="8032" y="13924"/>
                    <a:pt x="8129" y="13626"/>
                    <a:pt x="7911" y="13531"/>
                  </a:cubicBezTo>
                  <a:cubicBezTo>
                    <a:pt x="7020" y="13147"/>
                    <a:pt x="6187" y="12640"/>
                    <a:pt x="5433" y="12024"/>
                  </a:cubicBezTo>
                  <a:cubicBezTo>
                    <a:pt x="6491" y="11159"/>
                    <a:pt x="7012" y="10365"/>
                    <a:pt x="7201" y="10032"/>
                  </a:cubicBezTo>
                  <a:lnTo>
                    <a:pt x="7610" y="10177"/>
                  </a:lnTo>
                  <a:cubicBezTo>
                    <a:pt x="7411" y="10840"/>
                    <a:pt x="7165" y="11488"/>
                    <a:pt x="6875" y="12118"/>
                  </a:cubicBezTo>
                  <a:cubicBezTo>
                    <a:pt x="6799" y="12280"/>
                    <a:pt x="6932" y="12409"/>
                    <a:pt x="7065" y="12409"/>
                  </a:cubicBezTo>
                  <a:cubicBezTo>
                    <a:pt x="7135" y="12409"/>
                    <a:pt x="7204" y="12373"/>
                    <a:pt x="7244" y="12289"/>
                  </a:cubicBezTo>
                  <a:cubicBezTo>
                    <a:pt x="7541" y="11651"/>
                    <a:pt x="7791" y="10988"/>
                    <a:pt x="7998" y="10315"/>
                  </a:cubicBezTo>
                  <a:lnTo>
                    <a:pt x="9287" y="10771"/>
                  </a:lnTo>
                  <a:cubicBezTo>
                    <a:pt x="9729" y="10927"/>
                    <a:pt x="10022" y="11343"/>
                    <a:pt x="10022" y="11810"/>
                  </a:cubicBezTo>
                  <a:lnTo>
                    <a:pt x="10022" y="13719"/>
                  </a:lnTo>
                  <a:cubicBezTo>
                    <a:pt x="10022" y="13855"/>
                    <a:pt x="10124" y="13923"/>
                    <a:pt x="10227" y="13923"/>
                  </a:cubicBezTo>
                  <a:cubicBezTo>
                    <a:pt x="10329" y="13923"/>
                    <a:pt x="10431" y="13855"/>
                    <a:pt x="10431" y="13719"/>
                  </a:cubicBezTo>
                  <a:lnTo>
                    <a:pt x="10431" y="11810"/>
                  </a:lnTo>
                  <a:cubicBezTo>
                    <a:pt x="10431" y="11169"/>
                    <a:pt x="10029" y="10601"/>
                    <a:pt x="9425" y="10387"/>
                  </a:cubicBezTo>
                  <a:lnTo>
                    <a:pt x="9120" y="10278"/>
                  </a:lnTo>
                  <a:cubicBezTo>
                    <a:pt x="9033" y="9775"/>
                    <a:pt x="8863" y="9290"/>
                    <a:pt x="8610" y="8848"/>
                  </a:cubicBezTo>
                  <a:cubicBezTo>
                    <a:pt x="8476" y="8591"/>
                    <a:pt x="8356" y="8366"/>
                    <a:pt x="8287" y="8011"/>
                  </a:cubicBezTo>
                  <a:cubicBezTo>
                    <a:pt x="8715" y="7913"/>
                    <a:pt x="9044" y="7566"/>
                    <a:pt x="9113" y="7128"/>
                  </a:cubicBezTo>
                  <a:cubicBezTo>
                    <a:pt x="9182" y="6693"/>
                    <a:pt x="8975" y="6258"/>
                    <a:pt x="8595" y="6034"/>
                  </a:cubicBezTo>
                  <a:cubicBezTo>
                    <a:pt x="9120" y="5878"/>
                    <a:pt x="9301" y="5230"/>
                    <a:pt x="8932" y="4824"/>
                  </a:cubicBezTo>
                  <a:cubicBezTo>
                    <a:pt x="8925" y="4817"/>
                    <a:pt x="8917" y="4806"/>
                    <a:pt x="8907" y="4799"/>
                  </a:cubicBezTo>
                  <a:lnTo>
                    <a:pt x="8907" y="3691"/>
                  </a:lnTo>
                  <a:cubicBezTo>
                    <a:pt x="8907" y="1655"/>
                    <a:pt x="7255" y="0"/>
                    <a:pt x="5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40"/>
            <p:cNvSpPr/>
            <p:nvPr/>
          </p:nvSpPr>
          <p:spPr>
            <a:xfrm>
              <a:off x="7221401" y="3699391"/>
              <a:ext cx="16255" cy="22180"/>
            </a:xfrm>
            <a:custGeom>
              <a:avLst/>
              <a:gdLst/>
              <a:ahLst/>
              <a:cxnLst/>
              <a:rect l="l" t="t" r="r" b="b"/>
              <a:pathLst>
                <a:path w="620" h="846" extrusionOk="0">
                  <a:moveTo>
                    <a:pt x="248" y="0"/>
                  </a:moveTo>
                  <a:cubicBezTo>
                    <a:pt x="125" y="0"/>
                    <a:pt x="0" y="104"/>
                    <a:pt x="44" y="261"/>
                  </a:cubicBezTo>
                  <a:cubicBezTo>
                    <a:pt x="91" y="424"/>
                    <a:pt x="135" y="572"/>
                    <a:pt x="182" y="706"/>
                  </a:cubicBezTo>
                  <a:cubicBezTo>
                    <a:pt x="215" y="804"/>
                    <a:pt x="291" y="846"/>
                    <a:pt x="368" y="846"/>
                  </a:cubicBezTo>
                  <a:cubicBezTo>
                    <a:pt x="493" y="846"/>
                    <a:pt x="619" y="735"/>
                    <a:pt x="566" y="576"/>
                  </a:cubicBezTo>
                  <a:cubicBezTo>
                    <a:pt x="526" y="449"/>
                    <a:pt x="482" y="308"/>
                    <a:pt x="439" y="149"/>
                  </a:cubicBezTo>
                  <a:cubicBezTo>
                    <a:pt x="409" y="45"/>
                    <a:pt x="329" y="0"/>
                    <a:pt x="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40"/>
            <p:cNvSpPr/>
            <p:nvPr/>
          </p:nvSpPr>
          <p:spPr>
            <a:xfrm>
              <a:off x="7267544" y="3513640"/>
              <a:ext cx="62135" cy="33663"/>
            </a:xfrm>
            <a:custGeom>
              <a:avLst/>
              <a:gdLst/>
              <a:ahLst/>
              <a:cxnLst/>
              <a:rect l="l" t="t" r="r" b="b"/>
              <a:pathLst>
                <a:path w="2370" h="1284" extrusionOk="0">
                  <a:moveTo>
                    <a:pt x="1928" y="410"/>
                  </a:moveTo>
                  <a:cubicBezTo>
                    <a:pt x="1826" y="678"/>
                    <a:pt x="1533" y="874"/>
                    <a:pt x="1185" y="874"/>
                  </a:cubicBezTo>
                  <a:cubicBezTo>
                    <a:pt x="841" y="874"/>
                    <a:pt x="548" y="678"/>
                    <a:pt x="446" y="410"/>
                  </a:cubicBezTo>
                  <a:close/>
                  <a:moveTo>
                    <a:pt x="204" y="1"/>
                  </a:moveTo>
                  <a:cubicBezTo>
                    <a:pt x="91" y="1"/>
                    <a:pt x="1" y="95"/>
                    <a:pt x="1" y="207"/>
                  </a:cubicBezTo>
                  <a:cubicBezTo>
                    <a:pt x="1" y="798"/>
                    <a:pt x="533" y="1283"/>
                    <a:pt x="1185" y="1283"/>
                  </a:cubicBezTo>
                  <a:cubicBezTo>
                    <a:pt x="1841" y="1283"/>
                    <a:pt x="2369" y="798"/>
                    <a:pt x="2369" y="207"/>
                  </a:cubicBezTo>
                  <a:cubicBezTo>
                    <a:pt x="2369" y="95"/>
                    <a:pt x="2279" y="1"/>
                    <a:pt x="2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0" name="Google Shape;1740;p40"/>
          <p:cNvGrpSpPr/>
          <p:nvPr/>
        </p:nvGrpSpPr>
        <p:grpSpPr>
          <a:xfrm>
            <a:off x="783279" y="1810149"/>
            <a:ext cx="280606" cy="365052"/>
            <a:chOff x="8058499" y="4286087"/>
            <a:chExt cx="280606" cy="365052"/>
          </a:xfrm>
        </p:grpSpPr>
        <p:sp>
          <p:nvSpPr>
            <p:cNvPr id="1741" name="Google Shape;1741;p40"/>
            <p:cNvSpPr/>
            <p:nvPr/>
          </p:nvSpPr>
          <p:spPr>
            <a:xfrm>
              <a:off x="8075016" y="4291409"/>
              <a:ext cx="247493" cy="196867"/>
            </a:xfrm>
            <a:custGeom>
              <a:avLst/>
              <a:gdLst/>
              <a:ahLst/>
              <a:cxnLst/>
              <a:rect l="l" t="t" r="r" b="b"/>
              <a:pathLst>
                <a:path w="9440" h="7509" extrusionOk="0">
                  <a:moveTo>
                    <a:pt x="3757" y="0"/>
                  </a:moveTo>
                  <a:cubicBezTo>
                    <a:pt x="1681" y="0"/>
                    <a:pt x="1" y="1681"/>
                    <a:pt x="1" y="3756"/>
                  </a:cubicBezTo>
                  <a:cubicBezTo>
                    <a:pt x="1" y="5828"/>
                    <a:pt x="1681" y="7508"/>
                    <a:pt x="3757" y="7508"/>
                  </a:cubicBezTo>
                  <a:lnTo>
                    <a:pt x="5687" y="7508"/>
                  </a:lnTo>
                  <a:cubicBezTo>
                    <a:pt x="7759" y="7508"/>
                    <a:pt x="9439" y="5828"/>
                    <a:pt x="9439" y="3756"/>
                  </a:cubicBezTo>
                  <a:cubicBezTo>
                    <a:pt x="9439" y="1681"/>
                    <a:pt x="7759" y="0"/>
                    <a:pt x="5687" y="0"/>
                  </a:cubicBezTo>
                  <a:close/>
                </a:path>
              </a:pathLst>
            </a:custGeom>
            <a:solidFill>
              <a:srgbClr val="5346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40"/>
            <p:cNvSpPr/>
            <p:nvPr/>
          </p:nvSpPr>
          <p:spPr>
            <a:xfrm>
              <a:off x="8063822" y="4493834"/>
              <a:ext cx="269988" cy="151878"/>
            </a:xfrm>
            <a:custGeom>
              <a:avLst/>
              <a:gdLst/>
              <a:ahLst/>
              <a:cxnLst/>
              <a:rect l="l" t="t" r="r" b="b"/>
              <a:pathLst>
                <a:path w="10298" h="5793" extrusionOk="0">
                  <a:moveTo>
                    <a:pt x="3648" y="1"/>
                  </a:moveTo>
                  <a:lnTo>
                    <a:pt x="3648" y="1022"/>
                  </a:lnTo>
                  <a:cubicBezTo>
                    <a:pt x="3648" y="1308"/>
                    <a:pt x="3459" y="1558"/>
                    <a:pt x="3184" y="1638"/>
                  </a:cubicBezTo>
                  <a:lnTo>
                    <a:pt x="1080" y="2261"/>
                  </a:lnTo>
                  <a:cubicBezTo>
                    <a:pt x="439" y="2446"/>
                    <a:pt x="1" y="3032"/>
                    <a:pt x="1" y="3699"/>
                  </a:cubicBezTo>
                  <a:lnTo>
                    <a:pt x="1" y="5792"/>
                  </a:lnTo>
                  <a:lnTo>
                    <a:pt x="10297" y="5792"/>
                  </a:lnTo>
                  <a:lnTo>
                    <a:pt x="10297" y="3699"/>
                  </a:lnTo>
                  <a:cubicBezTo>
                    <a:pt x="10297" y="3032"/>
                    <a:pt x="9855" y="2446"/>
                    <a:pt x="9218" y="2261"/>
                  </a:cubicBezTo>
                  <a:lnTo>
                    <a:pt x="7114" y="1638"/>
                  </a:lnTo>
                  <a:cubicBezTo>
                    <a:pt x="6838" y="1558"/>
                    <a:pt x="6650" y="1308"/>
                    <a:pt x="6650" y="1022"/>
                  </a:cubicBezTo>
                  <a:lnTo>
                    <a:pt x="6650" y="1"/>
                  </a:lnTo>
                  <a:close/>
                </a:path>
              </a:pathLst>
            </a:custGeom>
            <a:solidFill>
              <a:srgbClr val="AD8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40"/>
            <p:cNvSpPr/>
            <p:nvPr/>
          </p:nvSpPr>
          <p:spPr>
            <a:xfrm>
              <a:off x="8159437" y="4493834"/>
              <a:ext cx="78731" cy="28158"/>
            </a:xfrm>
            <a:custGeom>
              <a:avLst/>
              <a:gdLst/>
              <a:ahLst/>
              <a:cxnLst/>
              <a:rect l="l" t="t" r="r" b="b"/>
              <a:pathLst>
                <a:path w="3003" h="1074" extrusionOk="0">
                  <a:moveTo>
                    <a:pt x="1" y="1"/>
                  </a:moveTo>
                  <a:lnTo>
                    <a:pt x="1" y="696"/>
                  </a:lnTo>
                  <a:cubicBezTo>
                    <a:pt x="468" y="948"/>
                    <a:pt x="984" y="1074"/>
                    <a:pt x="1500" y="1074"/>
                  </a:cubicBezTo>
                  <a:cubicBezTo>
                    <a:pt x="2017" y="1074"/>
                    <a:pt x="2534" y="948"/>
                    <a:pt x="3003" y="696"/>
                  </a:cubicBezTo>
                  <a:lnTo>
                    <a:pt x="3003" y="1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40"/>
            <p:cNvSpPr/>
            <p:nvPr/>
          </p:nvSpPr>
          <p:spPr>
            <a:xfrm>
              <a:off x="8103122" y="4358919"/>
              <a:ext cx="191283" cy="146241"/>
            </a:xfrm>
            <a:custGeom>
              <a:avLst/>
              <a:gdLst/>
              <a:ahLst/>
              <a:cxnLst/>
              <a:rect l="l" t="t" r="r" b="b"/>
              <a:pathLst>
                <a:path w="7296" h="5578" extrusionOk="0">
                  <a:moveTo>
                    <a:pt x="1718" y="0"/>
                  </a:moveTo>
                  <a:cubicBezTo>
                    <a:pt x="1479" y="0"/>
                    <a:pt x="1287" y="192"/>
                    <a:pt x="1287" y="428"/>
                  </a:cubicBezTo>
                  <a:lnTo>
                    <a:pt x="1287" y="1500"/>
                  </a:lnTo>
                  <a:cubicBezTo>
                    <a:pt x="1287" y="1739"/>
                    <a:pt x="1095" y="1931"/>
                    <a:pt x="859" y="1931"/>
                  </a:cubicBezTo>
                  <a:lnTo>
                    <a:pt x="537" y="1931"/>
                  </a:lnTo>
                  <a:cubicBezTo>
                    <a:pt x="240" y="1931"/>
                    <a:pt x="1" y="2170"/>
                    <a:pt x="1" y="2467"/>
                  </a:cubicBezTo>
                  <a:cubicBezTo>
                    <a:pt x="1" y="2764"/>
                    <a:pt x="240" y="3003"/>
                    <a:pt x="537" y="3003"/>
                  </a:cubicBezTo>
                  <a:lnTo>
                    <a:pt x="874" y="3003"/>
                  </a:lnTo>
                  <a:cubicBezTo>
                    <a:pt x="982" y="4455"/>
                    <a:pt x="2192" y="5578"/>
                    <a:pt x="3648" y="5578"/>
                  </a:cubicBezTo>
                  <a:cubicBezTo>
                    <a:pt x="5108" y="5578"/>
                    <a:pt x="6317" y="4455"/>
                    <a:pt x="6426" y="3003"/>
                  </a:cubicBezTo>
                  <a:lnTo>
                    <a:pt x="6759" y="3003"/>
                  </a:lnTo>
                  <a:cubicBezTo>
                    <a:pt x="7052" y="3003"/>
                    <a:pt x="7295" y="2764"/>
                    <a:pt x="7295" y="2467"/>
                  </a:cubicBezTo>
                  <a:cubicBezTo>
                    <a:pt x="7295" y="2170"/>
                    <a:pt x="7052" y="1931"/>
                    <a:pt x="6759" y="1931"/>
                  </a:cubicBezTo>
                  <a:lnTo>
                    <a:pt x="6437" y="1931"/>
                  </a:lnTo>
                  <a:cubicBezTo>
                    <a:pt x="6198" y="1931"/>
                    <a:pt x="6006" y="1739"/>
                    <a:pt x="6006" y="1500"/>
                  </a:cubicBezTo>
                  <a:lnTo>
                    <a:pt x="6006" y="428"/>
                  </a:lnTo>
                  <a:cubicBezTo>
                    <a:pt x="6006" y="192"/>
                    <a:pt x="5814" y="0"/>
                    <a:pt x="5578" y="0"/>
                  </a:cubicBezTo>
                  <a:close/>
                </a:path>
              </a:pathLst>
            </a:custGeom>
            <a:solidFill>
              <a:srgbClr val="AD8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40"/>
            <p:cNvSpPr/>
            <p:nvPr/>
          </p:nvSpPr>
          <p:spPr>
            <a:xfrm>
              <a:off x="8103122" y="4358814"/>
              <a:ext cx="146346" cy="146346"/>
            </a:xfrm>
            <a:custGeom>
              <a:avLst/>
              <a:gdLst/>
              <a:ahLst/>
              <a:cxnLst/>
              <a:rect l="l" t="t" r="r" b="b"/>
              <a:pathLst>
                <a:path w="5582" h="5582" extrusionOk="0">
                  <a:moveTo>
                    <a:pt x="5582" y="1"/>
                  </a:moveTo>
                  <a:lnTo>
                    <a:pt x="1718" y="4"/>
                  </a:lnTo>
                  <a:cubicBezTo>
                    <a:pt x="1482" y="4"/>
                    <a:pt x="1290" y="196"/>
                    <a:pt x="1290" y="432"/>
                  </a:cubicBezTo>
                  <a:lnTo>
                    <a:pt x="1290" y="1504"/>
                  </a:lnTo>
                  <a:cubicBezTo>
                    <a:pt x="1290" y="1743"/>
                    <a:pt x="1098" y="1935"/>
                    <a:pt x="859" y="1935"/>
                  </a:cubicBezTo>
                  <a:lnTo>
                    <a:pt x="541" y="1935"/>
                  </a:lnTo>
                  <a:cubicBezTo>
                    <a:pt x="244" y="1935"/>
                    <a:pt x="1" y="2174"/>
                    <a:pt x="1" y="2471"/>
                  </a:cubicBezTo>
                  <a:cubicBezTo>
                    <a:pt x="1" y="2768"/>
                    <a:pt x="244" y="3007"/>
                    <a:pt x="541" y="3007"/>
                  </a:cubicBezTo>
                  <a:lnTo>
                    <a:pt x="874" y="3007"/>
                  </a:lnTo>
                  <a:cubicBezTo>
                    <a:pt x="975" y="4480"/>
                    <a:pt x="2204" y="5582"/>
                    <a:pt x="3630" y="5582"/>
                  </a:cubicBezTo>
                  <a:cubicBezTo>
                    <a:pt x="3778" y="5582"/>
                    <a:pt x="3928" y="5570"/>
                    <a:pt x="4079" y="5546"/>
                  </a:cubicBezTo>
                  <a:cubicBezTo>
                    <a:pt x="2721" y="5336"/>
                    <a:pt x="1721" y="4166"/>
                    <a:pt x="1718" y="2793"/>
                  </a:cubicBezTo>
                  <a:lnTo>
                    <a:pt x="1718" y="1507"/>
                  </a:lnTo>
                  <a:cubicBezTo>
                    <a:pt x="1718" y="1029"/>
                    <a:pt x="2105" y="646"/>
                    <a:pt x="2580" y="646"/>
                  </a:cubicBezTo>
                  <a:lnTo>
                    <a:pt x="5155" y="646"/>
                  </a:lnTo>
                  <a:cubicBezTo>
                    <a:pt x="5390" y="646"/>
                    <a:pt x="5582" y="454"/>
                    <a:pt x="5582" y="218"/>
                  </a:cubicBezTo>
                  <a:lnTo>
                    <a:pt x="5582" y="1"/>
                  </a:ln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40"/>
            <p:cNvSpPr/>
            <p:nvPr/>
          </p:nvSpPr>
          <p:spPr>
            <a:xfrm>
              <a:off x="8238168" y="4521939"/>
              <a:ext cx="95641" cy="123773"/>
            </a:xfrm>
            <a:custGeom>
              <a:avLst/>
              <a:gdLst/>
              <a:ahLst/>
              <a:cxnLst/>
              <a:rect l="l" t="t" r="r" b="b"/>
              <a:pathLst>
                <a:path w="3648" h="4721" extrusionOk="0">
                  <a:moveTo>
                    <a:pt x="0" y="1"/>
                  </a:moveTo>
                  <a:lnTo>
                    <a:pt x="0" y="4720"/>
                  </a:lnTo>
                  <a:lnTo>
                    <a:pt x="3647" y="4720"/>
                  </a:lnTo>
                  <a:lnTo>
                    <a:pt x="3647" y="2627"/>
                  </a:lnTo>
                  <a:cubicBezTo>
                    <a:pt x="3647" y="1960"/>
                    <a:pt x="3209" y="1374"/>
                    <a:pt x="2568" y="1185"/>
                  </a:cubicBezTo>
                  <a:lnTo>
                    <a:pt x="464" y="566"/>
                  </a:lnTo>
                  <a:cubicBezTo>
                    <a:pt x="206" y="490"/>
                    <a:pt x="25" y="265"/>
                    <a:pt x="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40"/>
            <p:cNvSpPr/>
            <p:nvPr/>
          </p:nvSpPr>
          <p:spPr>
            <a:xfrm>
              <a:off x="8238168" y="4520628"/>
              <a:ext cx="44360" cy="125084"/>
            </a:xfrm>
            <a:custGeom>
              <a:avLst/>
              <a:gdLst/>
              <a:ahLst/>
              <a:cxnLst/>
              <a:rect l="l" t="t" r="r" b="b"/>
              <a:pathLst>
                <a:path w="1692" h="4771" extrusionOk="0">
                  <a:moveTo>
                    <a:pt x="0" y="0"/>
                  </a:moveTo>
                  <a:lnTo>
                    <a:pt x="0" y="4770"/>
                  </a:lnTo>
                  <a:lnTo>
                    <a:pt x="1286" y="4770"/>
                  </a:lnTo>
                  <a:lnTo>
                    <a:pt x="1655" y="3111"/>
                  </a:lnTo>
                  <a:cubicBezTo>
                    <a:pt x="1691" y="2945"/>
                    <a:pt x="1630" y="2774"/>
                    <a:pt x="1496" y="2673"/>
                  </a:cubicBezTo>
                  <a:lnTo>
                    <a:pt x="1061" y="2351"/>
                  </a:lnTo>
                  <a:cubicBezTo>
                    <a:pt x="934" y="2257"/>
                    <a:pt x="873" y="2101"/>
                    <a:pt x="895" y="1945"/>
                  </a:cubicBezTo>
                  <a:lnTo>
                    <a:pt x="1047" y="877"/>
                  </a:lnTo>
                  <a:cubicBezTo>
                    <a:pt x="1065" y="754"/>
                    <a:pt x="1029" y="630"/>
                    <a:pt x="945" y="536"/>
                  </a:cubicBezTo>
                  <a:cubicBezTo>
                    <a:pt x="771" y="341"/>
                    <a:pt x="435" y="36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40"/>
            <p:cNvSpPr/>
            <p:nvPr/>
          </p:nvSpPr>
          <p:spPr>
            <a:xfrm>
              <a:off x="8063822" y="4521939"/>
              <a:ext cx="95641" cy="123773"/>
            </a:xfrm>
            <a:custGeom>
              <a:avLst/>
              <a:gdLst/>
              <a:ahLst/>
              <a:cxnLst/>
              <a:rect l="l" t="t" r="r" b="b"/>
              <a:pathLst>
                <a:path w="3648" h="4721" extrusionOk="0">
                  <a:moveTo>
                    <a:pt x="3644" y="1"/>
                  </a:moveTo>
                  <a:cubicBezTo>
                    <a:pt x="3622" y="265"/>
                    <a:pt x="3438" y="490"/>
                    <a:pt x="3184" y="566"/>
                  </a:cubicBezTo>
                  <a:lnTo>
                    <a:pt x="1080" y="1185"/>
                  </a:lnTo>
                  <a:cubicBezTo>
                    <a:pt x="439" y="1374"/>
                    <a:pt x="1" y="1960"/>
                    <a:pt x="1" y="2627"/>
                  </a:cubicBezTo>
                  <a:lnTo>
                    <a:pt x="1" y="4720"/>
                  </a:lnTo>
                  <a:lnTo>
                    <a:pt x="3648" y="4720"/>
                  </a:lnTo>
                  <a:lnTo>
                    <a:pt x="36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40"/>
            <p:cNvSpPr/>
            <p:nvPr/>
          </p:nvSpPr>
          <p:spPr>
            <a:xfrm>
              <a:off x="8114998" y="4520628"/>
              <a:ext cx="44465" cy="125084"/>
            </a:xfrm>
            <a:custGeom>
              <a:avLst/>
              <a:gdLst/>
              <a:ahLst/>
              <a:cxnLst/>
              <a:rect l="l" t="t" r="r" b="b"/>
              <a:pathLst>
                <a:path w="1696" h="4771" extrusionOk="0">
                  <a:moveTo>
                    <a:pt x="1696" y="0"/>
                  </a:moveTo>
                  <a:cubicBezTo>
                    <a:pt x="1257" y="36"/>
                    <a:pt x="921" y="341"/>
                    <a:pt x="750" y="536"/>
                  </a:cubicBezTo>
                  <a:cubicBezTo>
                    <a:pt x="667" y="630"/>
                    <a:pt x="631" y="754"/>
                    <a:pt x="649" y="877"/>
                  </a:cubicBezTo>
                  <a:lnTo>
                    <a:pt x="801" y="1945"/>
                  </a:lnTo>
                  <a:cubicBezTo>
                    <a:pt x="823" y="2101"/>
                    <a:pt x="758" y="2257"/>
                    <a:pt x="634" y="2351"/>
                  </a:cubicBezTo>
                  <a:lnTo>
                    <a:pt x="200" y="2673"/>
                  </a:lnTo>
                  <a:cubicBezTo>
                    <a:pt x="66" y="2774"/>
                    <a:pt x="1" y="2945"/>
                    <a:pt x="40" y="3111"/>
                  </a:cubicBezTo>
                  <a:lnTo>
                    <a:pt x="406" y="4770"/>
                  </a:lnTo>
                  <a:lnTo>
                    <a:pt x="1696" y="4770"/>
                  </a:lnTo>
                  <a:lnTo>
                    <a:pt x="169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40"/>
            <p:cNvSpPr/>
            <p:nvPr/>
          </p:nvSpPr>
          <p:spPr>
            <a:xfrm>
              <a:off x="8159437" y="4564097"/>
              <a:ext cx="78731" cy="81615"/>
            </a:xfrm>
            <a:custGeom>
              <a:avLst/>
              <a:gdLst/>
              <a:ahLst/>
              <a:cxnLst/>
              <a:rect l="l" t="t" r="r" b="b"/>
              <a:pathLst>
                <a:path w="3003" h="3113" extrusionOk="0">
                  <a:moveTo>
                    <a:pt x="1" y="1"/>
                  </a:moveTo>
                  <a:lnTo>
                    <a:pt x="1" y="3112"/>
                  </a:lnTo>
                  <a:lnTo>
                    <a:pt x="3003" y="3112"/>
                  </a:lnTo>
                  <a:lnTo>
                    <a:pt x="3003" y="1"/>
                  </a:lnTo>
                  <a:cubicBezTo>
                    <a:pt x="2583" y="345"/>
                    <a:pt x="2060" y="537"/>
                    <a:pt x="1515" y="537"/>
                  </a:cubicBezTo>
                  <a:cubicBezTo>
                    <a:pt x="1510" y="537"/>
                    <a:pt x="1505" y="537"/>
                    <a:pt x="1500" y="537"/>
                  </a:cubicBezTo>
                  <a:cubicBezTo>
                    <a:pt x="1495" y="537"/>
                    <a:pt x="1490" y="537"/>
                    <a:pt x="1485" y="537"/>
                  </a:cubicBezTo>
                  <a:cubicBezTo>
                    <a:pt x="943" y="537"/>
                    <a:pt x="417" y="34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40"/>
            <p:cNvSpPr/>
            <p:nvPr/>
          </p:nvSpPr>
          <p:spPr>
            <a:xfrm>
              <a:off x="8159437" y="4548052"/>
              <a:ext cx="78731" cy="41450"/>
            </a:xfrm>
            <a:custGeom>
              <a:avLst/>
              <a:gdLst/>
              <a:ahLst/>
              <a:cxnLst/>
              <a:rect l="l" t="t" r="r" b="b"/>
              <a:pathLst>
                <a:path w="3003" h="1581" extrusionOk="0">
                  <a:moveTo>
                    <a:pt x="1" y="1"/>
                  </a:moveTo>
                  <a:lnTo>
                    <a:pt x="1" y="1138"/>
                  </a:lnTo>
                  <a:cubicBezTo>
                    <a:pt x="457" y="1433"/>
                    <a:pt x="979" y="1581"/>
                    <a:pt x="1502" y="1581"/>
                  </a:cubicBezTo>
                  <a:cubicBezTo>
                    <a:pt x="2024" y="1581"/>
                    <a:pt x="2547" y="1433"/>
                    <a:pt x="3003" y="1138"/>
                  </a:cubicBezTo>
                  <a:lnTo>
                    <a:pt x="3003" y="1"/>
                  </a:lnTo>
                  <a:cubicBezTo>
                    <a:pt x="2617" y="481"/>
                    <a:pt x="2060" y="721"/>
                    <a:pt x="1502" y="721"/>
                  </a:cubicBezTo>
                  <a:cubicBezTo>
                    <a:pt x="944" y="721"/>
                    <a:pt x="386" y="481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40"/>
            <p:cNvSpPr/>
            <p:nvPr/>
          </p:nvSpPr>
          <p:spPr>
            <a:xfrm>
              <a:off x="8142527" y="4409519"/>
              <a:ext cx="45042" cy="32248"/>
            </a:xfrm>
            <a:custGeom>
              <a:avLst/>
              <a:gdLst/>
              <a:ahLst/>
              <a:cxnLst/>
              <a:rect l="l" t="t" r="r" b="b"/>
              <a:pathLst>
                <a:path w="1718" h="1230" extrusionOk="0">
                  <a:moveTo>
                    <a:pt x="617" y="1"/>
                  </a:moveTo>
                  <a:cubicBezTo>
                    <a:pt x="276" y="1"/>
                    <a:pt x="1" y="276"/>
                    <a:pt x="1" y="617"/>
                  </a:cubicBezTo>
                  <a:cubicBezTo>
                    <a:pt x="1" y="967"/>
                    <a:pt x="290" y="1229"/>
                    <a:pt x="614" y="1229"/>
                  </a:cubicBezTo>
                  <a:cubicBezTo>
                    <a:pt x="685" y="1229"/>
                    <a:pt x="758" y="1216"/>
                    <a:pt x="830" y="1189"/>
                  </a:cubicBezTo>
                  <a:lnTo>
                    <a:pt x="1319" y="1008"/>
                  </a:lnTo>
                  <a:cubicBezTo>
                    <a:pt x="1558" y="917"/>
                    <a:pt x="1718" y="689"/>
                    <a:pt x="1718" y="432"/>
                  </a:cubicBez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40"/>
            <p:cNvSpPr/>
            <p:nvPr/>
          </p:nvSpPr>
          <p:spPr>
            <a:xfrm>
              <a:off x="8210037" y="4409519"/>
              <a:ext cx="45042" cy="32248"/>
            </a:xfrm>
            <a:custGeom>
              <a:avLst/>
              <a:gdLst/>
              <a:ahLst/>
              <a:cxnLst/>
              <a:rect l="l" t="t" r="r" b="b"/>
              <a:pathLst>
                <a:path w="1718" h="1230" extrusionOk="0">
                  <a:moveTo>
                    <a:pt x="1" y="1"/>
                  </a:moveTo>
                  <a:lnTo>
                    <a:pt x="1" y="432"/>
                  </a:lnTo>
                  <a:cubicBezTo>
                    <a:pt x="1" y="689"/>
                    <a:pt x="160" y="917"/>
                    <a:pt x="399" y="1008"/>
                  </a:cubicBezTo>
                  <a:lnTo>
                    <a:pt x="885" y="1189"/>
                  </a:lnTo>
                  <a:cubicBezTo>
                    <a:pt x="957" y="1216"/>
                    <a:pt x="1031" y="1229"/>
                    <a:pt x="1103" y="1229"/>
                  </a:cubicBezTo>
                  <a:cubicBezTo>
                    <a:pt x="1428" y="1229"/>
                    <a:pt x="1715" y="967"/>
                    <a:pt x="1718" y="617"/>
                  </a:cubicBezTo>
                  <a:cubicBezTo>
                    <a:pt x="1718" y="276"/>
                    <a:pt x="1442" y="1"/>
                    <a:pt x="11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40"/>
            <p:cNvSpPr/>
            <p:nvPr/>
          </p:nvSpPr>
          <p:spPr>
            <a:xfrm>
              <a:off x="8174276" y="4454691"/>
              <a:ext cx="49079" cy="16386"/>
            </a:xfrm>
            <a:custGeom>
              <a:avLst/>
              <a:gdLst/>
              <a:ahLst/>
              <a:cxnLst/>
              <a:rect l="l" t="t" r="r" b="b"/>
              <a:pathLst>
                <a:path w="1872" h="625" extrusionOk="0">
                  <a:moveTo>
                    <a:pt x="293" y="0"/>
                  </a:moveTo>
                  <a:cubicBezTo>
                    <a:pt x="135" y="0"/>
                    <a:pt x="1" y="206"/>
                    <a:pt x="148" y="353"/>
                  </a:cubicBezTo>
                  <a:cubicBezTo>
                    <a:pt x="322" y="523"/>
                    <a:pt x="615" y="625"/>
                    <a:pt x="934" y="625"/>
                  </a:cubicBezTo>
                  <a:cubicBezTo>
                    <a:pt x="1256" y="625"/>
                    <a:pt x="1550" y="520"/>
                    <a:pt x="1724" y="353"/>
                  </a:cubicBezTo>
                  <a:cubicBezTo>
                    <a:pt x="1871" y="206"/>
                    <a:pt x="1736" y="0"/>
                    <a:pt x="1579" y="0"/>
                  </a:cubicBezTo>
                  <a:cubicBezTo>
                    <a:pt x="1531" y="0"/>
                    <a:pt x="1482" y="19"/>
                    <a:pt x="1437" y="63"/>
                  </a:cubicBezTo>
                  <a:cubicBezTo>
                    <a:pt x="1361" y="136"/>
                    <a:pt x="1188" y="219"/>
                    <a:pt x="934" y="219"/>
                  </a:cubicBezTo>
                  <a:cubicBezTo>
                    <a:pt x="684" y="219"/>
                    <a:pt x="507" y="136"/>
                    <a:pt x="434" y="63"/>
                  </a:cubicBezTo>
                  <a:cubicBezTo>
                    <a:pt x="390" y="19"/>
                    <a:pt x="340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0"/>
            <p:cNvSpPr/>
            <p:nvPr/>
          </p:nvSpPr>
          <p:spPr>
            <a:xfrm>
              <a:off x="8154115" y="4606648"/>
              <a:ext cx="10671" cy="44386"/>
            </a:xfrm>
            <a:custGeom>
              <a:avLst/>
              <a:gdLst/>
              <a:ahLst/>
              <a:cxnLst/>
              <a:rect l="l" t="t" r="r" b="b"/>
              <a:pathLst>
                <a:path w="407" h="1693" extrusionOk="0">
                  <a:moveTo>
                    <a:pt x="204" y="1"/>
                  </a:moveTo>
                  <a:cubicBezTo>
                    <a:pt x="91" y="1"/>
                    <a:pt x="1" y="91"/>
                    <a:pt x="1" y="203"/>
                  </a:cubicBezTo>
                  <a:lnTo>
                    <a:pt x="1" y="1489"/>
                  </a:lnTo>
                  <a:cubicBezTo>
                    <a:pt x="1" y="1625"/>
                    <a:pt x="102" y="1693"/>
                    <a:pt x="204" y="1693"/>
                  </a:cubicBezTo>
                  <a:cubicBezTo>
                    <a:pt x="305" y="1693"/>
                    <a:pt x="406" y="1625"/>
                    <a:pt x="406" y="1489"/>
                  </a:cubicBezTo>
                  <a:lnTo>
                    <a:pt x="406" y="203"/>
                  </a:lnTo>
                  <a:cubicBezTo>
                    <a:pt x="406" y="91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0"/>
            <p:cNvSpPr/>
            <p:nvPr/>
          </p:nvSpPr>
          <p:spPr>
            <a:xfrm>
              <a:off x="8135133" y="4404118"/>
              <a:ext cx="127365" cy="43023"/>
            </a:xfrm>
            <a:custGeom>
              <a:avLst/>
              <a:gdLst/>
              <a:ahLst/>
              <a:cxnLst/>
              <a:rect l="l" t="t" r="r" b="b"/>
              <a:pathLst>
                <a:path w="4858" h="1641" extrusionOk="0">
                  <a:moveTo>
                    <a:pt x="1793" y="406"/>
                  </a:moveTo>
                  <a:lnTo>
                    <a:pt x="1793" y="634"/>
                  </a:lnTo>
                  <a:lnTo>
                    <a:pt x="1797" y="634"/>
                  </a:lnTo>
                  <a:cubicBezTo>
                    <a:pt x="1793" y="808"/>
                    <a:pt x="1688" y="960"/>
                    <a:pt x="1529" y="1022"/>
                  </a:cubicBezTo>
                  <a:lnTo>
                    <a:pt x="1044" y="1203"/>
                  </a:lnTo>
                  <a:cubicBezTo>
                    <a:pt x="995" y="1220"/>
                    <a:pt x="947" y="1228"/>
                    <a:pt x="899" y="1228"/>
                  </a:cubicBezTo>
                  <a:cubicBezTo>
                    <a:pt x="679" y="1228"/>
                    <a:pt x="486" y="1054"/>
                    <a:pt x="486" y="815"/>
                  </a:cubicBezTo>
                  <a:cubicBezTo>
                    <a:pt x="486" y="591"/>
                    <a:pt x="670" y="406"/>
                    <a:pt x="899" y="406"/>
                  </a:cubicBezTo>
                  <a:lnTo>
                    <a:pt x="938" y="406"/>
                  </a:lnTo>
                  <a:lnTo>
                    <a:pt x="938" y="609"/>
                  </a:lnTo>
                  <a:cubicBezTo>
                    <a:pt x="938" y="745"/>
                    <a:pt x="1040" y="813"/>
                    <a:pt x="1141" y="813"/>
                  </a:cubicBezTo>
                  <a:cubicBezTo>
                    <a:pt x="1243" y="813"/>
                    <a:pt x="1344" y="745"/>
                    <a:pt x="1344" y="609"/>
                  </a:cubicBezTo>
                  <a:lnTo>
                    <a:pt x="1344" y="406"/>
                  </a:lnTo>
                  <a:close/>
                  <a:moveTo>
                    <a:pt x="3959" y="410"/>
                  </a:moveTo>
                  <a:cubicBezTo>
                    <a:pt x="4187" y="410"/>
                    <a:pt x="4372" y="594"/>
                    <a:pt x="4372" y="819"/>
                  </a:cubicBezTo>
                  <a:cubicBezTo>
                    <a:pt x="4372" y="957"/>
                    <a:pt x="4303" y="1083"/>
                    <a:pt x="4194" y="1159"/>
                  </a:cubicBezTo>
                  <a:lnTo>
                    <a:pt x="4194" y="1156"/>
                  </a:lnTo>
                  <a:cubicBezTo>
                    <a:pt x="4126" y="1204"/>
                    <a:pt x="4043" y="1229"/>
                    <a:pt x="3960" y="1229"/>
                  </a:cubicBezTo>
                  <a:cubicBezTo>
                    <a:pt x="3911" y="1229"/>
                    <a:pt x="3863" y="1220"/>
                    <a:pt x="3818" y="1203"/>
                  </a:cubicBezTo>
                  <a:lnTo>
                    <a:pt x="3329" y="1022"/>
                  </a:lnTo>
                  <a:cubicBezTo>
                    <a:pt x="3169" y="960"/>
                    <a:pt x="3064" y="808"/>
                    <a:pt x="3064" y="634"/>
                  </a:cubicBezTo>
                  <a:lnTo>
                    <a:pt x="3064" y="410"/>
                  </a:lnTo>
                  <a:lnTo>
                    <a:pt x="3514" y="410"/>
                  </a:lnTo>
                  <a:lnTo>
                    <a:pt x="3514" y="612"/>
                  </a:lnTo>
                  <a:cubicBezTo>
                    <a:pt x="3514" y="748"/>
                    <a:pt x="3615" y="816"/>
                    <a:pt x="3716" y="816"/>
                  </a:cubicBezTo>
                  <a:cubicBezTo>
                    <a:pt x="3818" y="816"/>
                    <a:pt x="3919" y="748"/>
                    <a:pt x="3919" y="612"/>
                  </a:cubicBezTo>
                  <a:lnTo>
                    <a:pt x="3919" y="410"/>
                  </a:lnTo>
                  <a:close/>
                  <a:moveTo>
                    <a:pt x="899" y="0"/>
                  </a:moveTo>
                  <a:cubicBezTo>
                    <a:pt x="388" y="0"/>
                    <a:pt x="0" y="464"/>
                    <a:pt x="91" y="967"/>
                  </a:cubicBezTo>
                  <a:cubicBezTo>
                    <a:pt x="163" y="1370"/>
                    <a:pt x="513" y="1640"/>
                    <a:pt x="895" y="1640"/>
                  </a:cubicBezTo>
                  <a:cubicBezTo>
                    <a:pt x="991" y="1640"/>
                    <a:pt x="1089" y="1623"/>
                    <a:pt x="1185" y="1587"/>
                  </a:cubicBezTo>
                  <a:lnTo>
                    <a:pt x="1674" y="1406"/>
                  </a:lnTo>
                  <a:cubicBezTo>
                    <a:pt x="1992" y="1286"/>
                    <a:pt x="2202" y="978"/>
                    <a:pt x="2202" y="638"/>
                  </a:cubicBezTo>
                  <a:lnTo>
                    <a:pt x="2202" y="413"/>
                  </a:lnTo>
                  <a:lnTo>
                    <a:pt x="2652" y="413"/>
                  </a:lnTo>
                  <a:lnTo>
                    <a:pt x="2652" y="638"/>
                  </a:lnTo>
                  <a:cubicBezTo>
                    <a:pt x="2655" y="978"/>
                    <a:pt x="2865" y="1286"/>
                    <a:pt x="3184" y="1406"/>
                  </a:cubicBezTo>
                  <a:lnTo>
                    <a:pt x="3669" y="1587"/>
                  </a:lnTo>
                  <a:cubicBezTo>
                    <a:pt x="3765" y="1623"/>
                    <a:pt x="3863" y="1640"/>
                    <a:pt x="3959" y="1640"/>
                  </a:cubicBezTo>
                  <a:cubicBezTo>
                    <a:pt x="4341" y="1640"/>
                    <a:pt x="4691" y="1370"/>
                    <a:pt x="4763" y="967"/>
                  </a:cubicBezTo>
                  <a:cubicBezTo>
                    <a:pt x="4857" y="464"/>
                    <a:pt x="4470" y="0"/>
                    <a:pt x="3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0"/>
            <p:cNvSpPr/>
            <p:nvPr/>
          </p:nvSpPr>
          <p:spPr>
            <a:xfrm>
              <a:off x="8058499" y="4286087"/>
              <a:ext cx="280606" cy="365052"/>
            </a:xfrm>
            <a:custGeom>
              <a:avLst/>
              <a:gdLst/>
              <a:ahLst/>
              <a:cxnLst/>
              <a:rect l="l" t="t" r="r" b="b"/>
              <a:pathLst>
                <a:path w="10703" h="13924" extrusionOk="0">
                  <a:moveTo>
                    <a:pt x="6317" y="406"/>
                  </a:moveTo>
                  <a:cubicBezTo>
                    <a:pt x="7965" y="406"/>
                    <a:pt x="9395" y="1543"/>
                    <a:pt x="9772" y="3144"/>
                  </a:cubicBezTo>
                  <a:cubicBezTo>
                    <a:pt x="10149" y="4749"/>
                    <a:pt x="9374" y="6404"/>
                    <a:pt x="7896" y="7135"/>
                  </a:cubicBezTo>
                  <a:cubicBezTo>
                    <a:pt x="8113" y="6784"/>
                    <a:pt x="8255" y="6393"/>
                    <a:pt x="8313" y="5984"/>
                  </a:cubicBezTo>
                  <a:lnTo>
                    <a:pt x="8432" y="5984"/>
                  </a:lnTo>
                  <a:cubicBezTo>
                    <a:pt x="8823" y="5984"/>
                    <a:pt x="9160" y="5694"/>
                    <a:pt x="9196" y="5321"/>
                  </a:cubicBezTo>
                  <a:cubicBezTo>
                    <a:pt x="9240" y="4883"/>
                    <a:pt x="8899" y="4506"/>
                    <a:pt x="8461" y="4506"/>
                  </a:cubicBezTo>
                  <a:lnTo>
                    <a:pt x="8139" y="4506"/>
                  </a:lnTo>
                  <a:cubicBezTo>
                    <a:pt x="8012" y="4506"/>
                    <a:pt x="7914" y="4405"/>
                    <a:pt x="7914" y="4278"/>
                  </a:cubicBezTo>
                  <a:lnTo>
                    <a:pt x="7914" y="3206"/>
                  </a:lnTo>
                  <a:cubicBezTo>
                    <a:pt x="7914" y="2855"/>
                    <a:pt x="7628" y="2572"/>
                    <a:pt x="7280" y="2572"/>
                  </a:cubicBezTo>
                  <a:lnTo>
                    <a:pt x="7063" y="2572"/>
                  </a:lnTo>
                  <a:cubicBezTo>
                    <a:pt x="6791" y="2572"/>
                    <a:pt x="6791" y="2981"/>
                    <a:pt x="7063" y="2981"/>
                  </a:cubicBezTo>
                  <a:lnTo>
                    <a:pt x="7284" y="2981"/>
                  </a:lnTo>
                  <a:cubicBezTo>
                    <a:pt x="7407" y="2981"/>
                    <a:pt x="7509" y="3079"/>
                    <a:pt x="7509" y="3206"/>
                  </a:cubicBezTo>
                  <a:lnTo>
                    <a:pt x="7509" y="4278"/>
                  </a:lnTo>
                  <a:cubicBezTo>
                    <a:pt x="7509" y="4629"/>
                    <a:pt x="7791" y="4912"/>
                    <a:pt x="8142" y="4912"/>
                  </a:cubicBezTo>
                  <a:lnTo>
                    <a:pt x="8461" y="4912"/>
                  </a:lnTo>
                  <a:cubicBezTo>
                    <a:pt x="8657" y="4912"/>
                    <a:pt x="8809" y="5082"/>
                    <a:pt x="8791" y="5281"/>
                  </a:cubicBezTo>
                  <a:cubicBezTo>
                    <a:pt x="8773" y="5448"/>
                    <a:pt x="8613" y="5578"/>
                    <a:pt x="8428" y="5578"/>
                  </a:cubicBezTo>
                  <a:lnTo>
                    <a:pt x="8342" y="5578"/>
                  </a:lnTo>
                  <a:lnTo>
                    <a:pt x="8342" y="5567"/>
                  </a:lnTo>
                  <a:cubicBezTo>
                    <a:pt x="8342" y="5455"/>
                    <a:pt x="8247" y="5364"/>
                    <a:pt x="8135" y="5364"/>
                  </a:cubicBezTo>
                  <a:cubicBezTo>
                    <a:pt x="8023" y="5364"/>
                    <a:pt x="7932" y="5455"/>
                    <a:pt x="7932" y="5567"/>
                  </a:cubicBezTo>
                  <a:cubicBezTo>
                    <a:pt x="7932" y="6994"/>
                    <a:pt x="6777" y="8153"/>
                    <a:pt x="5350" y="8153"/>
                  </a:cubicBezTo>
                  <a:cubicBezTo>
                    <a:pt x="3919" y="8153"/>
                    <a:pt x="2764" y="6994"/>
                    <a:pt x="2764" y="5567"/>
                  </a:cubicBezTo>
                  <a:cubicBezTo>
                    <a:pt x="2764" y="5431"/>
                    <a:pt x="2662" y="5363"/>
                    <a:pt x="2559" y="5363"/>
                  </a:cubicBezTo>
                  <a:cubicBezTo>
                    <a:pt x="2457" y="5363"/>
                    <a:pt x="2355" y="5431"/>
                    <a:pt x="2355" y="5567"/>
                  </a:cubicBezTo>
                  <a:lnTo>
                    <a:pt x="2355" y="5578"/>
                  </a:lnTo>
                  <a:lnTo>
                    <a:pt x="2239" y="5578"/>
                  </a:lnTo>
                  <a:cubicBezTo>
                    <a:pt x="2040" y="5578"/>
                    <a:pt x="1888" y="5408"/>
                    <a:pt x="1909" y="5212"/>
                  </a:cubicBezTo>
                  <a:cubicBezTo>
                    <a:pt x="1924" y="5046"/>
                    <a:pt x="2083" y="4915"/>
                    <a:pt x="2272" y="4915"/>
                  </a:cubicBezTo>
                  <a:lnTo>
                    <a:pt x="2561" y="4915"/>
                  </a:lnTo>
                  <a:cubicBezTo>
                    <a:pt x="2913" y="4915"/>
                    <a:pt x="3195" y="4629"/>
                    <a:pt x="3195" y="4281"/>
                  </a:cubicBezTo>
                  <a:lnTo>
                    <a:pt x="3195" y="3209"/>
                  </a:lnTo>
                  <a:cubicBezTo>
                    <a:pt x="3195" y="3083"/>
                    <a:pt x="3296" y="2981"/>
                    <a:pt x="3420" y="2981"/>
                  </a:cubicBezTo>
                  <a:lnTo>
                    <a:pt x="6208" y="2981"/>
                  </a:lnTo>
                  <a:cubicBezTo>
                    <a:pt x="6480" y="2981"/>
                    <a:pt x="6480" y="2576"/>
                    <a:pt x="6208" y="2576"/>
                  </a:cubicBezTo>
                  <a:lnTo>
                    <a:pt x="3420" y="2576"/>
                  </a:lnTo>
                  <a:cubicBezTo>
                    <a:pt x="3072" y="2576"/>
                    <a:pt x="2786" y="2858"/>
                    <a:pt x="2786" y="3209"/>
                  </a:cubicBezTo>
                  <a:lnTo>
                    <a:pt x="2786" y="4281"/>
                  </a:lnTo>
                  <a:cubicBezTo>
                    <a:pt x="2786" y="4405"/>
                    <a:pt x="2688" y="4506"/>
                    <a:pt x="2561" y="4506"/>
                  </a:cubicBezTo>
                  <a:lnTo>
                    <a:pt x="2272" y="4506"/>
                  </a:lnTo>
                  <a:cubicBezTo>
                    <a:pt x="1877" y="4506"/>
                    <a:pt x="1540" y="4799"/>
                    <a:pt x="1504" y="5172"/>
                  </a:cubicBezTo>
                  <a:cubicBezTo>
                    <a:pt x="1460" y="5607"/>
                    <a:pt x="1801" y="5987"/>
                    <a:pt x="2239" y="5987"/>
                  </a:cubicBezTo>
                  <a:lnTo>
                    <a:pt x="2387" y="5987"/>
                  </a:lnTo>
                  <a:cubicBezTo>
                    <a:pt x="2445" y="6397"/>
                    <a:pt x="2587" y="6788"/>
                    <a:pt x="2804" y="7139"/>
                  </a:cubicBezTo>
                  <a:cubicBezTo>
                    <a:pt x="1598" y="6534"/>
                    <a:pt x="838" y="5304"/>
                    <a:pt x="837" y="3957"/>
                  </a:cubicBezTo>
                  <a:lnTo>
                    <a:pt x="837" y="3957"/>
                  </a:lnTo>
                  <a:cubicBezTo>
                    <a:pt x="838" y="1995"/>
                    <a:pt x="2428" y="410"/>
                    <a:pt x="4387" y="406"/>
                  </a:cubicBezTo>
                  <a:close/>
                  <a:moveTo>
                    <a:pt x="6650" y="8262"/>
                  </a:moveTo>
                  <a:lnTo>
                    <a:pt x="6650" y="9920"/>
                  </a:lnTo>
                  <a:cubicBezTo>
                    <a:pt x="6306" y="10313"/>
                    <a:pt x="5828" y="10510"/>
                    <a:pt x="5350" y="10510"/>
                  </a:cubicBezTo>
                  <a:cubicBezTo>
                    <a:pt x="4873" y="10510"/>
                    <a:pt x="4396" y="10313"/>
                    <a:pt x="4053" y="9920"/>
                  </a:cubicBezTo>
                  <a:lnTo>
                    <a:pt x="4053" y="8262"/>
                  </a:lnTo>
                  <a:cubicBezTo>
                    <a:pt x="4459" y="8457"/>
                    <a:pt x="4901" y="8559"/>
                    <a:pt x="5350" y="8559"/>
                  </a:cubicBezTo>
                  <a:cubicBezTo>
                    <a:pt x="5799" y="8559"/>
                    <a:pt x="6245" y="8457"/>
                    <a:pt x="6650" y="8262"/>
                  </a:cubicBezTo>
                  <a:close/>
                  <a:moveTo>
                    <a:pt x="6650" y="10478"/>
                  </a:moveTo>
                  <a:lnTo>
                    <a:pt x="6650" y="11014"/>
                  </a:lnTo>
                  <a:cubicBezTo>
                    <a:pt x="6255" y="11246"/>
                    <a:pt x="5806" y="11369"/>
                    <a:pt x="5350" y="11369"/>
                  </a:cubicBezTo>
                  <a:cubicBezTo>
                    <a:pt x="4894" y="11369"/>
                    <a:pt x="4448" y="11246"/>
                    <a:pt x="4053" y="11018"/>
                  </a:cubicBezTo>
                  <a:lnTo>
                    <a:pt x="4053" y="10478"/>
                  </a:lnTo>
                  <a:cubicBezTo>
                    <a:pt x="4436" y="10772"/>
                    <a:pt x="4893" y="10918"/>
                    <a:pt x="5350" y="10918"/>
                  </a:cubicBezTo>
                  <a:cubicBezTo>
                    <a:pt x="5808" y="10918"/>
                    <a:pt x="6266" y="10772"/>
                    <a:pt x="6650" y="10478"/>
                  </a:cubicBezTo>
                  <a:close/>
                  <a:moveTo>
                    <a:pt x="4387" y="1"/>
                  </a:moveTo>
                  <a:cubicBezTo>
                    <a:pt x="2406" y="1"/>
                    <a:pt x="729" y="1464"/>
                    <a:pt x="464" y="3427"/>
                  </a:cubicBezTo>
                  <a:cubicBezTo>
                    <a:pt x="196" y="5390"/>
                    <a:pt x="1424" y="7244"/>
                    <a:pt x="3333" y="7773"/>
                  </a:cubicBezTo>
                  <a:cubicBezTo>
                    <a:pt x="3430" y="7863"/>
                    <a:pt x="3536" y="7947"/>
                    <a:pt x="3644" y="8023"/>
                  </a:cubicBezTo>
                  <a:lnTo>
                    <a:pt x="3644" y="8772"/>
                  </a:lnTo>
                  <a:cubicBezTo>
                    <a:pt x="3228" y="8870"/>
                    <a:pt x="2913" y="9164"/>
                    <a:pt x="2750" y="9345"/>
                  </a:cubicBezTo>
                  <a:cubicBezTo>
                    <a:pt x="2692" y="9413"/>
                    <a:pt x="2648" y="9489"/>
                    <a:pt x="2623" y="9576"/>
                  </a:cubicBezTo>
                  <a:lnTo>
                    <a:pt x="1221" y="9986"/>
                  </a:lnTo>
                  <a:cubicBezTo>
                    <a:pt x="501" y="10203"/>
                    <a:pt x="4" y="10866"/>
                    <a:pt x="1" y="11623"/>
                  </a:cubicBezTo>
                  <a:lnTo>
                    <a:pt x="1" y="13716"/>
                  </a:lnTo>
                  <a:cubicBezTo>
                    <a:pt x="1" y="13852"/>
                    <a:pt x="102" y="13920"/>
                    <a:pt x="204" y="13920"/>
                  </a:cubicBezTo>
                  <a:cubicBezTo>
                    <a:pt x="305" y="13920"/>
                    <a:pt x="406" y="13852"/>
                    <a:pt x="406" y="13716"/>
                  </a:cubicBezTo>
                  <a:lnTo>
                    <a:pt x="406" y="11623"/>
                  </a:lnTo>
                  <a:cubicBezTo>
                    <a:pt x="410" y="11047"/>
                    <a:pt x="787" y="10543"/>
                    <a:pt x="1337" y="10377"/>
                  </a:cubicBezTo>
                  <a:lnTo>
                    <a:pt x="2623" y="10000"/>
                  </a:lnTo>
                  <a:lnTo>
                    <a:pt x="2753" y="10920"/>
                  </a:lnTo>
                  <a:cubicBezTo>
                    <a:pt x="2764" y="11003"/>
                    <a:pt x="2732" y="11083"/>
                    <a:pt x="2666" y="11134"/>
                  </a:cubicBezTo>
                  <a:lnTo>
                    <a:pt x="2232" y="11460"/>
                  </a:lnTo>
                  <a:cubicBezTo>
                    <a:pt x="2033" y="11608"/>
                    <a:pt x="1938" y="11858"/>
                    <a:pt x="1993" y="12101"/>
                  </a:cubicBezTo>
                  <a:lnTo>
                    <a:pt x="2362" y="13763"/>
                  </a:lnTo>
                  <a:cubicBezTo>
                    <a:pt x="2388" y="13873"/>
                    <a:pt x="2472" y="13922"/>
                    <a:pt x="2557" y="13922"/>
                  </a:cubicBezTo>
                  <a:cubicBezTo>
                    <a:pt x="2676" y="13922"/>
                    <a:pt x="2796" y="13827"/>
                    <a:pt x="2760" y="13673"/>
                  </a:cubicBezTo>
                  <a:lnTo>
                    <a:pt x="2395" y="12014"/>
                  </a:lnTo>
                  <a:cubicBezTo>
                    <a:pt x="2373" y="11927"/>
                    <a:pt x="2406" y="11836"/>
                    <a:pt x="2478" y="11782"/>
                  </a:cubicBezTo>
                  <a:lnTo>
                    <a:pt x="2913" y="11460"/>
                  </a:lnTo>
                  <a:cubicBezTo>
                    <a:pt x="3094" y="11318"/>
                    <a:pt x="3191" y="11090"/>
                    <a:pt x="3159" y="10862"/>
                  </a:cubicBezTo>
                  <a:lnTo>
                    <a:pt x="3007" y="9794"/>
                  </a:lnTo>
                  <a:cubicBezTo>
                    <a:pt x="2996" y="9732"/>
                    <a:pt x="3014" y="9667"/>
                    <a:pt x="3057" y="9616"/>
                  </a:cubicBezTo>
                  <a:cubicBezTo>
                    <a:pt x="3170" y="9489"/>
                    <a:pt x="3380" y="9290"/>
                    <a:pt x="3644" y="9196"/>
                  </a:cubicBezTo>
                  <a:lnTo>
                    <a:pt x="3644" y="11572"/>
                  </a:lnTo>
                  <a:cubicBezTo>
                    <a:pt x="3644" y="11708"/>
                    <a:pt x="3746" y="11776"/>
                    <a:pt x="3849" y="11776"/>
                  </a:cubicBezTo>
                  <a:cubicBezTo>
                    <a:pt x="3951" y="11776"/>
                    <a:pt x="4053" y="11708"/>
                    <a:pt x="4053" y="11572"/>
                  </a:cubicBezTo>
                  <a:lnTo>
                    <a:pt x="4053" y="11478"/>
                  </a:lnTo>
                  <a:cubicBezTo>
                    <a:pt x="4463" y="11677"/>
                    <a:pt x="4906" y="11777"/>
                    <a:pt x="5350" y="11777"/>
                  </a:cubicBezTo>
                  <a:cubicBezTo>
                    <a:pt x="5794" y="11777"/>
                    <a:pt x="6237" y="11677"/>
                    <a:pt x="6647" y="11478"/>
                  </a:cubicBezTo>
                  <a:lnTo>
                    <a:pt x="6647" y="13716"/>
                  </a:lnTo>
                  <a:cubicBezTo>
                    <a:pt x="6647" y="13852"/>
                    <a:pt x="6749" y="13920"/>
                    <a:pt x="6851" y="13920"/>
                  </a:cubicBezTo>
                  <a:cubicBezTo>
                    <a:pt x="6954" y="13920"/>
                    <a:pt x="7056" y="13852"/>
                    <a:pt x="7056" y="13716"/>
                  </a:cubicBezTo>
                  <a:lnTo>
                    <a:pt x="7056" y="9196"/>
                  </a:lnTo>
                  <a:cubicBezTo>
                    <a:pt x="7320" y="9287"/>
                    <a:pt x="7530" y="9489"/>
                    <a:pt x="7643" y="9616"/>
                  </a:cubicBezTo>
                  <a:cubicBezTo>
                    <a:pt x="7686" y="9667"/>
                    <a:pt x="7704" y="9732"/>
                    <a:pt x="7697" y="9794"/>
                  </a:cubicBezTo>
                  <a:lnTo>
                    <a:pt x="7545" y="10862"/>
                  </a:lnTo>
                  <a:cubicBezTo>
                    <a:pt x="7512" y="11090"/>
                    <a:pt x="7606" y="11318"/>
                    <a:pt x="7791" y="11460"/>
                  </a:cubicBezTo>
                  <a:lnTo>
                    <a:pt x="8226" y="11782"/>
                  </a:lnTo>
                  <a:cubicBezTo>
                    <a:pt x="8294" y="11836"/>
                    <a:pt x="8327" y="11927"/>
                    <a:pt x="8309" y="12010"/>
                  </a:cubicBezTo>
                  <a:lnTo>
                    <a:pt x="7940" y="13673"/>
                  </a:lnTo>
                  <a:cubicBezTo>
                    <a:pt x="7906" y="13827"/>
                    <a:pt x="8026" y="13922"/>
                    <a:pt x="8144" y="13922"/>
                  </a:cubicBezTo>
                  <a:cubicBezTo>
                    <a:pt x="8229" y="13922"/>
                    <a:pt x="8312" y="13873"/>
                    <a:pt x="8338" y="13763"/>
                  </a:cubicBezTo>
                  <a:lnTo>
                    <a:pt x="8707" y="12101"/>
                  </a:lnTo>
                  <a:cubicBezTo>
                    <a:pt x="8762" y="11858"/>
                    <a:pt x="8667" y="11608"/>
                    <a:pt x="8468" y="11460"/>
                  </a:cubicBezTo>
                  <a:lnTo>
                    <a:pt x="8037" y="11134"/>
                  </a:lnTo>
                  <a:cubicBezTo>
                    <a:pt x="7972" y="11083"/>
                    <a:pt x="7936" y="11003"/>
                    <a:pt x="7947" y="10924"/>
                  </a:cubicBezTo>
                  <a:lnTo>
                    <a:pt x="8081" y="10004"/>
                  </a:lnTo>
                  <a:lnTo>
                    <a:pt x="9363" y="10380"/>
                  </a:lnTo>
                  <a:cubicBezTo>
                    <a:pt x="9913" y="10543"/>
                    <a:pt x="10294" y="11050"/>
                    <a:pt x="10294" y="11626"/>
                  </a:cubicBezTo>
                  <a:lnTo>
                    <a:pt x="10294" y="13720"/>
                  </a:lnTo>
                  <a:cubicBezTo>
                    <a:pt x="10294" y="13855"/>
                    <a:pt x="10396" y="13923"/>
                    <a:pt x="10498" y="13923"/>
                  </a:cubicBezTo>
                  <a:cubicBezTo>
                    <a:pt x="10601" y="13923"/>
                    <a:pt x="10703" y="13855"/>
                    <a:pt x="10703" y="13720"/>
                  </a:cubicBezTo>
                  <a:lnTo>
                    <a:pt x="10703" y="11623"/>
                  </a:lnTo>
                  <a:cubicBezTo>
                    <a:pt x="10699" y="10866"/>
                    <a:pt x="10203" y="10203"/>
                    <a:pt x="9479" y="9986"/>
                  </a:cubicBezTo>
                  <a:lnTo>
                    <a:pt x="8081" y="9576"/>
                  </a:lnTo>
                  <a:cubicBezTo>
                    <a:pt x="8052" y="9489"/>
                    <a:pt x="8008" y="9413"/>
                    <a:pt x="7950" y="9345"/>
                  </a:cubicBezTo>
                  <a:cubicBezTo>
                    <a:pt x="7791" y="9164"/>
                    <a:pt x="7476" y="8870"/>
                    <a:pt x="7056" y="8772"/>
                  </a:cubicBezTo>
                  <a:lnTo>
                    <a:pt x="7056" y="8023"/>
                  </a:lnTo>
                  <a:cubicBezTo>
                    <a:pt x="7164" y="7947"/>
                    <a:pt x="7270" y="7863"/>
                    <a:pt x="7371" y="7773"/>
                  </a:cubicBezTo>
                  <a:cubicBezTo>
                    <a:pt x="9276" y="7244"/>
                    <a:pt x="10504" y="5390"/>
                    <a:pt x="10236" y="3427"/>
                  </a:cubicBezTo>
                  <a:cubicBezTo>
                    <a:pt x="9971" y="1464"/>
                    <a:pt x="8294" y="1"/>
                    <a:pt x="63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8" name="Google Shape;1758;p40"/>
          <p:cNvSpPr/>
          <p:nvPr/>
        </p:nvSpPr>
        <p:spPr>
          <a:xfrm>
            <a:off x="1972307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9" name="Google Shape;1759;p40"/>
          <p:cNvSpPr/>
          <p:nvPr/>
        </p:nvSpPr>
        <p:spPr>
          <a:xfrm flipH="1">
            <a:off x="7023436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4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NUESTRA HISTORIA</a:t>
            </a:r>
            <a:endParaRPr/>
          </a:p>
        </p:txBody>
      </p:sp>
      <p:sp>
        <p:nvSpPr>
          <p:cNvPr id="1765" name="Google Shape;1765;p41"/>
          <p:cNvSpPr txBox="1"/>
          <p:nvPr/>
        </p:nvSpPr>
        <p:spPr>
          <a:xfrm>
            <a:off x="1228050" y="2592437"/>
            <a:ext cx="819000" cy="679200"/>
          </a:xfrm>
          <a:prstGeom prst="rect">
            <a:avLst/>
          </a:prstGeom>
          <a:solidFill>
            <a:srgbClr val="FFC35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01</a:t>
            </a:r>
            <a:endParaRPr sz="40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grpSp>
        <p:nvGrpSpPr>
          <p:cNvPr id="1766" name="Google Shape;1766;p41"/>
          <p:cNvGrpSpPr/>
          <p:nvPr/>
        </p:nvGrpSpPr>
        <p:grpSpPr>
          <a:xfrm>
            <a:off x="1384708" y="3363001"/>
            <a:ext cx="504563" cy="27457"/>
            <a:chOff x="7585253" y="1282025"/>
            <a:chExt cx="504563" cy="27458"/>
          </a:xfrm>
        </p:grpSpPr>
        <p:sp>
          <p:nvSpPr>
            <p:cNvPr id="1767" name="Google Shape;1767;p41"/>
            <p:cNvSpPr/>
            <p:nvPr/>
          </p:nvSpPr>
          <p:spPr>
            <a:xfrm>
              <a:off x="7585253" y="1282025"/>
              <a:ext cx="373935" cy="27458"/>
            </a:xfrm>
            <a:custGeom>
              <a:avLst/>
              <a:gdLst/>
              <a:ahLst/>
              <a:cxnLst/>
              <a:rect l="l" t="t" r="r" b="b"/>
              <a:pathLst>
                <a:path w="10214" h="750" extrusionOk="0">
                  <a:moveTo>
                    <a:pt x="1" y="494"/>
                  </a:moveTo>
                  <a:cubicBezTo>
                    <a:pt x="1" y="395"/>
                    <a:pt x="80" y="296"/>
                    <a:pt x="178" y="296"/>
                  </a:cubicBezTo>
                  <a:cubicBezTo>
                    <a:pt x="356" y="296"/>
                    <a:pt x="553" y="277"/>
                    <a:pt x="730" y="277"/>
                  </a:cubicBezTo>
                  <a:cubicBezTo>
                    <a:pt x="1322" y="237"/>
                    <a:pt x="1893" y="198"/>
                    <a:pt x="2485" y="178"/>
                  </a:cubicBezTo>
                  <a:cubicBezTo>
                    <a:pt x="3668" y="139"/>
                    <a:pt x="4870" y="139"/>
                    <a:pt x="6053" y="119"/>
                  </a:cubicBezTo>
                  <a:cubicBezTo>
                    <a:pt x="7216" y="79"/>
                    <a:pt x="8380" y="20"/>
                    <a:pt x="9543" y="1"/>
                  </a:cubicBezTo>
                  <a:cubicBezTo>
                    <a:pt x="9700" y="1"/>
                    <a:pt x="9838" y="1"/>
                    <a:pt x="9976" y="1"/>
                  </a:cubicBezTo>
                  <a:cubicBezTo>
                    <a:pt x="10213" y="1"/>
                    <a:pt x="10213" y="356"/>
                    <a:pt x="9976" y="356"/>
                  </a:cubicBezTo>
                  <a:cubicBezTo>
                    <a:pt x="8399" y="375"/>
                    <a:pt x="6822" y="474"/>
                    <a:pt x="5245" y="494"/>
                  </a:cubicBezTo>
                  <a:cubicBezTo>
                    <a:pt x="3668" y="513"/>
                    <a:pt x="2091" y="553"/>
                    <a:pt x="513" y="651"/>
                  </a:cubicBezTo>
                  <a:cubicBezTo>
                    <a:pt x="336" y="651"/>
                    <a:pt x="20" y="750"/>
                    <a:pt x="1" y="4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1"/>
            <p:cNvSpPr/>
            <p:nvPr/>
          </p:nvSpPr>
          <p:spPr>
            <a:xfrm>
              <a:off x="7993788" y="1287809"/>
              <a:ext cx="96028" cy="13729"/>
            </a:xfrm>
            <a:custGeom>
              <a:avLst/>
              <a:gdLst/>
              <a:ahLst/>
              <a:cxnLst/>
              <a:rect l="l" t="t" r="r" b="b"/>
              <a:pathLst>
                <a:path w="2623" h="375" extrusionOk="0">
                  <a:moveTo>
                    <a:pt x="2386" y="375"/>
                  </a:moveTo>
                  <a:cubicBezTo>
                    <a:pt x="1676" y="355"/>
                    <a:pt x="966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966" y="0"/>
                    <a:pt x="1676" y="0"/>
                    <a:pt x="2386" y="0"/>
                  </a:cubicBezTo>
                  <a:cubicBezTo>
                    <a:pt x="2622" y="0"/>
                    <a:pt x="2622" y="355"/>
                    <a:pt x="2386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9" name="Google Shape;1769;p41"/>
          <p:cNvSpPr txBox="1"/>
          <p:nvPr/>
        </p:nvSpPr>
        <p:spPr>
          <a:xfrm>
            <a:off x="2695550" y="2592437"/>
            <a:ext cx="819000" cy="679200"/>
          </a:xfrm>
          <a:prstGeom prst="rect">
            <a:avLst/>
          </a:prstGeom>
          <a:solidFill>
            <a:schemeClr val="accent5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02</a:t>
            </a:r>
            <a:endParaRPr sz="40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grpSp>
        <p:nvGrpSpPr>
          <p:cNvPr id="1770" name="Google Shape;1770;p41"/>
          <p:cNvGrpSpPr/>
          <p:nvPr/>
        </p:nvGrpSpPr>
        <p:grpSpPr>
          <a:xfrm flipH="1">
            <a:off x="2852208" y="2473601"/>
            <a:ext cx="504563" cy="27457"/>
            <a:chOff x="7585253" y="1282025"/>
            <a:chExt cx="504563" cy="27458"/>
          </a:xfrm>
        </p:grpSpPr>
        <p:sp>
          <p:nvSpPr>
            <p:cNvPr id="1771" name="Google Shape;1771;p41"/>
            <p:cNvSpPr/>
            <p:nvPr/>
          </p:nvSpPr>
          <p:spPr>
            <a:xfrm>
              <a:off x="7585253" y="1282025"/>
              <a:ext cx="373935" cy="27458"/>
            </a:xfrm>
            <a:custGeom>
              <a:avLst/>
              <a:gdLst/>
              <a:ahLst/>
              <a:cxnLst/>
              <a:rect l="l" t="t" r="r" b="b"/>
              <a:pathLst>
                <a:path w="10214" h="750" extrusionOk="0">
                  <a:moveTo>
                    <a:pt x="1" y="494"/>
                  </a:moveTo>
                  <a:cubicBezTo>
                    <a:pt x="1" y="395"/>
                    <a:pt x="80" y="296"/>
                    <a:pt x="178" y="296"/>
                  </a:cubicBezTo>
                  <a:cubicBezTo>
                    <a:pt x="356" y="296"/>
                    <a:pt x="553" y="277"/>
                    <a:pt x="730" y="277"/>
                  </a:cubicBezTo>
                  <a:cubicBezTo>
                    <a:pt x="1322" y="237"/>
                    <a:pt x="1893" y="198"/>
                    <a:pt x="2485" y="178"/>
                  </a:cubicBezTo>
                  <a:cubicBezTo>
                    <a:pt x="3668" y="139"/>
                    <a:pt x="4870" y="139"/>
                    <a:pt x="6053" y="119"/>
                  </a:cubicBezTo>
                  <a:cubicBezTo>
                    <a:pt x="7216" y="79"/>
                    <a:pt x="8380" y="20"/>
                    <a:pt x="9543" y="1"/>
                  </a:cubicBezTo>
                  <a:cubicBezTo>
                    <a:pt x="9700" y="1"/>
                    <a:pt x="9838" y="1"/>
                    <a:pt x="9976" y="1"/>
                  </a:cubicBezTo>
                  <a:cubicBezTo>
                    <a:pt x="10213" y="1"/>
                    <a:pt x="10213" y="356"/>
                    <a:pt x="9976" y="356"/>
                  </a:cubicBezTo>
                  <a:cubicBezTo>
                    <a:pt x="8399" y="375"/>
                    <a:pt x="6822" y="474"/>
                    <a:pt x="5245" y="494"/>
                  </a:cubicBezTo>
                  <a:cubicBezTo>
                    <a:pt x="3668" y="513"/>
                    <a:pt x="2091" y="553"/>
                    <a:pt x="513" y="651"/>
                  </a:cubicBezTo>
                  <a:cubicBezTo>
                    <a:pt x="336" y="651"/>
                    <a:pt x="20" y="750"/>
                    <a:pt x="1" y="4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41"/>
            <p:cNvSpPr/>
            <p:nvPr/>
          </p:nvSpPr>
          <p:spPr>
            <a:xfrm>
              <a:off x="7993788" y="1287809"/>
              <a:ext cx="96028" cy="13729"/>
            </a:xfrm>
            <a:custGeom>
              <a:avLst/>
              <a:gdLst/>
              <a:ahLst/>
              <a:cxnLst/>
              <a:rect l="l" t="t" r="r" b="b"/>
              <a:pathLst>
                <a:path w="2623" h="375" extrusionOk="0">
                  <a:moveTo>
                    <a:pt x="2386" y="375"/>
                  </a:moveTo>
                  <a:cubicBezTo>
                    <a:pt x="1676" y="355"/>
                    <a:pt x="966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966" y="0"/>
                    <a:pt x="1676" y="0"/>
                    <a:pt x="2386" y="0"/>
                  </a:cubicBezTo>
                  <a:cubicBezTo>
                    <a:pt x="2622" y="0"/>
                    <a:pt x="2622" y="355"/>
                    <a:pt x="2386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3" name="Google Shape;1773;p41"/>
          <p:cNvSpPr txBox="1"/>
          <p:nvPr/>
        </p:nvSpPr>
        <p:spPr>
          <a:xfrm>
            <a:off x="4163050" y="2592437"/>
            <a:ext cx="819000" cy="679200"/>
          </a:xfrm>
          <a:prstGeom prst="rect">
            <a:avLst/>
          </a:prstGeom>
          <a:solidFill>
            <a:schemeClr val="accent6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03</a:t>
            </a:r>
            <a:endParaRPr sz="40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grpSp>
        <p:nvGrpSpPr>
          <p:cNvPr id="1774" name="Google Shape;1774;p41"/>
          <p:cNvGrpSpPr/>
          <p:nvPr/>
        </p:nvGrpSpPr>
        <p:grpSpPr>
          <a:xfrm>
            <a:off x="4319708" y="3363001"/>
            <a:ext cx="504563" cy="27457"/>
            <a:chOff x="7585253" y="1282025"/>
            <a:chExt cx="504563" cy="27458"/>
          </a:xfrm>
        </p:grpSpPr>
        <p:sp>
          <p:nvSpPr>
            <p:cNvPr id="1775" name="Google Shape;1775;p41"/>
            <p:cNvSpPr/>
            <p:nvPr/>
          </p:nvSpPr>
          <p:spPr>
            <a:xfrm>
              <a:off x="7585253" y="1282025"/>
              <a:ext cx="373935" cy="27458"/>
            </a:xfrm>
            <a:custGeom>
              <a:avLst/>
              <a:gdLst/>
              <a:ahLst/>
              <a:cxnLst/>
              <a:rect l="l" t="t" r="r" b="b"/>
              <a:pathLst>
                <a:path w="10214" h="750" extrusionOk="0">
                  <a:moveTo>
                    <a:pt x="1" y="494"/>
                  </a:moveTo>
                  <a:cubicBezTo>
                    <a:pt x="1" y="395"/>
                    <a:pt x="80" y="296"/>
                    <a:pt x="178" y="296"/>
                  </a:cubicBezTo>
                  <a:cubicBezTo>
                    <a:pt x="356" y="296"/>
                    <a:pt x="553" y="277"/>
                    <a:pt x="730" y="277"/>
                  </a:cubicBezTo>
                  <a:cubicBezTo>
                    <a:pt x="1322" y="237"/>
                    <a:pt x="1893" y="198"/>
                    <a:pt x="2485" y="178"/>
                  </a:cubicBezTo>
                  <a:cubicBezTo>
                    <a:pt x="3668" y="139"/>
                    <a:pt x="4870" y="139"/>
                    <a:pt x="6053" y="119"/>
                  </a:cubicBezTo>
                  <a:cubicBezTo>
                    <a:pt x="7216" y="79"/>
                    <a:pt x="8380" y="20"/>
                    <a:pt x="9543" y="1"/>
                  </a:cubicBezTo>
                  <a:cubicBezTo>
                    <a:pt x="9700" y="1"/>
                    <a:pt x="9838" y="1"/>
                    <a:pt x="9976" y="1"/>
                  </a:cubicBezTo>
                  <a:cubicBezTo>
                    <a:pt x="10213" y="1"/>
                    <a:pt x="10213" y="356"/>
                    <a:pt x="9976" y="356"/>
                  </a:cubicBezTo>
                  <a:cubicBezTo>
                    <a:pt x="8399" y="375"/>
                    <a:pt x="6822" y="474"/>
                    <a:pt x="5245" y="494"/>
                  </a:cubicBezTo>
                  <a:cubicBezTo>
                    <a:pt x="3668" y="513"/>
                    <a:pt x="2091" y="553"/>
                    <a:pt x="513" y="651"/>
                  </a:cubicBezTo>
                  <a:cubicBezTo>
                    <a:pt x="336" y="651"/>
                    <a:pt x="20" y="750"/>
                    <a:pt x="1" y="4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1"/>
            <p:cNvSpPr/>
            <p:nvPr/>
          </p:nvSpPr>
          <p:spPr>
            <a:xfrm>
              <a:off x="7993788" y="1287809"/>
              <a:ext cx="96028" cy="13729"/>
            </a:xfrm>
            <a:custGeom>
              <a:avLst/>
              <a:gdLst/>
              <a:ahLst/>
              <a:cxnLst/>
              <a:rect l="l" t="t" r="r" b="b"/>
              <a:pathLst>
                <a:path w="2623" h="375" extrusionOk="0">
                  <a:moveTo>
                    <a:pt x="2386" y="375"/>
                  </a:moveTo>
                  <a:cubicBezTo>
                    <a:pt x="1676" y="355"/>
                    <a:pt x="966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966" y="0"/>
                    <a:pt x="1676" y="0"/>
                    <a:pt x="2386" y="0"/>
                  </a:cubicBezTo>
                  <a:cubicBezTo>
                    <a:pt x="2622" y="0"/>
                    <a:pt x="2622" y="355"/>
                    <a:pt x="2386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7" name="Google Shape;1777;p41"/>
          <p:cNvSpPr txBox="1"/>
          <p:nvPr/>
        </p:nvSpPr>
        <p:spPr>
          <a:xfrm>
            <a:off x="5630550" y="2592437"/>
            <a:ext cx="819000" cy="679200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04</a:t>
            </a:r>
            <a:endParaRPr sz="40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grpSp>
        <p:nvGrpSpPr>
          <p:cNvPr id="1778" name="Google Shape;1778;p41"/>
          <p:cNvGrpSpPr/>
          <p:nvPr/>
        </p:nvGrpSpPr>
        <p:grpSpPr>
          <a:xfrm flipH="1">
            <a:off x="5787208" y="2473601"/>
            <a:ext cx="504563" cy="27457"/>
            <a:chOff x="7585253" y="1282025"/>
            <a:chExt cx="504563" cy="27458"/>
          </a:xfrm>
        </p:grpSpPr>
        <p:sp>
          <p:nvSpPr>
            <p:cNvPr id="1779" name="Google Shape;1779;p41"/>
            <p:cNvSpPr/>
            <p:nvPr/>
          </p:nvSpPr>
          <p:spPr>
            <a:xfrm>
              <a:off x="7585253" y="1282025"/>
              <a:ext cx="373935" cy="27458"/>
            </a:xfrm>
            <a:custGeom>
              <a:avLst/>
              <a:gdLst/>
              <a:ahLst/>
              <a:cxnLst/>
              <a:rect l="l" t="t" r="r" b="b"/>
              <a:pathLst>
                <a:path w="10214" h="750" extrusionOk="0">
                  <a:moveTo>
                    <a:pt x="1" y="494"/>
                  </a:moveTo>
                  <a:cubicBezTo>
                    <a:pt x="1" y="395"/>
                    <a:pt x="80" y="296"/>
                    <a:pt x="178" y="296"/>
                  </a:cubicBezTo>
                  <a:cubicBezTo>
                    <a:pt x="356" y="296"/>
                    <a:pt x="553" y="277"/>
                    <a:pt x="730" y="277"/>
                  </a:cubicBezTo>
                  <a:cubicBezTo>
                    <a:pt x="1322" y="237"/>
                    <a:pt x="1893" y="198"/>
                    <a:pt x="2485" y="178"/>
                  </a:cubicBezTo>
                  <a:cubicBezTo>
                    <a:pt x="3668" y="139"/>
                    <a:pt x="4870" y="139"/>
                    <a:pt x="6053" y="119"/>
                  </a:cubicBezTo>
                  <a:cubicBezTo>
                    <a:pt x="7216" y="79"/>
                    <a:pt x="8380" y="20"/>
                    <a:pt x="9543" y="1"/>
                  </a:cubicBezTo>
                  <a:cubicBezTo>
                    <a:pt x="9700" y="1"/>
                    <a:pt x="9838" y="1"/>
                    <a:pt x="9976" y="1"/>
                  </a:cubicBezTo>
                  <a:cubicBezTo>
                    <a:pt x="10213" y="1"/>
                    <a:pt x="10213" y="356"/>
                    <a:pt x="9976" y="356"/>
                  </a:cubicBezTo>
                  <a:cubicBezTo>
                    <a:pt x="8399" y="375"/>
                    <a:pt x="6822" y="474"/>
                    <a:pt x="5245" y="494"/>
                  </a:cubicBezTo>
                  <a:cubicBezTo>
                    <a:pt x="3668" y="513"/>
                    <a:pt x="2091" y="553"/>
                    <a:pt x="513" y="651"/>
                  </a:cubicBezTo>
                  <a:cubicBezTo>
                    <a:pt x="336" y="651"/>
                    <a:pt x="20" y="750"/>
                    <a:pt x="1" y="4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1"/>
            <p:cNvSpPr/>
            <p:nvPr/>
          </p:nvSpPr>
          <p:spPr>
            <a:xfrm>
              <a:off x="7993788" y="1287809"/>
              <a:ext cx="96028" cy="13729"/>
            </a:xfrm>
            <a:custGeom>
              <a:avLst/>
              <a:gdLst/>
              <a:ahLst/>
              <a:cxnLst/>
              <a:rect l="l" t="t" r="r" b="b"/>
              <a:pathLst>
                <a:path w="2623" h="375" extrusionOk="0">
                  <a:moveTo>
                    <a:pt x="2386" y="375"/>
                  </a:moveTo>
                  <a:cubicBezTo>
                    <a:pt x="1676" y="355"/>
                    <a:pt x="966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966" y="0"/>
                    <a:pt x="1676" y="0"/>
                    <a:pt x="2386" y="0"/>
                  </a:cubicBezTo>
                  <a:cubicBezTo>
                    <a:pt x="2622" y="0"/>
                    <a:pt x="2622" y="355"/>
                    <a:pt x="2386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1" name="Google Shape;1781;p41"/>
          <p:cNvSpPr txBox="1"/>
          <p:nvPr/>
        </p:nvSpPr>
        <p:spPr>
          <a:xfrm>
            <a:off x="7098050" y="2592437"/>
            <a:ext cx="819000" cy="6792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05</a:t>
            </a:r>
            <a:endParaRPr sz="40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grpSp>
        <p:nvGrpSpPr>
          <p:cNvPr id="1782" name="Google Shape;1782;p41"/>
          <p:cNvGrpSpPr/>
          <p:nvPr/>
        </p:nvGrpSpPr>
        <p:grpSpPr>
          <a:xfrm>
            <a:off x="7254708" y="3363001"/>
            <a:ext cx="504563" cy="27457"/>
            <a:chOff x="7585253" y="1282025"/>
            <a:chExt cx="504563" cy="27458"/>
          </a:xfrm>
        </p:grpSpPr>
        <p:sp>
          <p:nvSpPr>
            <p:cNvPr id="1783" name="Google Shape;1783;p41"/>
            <p:cNvSpPr/>
            <p:nvPr/>
          </p:nvSpPr>
          <p:spPr>
            <a:xfrm>
              <a:off x="7585253" y="1282025"/>
              <a:ext cx="373935" cy="27458"/>
            </a:xfrm>
            <a:custGeom>
              <a:avLst/>
              <a:gdLst/>
              <a:ahLst/>
              <a:cxnLst/>
              <a:rect l="l" t="t" r="r" b="b"/>
              <a:pathLst>
                <a:path w="10214" h="750" extrusionOk="0">
                  <a:moveTo>
                    <a:pt x="1" y="494"/>
                  </a:moveTo>
                  <a:cubicBezTo>
                    <a:pt x="1" y="395"/>
                    <a:pt x="80" y="296"/>
                    <a:pt x="178" y="296"/>
                  </a:cubicBezTo>
                  <a:cubicBezTo>
                    <a:pt x="356" y="296"/>
                    <a:pt x="553" y="277"/>
                    <a:pt x="730" y="277"/>
                  </a:cubicBezTo>
                  <a:cubicBezTo>
                    <a:pt x="1322" y="237"/>
                    <a:pt x="1893" y="198"/>
                    <a:pt x="2485" y="178"/>
                  </a:cubicBezTo>
                  <a:cubicBezTo>
                    <a:pt x="3668" y="139"/>
                    <a:pt x="4870" y="139"/>
                    <a:pt x="6053" y="119"/>
                  </a:cubicBezTo>
                  <a:cubicBezTo>
                    <a:pt x="7216" y="79"/>
                    <a:pt x="8380" y="20"/>
                    <a:pt x="9543" y="1"/>
                  </a:cubicBezTo>
                  <a:cubicBezTo>
                    <a:pt x="9700" y="1"/>
                    <a:pt x="9838" y="1"/>
                    <a:pt x="9976" y="1"/>
                  </a:cubicBezTo>
                  <a:cubicBezTo>
                    <a:pt x="10213" y="1"/>
                    <a:pt x="10213" y="356"/>
                    <a:pt x="9976" y="356"/>
                  </a:cubicBezTo>
                  <a:cubicBezTo>
                    <a:pt x="8399" y="375"/>
                    <a:pt x="6822" y="474"/>
                    <a:pt x="5245" y="494"/>
                  </a:cubicBezTo>
                  <a:cubicBezTo>
                    <a:pt x="3668" y="513"/>
                    <a:pt x="2091" y="553"/>
                    <a:pt x="513" y="651"/>
                  </a:cubicBezTo>
                  <a:cubicBezTo>
                    <a:pt x="336" y="651"/>
                    <a:pt x="20" y="750"/>
                    <a:pt x="1" y="4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1"/>
            <p:cNvSpPr/>
            <p:nvPr/>
          </p:nvSpPr>
          <p:spPr>
            <a:xfrm>
              <a:off x="7993788" y="1287809"/>
              <a:ext cx="96028" cy="13729"/>
            </a:xfrm>
            <a:custGeom>
              <a:avLst/>
              <a:gdLst/>
              <a:ahLst/>
              <a:cxnLst/>
              <a:rect l="l" t="t" r="r" b="b"/>
              <a:pathLst>
                <a:path w="2623" h="375" extrusionOk="0">
                  <a:moveTo>
                    <a:pt x="2386" y="375"/>
                  </a:moveTo>
                  <a:cubicBezTo>
                    <a:pt x="1676" y="355"/>
                    <a:pt x="966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966" y="0"/>
                    <a:pt x="1676" y="0"/>
                    <a:pt x="2386" y="0"/>
                  </a:cubicBezTo>
                  <a:cubicBezTo>
                    <a:pt x="2622" y="0"/>
                    <a:pt x="2622" y="355"/>
                    <a:pt x="2386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785" name="Google Shape;1785;p41"/>
          <p:cNvCxnSpPr>
            <a:stCxn id="1765" idx="3"/>
            <a:endCxn id="1769" idx="1"/>
          </p:cNvCxnSpPr>
          <p:nvPr/>
        </p:nvCxnSpPr>
        <p:spPr>
          <a:xfrm>
            <a:off x="2047050" y="2932037"/>
            <a:ext cx="648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6" name="Google Shape;1786;p41"/>
          <p:cNvCxnSpPr>
            <a:stCxn id="1769" idx="3"/>
            <a:endCxn id="1773" idx="1"/>
          </p:cNvCxnSpPr>
          <p:nvPr/>
        </p:nvCxnSpPr>
        <p:spPr>
          <a:xfrm>
            <a:off x="3514550" y="2932037"/>
            <a:ext cx="648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7" name="Google Shape;1787;p41"/>
          <p:cNvCxnSpPr>
            <a:endCxn id="1777" idx="1"/>
          </p:cNvCxnSpPr>
          <p:nvPr/>
        </p:nvCxnSpPr>
        <p:spPr>
          <a:xfrm>
            <a:off x="4905750" y="2932037"/>
            <a:ext cx="724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8" name="Google Shape;1788;p41"/>
          <p:cNvCxnSpPr>
            <a:stCxn id="1777" idx="3"/>
            <a:endCxn id="1781" idx="1"/>
          </p:cNvCxnSpPr>
          <p:nvPr/>
        </p:nvCxnSpPr>
        <p:spPr>
          <a:xfrm>
            <a:off x="6449550" y="2932037"/>
            <a:ext cx="648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89" name="Google Shape;1789;p41"/>
          <p:cNvSpPr txBox="1"/>
          <p:nvPr/>
        </p:nvSpPr>
        <p:spPr>
          <a:xfrm>
            <a:off x="2187037" y="3805664"/>
            <a:ext cx="183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Es el segundo planeta más cercano al Sol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790" name="Google Shape;1790;p41"/>
          <p:cNvSpPr txBox="1"/>
          <p:nvPr/>
        </p:nvSpPr>
        <p:spPr>
          <a:xfrm>
            <a:off x="2187037" y="3455514"/>
            <a:ext cx="18360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VENUS</a:t>
            </a:r>
            <a:endParaRPr sz="22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791" name="Google Shape;1791;p41"/>
          <p:cNvSpPr txBox="1"/>
          <p:nvPr/>
        </p:nvSpPr>
        <p:spPr>
          <a:xfrm>
            <a:off x="719500" y="1838233"/>
            <a:ext cx="183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Mercurio es el planeta más cercano al Sol 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792" name="Google Shape;1792;p41"/>
          <p:cNvSpPr txBox="1"/>
          <p:nvPr/>
        </p:nvSpPr>
        <p:spPr>
          <a:xfrm>
            <a:off x="719500" y="1488083"/>
            <a:ext cx="18360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MERCURIO</a:t>
            </a:r>
            <a:endParaRPr sz="22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793" name="Google Shape;1793;p41"/>
          <p:cNvSpPr txBox="1"/>
          <p:nvPr/>
        </p:nvSpPr>
        <p:spPr>
          <a:xfrm>
            <a:off x="3654000" y="1838233"/>
            <a:ext cx="183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A pesar de ser rojo, Marte es muy frío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794" name="Google Shape;1794;p41"/>
          <p:cNvSpPr txBox="1"/>
          <p:nvPr/>
        </p:nvSpPr>
        <p:spPr>
          <a:xfrm>
            <a:off x="3654000" y="1488083"/>
            <a:ext cx="18360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MARTE</a:t>
            </a:r>
            <a:endParaRPr sz="22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795" name="Google Shape;1795;p41"/>
          <p:cNvSpPr txBox="1"/>
          <p:nvPr/>
        </p:nvSpPr>
        <p:spPr>
          <a:xfrm>
            <a:off x="5122037" y="3805664"/>
            <a:ext cx="183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Es el planeta más lejano de todos al Sol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796" name="Google Shape;1796;p41"/>
          <p:cNvSpPr txBox="1"/>
          <p:nvPr/>
        </p:nvSpPr>
        <p:spPr>
          <a:xfrm>
            <a:off x="5122037" y="3455514"/>
            <a:ext cx="18360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NEPTUNO</a:t>
            </a:r>
            <a:endParaRPr sz="22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797" name="Google Shape;1797;p41"/>
          <p:cNvSpPr txBox="1"/>
          <p:nvPr/>
        </p:nvSpPr>
        <p:spPr>
          <a:xfrm>
            <a:off x="6588450" y="1838233"/>
            <a:ext cx="183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Es el más grande del sistema solar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798" name="Google Shape;1798;p41"/>
          <p:cNvSpPr txBox="1"/>
          <p:nvPr/>
        </p:nvSpPr>
        <p:spPr>
          <a:xfrm>
            <a:off x="6588450" y="1488083"/>
            <a:ext cx="18360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JÚPITER</a:t>
            </a:r>
            <a:endParaRPr sz="22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799" name="Google Shape;1799;p41"/>
          <p:cNvSpPr/>
          <p:nvPr/>
        </p:nvSpPr>
        <p:spPr>
          <a:xfrm>
            <a:off x="1851423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0" name="Google Shape;1800;p41"/>
          <p:cNvSpPr/>
          <p:nvPr/>
        </p:nvSpPr>
        <p:spPr>
          <a:xfrm flipH="1">
            <a:off x="7138017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5" name="Google Shape;1805;p42"/>
          <p:cNvGrpSpPr/>
          <p:nvPr/>
        </p:nvGrpSpPr>
        <p:grpSpPr>
          <a:xfrm>
            <a:off x="3793472" y="1423603"/>
            <a:ext cx="697788" cy="1513728"/>
            <a:chOff x="3793472" y="1423603"/>
            <a:chExt cx="697788" cy="1513728"/>
          </a:xfrm>
        </p:grpSpPr>
        <p:grpSp>
          <p:nvGrpSpPr>
            <p:cNvPr id="1806" name="Google Shape;1806;p42"/>
            <p:cNvGrpSpPr/>
            <p:nvPr/>
          </p:nvGrpSpPr>
          <p:grpSpPr>
            <a:xfrm>
              <a:off x="3793472" y="1441446"/>
              <a:ext cx="697788" cy="1495885"/>
              <a:chOff x="3798500" y="933250"/>
              <a:chExt cx="1777350" cy="3810200"/>
            </a:xfrm>
          </p:grpSpPr>
          <p:sp>
            <p:nvSpPr>
              <p:cNvPr id="1807" name="Google Shape;1807;p42"/>
              <p:cNvSpPr/>
              <p:nvPr/>
            </p:nvSpPr>
            <p:spPr>
              <a:xfrm>
                <a:off x="3820525" y="937075"/>
                <a:ext cx="1742875" cy="3793925"/>
              </a:xfrm>
              <a:custGeom>
                <a:avLst/>
                <a:gdLst/>
                <a:ahLst/>
                <a:cxnLst/>
                <a:rect l="l" t="t" r="r" b="b"/>
                <a:pathLst>
                  <a:path w="69715" h="151757" extrusionOk="0">
                    <a:moveTo>
                      <a:pt x="50611" y="151642"/>
                    </a:moveTo>
                    <a:cubicBezTo>
                      <a:pt x="42955" y="151336"/>
                      <a:pt x="35221" y="151374"/>
                      <a:pt x="27526" y="151451"/>
                    </a:cubicBezTo>
                    <a:cubicBezTo>
                      <a:pt x="19295" y="151527"/>
                      <a:pt x="11102" y="151565"/>
                      <a:pt x="2871" y="151221"/>
                    </a:cubicBezTo>
                    <a:cubicBezTo>
                      <a:pt x="957" y="151680"/>
                      <a:pt x="460" y="150302"/>
                      <a:pt x="842" y="149230"/>
                    </a:cubicBezTo>
                    <a:cubicBezTo>
                      <a:pt x="804" y="149077"/>
                      <a:pt x="766" y="148962"/>
                      <a:pt x="766" y="148809"/>
                    </a:cubicBezTo>
                    <a:cubicBezTo>
                      <a:pt x="1263" y="135716"/>
                      <a:pt x="421" y="122623"/>
                      <a:pt x="613" y="109568"/>
                    </a:cubicBezTo>
                    <a:cubicBezTo>
                      <a:pt x="268" y="87211"/>
                      <a:pt x="0" y="64853"/>
                      <a:pt x="383" y="42457"/>
                    </a:cubicBezTo>
                    <a:cubicBezTo>
                      <a:pt x="345" y="41844"/>
                      <a:pt x="460" y="41079"/>
                      <a:pt x="766" y="40543"/>
                    </a:cubicBezTo>
                    <a:cubicBezTo>
                      <a:pt x="766" y="39892"/>
                      <a:pt x="728" y="39356"/>
                      <a:pt x="651" y="38858"/>
                    </a:cubicBezTo>
                    <a:cubicBezTo>
                      <a:pt x="536" y="33958"/>
                      <a:pt x="460" y="28981"/>
                      <a:pt x="613" y="24042"/>
                    </a:cubicBezTo>
                    <a:cubicBezTo>
                      <a:pt x="192" y="21745"/>
                      <a:pt x="804" y="17611"/>
                      <a:pt x="766" y="16309"/>
                    </a:cubicBezTo>
                    <a:cubicBezTo>
                      <a:pt x="919" y="14242"/>
                      <a:pt x="996" y="12174"/>
                      <a:pt x="996" y="10145"/>
                    </a:cubicBezTo>
                    <a:cubicBezTo>
                      <a:pt x="957" y="8997"/>
                      <a:pt x="919" y="7887"/>
                      <a:pt x="881" y="6776"/>
                    </a:cubicBezTo>
                    <a:cubicBezTo>
                      <a:pt x="804" y="5245"/>
                      <a:pt x="651" y="3714"/>
                      <a:pt x="421" y="2182"/>
                    </a:cubicBezTo>
                    <a:cubicBezTo>
                      <a:pt x="345" y="1914"/>
                      <a:pt x="383" y="1646"/>
                      <a:pt x="460" y="1417"/>
                    </a:cubicBezTo>
                    <a:cubicBezTo>
                      <a:pt x="460" y="1378"/>
                      <a:pt x="460" y="1378"/>
                      <a:pt x="460" y="1340"/>
                    </a:cubicBezTo>
                    <a:cubicBezTo>
                      <a:pt x="766" y="0"/>
                      <a:pt x="1991" y="153"/>
                      <a:pt x="3139" y="268"/>
                    </a:cubicBezTo>
                    <a:cubicBezTo>
                      <a:pt x="3599" y="307"/>
                      <a:pt x="4020" y="383"/>
                      <a:pt x="4364" y="345"/>
                    </a:cubicBezTo>
                    <a:cubicBezTo>
                      <a:pt x="6317" y="498"/>
                      <a:pt x="8269" y="575"/>
                      <a:pt x="10260" y="575"/>
                    </a:cubicBezTo>
                    <a:cubicBezTo>
                      <a:pt x="16845" y="689"/>
                      <a:pt x="23430" y="575"/>
                      <a:pt x="30015" y="383"/>
                    </a:cubicBezTo>
                    <a:cubicBezTo>
                      <a:pt x="30053" y="421"/>
                      <a:pt x="30053" y="460"/>
                      <a:pt x="30091" y="498"/>
                    </a:cubicBezTo>
                    <a:cubicBezTo>
                      <a:pt x="30244" y="613"/>
                      <a:pt x="30397" y="689"/>
                      <a:pt x="30589" y="689"/>
                    </a:cubicBezTo>
                    <a:cubicBezTo>
                      <a:pt x="30704" y="728"/>
                      <a:pt x="30780" y="728"/>
                      <a:pt x="30895" y="728"/>
                    </a:cubicBezTo>
                    <a:lnTo>
                      <a:pt x="30972" y="728"/>
                    </a:lnTo>
                    <a:cubicBezTo>
                      <a:pt x="31163" y="728"/>
                      <a:pt x="31355" y="689"/>
                      <a:pt x="31584" y="689"/>
                    </a:cubicBezTo>
                    <a:cubicBezTo>
                      <a:pt x="31967" y="689"/>
                      <a:pt x="32350" y="651"/>
                      <a:pt x="32733" y="651"/>
                    </a:cubicBezTo>
                    <a:cubicBezTo>
                      <a:pt x="32924" y="651"/>
                      <a:pt x="33154" y="613"/>
                      <a:pt x="33384" y="613"/>
                    </a:cubicBezTo>
                    <a:lnTo>
                      <a:pt x="33575" y="613"/>
                    </a:lnTo>
                    <a:cubicBezTo>
                      <a:pt x="33690" y="651"/>
                      <a:pt x="33805" y="689"/>
                      <a:pt x="33920" y="689"/>
                    </a:cubicBezTo>
                    <a:cubicBezTo>
                      <a:pt x="34034" y="689"/>
                      <a:pt x="34149" y="689"/>
                      <a:pt x="34264" y="689"/>
                    </a:cubicBezTo>
                    <a:cubicBezTo>
                      <a:pt x="34838" y="689"/>
                      <a:pt x="35413" y="689"/>
                      <a:pt x="35987" y="651"/>
                    </a:cubicBezTo>
                    <a:cubicBezTo>
                      <a:pt x="36446" y="651"/>
                      <a:pt x="36944" y="651"/>
                      <a:pt x="37365" y="613"/>
                    </a:cubicBezTo>
                    <a:cubicBezTo>
                      <a:pt x="37595" y="613"/>
                      <a:pt x="37824" y="613"/>
                      <a:pt x="38016" y="613"/>
                    </a:cubicBezTo>
                    <a:cubicBezTo>
                      <a:pt x="38552" y="613"/>
                      <a:pt x="39050" y="613"/>
                      <a:pt x="39547" y="613"/>
                    </a:cubicBezTo>
                    <a:cubicBezTo>
                      <a:pt x="40083" y="575"/>
                      <a:pt x="40581" y="575"/>
                      <a:pt x="41079" y="575"/>
                    </a:cubicBezTo>
                    <a:cubicBezTo>
                      <a:pt x="41347" y="575"/>
                      <a:pt x="41576" y="575"/>
                      <a:pt x="41806" y="575"/>
                    </a:cubicBezTo>
                    <a:cubicBezTo>
                      <a:pt x="41921" y="575"/>
                      <a:pt x="42036" y="575"/>
                      <a:pt x="42151" y="575"/>
                    </a:cubicBezTo>
                    <a:cubicBezTo>
                      <a:pt x="42342" y="575"/>
                      <a:pt x="42495" y="575"/>
                      <a:pt x="42648" y="498"/>
                    </a:cubicBezTo>
                    <a:cubicBezTo>
                      <a:pt x="42763" y="421"/>
                      <a:pt x="42801" y="383"/>
                      <a:pt x="42878" y="307"/>
                    </a:cubicBezTo>
                    <a:cubicBezTo>
                      <a:pt x="43222" y="307"/>
                      <a:pt x="43605" y="268"/>
                      <a:pt x="43950" y="268"/>
                    </a:cubicBezTo>
                    <a:cubicBezTo>
                      <a:pt x="47242" y="345"/>
                      <a:pt x="50535" y="421"/>
                      <a:pt x="53827" y="268"/>
                    </a:cubicBezTo>
                    <a:cubicBezTo>
                      <a:pt x="55703" y="230"/>
                      <a:pt x="57579" y="307"/>
                      <a:pt x="59493" y="383"/>
                    </a:cubicBezTo>
                    <a:cubicBezTo>
                      <a:pt x="61982" y="460"/>
                      <a:pt x="64508" y="536"/>
                      <a:pt x="67035" y="383"/>
                    </a:cubicBezTo>
                    <a:cubicBezTo>
                      <a:pt x="68222" y="153"/>
                      <a:pt x="69485" y="1187"/>
                      <a:pt x="68949" y="2374"/>
                    </a:cubicBezTo>
                    <a:lnTo>
                      <a:pt x="68949" y="2374"/>
                    </a:lnTo>
                    <a:cubicBezTo>
                      <a:pt x="68987" y="2527"/>
                      <a:pt x="69026" y="2680"/>
                      <a:pt x="68987" y="2833"/>
                    </a:cubicBezTo>
                    <a:cubicBezTo>
                      <a:pt x="68987" y="4135"/>
                      <a:pt x="68911" y="5475"/>
                      <a:pt x="68911" y="6776"/>
                    </a:cubicBezTo>
                    <a:cubicBezTo>
                      <a:pt x="69141" y="12174"/>
                      <a:pt x="69370" y="17611"/>
                      <a:pt x="68949" y="23009"/>
                    </a:cubicBezTo>
                    <a:cubicBezTo>
                      <a:pt x="68528" y="36217"/>
                      <a:pt x="69064" y="49233"/>
                      <a:pt x="69294" y="62364"/>
                    </a:cubicBezTo>
                    <a:cubicBezTo>
                      <a:pt x="69715" y="77295"/>
                      <a:pt x="68911" y="92149"/>
                      <a:pt x="69255" y="107041"/>
                    </a:cubicBezTo>
                    <a:cubicBezTo>
                      <a:pt x="69294" y="111980"/>
                      <a:pt x="69217" y="116957"/>
                      <a:pt x="69255" y="121896"/>
                    </a:cubicBezTo>
                    <a:cubicBezTo>
                      <a:pt x="69217" y="123312"/>
                      <a:pt x="69179" y="124690"/>
                      <a:pt x="69141" y="126107"/>
                    </a:cubicBezTo>
                    <a:cubicBezTo>
                      <a:pt x="69217" y="128519"/>
                      <a:pt x="69255" y="130892"/>
                      <a:pt x="69179" y="133304"/>
                    </a:cubicBezTo>
                    <a:cubicBezTo>
                      <a:pt x="69141" y="137094"/>
                      <a:pt x="69064" y="140884"/>
                      <a:pt x="69064" y="144713"/>
                    </a:cubicBezTo>
                    <a:cubicBezTo>
                      <a:pt x="69102" y="146014"/>
                      <a:pt x="69102" y="147316"/>
                      <a:pt x="69141" y="148618"/>
                    </a:cubicBezTo>
                    <a:cubicBezTo>
                      <a:pt x="69217" y="149881"/>
                      <a:pt x="69332" y="151757"/>
                      <a:pt x="67533" y="151489"/>
                    </a:cubicBezTo>
                    <a:cubicBezTo>
                      <a:pt x="67418" y="151489"/>
                      <a:pt x="67341" y="151451"/>
                      <a:pt x="67226" y="151451"/>
                    </a:cubicBezTo>
                    <a:cubicBezTo>
                      <a:pt x="67112" y="151489"/>
                      <a:pt x="66997" y="151527"/>
                      <a:pt x="66882" y="151527"/>
                    </a:cubicBezTo>
                    <a:cubicBezTo>
                      <a:pt x="64279" y="151719"/>
                      <a:pt x="61714" y="151757"/>
                      <a:pt x="59110" y="151757"/>
                    </a:cubicBezTo>
                    <a:cubicBezTo>
                      <a:pt x="56277" y="151757"/>
                      <a:pt x="53444" y="151680"/>
                      <a:pt x="50611" y="15160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42"/>
              <p:cNvSpPr/>
              <p:nvPr/>
            </p:nvSpPr>
            <p:spPr>
              <a:xfrm>
                <a:off x="3934400" y="1966900"/>
                <a:ext cx="1485450" cy="1788825"/>
              </a:xfrm>
              <a:custGeom>
                <a:avLst/>
                <a:gdLst/>
                <a:ahLst/>
                <a:cxnLst/>
                <a:rect l="l" t="t" r="r" b="b"/>
                <a:pathLst>
                  <a:path w="59418" h="71553" extrusionOk="0">
                    <a:moveTo>
                      <a:pt x="58996" y="20865"/>
                    </a:moveTo>
                    <a:cubicBezTo>
                      <a:pt x="59188" y="22932"/>
                      <a:pt x="59379" y="25038"/>
                      <a:pt x="59417" y="27105"/>
                    </a:cubicBezTo>
                    <a:cubicBezTo>
                      <a:pt x="59379" y="30359"/>
                      <a:pt x="59073" y="33652"/>
                      <a:pt x="58843" y="36906"/>
                    </a:cubicBezTo>
                    <a:cubicBezTo>
                      <a:pt x="58537" y="41309"/>
                      <a:pt x="57312" y="45558"/>
                      <a:pt x="55015" y="49348"/>
                    </a:cubicBezTo>
                    <a:cubicBezTo>
                      <a:pt x="50765" y="57120"/>
                      <a:pt x="45673" y="65159"/>
                      <a:pt x="37366" y="69026"/>
                    </a:cubicBezTo>
                    <a:cubicBezTo>
                      <a:pt x="34916" y="70366"/>
                      <a:pt x="32121" y="71553"/>
                      <a:pt x="29288" y="71170"/>
                    </a:cubicBezTo>
                    <a:cubicBezTo>
                      <a:pt x="25306" y="70711"/>
                      <a:pt x="21593" y="68681"/>
                      <a:pt x="18301" y="66499"/>
                    </a:cubicBezTo>
                    <a:cubicBezTo>
                      <a:pt x="17497" y="66078"/>
                      <a:pt x="15582" y="64394"/>
                      <a:pt x="13974" y="62671"/>
                    </a:cubicBezTo>
                    <a:cubicBezTo>
                      <a:pt x="13706" y="62633"/>
                      <a:pt x="13400" y="62518"/>
                      <a:pt x="13132" y="62250"/>
                    </a:cubicBezTo>
                    <a:cubicBezTo>
                      <a:pt x="10108" y="59149"/>
                      <a:pt x="7773" y="55474"/>
                      <a:pt x="5820" y="51645"/>
                    </a:cubicBezTo>
                    <a:cubicBezTo>
                      <a:pt x="3332" y="47281"/>
                      <a:pt x="1417" y="42534"/>
                      <a:pt x="728" y="37519"/>
                    </a:cubicBezTo>
                    <a:cubicBezTo>
                      <a:pt x="1" y="30666"/>
                      <a:pt x="1149" y="23813"/>
                      <a:pt x="920" y="16922"/>
                    </a:cubicBezTo>
                    <a:cubicBezTo>
                      <a:pt x="958" y="16386"/>
                      <a:pt x="1111" y="15735"/>
                      <a:pt x="1456" y="15276"/>
                    </a:cubicBezTo>
                    <a:cubicBezTo>
                      <a:pt x="1456" y="14701"/>
                      <a:pt x="1609" y="14127"/>
                      <a:pt x="1953" y="13630"/>
                    </a:cubicBezTo>
                    <a:cubicBezTo>
                      <a:pt x="2642" y="12519"/>
                      <a:pt x="3408" y="11524"/>
                      <a:pt x="4059" y="10414"/>
                    </a:cubicBezTo>
                    <a:cubicBezTo>
                      <a:pt x="8959" y="4671"/>
                      <a:pt x="16348" y="1608"/>
                      <a:pt x="23699" y="460"/>
                    </a:cubicBezTo>
                    <a:cubicBezTo>
                      <a:pt x="26608" y="115"/>
                      <a:pt x="29556" y="230"/>
                      <a:pt x="32504" y="77"/>
                    </a:cubicBezTo>
                    <a:cubicBezTo>
                      <a:pt x="35452" y="1"/>
                      <a:pt x="38323" y="728"/>
                      <a:pt x="41194" y="1340"/>
                    </a:cubicBezTo>
                    <a:cubicBezTo>
                      <a:pt x="44180" y="1800"/>
                      <a:pt x="46554" y="3752"/>
                      <a:pt x="49196" y="5169"/>
                    </a:cubicBezTo>
                    <a:cubicBezTo>
                      <a:pt x="50344" y="5781"/>
                      <a:pt x="53598" y="7351"/>
                      <a:pt x="53866" y="8997"/>
                    </a:cubicBezTo>
                    <a:lnTo>
                      <a:pt x="54019" y="9189"/>
                    </a:lnTo>
                    <a:cubicBezTo>
                      <a:pt x="55091" y="10567"/>
                      <a:pt x="55972" y="12136"/>
                      <a:pt x="56891" y="13591"/>
                    </a:cubicBezTo>
                    <a:cubicBezTo>
                      <a:pt x="57273" y="14357"/>
                      <a:pt x="57580" y="15084"/>
                      <a:pt x="57886" y="15850"/>
                    </a:cubicBezTo>
                    <a:cubicBezTo>
                      <a:pt x="58192" y="16386"/>
                      <a:pt x="58537" y="16884"/>
                      <a:pt x="58575" y="17534"/>
                    </a:cubicBezTo>
                    <a:cubicBezTo>
                      <a:pt x="58766" y="18683"/>
                      <a:pt x="59149" y="19755"/>
                      <a:pt x="58996" y="20865"/>
                    </a:cubicBezTo>
                    <a:close/>
                  </a:path>
                </a:pathLst>
              </a:custGeom>
              <a:solidFill>
                <a:srgbClr val="F1C4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42"/>
              <p:cNvSpPr/>
              <p:nvPr/>
            </p:nvSpPr>
            <p:spPr>
              <a:xfrm>
                <a:off x="3893250" y="1935325"/>
                <a:ext cx="1568700" cy="1829025"/>
              </a:xfrm>
              <a:custGeom>
                <a:avLst/>
                <a:gdLst/>
                <a:ahLst/>
                <a:cxnLst/>
                <a:rect l="l" t="t" r="r" b="b"/>
                <a:pathLst>
                  <a:path w="62748" h="73161" extrusionOk="0">
                    <a:moveTo>
                      <a:pt x="27182" y="23927"/>
                    </a:moveTo>
                    <a:cubicBezTo>
                      <a:pt x="28331" y="24770"/>
                      <a:pt x="27795" y="27832"/>
                      <a:pt x="27642" y="29134"/>
                    </a:cubicBezTo>
                    <a:cubicBezTo>
                      <a:pt x="27412" y="30665"/>
                      <a:pt x="26455" y="31929"/>
                      <a:pt x="25421" y="33001"/>
                    </a:cubicBezTo>
                    <a:cubicBezTo>
                      <a:pt x="24770" y="33384"/>
                      <a:pt x="24043" y="34991"/>
                      <a:pt x="23239" y="34570"/>
                    </a:cubicBezTo>
                    <a:cubicBezTo>
                      <a:pt x="22588" y="33805"/>
                      <a:pt x="24005" y="33269"/>
                      <a:pt x="24234" y="32618"/>
                    </a:cubicBezTo>
                    <a:cubicBezTo>
                      <a:pt x="25881" y="30244"/>
                      <a:pt x="26378" y="27296"/>
                      <a:pt x="26531" y="24502"/>
                    </a:cubicBezTo>
                    <a:cubicBezTo>
                      <a:pt x="26493" y="24119"/>
                      <a:pt x="26838" y="23813"/>
                      <a:pt x="27182" y="23927"/>
                    </a:cubicBezTo>
                    <a:lnTo>
                      <a:pt x="27182" y="23927"/>
                    </a:lnTo>
                    <a:close/>
                    <a:moveTo>
                      <a:pt x="34150" y="306"/>
                    </a:moveTo>
                    <a:cubicBezTo>
                      <a:pt x="33461" y="268"/>
                      <a:pt x="32733" y="230"/>
                      <a:pt x="32006" y="192"/>
                    </a:cubicBezTo>
                    <a:cubicBezTo>
                      <a:pt x="29747" y="38"/>
                      <a:pt x="27450" y="38"/>
                      <a:pt x="25191" y="230"/>
                    </a:cubicBezTo>
                    <a:cubicBezTo>
                      <a:pt x="25000" y="115"/>
                      <a:pt x="24732" y="38"/>
                      <a:pt x="24426" y="0"/>
                    </a:cubicBezTo>
                    <a:cubicBezTo>
                      <a:pt x="23507" y="230"/>
                      <a:pt x="22588" y="498"/>
                      <a:pt x="21669" y="804"/>
                    </a:cubicBezTo>
                    <a:cubicBezTo>
                      <a:pt x="21631" y="804"/>
                      <a:pt x="21593" y="804"/>
                      <a:pt x="21593" y="804"/>
                    </a:cubicBezTo>
                    <a:cubicBezTo>
                      <a:pt x="21401" y="804"/>
                      <a:pt x="21172" y="842"/>
                      <a:pt x="20942" y="957"/>
                    </a:cubicBezTo>
                    <a:lnTo>
                      <a:pt x="20904" y="957"/>
                    </a:lnTo>
                    <a:cubicBezTo>
                      <a:pt x="20597" y="1034"/>
                      <a:pt x="20291" y="1072"/>
                      <a:pt x="20023" y="1149"/>
                    </a:cubicBezTo>
                    <a:cubicBezTo>
                      <a:pt x="18568" y="1455"/>
                      <a:pt x="11103" y="3599"/>
                      <a:pt x="11026" y="5743"/>
                    </a:cubicBezTo>
                    <a:cubicBezTo>
                      <a:pt x="7887" y="7542"/>
                      <a:pt x="5207" y="10107"/>
                      <a:pt x="3331" y="13093"/>
                    </a:cubicBezTo>
                    <a:cubicBezTo>
                      <a:pt x="2030" y="15428"/>
                      <a:pt x="1417" y="18032"/>
                      <a:pt x="1034" y="20635"/>
                    </a:cubicBezTo>
                    <a:cubicBezTo>
                      <a:pt x="652" y="23238"/>
                      <a:pt x="116" y="25803"/>
                      <a:pt x="116" y="28445"/>
                    </a:cubicBezTo>
                    <a:cubicBezTo>
                      <a:pt x="1" y="36561"/>
                      <a:pt x="2183" y="44754"/>
                      <a:pt x="5782" y="51989"/>
                    </a:cubicBezTo>
                    <a:cubicBezTo>
                      <a:pt x="8193" y="56583"/>
                      <a:pt x="11562" y="60527"/>
                      <a:pt x="15352" y="64010"/>
                    </a:cubicBezTo>
                    <a:cubicBezTo>
                      <a:pt x="15582" y="64240"/>
                      <a:pt x="15812" y="64508"/>
                      <a:pt x="16042" y="64738"/>
                    </a:cubicBezTo>
                    <a:cubicBezTo>
                      <a:pt x="19755" y="68451"/>
                      <a:pt x="24426" y="71399"/>
                      <a:pt x="29594" y="72280"/>
                    </a:cubicBezTo>
                    <a:cubicBezTo>
                      <a:pt x="30092" y="72509"/>
                      <a:pt x="30589" y="72701"/>
                      <a:pt x="31087" y="72892"/>
                    </a:cubicBezTo>
                    <a:cubicBezTo>
                      <a:pt x="31393" y="73007"/>
                      <a:pt x="31700" y="73007"/>
                      <a:pt x="31929" y="72892"/>
                    </a:cubicBezTo>
                    <a:lnTo>
                      <a:pt x="32044" y="72931"/>
                    </a:lnTo>
                    <a:cubicBezTo>
                      <a:pt x="32350" y="73045"/>
                      <a:pt x="32618" y="73045"/>
                      <a:pt x="32810" y="73007"/>
                    </a:cubicBezTo>
                    <a:cubicBezTo>
                      <a:pt x="33384" y="73160"/>
                      <a:pt x="33805" y="72931"/>
                      <a:pt x="34073" y="72548"/>
                    </a:cubicBezTo>
                    <a:cubicBezTo>
                      <a:pt x="34494" y="72548"/>
                      <a:pt x="34877" y="72548"/>
                      <a:pt x="35298" y="72509"/>
                    </a:cubicBezTo>
                    <a:cubicBezTo>
                      <a:pt x="35528" y="72471"/>
                      <a:pt x="35681" y="72433"/>
                      <a:pt x="35834" y="72318"/>
                    </a:cubicBezTo>
                    <a:cubicBezTo>
                      <a:pt x="35987" y="72280"/>
                      <a:pt x="36102" y="72241"/>
                      <a:pt x="36217" y="72165"/>
                    </a:cubicBezTo>
                    <a:cubicBezTo>
                      <a:pt x="40352" y="71131"/>
                      <a:pt x="43912" y="68145"/>
                      <a:pt x="46937" y="65197"/>
                    </a:cubicBezTo>
                    <a:cubicBezTo>
                      <a:pt x="47817" y="64355"/>
                      <a:pt x="48621" y="63475"/>
                      <a:pt x="49425" y="62556"/>
                    </a:cubicBezTo>
                    <a:cubicBezTo>
                      <a:pt x="49425" y="62556"/>
                      <a:pt x="49425" y="62556"/>
                      <a:pt x="49425" y="62556"/>
                    </a:cubicBezTo>
                    <a:cubicBezTo>
                      <a:pt x="51148" y="62403"/>
                      <a:pt x="52985" y="58804"/>
                      <a:pt x="53904" y="57387"/>
                    </a:cubicBezTo>
                    <a:cubicBezTo>
                      <a:pt x="58537" y="49731"/>
                      <a:pt x="61484" y="41002"/>
                      <a:pt x="62020" y="32082"/>
                    </a:cubicBezTo>
                    <a:cubicBezTo>
                      <a:pt x="62327" y="26569"/>
                      <a:pt x="62748" y="20252"/>
                      <a:pt x="60144" y="15237"/>
                    </a:cubicBezTo>
                    <a:cubicBezTo>
                      <a:pt x="59073" y="13093"/>
                      <a:pt x="57618" y="10988"/>
                      <a:pt x="55857" y="9188"/>
                    </a:cubicBezTo>
                    <a:cubicBezTo>
                      <a:pt x="56201" y="8614"/>
                      <a:pt x="56125" y="7772"/>
                      <a:pt x="55282" y="7465"/>
                    </a:cubicBezTo>
                    <a:cubicBezTo>
                      <a:pt x="54593" y="7236"/>
                      <a:pt x="53866" y="6968"/>
                      <a:pt x="53139" y="6738"/>
                    </a:cubicBezTo>
                    <a:cubicBezTo>
                      <a:pt x="53177" y="6700"/>
                      <a:pt x="53215" y="6623"/>
                      <a:pt x="53253" y="6585"/>
                    </a:cubicBezTo>
                    <a:cubicBezTo>
                      <a:pt x="53521" y="6011"/>
                      <a:pt x="53330" y="5283"/>
                      <a:pt x="52756" y="5015"/>
                    </a:cubicBezTo>
                    <a:cubicBezTo>
                      <a:pt x="52181" y="4709"/>
                      <a:pt x="51607" y="4479"/>
                      <a:pt x="51071" y="4211"/>
                    </a:cubicBezTo>
                    <a:cubicBezTo>
                      <a:pt x="51110" y="3714"/>
                      <a:pt x="50842" y="3139"/>
                      <a:pt x="50152" y="2986"/>
                    </a:cubicBezTo>
                    <a:cubicBezTo>
                      <a:pt x="48927" y="2795"/>
                      <a:pt x="47664" y="2527"/>
                      <a:pt x="46439" y="2259"/>
                    </a:cubicBezTo>
                    <a:cubicBezTo>
                      <a:pt x="46554" y="1685"/>
                      <a:pt x="46286" y="1034"/>
                      <a:pt x="45520" y="881"/>
                    </a:cubicBezTo>
                    <a:cubicBezTo>
                      <a:pt x="42228" y="345"/>
                      <a:pt x="38246" y="153"/>
                      <a:pt x="34150" y="306"/>
                    </a:cubicBezTo>
                    <a:lnTo>
                      <a:pt x="34150" y="306"/>
                    </a:lnTo>
                    <a:close/>
                    <a:moveTo>
                      <a:pt x="29900" y="3025"/>
                    </a:moveTo>
                    <a:cubicBezTo>
                      <a:pt x="26723" y="3407"/>
                      <a:pt x="23583" y="4020"/>
                      <a:pt x="20559" y="4977"/>
                    </a:cubicBezTo>
                    <a:cubicBezTo>
                      <a:pt x="15774" y="6853"/>
                      <a:pt x="11677" y="10337"/>
                      <a:pt x="8576" y="14395"/>
                    </a:cubicBezTo>
                    <a:cubicBezTo>
                      <a:pt x="8461" y="14548"/>
                      <a:pt x="8347" y="14739"/>
                      <a:pt x="8232" y="14893"/>
                    </a:cubicBezTo>
                    <a:cubicBezTo>
                      <a:pt x="7619" y="16118"/>
                      <a:pt x="7160" y="17381"/>
                      <a:pt x="6930" y="18644"/>
                    </a:cubicBezTo>
                    <a:cubicBezTo>
                      <a:pt x="7772" y="18453"/>
                      <a:pt x="8615" y="18300"/>
                      <a:pt x="9112" y="18261"/>
                    </a:cubicBezTo>
                    <a:cubicBezTo>
                      <a:pt x="12290" y="17496"/>
                      <a:pt x="17228" y="18912"/>
                      <a:pt x="20483" y="17764"/>
                    </a:cubicBezTo>
                    <a:cubicBezTo>
                      <a:pt x="20827" y="17649"/>
                      <a:pt x="21133" y="17496"/>
                      <a:pt x="21440" y="17343"/>
                    </a:cubicBezTo>
                    <a:cubicBezTo>
                      <a:pt x="22282" y="16845"/>
                      <a:pt x="22665" y="15926"/>
                      <a:pt x="23239" y="15237"/>
                    </a:cubicBezTo>
                    <a:cubicBezTo>
                      <a:pt x="23737" y="14931"/>
                      <a:pt x="24311" y="15658"/>
                      <a:pt x="23851" y="16041"/>
                    </a:cubicBezTo>
                    <a:cubicBezTo>
                      <a:pt x="23813" y="16041"/>
                      <a:pt x="23813" y="16079"/>
                      <a:pt x="23813" y="16079"/>
                    </a:cubicBezTo>
                    <a:cubicBezTo>
                      <a:pt x="23813" y="16156"/>
                      <a:pt x="23775" y="16194"/>
                      <a:pt x="23737" y="16232"/>
                    </a:cubicBezTo>
                    <a:cubicBezTo>
                      <a:pt x="23239" y="17534"/>
                      <a:pt x="22129" y="18300"/>
                      <a:pt x="20904" y="18721"/>
                    </a:cubicBezTo>
                    <a:cubicBezTo>
                      <a:pt x="16846" y="20520"/>
                      <a:pt x="10912" y="18415"/>
                      <a:pt x="6739" y="19908"/>
                    </a:cubicBezTo>
                    <a:lnTo>
                      <a:pt x="6739" y="20061"/>
                    </a:lnTo>
                    <a:cubicBezTo>
                      <a:pt x="6700" y="20597"/>
                      <a:pt x="6662" y="21133"/>
                      <a:pt x="6700" y="21669"/>
                    </a:cubicBezTo>
                    <a:cubicBezTo>
                      <a:pt x="6930" y="22970"/>
                      <a:pt x="7236" y="24234"/>
                      <a:pt x="7313" y="25574"/>
                    </a:cubicBezTo>
                    <a:cubicBezTo>
                      <a:pt x="7389" y="26990"/>
                      <a:pt x="7160" y="28445"/>
                      <a:pt x="6968" y="29861"/>
                    </a:cubicBezTo>
                    <a:cubicBezTo>
                      <a:pt x="4710" y="41461"/>
                      <a:pt x="9112" y="51836"/>
                      <a:pt x="16578" y="60106"/>
                    </a:cubicBezTo>
                    <a:cubicBezTo>
                      <a:pt x="17879" y="61407"/>
                      <a:pt x="19257" y="62671"/>
                      <a:pt x="20712" y="63857"/>
                    </a:cubicBezTo>
                    <a:cubicBezTo>
                      <a:pt x="21669" y="64585"/>
                      <a:pt x="22665" y="65350"/>
                      <a:pt x="23660" y="66040"/>
                    </a:cubicBezTo>
                    <a:cubicBezTo>
                      <a:pt x="25000" y="66767"/>
                      <a:pt x="26340" y="67379"/>
                      <a:pt x="27756" y="67915"/>
                    </a:cubicBezTo>
                    <a:cubicBezTo>
                      <a:pt x="29249" y="68298"/>
                      <a:pt x="30743" y="68490"/>
                      <a:pt x="32274" y="68681"/>
                    </a:cubicBezTo>
                    <a:cubicBezTo>
                      <a:pt x="32427" y="68681"/>
                      <a:pt x="32542" y="68681"/>
                      <a:pt x="32695" y="68719"/>
                    </a:cubicBezTo>
                    <a:lnTo>
                      <a:pt x="32695" y="68719"/>
                    </a:lnTo>
                    <a:cubicBezTo>
                      <a:pt x="38974" y="68375"/>
                      <a:pt x="44180" y="64393"/>
                      <a:pt x="48277" y="59187"/>
                    </a:cubicBezTo>
                    <a:cubicBezTo>
                      <a:pt x="53675" y="51530"/>
                      <a:pt x="57235" y="41997"/>
                      <a:pt x="55359" y="32656"/>
                    </a:cubicBezTo>
                    <a:cubicBezTo>
                      <a:pt x="54134" y="26875"/>
                      <a:pt x="53828" y="26339"/>
                      <a:pt x="54708" y="20482"/>
                    </a:cubicBezTo>
                    <a:cubicBezTo>
                      <a:pt x="51148" y="19487"/>
                      <a:pt x="48047" y="19946"/>
                      <a:pt x="44065" y="19563"/>
                    </a:cubicBezTo>
                    <a:cubicBezTo>
                      <a:pt x="41998" y="19104"/>
                      <a:pt x="39854" y="17726"/>
                      <a:pt x="39242" y="15620"/>
                    </a:cubicBezTo>
                    <a:cubicBezTo>
                      <a:pt x="39778" y="14395"/>
                      <a:pt x="40505" y="16003"/>
                      <a:pt x="40811" y="16539"/>
                    </a:cubicBezTo>
                    <a:cubicBezTo>
                      <a:pt x="41271" y="17190"/>
                      <a:pt x="41921" y="17687"/>
                      <a:pt x="42649" y="17994"/>
                    </a:cubicBezTo>
                    <a:cubicBezTo>
                      <a:pt x="43032" y="17228"/>
                      <a:pt x="44525" y="18108"/>
                      <a:pt x="45252" y="17994"/>
                    </a:cubicBezTo>
                    <a:cubicBezTo>
                      <a:pt x="46669" y="18032"/>
                      <a:pt x="48123" y="17764"/>
                      <a:pt x="49578" y="17879"/>
                    </a:cubicBezTo>
                    <a:cubicBezTo>
                      <a:pt x="51339" y="17994"/>
                      <a:pt x="53100" y="18453"/>
                      <a:pt x="54746" y="19104"/>
                    </a:cubicBezTo>
                    <a:cubicBezTo>
                      <a:pt x="54708" y="18721"/>
                      <a:pt x="54632" y="18300"/>
                      <a:pt x="54593" y="17917"/>
                    </a:cubicBezTo>
                    <a:cubicBezTo>
                      <a:pt x="53100" y="12672"/>
                      <a:pt x="49157" y="8384"/>
                      <a:pt x="44601" y="5398"/>
                    </a:cubicBezTo>
                    <a:cubicBezTo>
                      <a:pt x="40964" y="4135"/>
                      <a:pt x="37174" y="3254"/>
                      <a:pt x="33346" y="2871"/>
                    </a:cubicBezTo>
                    <a:cubicBezTo>
                      <a:pt x="32197" y="2871"/>
                      <a:pt x="31049" y="2948"/>
                      <a:pt x="29900" y="3025"/>
                    </a:cubicBezTo>
                    <a:lnTo>
                      <a:pt x="29900" y="3025"/>
                    </a:lnTo>
                    <a:close/>
                    <a:moveTo>
                      <a:pt x="40428" y="35106"/>
                    </a:moveTo>
                    <a:cubicBezTo>
                      <a:pt x="39931" y="34188"/>
                      <a:pt x="39318" y="34647"/>
                      <a:pt x="38820" y="35298"/>
                    </a:cubicBezTo>
                    <a:cubicBezTo>
                      <a:pt x="38323" y="35719"/>
                      <a:pt x="37672" y="35757"/>
                      <a:pt x="37021" y="35795"/>
                    </a:cubicBezTo>
                    <a:cubicBezTo>
                      <a:pt x="34533" y="36255"/>
                      <a:pt x="34035" y="37824"/>
                      <a:pt x="30857" y="37097"/>
                    </a:cubicBezTo>
                    <a:cubicBezTo>
                      <a:pt x="29709" y="36867"/>
                      <a:pt x="28714" y="36178"/>
                      <a:pt x="27565" y="35949"/>
                    </a:cubicBezTo>
                    <a:cubicBezTo>
                      <a:pt x="26493" y="35757"/>
                      <a:pt x="25421" y="36485"/>
                      <a:pt x="24349" y="36178"/>
                    </a:cubicBezTo>
                    <a:cubicBezTo>
                      <a:pt x="23354" y="35872"/>
                      <a:pt x="23851" y="34723"/>
                      <a:pt x="23086" y="34685"/>
                    </a:cubicBezTo>
                    <a:cubicBezTo>
                      <a:pt x="22626" y="34647"/>
                      <a:pt x="22435" y="35145"/>
                      <a:pt x="22588" y="35527"/>
                    </a:cubicBezTo>
                    <a:cubicBezTo>
                      <a:pt x="21248" y="36944"/>
                      <a:pt x="21822" y="39432"/>
                      <a:pt x="23354" y="40504"/>
                    </a:cubicBezTo>
                    <a:cubicBezTo>
                      <a:pt x="25115" y="41653"/>
                      <a:pt x="27220" y="41959"/>
                      <a:pt x="29249" y="42112"/>
                    </a:cubicBezTo>
                    <a:cubicBezTo>
                      <a:pt x="32350" y="42151"/>
                      <a:pt x="36906" y="42036"/>
                      <a:pt x="39395" y="40121"/>
                    </a:cubicBezTo>
                    <a:cubicBezTo>
                      <a:pt x="40581" y="38782"/>
                      <a:pt x="41194" y="36753"/>
                      <a:pt x="40428" y="35106"/>
                    </a:cubicBezTo>
                    <a:close/>
                  </a:path>
                </a:pathLst>
              </a:custGeom>
              <a:solidFill>
                <a:srgbClr val="DBAA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42"/>
              <p:cNvSpPr/>
              <p:nvPr/>
            </p:nvSpPr>
            <p:spPr>
              <a:xfrm>
                <a:off x="4126775" y="2474150"/>
                <a:ext cx="1093025" cy="1063375"/>
              </a:xfrm>
              <a:custGeom>
                <a:avLst/>
                <a:gdLst/>
                <a:ahLst/>
                <a:cxnLst/>
                <a:rect l="l" t="t" r="r" b="b"/>
                <a:pathLst>
                  <a:path w="43721" h="42535" extrusionOk="0">
                    <a:moveTo>
                      <a:pt x="9610" y="5016"/>
                    </a:moveTo>
                    <a:cubicBezTo>
                      <a:pt x="8423" y="3178"/>
                      <a:pt x="6011" y="2910"/>
                      <a:pt x="4021" y="3140"/>
                    </a:cubicBezTo>
                    <a:cubicBezTo>
                      <a:pt x="3102" y="3140"/>
                      <a:pt x="1494" y="4786"/>
                      <a:pt x="1149" y="3255"/>
                    </a:cubicBezTo>
                    <a:cubicBezTo>
                      <a:pt x="1" y="2183"/>
                      <a:pt x="2260" y="1417"/>
                      <a:pt x="3064" y="1149"/>
                    </a:cubicBezTo>
                    <a:cubicBezTo>
                      <a:pt x="4480" y="728"/>
                      <a:pt x="6126" y="652"/>
                      <a:pt x="7505" y="1264"/>
                    </a:cubicBezTo>
                    <a:cubicBezTo>
                      <a:pt x="8844" y="1877"/>
                      <a:pt x="10223" y="2872"/>
                      <a:pt x="10835" y="4250"/>
                    </a:cubicBezTo>
                    <a:cubicBezTo>
                      <a:pt x="11103" y="5016"/>
                      <a:pt x="10146" y="5629"/>
                      <a:pt x="9610" y="5016"/>
                    </a:cubicBezTo>
                    <a:lnTo>
                      <a:pt x="9610" y="5016"/>
                    </a:lnTo>
                    <a:close/>
                    <a:moveTo>
                      <a:pt x="20100" y="42036"/>
                    </a:moveTo>
                    <a:cubicBezTo>
                      <a:pt x="19564" y="42036"/>
                      <a:pt x="19028" y="41577"/>
                      <a:pt x="19181" y="41003"/>
                    </a:cubicBezTo>
                    <a:cubicBezTo>
                      <a:pt x="19985" y="39739"/>
                      <a:pt x="22435" y="39625"/>
                      <a:pt x="23813" y="39701"/>
                    </a:cubicBezTo>
                    <a:cubicBezTo>
                      <a:pt x="26149" y="39892"/>
                      <a:pt x="26110" y="42534"/>
                      <a:pt x="23584" y="41768"/>
                    </a:cubicBezTo>
                    <a:cubicBezTo>
                      <a:pt x="22512" y="42036"/>
                      <a:pt x="21248" y="41922"/>
                      <a:pt x="20100" y="42036"/>
                    </a:cubicBezTo>
                    <a:lnTo>
                      <a:pt x="20100" y="42036"/>
                    </a:lnTo>
                    <a:close/>
                    <a:moveTo>
                      <a:pt x="20942" y="14242"/>
                    </a:moveTo>
                    <a:cubicBezTo>
                      <a:pt x="19870" y="14128"/>
                      <a:pt x="18377" y="12788"/>
                      <a:pt x="19832" y="12022"/>
                    </a:cubicBezTo>
                    <a:cubicBezTo>
                      <a:pt x="20521" y="11831"/>
                      <a:pt x="21287" y="12060"/>
                      <a:pt x="22014" y="12022"/>
                    </a:cubicBezTo>
                    <a:cubicBezTo>
                      <a:pt x="22895" y="12022"/>
                      <a:pt x="23967" y="11945"/>
                      <a:pt x="24503" y="12749"/>
                    </a:cubicBezTo>
                    <a:cubicBezTo>
                      <a:pt x="25039" y="14664"/>
                      <a:pt x="22129" y="14587"/>
                      <a:pt x="20942" y="14242"/>
                    </a:cubicBezTo>
                    <a:close/>
                    <a:moveTo>
                      <a:pt x="33499" y="5246"/>
                    </a:moveTo>
                    <a:cubicBezTo>
                      <a:pt x="32657" y="4633"/>
                      <a:pt x="33576" y="3600"/>
                      <a:pt x="34073" y="3102"/>
                    </a:cubicBezTo>
                    <a:cubicBezTo>
                      <a:pt x="36447" y="460"/>
                      <a:pt x="41041" y="1"/>
                      <a:pt x="43491" y="2757"/>
                    </a:cubicBezTo>
                    <a:cubicBezTo>
                      <a:pt x="43721" y="3064"/>
                      <a:pt x="43644" y="3523"/>
                      <a:pt x="43338" y="3753"/>
                    </a:cubicBezTo>
                    <a:cubicBezTo>
                      <a:pt x="42687" y="4250"/>
                      <a:pt x="42266" y="3446"/>
                      <a:pt x="41769" y="3140"/>
                    </a:cubicBezTo>
                    <a:cubicBezTo>
                      <a:pt x="39433" y="1532"/>
                      <a:pt x="36179" y="2413"/>
                      <a:pt x="34571" y="4671"/>
                    </a:cubicBezTo>
                    <a:cubicBezTo>
                      <a:pt x="34533" y="5169"/>
                      <a:pt x="33959" y="5514"/>
                      <a:pt x="33499" y="5246"/>
                    </a:cubicBezTo>
                    <a:close/>
                  </a:path>
                </a:pathLst>
              </a:custGeom>
              <a:solidFill>
                <a:srgbClr val="F8D8C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42"/>
              <p:cNvSpPr/>
              <p:nvPr/>
            </p:nvSpPr>
            <p:spPr>
              <a:xfrm>
                <a:off x="3980350" y="2727800"/>
                <a:ext cx="386700" cy="391475"/>
              </a:xfrm>
              <a:custGeom>
                <a:avLst/>
                <a:gdLst/>
                <a:ahLst/>
                <a:cxnLst/>
                <a:rect l="l" t="t" r="r" b="b"/>
                <a:pathLst>
                  <a:path w="15468" h="15659" extrusionOk="0">
                    <a:moveTo>
                      <a:pt x="14166" y="7389"/>
                    </a:moveTo>
                    <a:cubicBezTo>
                      <a:pt x="15467" y="11523"/>
                      <a:pt x="11600" y="15658"/>
                      <a:pt x="7428" y="15237"/>
                    </a:cubicBezTo>
                    <a:cubicBezTo>
                      <a:pt x="5322" y="15160"/>
                      <a:pt x="3293" y="14127"/>
                      <a:pt x="2374" y="12174"/>
                    </a:cubicBezTo>
                    <a:cubicBezTo>
                      <a:pt x="1034" y="10643"/>
                      <a:pt x="77" y="8690"/>
                      <a:pt x="39" y="6661"/>
                    </a:cubicBezTo>
                    <a:cubicBezTo>
                      <a:pt x="1" y="4786"/>
                      <a:pt x="575" y="2795"/>
                      <a:pt x="2221" y="1761"/>
                    </a:cubicBezTo>
                    <a:cubicBezTo>
                      <a:pt x="4748" y="0"/>
                      <a:pt x="7887" y="651"/>
                      <a:pt x="10337" y="2374"/>
                    </a:cubicBezTo>
                    <a:cubicBezTo>
                      <a:pt x="12213" y="3446"/>
                      <a:pt x="13821" y="5015"/>
                      <a:pt x="14166" y="7236"/>
                    </a:cubicBezTo>
                    <a:close/>
                  </a:path>
                </a:pathLst>
              </a:custGeom>
              <a:solidFill>
                <a:srgbClr val="EEA0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42"/>
              <p:cNvSpPr/>
              <p:nvPr/>
            </p:nvSpPr>
            <p:spPr>
              <a:xfrm>
                <a:off x="4968075" y="2673225"/>
                <a:ext cx="464200" cy="445075"/>
              </a:xfrm>
              <a:custGeom>
                <a:avLst/>
                <a:gdLst/>
                <a:ahLst/>
                <a:cxnLst/>
                <a:rect l="l" t="t" r="r" b="b"/>
                <a:pathLst>
                  <a:path w="18568" h="17803" extrusionOk="0">
                    <a:moveTo>
                      <a:pt x="6126" y="3140"/>
                    </a:moveTo>
                    <a:cubicBezTo>
                      <a:pt x="12672" y="1"/>
                      <a:pt x="18568" y="5169"/>
                      <a:pt x="15161" y="11984"/>
                    </a:cubicBezTo>
                    <a:cubicBezTo>
                      <a:pt x="13400" y="16386"/>
                      <a:pt x="7389" y="17803"/>
                      <a:pt x="3790" y="14740"/>
                    </a:cubicBezTo>
                    <a:cubicBezTo>
                      <a:pt x="0" y="11027"/>
                      <a:pt x="1723" y="5475"/>
                      <a:pt x="6126" y="3140"/>
                    </a:cubicBezTo>
                    <a:close/>
                  </a:path>
                </a:pathLst>
              </a:custGeom>
              <a:solidFill>
                <a:srgbClr val="EEA0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42"/>
              <p:cNvSpPr/>
              <p:nvPr/>
            </p:nvSpPr>
            <p:spPr>
              <a:xfrm>
                <a:off x="4348825" y="3038850"/>
                <a:ext cx="703500" cy="337875"/>
              </a:xfrm>
              <a:custGeom>
                <a:avLst/>
                <a:gdLst/>
                <a:ahLst/>
                <a:cxnLst/>
                <a:rect l="l" t="t" r="r" b="b"/>
                <a:pathLst>
                  <a:path w="28140" h="13515" extrusionOk="0">
                    <a:moveTo>
                      <a:pt x="1226" y="3446"/>
                    </a:moveTo>
                    <a:cubicBezTo>
                      <a:pt x="1264" y="3369"/>
                      <a:pt x="1379" y="3254"/>
                      <a:pt x="1494" y="3216"/>
                    </a:cubicBezTo>
                    <a:cubicBezTo>
                      <a:pt x="1838" y="3025"/>
                      <a:pt x="2221" y="2910"/>
                      <a:pt x="2604" y="2757"/>
                    </a:cubicBezTo>
                    <a:cubicBezTo>
                      <a:pt x="4059" y="2221"/>
                      <a:pt x="5973" y="1876"/>
                      <a:pt x="6662" y="1685"/>
                    </a:cubicBezTo>
                    <a:cubicBezTo>
                      <a:pt x="13477" y="230"/>
                      <a:pt x="20865" y="0"/>
                      <a:pt x="27412" y="2757"/>
                    </a:cubicBezTo>
                    <a:cubicBezTo>
                      <a:pt x="27795" y="2986"/>
                      <a:pt x="27795" y="3369"/>
                      <a:pt x="27642" y="3675"/>
                    </a:cubicBezTo>
                    <a:cubicBezTo>
                      <a:pt x="27718" y="3752"/>
                      <a:pt x="27756" y="3829"/>
                      <a:pt x="27795" y="3943"/>
                    </a:cubicBezTo>
                    <a:cubicBezTo>
                      <a:pt x="28024" y="4097"/>
                      <a:pt x="28139" y="4403"/>
                      <a:pt x="27948" y="4747"/>
                    </a:cubicBezTo>
                    <a:cubicBezTo>
                      <a:pt x="26914" y="7083"/>
                      <a:pt x="24885" y="8844"/>
                      <a:pt x="22933" y="10413"/>
                    </a:cubicBezTo>
                    <a:cubicBezTo>
                      <a:pt x="20253" y="12596"/>
                      <a:pt x="16769" y="13514"/>
                      <a:pt x="13362" y="13438"/>
                    </a:cubicBezTo>
                    <a:cubicBezTo>
                      <a:pt x="7696" y="13476"/>
                      <a:pt x="2757" y="9341"/>
                      <a:pt x="192" y="4518"/>
                    </a:cubicBezTo>
                    <a:cubicBezTo>
                      <a:pt x="1" y="3982"/>
                      <a:pt x="537" y="3484"/>
                      <a:pt x="1073" y="3599"/>
                    </a:cubicBezTo>
                    <a:cubicBezTo>
                      <a:pt x="1111" y="3561"/>
                      <a:pt x="1149" y="3522"/>
                      <a:pt x="1226" y="3446"/>
                    </a:cubicBezTo>
                    <a:lnTo>
                      <a:pt x="1226" y="3446"/>
                    </a:lnTo>
                    <a:close/>
                    <a:moveTo>
                      <a:pt x="4289" y="3752"/>
                    </a:moveTo>
                    <a:cubicBezTo>
                      <a:pt x="3599" y="3943"/>
                      <a:pt x="2910" y="4173"/>
                      <a:pt x="2221" y="4479"/>
                    </a:cubicBezTo>
                    <a:cubicBezTo>
                      <a:pt x="2221" y="4518"/>
                      <a:pt x="2183" y="4518"/>
                      <a:pt x="2145" y="4556"/>
                    </a:cubicBezTo>
                    <a:cubicBezTo>
                      <a:pt x="2987" y="5781"/>
                      <a:pt x="4059" y="6776"/>
                      <a:pt x="5246" y="7657"/>
                    </a:cubicBezTo>
                    <a:cubicBezTo>
                      <a:pt x="9227" y="10681"/>
                      <a:pt x="14855" y="11868"/>
                      <a:pt x="19487" y="9686"/>
                    </a:cubicBezTo>
                    <a:cubicBezTo>
                      <a:pt x="22090" y="8538"/>
                      <a:pt x="24617" y="6930"/>
                      <a:pt x="26110" y="4441"/>
                    </a:cubicBezTo>
                    <a:cubicBezTo>
                      <a:pt x="26149" y="4365"/>
                      <a:pt x="26187" y="4250"/>
                      <a:pt x="26225" y="4173"/>
                    </a:cubicBezTo>
                    <a:cubicBezTo>
                      <a:pt x="26110" y="4250"/>
                      <a:pt x="25919" y="4326"/>
                      <a:pt x="25689" y="4250"/>
                    </a:cubicBezTo>
                    <a:cubicBezTo>
                      <a:pt x="25077" y="4058"/>
                      <a:pt x="24464" y="3905"/>
                      <a:pt x="23852" y="3752"/>
                    </a:cubicBezTo>
                    <a:cubicBezTo>
                      <a:pt x="18377" y="2297"/>
                      <a:pt x="12558" y="2144"/>
                      <a:pt x="6930" y="3101"/>
                    </a:cubicBezTo>
                    <a:cubicBezTo>
                      <a:pt x="6050" y="3293"/>
                      <a:pt x="5169" y="3484"/>
                      <a:pt x="4289" y="3752"/>
                    </a:cubicBezTo>
                    <a:lnTo>
                      <a:pt x="4289" y="3752"/>
                    </a:lnTo>
                    <a:close/>
                    <a:moveTo>
                      <a:pt x="728" y="4977"/>
                    </a:moveTo>
                    <a:lnTo>
                      <a:pt x="728" y="4977"/>
                    </a:lnTo>
                    <a:cubicBezTo>
                      <a:pt x="728" y="4977"/>
                      <a:pt x="690" y="4977"/>
                      <a:pt x="690" y="4977"/>
                    </a:cubicBezTo>
                    <a:lnTo>
                      <a:pt x="728" y="4977"/>
                    </a:lnTo>
                    <a:close/>
                  </a:path>
                </a:pathLst>
              </a:custGeom>
              <a:solidFill>
                <a:srgbClr val="E9846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42"/>
              <p:cNvSpPr/>
              <p:nvPr/>
            </p:nvSpPr>
            <p:spPr>
              <a:xfrm>
                <a:off x="4134450" y="2547850"/>
                <a:ext cx="1081525" cy="92875"/>
              </a:xfrm>
              <a:custGeom>
                <a:avLst/>
                <a:gdLst/>
                <a:ahLst/>
                <a:cxnLst/>
                <a:rect l="l" t="t" r="r" b="b"/>
                <a:pathLst>
                  <a:path w="43261" h="3715" extrusionOk="0">
                    <a:moveTo>
                      <a:pt x="1914" y="498"/>
                    </a:moveTo>
                    <a:cubicBezTo>
                      <a:pt x="2144" y="269"/>
                      <a:pt x="2565" y="192"/>
                      <a:pt x="2910" y="460"/>
                    </a:cubicBezTo>
                    <a:cubicBezTo>
                      <a:pt x="3293" y="766"/>
                      <a:pt x="3752" y="996"/>
                      <a:pt x="4211" y="1226"/>
                    </a:cubicBezTo>
                    <a:cubicBezTo>
                      <a:pt x="4786" y="537"/>
                      <a:pt x="6317" y="1226"/>
                      <a:pt x="7121" y="1188"/>
                    </a:cubicBezTo>
                    <a:cubicBezTo>
                      <a:pt x="8155" y="1379"/>
                      <a:pt x="11524" y="1379"/>
                      <a:pt x="10145" y="3102"/>
                    </a:cubicBezTo>
                    <a:cubicBezTo>
                      <a:pt x="8614" y="3714"/>
                      <a:pt x="6815" y="3599"/>
                      <a:pt x="5207" y="3255"/>
                    </a:cubicBezTo>
                    <a:cubicBezTo>
                      <a:pt x="3714" y="3102"/>
                      <a:pt x="2259" y="2757"/>
                      <a:pt x="996" y="1991"/>
                    </a:cubicBezTo>
                    <a:cubicBezTo>
                      <a:pt x="0" y="1264"/>
                      <a:pt x="1072" y="39"/>
                      <a:pt x="1876" y="498"/>
                    </a:cubicBezTo>
                    <a:lnTo>
                      <a:pt x="1876" y="498"/>
                    </a:lnTo>
                    <a:close/>
                    <a:moveTo>
                      <a:pt x="38399" y="1034"/>
                    </a:moveTo>
                    <a:cubicBezTo>
                      <a:pt x="38743" y="881"/>
                      <a:pt x="39203" y="805"/>
                      <a:pt x="39624" y="766"/>
                    </a:cubicBezTo>
                    <a:cubicBezTo>
                      <a:pt x="40160" y="575"/>
                      <a:pt x="40658" y="384"/>
                      <a:pt x="41155" y="154"/>
                    </a:cubicBezTo>
                    <a:cubicBezTo>
                      <a:pt x="41423" y="1"/>
                      <a:pt x="41768" y="1"/>
                      <a:pt x="41997" y="192"/>
                    </a:cubicBezTo>
                    <a:cubicBezTo>
                      <a:pt x="42648" y="39"/>
                      <a:pt x="43146" y="116"/>
                      <a:pt x="43261" y="920"/>
                    </a:cubicBezTo>
                    <a:cubicBezTo>
                      <a:pt x="43223" y="1456"/>
                      <a:pt x="42840" y="1685"/>
                      <a:pt x="42342" y="1838"/>
                    </a:cubicBezTo>
                    <a:cubicBezTo>
                      <a:pt x="40658" y="2795"/>
                      <a:pt x="38743" y="3255"/>
                      <a:pt x="36791" y="3140"/>
                    </a:cubicBezTo>
                    <a:cubicBezTo>
                      <a:pt x="36102" y="3063"/>
                      <a:pt x="34341" y="3140"/>
                      <a:pt x="33575" y="2604"/>
                    </a:cubicBezTo>
                    <a:cubicBezTo>
                      <a:pt x="33498" y="2604"/>
                      <a:pt x="33460" y="2566"/>
                      <a:pt x="33384" y="2527"/>
                    </a:cubicBezTo>
                    <a:cubicBezTo>
                      <a:pt x="32656" y="2145"/>
                      <a:pt x="32963" y="996"/>
                      <a:pt x="33766" y="996"/>
                    </a:cubicBezTo>
                    <a:cubicBezTo>
                      <a:pt x="35298" y="1341"/>
                      <a:pt x="36867" y="1302"/>
                      <a:pt x="38399" y="1034"/>
                    </a:cubicBezTo>
                    <a:close/>
                  </a:path>
                </a:pathLst>
              </a:custGeom>
              <a:solidFill>
                <a:srgbClr val="F5E9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42"/>
              <p:cNvSpPr/>
              <p:nvPr/>
            </p:nvSpPr>
            <p:spPr>
              <a:xfrm>
                <a:off x="4025325" y="2292300"/>
                <a:ext cx="1274875" cy="138825"/>
              </a:xfrm>
              <a:custGeom>
                <a:avLst/>
                <a:gdLst/>
                <a:ahLst/>
                <a:cxnLst/>
                <a:rect l="l" t="t" r="r" b="b"/>
                <a:pathLst>
                  <a:path w="50995" h="5553" extrusionOk="0">
                    <a:moveTo>
                      <a:pt x="17765" y="346"/>
                    </a:moveTo>
                    <a:cubicBezTo>
                      <a:pt x="18454" y="1"/>
                      <a:pt x="19181" y="882"/>
                      <a:pt x="18607" y="1456"/>
                    </a:cubicBezTo>
                    <a:cubicBezTo>
                      <a:pt x="18262" y="2757"/>
                      <a:pt x="16348" y="3179"/>
                      <a:pt x="15200" y="3408"/>
                    </a:cubicBezTo>
                    <a:cubicBezTo>
                      <a:pt x="13438" y="3485"/>
                      <a:pt x="11639" y="3447"/>
                      <a:pt x="9878" y="3561"/>
                    </a:cubicBezTo>
                    <a:cubicBezTo>
                      <a:pt x="6892" y="3638"/>
                      <a:pt x="3906" y="3753"/>
                      <a:pt x="996" y="4480"/>
                    </a:cubicBezTo>
                    <a:cubicBezTo>
                      <a:pt x="231" y="4480"/>
                      <a:pt x="1" y="3370"/>
                      <a:pt x="728" y="3102"/>
                    </a:cubicBezTo>
                    <a:cubicBezTo>
                      <a:pt x="2030" y="2643"/>
                      <a:pt x="3485" y="2451"/>
                      <a:pt x="4786" y="1992"/>
                    </a:cubicBezTo>
                    <a:cubicBezTo>
                      <a:pt x="5361" y="767"/>
                      <a:pt x="12711" y="614"/>
                      <a:pt x="14281" y="460"/>
                    </a:cubicBezTo>
                    <a:cubicBezTo>
                      <a:pt x="15429" y="346"/>
                      <a:pt x="16616" y="422"/>
                      <a:pt x="17765" y="346"/>
                    </a:cubicBezTo>
                    <a:lnTo>
                      <a:pt x="17765" y="346"/>
                    </a:lnTo>
                    <a:close/>
                    <a:moveTo>
                      <a:pt x="45980" y="4327"/>
                    </a:moveTo>
                    <a:cubicBezTo>
                      <a:pt x="45482" y="4289"/>
                      <a:pt x="44984" y="4289"/>
                      <a:pt x="44487" y="4250"/>
                    </a:cubicBezTo>
                    <a:cubicBezTo>
                      <a:pt x="44333" y="4212"/>
                      <a:pt x="44180" y="4136"/>
                      <a:pt x="44065" y="4021"/>
                    </a:cubicBezTo>
                    <a:cubicBezTo>
                      <a:pt x="43797" y="3982"/>
                      <a:pt x="43529" y="3944"/>
                      <a:pt x="43300" y="3906"/>
                    </a:cubicBezTo>
                    <a:cubicBezTo>
                      <a:pt x="42343" y="3868"/>
                      <a:pt x="41424" y="3829"/>
                      <a:pt x="40505" y="3715"/>
                    </a:cubicBezTo>
                    <a:cubicBezTo>
                      <a:pt x="40390" y="3829"/>
                      <a:pt x="40237" y="3906"/>
                      <a:pt x="40007" y="3906"/>
                    </a:cubicBezTo>
                    <a:cubicBezTo>
                      <a:pt x="38974" y="3906"/>
                      <a:pt x="37940" y="3829"/>
                      <a:pt x="37021" y="3447"/>
                    </a:cubicBezTo>
                    <a:cubicBezTo>
                      <a:pt x="36524" y="3332"/>
                      <a:pt x="36294" y="3102"/>
                      <a:pt x="36141" y="2834"/>
                    </a:cubicBezTo>
                    <a:cubicBezTo>
                      <a:pt x="35566" y="2643"/>
                      <a:pt x="35030" y="2375"/>
                      <a:pt x="34533" y="1992"/>
                    </a:cubicBezTo>
                    <a:cubicBezTo>
                      <a:pt x="34265" y="1609"/>
                      <a:pt x="33767" y="1226"/>
                      <a:pt x="34073" y="690"/>
                    </a:cubicBezTo>
                    <a:cubicBezTo>
                      <a:pt x="34265" y="346"/>
                      <a:pt x="34763" y="231"/>
                      <a:pt x="35107" y="460"/>
                    </a:cubicBezTo>
                    <a:cubicBezTo>
                      <a:pt x="35452" y="384"/>
                      <a:pt x="35834" y="384"/>
                      <a:pt x="36217" y="384"/>
                    </a:cubicBezTo>
                    <a:cubicBezTo>
                      <a:pt x="37289" y="384"/>
                      <a:pt x="38361" y="614"/>
                      <a:pt x="39433" y="690"/>
                    </a:cubicBezTo>
                    <a:cubicBezTo>
                      <a:pt x="40467" y="843"/>
                      <a:pt x="41500" y="920"/>
                      <a:pt x="42534" y="1111"/>
                    </a:cubicBezTo>
                    <a:cubicBezTo>
                      <a:pt x="43070" y="652"/>
                      <a:pt x="43989" y="1188"/>
                      <a:pt x="44640" y="1264"/>
                    </a:cubicBezTo>
                    <a:cubicBezTo>
                      <a:pt x="46018" y="1724"/>
                      <a:pt x="47281" y="2681"/>
                      <a:pt x="48583" y="3293"/>
                    </a:cubicBezTo>
                    <a:cubicBezTo>
                      <a:pt x="49195" y="3753"/>
                      <a:pt x="50114" y="3638"/>
                      <a:pt x="50612" y="4250"/>
                    </a:cubicBezTo>
                    <a:cubicBezTo>
                      <a:pt x="50995" y="4901"/>
                      <a:pt x="50229" y="5552"/>
                      <a:pt x="49578" y="5246"/>
                    </a:cubicBezTo>
                    <a:cubicBezTo>
                      <a:pt x="48430" y="4786"/>
                      <a:pt x="47205" y="4518"/>
                      <a:pt x="45980" y="4327"/>
                    </a:cubicBezTo>
                    <a:close/>
                  </a:path>
                </a:pathLst>
              </a:custGeom>
              <a:solidFill>
                <a:srgbClr val="6A5C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42"/>
              <p:cNvSpPr/>
              <p:nvPr/>
            </p:nvSpPr>
            <p:spPr>
              <a:xfrm>
                <a:off x="4032025" y="2301875"/>
                <a:ext cx="1263400" cy="121575"/>
              </a:xfrm>
              <a:custGeom>
                <a:avLst/>
                <a:gdLst/>
                <a:ahLst/>
                <a:cxnLst/>
                <a:rect l="l" t="t" r="r" b="b"/>
                <a:pathLst>
                  <a:path w="50536" h="4863" extrusionOk="0">
                    <a:moveTo>
                      <a:pt x="77" y="3829"/>
                    </a:moveTo>
                    <a:cubicBezTo>
                      <a:pt x="1" y="3676"/>
                      <a:pt x="116" y="3485"/>
                      <a:pt x="269" y="3408"/>
                    </a:cubicBezTo>
                    <a:cubicBezTo>
                      <a:pt x="843" y="3140"/>
                      <a:pt x="1494" y="2872"/>
                      <a:pt x="2145" y="2719"/>
                    </a:cubicBezTo>
                    <a:cubicBezTo>
                      <a:pt x="2796" y="2566"/>
                      <a:pt x="3446" y="2413"/>
                      <a:pt x="4097" y="2298"/>
                    </a:cubicBezTo>
                    <a:cubicBezTo>
                      <a:pt x="5935" y="1953"/>
                      <a:pt x="7772" y="1953"/>
                      <a:pt x="9610" y="1838"/>
                    </a:cubicBezTo>
                    <a:cubicBezTo>
                      <a:pt x="11409" y="1762"/>
                      <a:pt x="13209" y="1570"/>
                      <a:pt x="14970" y="1226"/>
                    </a:cubicBezTo>
                    <a:cubicBezTo>
                      <a:pt x="15889" y="1034"/>
                      <a:pt x="16846" y="843"/>
                      <a:pt x="17611" y="345"/>
                    </a:cubicBezTo>
                    <a:cubicBezTo>
                      <a:pt x="17765" y="307"/>
                      <a:pt x="17841" y="192"/>
                      <a:pt x="17956" y="116"/>
                    </a:cubicBezTo>
                    <a:cubicBezTo>
                      <a:pt x="18224" y="1"/>
                      <a:pt x="18530" y="307"/>
                      <a:pt x="18377" y="575"/>
                    </a:cubicBezTo>
                    <a:cubicBezTo>
                      <a:pt x="18224" y="766"/>
                      <a:pt x="18032" y="920"/>
                      <a:pt x="17879" y="1073"/>
                    </a:cubicBezTo>
                    <a:cubicBezTo>
                      <a:pt x="18147" y="1609"/>
                      <a:pt x="17229" y="1800"/>
                      <a:pt x="16922" y="1992"/>
                    </a:cubicBezTo>
                    <a:cubicBezTo>
                      <a:pt x="16042" y="2336"/>
                      <a:pt x="15161" y="2642"/>
                      <a:pt x="14242" y="2796"/>
                    </a:cubicBezTo>
                    <a:cubicBezTo>
                      <a:pt x="13438" y="2949"/>
                      <a:pt x="12634" y="3025"/>
                      <a:pt x="11792" y="3064"/>
                    </a:cubicBezTo>
                    <a:cubicBezTo>
                      <a:pt x="11601" y="3102"/>
                      <a:pt x="11333" y="3102"/>
                      <a:pt x="11218" y="2872"/>
                    </a:cubicBezTo>
                    <a:cubicBezTo>
                      <a:pt x="9533" y="2834"/>
                      <a:pt x="7849" y="2949"/>
                      <a:pt x="6165" y="2987"/>
                    </a:cubicBezTo>
                    <a:cubicBezTo>
                      <a:pt x="5284" y="3025"/>
                      <a:pt x="4518" y="3064"/>
                      <a:pt x="3676" y="3140"/>
                    </a:cubicBezTo>
                    <a:cubicBezTo>
                      <a:pt x="3332" y="3217"/>
                      <a:pt x="3025" y="3255"/>
                      <a:pt x="2681" y="3332"/>
                    </a:cubicBezTo>
                    <a:cubicBezTo>
                      <a:pt x="2260" y="3408"/>
                      <a:pt x="1838" y="3599"/>
                      <a:pt x="1456" y="3599"/>
                    </a:cubicBezTo>
                    <a:cubicBezTo>
                      <a:pt x="1111" y="3714"/>
                      <a:pt x="805" y="3867"/>
                      <a:pt x="499" y="3982"/>
                    </a:cubicBezTo>
                    <a:cubicBezTo>
                      <a:pt x="345" y="4059"/>
                      <a:pt x="154" y="3982"/>
                      <a:pt x="77" y="3829"/>
                    </a:cubicBezTo>
                    <a:lnTo>
                      <a:pt x="77" y="3829"/>
                    </a:lnTo>
                    <a:close/>
                    <a:moveTo>
                      <a:pt x="33959" y="1073"/>
                    </a:moveTo>
                    <a:cubicBezTo>
                      <a:pt x="33844" y="996"/>
                      <a:pt x="33729" y="920"/>
                      <a:pt x="33614" y="843"/>
                    </a:cubicBezTo>
                    <a:cubicBezTo>
                      <a:pt x="33193" y="766"/>
                      <a:pt x="33346" y="116"/>
                      <a:pt x="33767" y="231"/>
                    </a:cubicBezTo>
                    <a:lnTo>
                      <a:pt x="33805" y="231"/>
                    </a:lnTo>
                    <a:cubicBezTo>
                      <a:pt x="33959" y="116"/>
                      <a:pt x="34227" y="154"/>
                      <a:pt x="34303" y="460"/>
                    </a:cubicBezTo>
                    <a:cubicBezTo>
                      <a:pt x="34571" y="728"/>
                      <a:pt x="34839" y="958"/>
                      <a:pt x="35184" y="1188"/>
                    </a:cubicBezTo>
                    <a:cubicBezTo>
                      <a:pt x="35337" y="1264"/>
                      <a:pt x="35490" y="1341"/>
                      <a:pt x="35643" y="1379"/>
                    </a:cubicBezTo>
                    <a:cubicBezTo>
                      <a:pt x="36562" y="1685"/>
                      <a:pt x="37481" y="1800"/>
                      <a:pt x="38438" y="1877"/>
                    </a:cubicBezTo>
                    <a:cubicBezTo>
                      <a:pt x="39778" y="1953"/>
                      <a:pt x="41079" y="2068"/>
                      <a:pt x="42419" y="2221"/>
                    </a:cubicBezTo>
                    <a:cubicBezTo>
                      <a:pt x="44410" y="2451"/>
                      <a:pt x="46439" y="2642"/>
                      <a:pt x="48315" y="3217"/>
                    </a:cubicBezTo>
                    <a:cubicBezTo>
                      <a:pt x="48698" y="3370"/>
                      <a:pt x="49119" y="3523"/>
                      <a:pt x="49463" y="3714"/>
                    </a:cubicBezTo>
                    <a:cubicBezTo>
                      <a:pt x="49463" y="3753"/>
                      <a:pt x="49502" y="3753"/>
                      <a:pt x="49502" y="3753"/>
                    </a:cubicBezTo>
                    <a:cubicBezTo>
                      <a:pt x="49693" y="3867"/>
                      <a:pt x="49885" y="3944"/>
                      <a:pt x="50038" y="4021"/>
                    </a:cubicBezTo>
                    <a:cubicBezTo>
                      <a:pt x="50535" y="4327"/>
                      <a:pt x="50191" y="4863"/>
                      <a:pt x="49655" y="4671"/>
                    </a:cubicBezTo>
                    <a:cubicBezTo>
                      <a:pt x="48774" y="4480"/>
                      <a:pt x="47894" y="4097"/>
                      <a:pt x="46975" y="3906"/>
                    </a:cubicBezTo>
                    <a:cubicBezTo>
                      <a:pt x="46362" y="3791"/>
                      <a:pt x="45750" y="3714"/>
                      <a:pt x="45099" y="3676"/>
                    </a:cubicBezTo>
                    <a:cubicBezTo>
                      <a:pt x="43797" y="3599"/>
                      <a:pt x="42458" y="3599"/>
                      <a:pt x="41156" y="3485"/>
                    </a:cubicBezTo>
                    <a:cubicBezTo>
                      <a:pt x="39854" y="3332"/>
                      <a:pt x="38553" y="3370"/>
                      <a:pt x="37328" y="3102"/>
                    </a:cubicBezTo>
                    <a:cubicBezTo>
                      <a:pt x="36141" y="2796"/>
                      <a:pt x="34992" y="2298"/>
                      <a:pt x="33959" y="1647"/>
                    </a:cubicBezTo>
                    <a:cubicBezTo>
                      <a:pt x="33767" y="1532"/>
                      <a:pt x="33767" y="1188"/>
                      <a:pt x="33959" y="1073"/>
                    </a:cubicBezTo>
                    <a:close/>
                  </a:path>
                </a:pathLst>
              </a:custGeom>
              <a:solidFill>
                <a:srgbClr val="5346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42"/>
              <p:cNvSpPr/>
              <p:nvPr/>
            </p:nvSpPr>
            <p:spPr>
              <a:xfrm>
                <a:off x="4367975" y="3104875"/>
                <a:ext cx="669025" cy="208675"/>
              </a:xfrm>
              <a:custGeom>
                <a:avLst/>
                <a:gdLst/>
                <a:ahLst/>
                <a:cxnLst/>
                <a:rect l="l" t="t" r="r" b="b"/>
                <a:pathLst>
                  <a:path w="26761" h="8347" extrusionOk="0">
                    <a:moveTo>
                      <a:pt x="26493" y="920"/>
                    </a:moveTo>
                    <a:cubicBezTo>
                      <a:pt x="26761" y="1417"/>
                      <a:pt x="25651" y="2604"/>
                      <a:pt x="25344" y="3025"/>
                    </a:cubicBezTo>
                    <a:cubicBezTo>
                      <a:pt x="24311" y="4289"/>
                      <a:pt x="23009" y="5207"/>
                      <a:pt x="21592" y="5897"/>
                    </a:cubicBezTo>
                    <a:cubicBezTo>
                      <a:pt x="21592" y="6165"/>
                      <a:pt x="21401" y="6432"/>
                      <a:pt x="21133" y="6509"/>
                    </a:cubicBezTo>
                    <a:cubicBezTo>
                      <a:pt x="19487" y="7007"/>
                      <a:pt x="17917" y="7658"/>
                      <a:pt x="16271" y="8079"/>
                    </a:cubicBezTo>
                    <a:cubicBezTo>
                      <a:pt x="15314" y="8270"/>
                      <a:pt x="14319" y="8270"/>
                      <a:pt x="13323" y="8270"/>
                    </a:cubicBezTo>
                    <a:cubicBezTo>
                      <a:pt x="10337" y="8347"/>
                      <a:pt x="7619" y="7619"/>
                      <a:pt x="5054" y="6050"/>
                    </a:cubicBezTo>
                    <a:cubicBezTo>
                      <a:pt x="3446" y="5246"/>
                      <a:pt x="1838" y="4327"/>
                      <a:pt x="728" y="2834"/>
                    </a:cubicBezTo>
                    <a:cubicBezTo>
                      <a:pt x="460" y="2451"/>
                      <a:pt x="0" y="1800"/>
                      <a:pt x="613" y="1532"/>
                    </a:cubicBezTo>
                    <a:cubicBezTo>
                      <a:pt x="651" y="1494"/>
                      <a:pt x="728" y="1494"/>
                      <a:pt x="766" y="1494"/>
                    </a:cubicBezTo>
                    <a:cubicBezTo>
                      <a:pt x="1072" y="1034"/>
                      <a:pt x="1991" y="1302"/>
                      <a:pt x="2451" y="1226"/>
                    </a:cubicBezTo>
                    <a:cubicBezTo>
                      <a:pt x="2833" y="881"/>
                      <a:pt x="3408" y="958"/>
                      <a:pt x="3867" y="843"/>
                    </a:cubicBezTo>
                    <a:cubicBezTo>
                      <a:pt x="5092" y="652"/>
                      <a:pt x="6317" y="460"/>
                      <a:pt x="7581" y="422"/>
                    </a:cubicBezTo>
                    <a:cubicBezTo>
                      <a:pt x="10490" y="231"/>
                      <a:pt x="13400" y="154"/>
                      <a:pt x="16309" y="154"/>
                    </a:cubicBezTo>
                    <a:cubicBezTo>
                      <a:pt x="19181" y="154"/>
                      <a:pt x="22052" y="1"/>
                      <a:pt x="24885" y="460"/>
                    </a:cubicBezTo>
                    <a:cubicBezTo>
                      <a:pt x="25421" y="575"/>
                      <a:pt x="26225" y="345"/>
                      <a:pt x="26531" y="9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42"/>
              <p:cNvSpPr/>
              <p:nvPr/>
            </p:nvSpPr>
            <p:spPr>
              <a:xfrm>
                <a:off x="4370850" y="3100100"/>
                <a:ext cx="678600" cy="89025"/>
              </a:xfrm>
              <a:custGeom>
                <a:avLst/>
                <a:gdLst/>
                <a:ahLst/>
                <a:cxnLst/>
                <a:rect l="l" t="t" r="r" b="b"/>
                <a:pathLst>
                  <a:path w="27144" h="3561" extrusionOk="0">
                    <a:moveTo>
                      <a:pt x="996" y="3484"/>
                    </a:moveTo>
                    <a:cubicBezTo>
                      <a:pt x="689" y="3331"/>
                      <a:pt x="536" y="3025"/>
                      <a:pt x="575" y="2719"/>
                    </a:cubicBezTo>
                    <a:cubicBezTo>
                      <a:pt x="153" y="2527"/>
                      <a:pt x="0" y="1915"/>
                      <a:pt x="307" y="1570"/>
                    </a:cubicBezTo>
                    <a:cubicBezTo>
                      <a:pt x="651" y="1225"/>
                      <a:pt x="1187" y="1340"/>
                      <a:pt x="1646" y="1302"/>
                    </a:cubicBezTo>
                    <a:cubicBezTo>
                      <a:pt x="3140" y="1187"/>
                      <a:pt x="4633" y="996"/>
                      <a:pt x="6126" y="843"/>
                    </a:cubicBezTo>
                    <a:cubicBezTo>
                      <a:pt x="11600" y="230"/>
                      <a:pt x="17151" y="0"/>
                      <a:pt x="22664" y="422"/>
                    </a:cubicBezTo>
                    <a:cubicBezTo>
                      <a:pt x="23851" y="536"/>
                      <a:pt x="25191" y="460"/>
                      <a:pt x="26301" y="1072"/>
                    </a:cubicBezTo>
                    <a:cubicBezTo>
                      <a:pt x="27143" y="1647"/>
                      <a:pt x="26378" y="2948"/>
                      <a:pt x="25459" y="2833"/>
                    </a:cubicBezTo>
                    <a:cubicBezTo>
                      <a:pt x="21784" y="2412"/>
                      <a:pt x="18070" y="2144"/>
                      <a:pt x="14395" y="2221"/>
                    </a:cubicBezTo>
                    <a:cubicBezTo>
                      <a:pt x="11332" y="2297"/>
                      <a:pt x="8308" y="2412"/>
                      <a:pt x="5283" y="2795"/>
                    </a:cubicBezTo>
                    <a:cubicBezTo>
                      <a:pt x="4058" y="2987"/>
                      <a:pt x="2872" y="3178"/>
                      <a:pt x="1646" y="3446"/>
                    </a:cubicBezTo>
                    <a:cubicBezTo>
                      <a:pt x="1455" y="3561"/>
                      <a:pt x="1187" y="3561"/>
                      <a:pt x="996" y="3484"/>
                    </a:cubicBezTo>
                    <a:close/>
                  </a:path>
                </a:pathLst>
              </a:custGeom>
              <a:solidFill>
                <a:srgbClr val="E8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42"/>
              <p:cNvSpPr/>
              <p:nvPr/>
            </p:nvSpPr>
            <p:spPr>
              <a:xfrm>
                <a:off x="3958325" y="1587900"/>
                <a:ext cx="1466300" cy="766650"/>
              </a:xfrm>
              <a:custGeom>
                <a:avLst/>
                <a:gdLst/>
                <a:ahLst/>
                <a:cxnLst/>
                <a:rect l="l" t="t" r="r" b="b"/>
                <a:pathLst>
                  <a:path w="58652" h="30666" extrusionOk="0">
                    <a:moveTo>
                      <a:pt x="57388" y="27028"/>
                    </a:moveTo>
                    <a:cubicBezTo>
                      <a:pt x="57427" y="27909"/>
                      <a:pt x="58652" y="30665"/>
                      <a:pt x="56929" y="30397"/>
                    </a:cubicBezTo>
                    <a:cubicBezTo>
                      <a:pt x="56202" y="30091"/>
                      <a:pt x="56316" y="29096"/>
                      <a:pt x="55819" y="28522"/>
                    </a:cubicBezTo>
                    <a:cubicBezTo>
                      <a:pt x="55206" y="27488"/>
                      <a:pt x="54402" y="26607"/>
                      <a:pt x="53598" y="25689"/>
                    </a:cubicBezTo>
                    <a:cubicBezTo>
                      <a:pt x="53445" y="25650"/>
                      <a:pt x="53292" y="25612"/>
                      <a:pt x="53139" y="25459"/>
                    </a:cubicBezTo>
                    <a:cubicBezTo>
                      <a:pt x="52411" y="24655"/>
                      <a:pt x="51569" y="23966"/>
                      <a:pt x="50765" y="23200"/>
                    </a:cubicBezTo>
                    <a:cubicBezTo>
                      <a:pt x="50153" y="22626"/>
                      <a:pt x="49693" y="21898"/>
                      <a:pt x="49004" y="21439"/>
                    </a:cubicBezTo>
                    <a:cubicBezTo>
                      <a:pt x="46745" y="19946"/>
                      <a:pt x="44257" y="18721"/>
                      <a:pt x="41730" y="17802"/>
                    </a:cubicBezTo>
                    <a:cubicBezTo>
                      <a:pt x="39816" y="17572"/>
                      <a:pt x="38093" y="16577"/>
                      <a:pt x="36217" y="16271"/>
                    </a:cubicBezTo>
                    <a:cubicBezTo>
                      <a:pt x="35567" y="16424"/>
                      <a:pt x="35145" y="16194"/>
                      <a:pt x="34954" y="15850"/>
                    </a:cubicBezTo>
                    <a:cubicBezTo>
                      <a:pt x="33423" y="15735"/>
                      <a:pt x="31891" y="15620"/>
                      <a:pt x="30360" y="15735"/>
                    </a:cubicBezTo>
                    <a:cubicBezTo>
                      <a:pt x="29709" y="15697"/>
                      <a:pt x="28867" y="16194"/>
                      <a:pt x="28293" y="15735"/>
                    </a:cubicBezTo>
                    <a:cubicBezTo>
                      <a:pt x="25881" y="15926"/>
                      <a:pt x="23469" y="16232"/>
                      <a:pt x="21057" y="16462"/>
                    </a:cubicBezTo>
                    <a:lnTo>
                      <a:pt x="21057" y="16462"/>
                    </a:lnTo>
                    <a:cubicBezTo>
                      <a:pt x="18837" y="17190"/>
                      <a:pt x="16348" y="17190"/>
                      <a:pt x="14128" y="18032"/>
                    </a:cubicBezTo>
                    <a:cubicBezTo>
                      <a:pt x="13668" y="18108"/>
                      <a:pt x="13056" y="18606"/>
                      <a:pt x="12520" y="18644"/>
                    </a:cubicBezTo>
                    <a:cubicBezTo>
                      <a:pt x="10797" y="19448"/>
                      <a:pt x="9074" y="20329"/>
                      <a:pt x="7619" y="21554"/>
                    </a:cubicBezTo>
                    <a:cubicBezTo>
                      <a:pt x="5744" y="23353"/>
                      <a:pt x="3906" y="25191"/>
                      <a:pt x="2451" y="27335"/>
                    </a:cubicBezTo>
                    <a:cubicBezTo>
                      <a:pt x="1915" y="27871"/>
                      <a:pt x="1839" y="29287"/>
                      <a:pt x="882" y="29096"/>
                    </a:cubicBezTo>
                    <a:cubicBezTo>
                      <a:pt x="1" y="28828"/>
                      <a:pt x="499" y="27909"/>
                      <a:pt x="614" y="27335"/>
                    </a:cubicBezTo>
                    <a:cubicBezTo>
                      <a:pt x="920" y="25574"/>
                      <a:pt x="958" y="23813"/>
                      <a:pt x="1226" y="22052"/>
                    </a:cubicBezTo>
                    <a:cubicBezTo>
                      <a:pt x="1456" y="20827"/>
                      <a:pt x="1341" y="19372"/>
                      <a:pt x="2030" y="18300"/>
                    </a:cubicBezTo>
                    <a:cubicBezTo>
                      <a:pt x="2030" y="17496"/>
                      <a:pt x="2911" y="16462"/>
                      <a:pt x="3140" y="15850"/>
                    </a:cubicBezTo>
                    <a:cubicBezTo>
                      <a:pt x="3638" y="14663"/>
                      <a:pt x="4327" y="13553"/>
                      <a:pt x="5169" y="12557"/>
                    </a:cubicBezTo>
                    <a:cubicBezTo>
                      <a:pt x="7581" y="9035"/>
                      <a:pt x="10261" y="6738"/>
                      <a:pt x="14089" y="4786"/>
                    </a:cubicBezTo>
                    <a:cubicBezTo>
                      <a:pt x="20751" y="1264"/>
                      <a:pt x="28561" y="0"/>
                      <a:pt x="36026" y="689"/>
                    </a:cubicBezTo>
                    <a:cubicBezTo>
                      <a:pt x="36294" y="728"/>
                      <a:pt x="36485" y="881"/>
                      <a:pt x="36562" y="1072"/>
                    </a:cubicBezTo>
                    <a:cubicBezTo>
                      <a:pt x="37443" y="1072"/>
                      <a:pt x="38323" y="1110"/>
                      <a:pt x="39165" y="1302"/>
                    </a:cubicBezTo>
                    <a:cubicBezTo>
                      <a:pt x="43415" y="2374"/>
                      <a:pt x="47167" y="4862"/>
                      <a:pt x="50229" y="7963"/>
                    </a:cubicBezTo>
                    <a:cubicBezTo>
                      <a:pt x="51110" y="8040"/>
                      <a:pt x="51454" y="9112"/>
                      <a:pt x="51990" y="9686"/>
                    </a:cubicBezTo>
                    <a:cubicBezTo>
                      <a:pt x="53330" y="11485"/>
                      <a:pt x="54134" y="13591"/>
                      <a:pt x="54900" y="15697"/>
                    </a:cubicBezTo>
                    <a:cubicBezTo>
                      <a:pt x="55091" y="16692"/>
                      <a:pt x="56240" y="18836"/>
                      <a:pt x="55780" y="19678"/>
                    </a:cubicBezTo>
                    <a:cubicBezTo>
                      <a:pt x="56240" y="22128"/>
                      <a:pt x="56852" y="24578"/>
                      <a:pt x="57388" y="27028"/>
                    </a:cubicBezTo>
                    <a:close/>
                  </a:path>
                </a:pathLst>
              </a:custGeom>
              <a:solidFill>
                <a:srgbClr val="EE91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42"/>
              <p:cNvSpPr/>
              <p:nvPr/>
            </p:nvSpPr>
            <p:spPr>
              <a:xfrm>
                <a:off x="3832000" y="4049525"/>
                <a:ext cx="1728525" cy="692000"/>
              </a:xfrm>
              <a:custGeom>
                <a:avLst/>
                <a:gdLst/>
                <a:ahLst/>
                <a:cxnLst/>
                <a:rect l="l" t="t" r="r" b="b"/>
                <a:pathLst>
                  <a:path w="69141" h="27680" extrusionOk="0">
                    <a:moveTo>
                      <a:pt x="67648" y="2068"/>
                    </a:moveTo>
                    <a:cubicBezTo>
                      <a:pt x="69141" y="1609"/>
                      <a:pt x="68873" y="3791"/>
                      <a:pt x="68911" y="4671"/>
                    </a:cubicBezTo>
                    <a:cubicBezTo>
                      <a:pt x="68758" y="9189"/>
                      <a:pt x="68567" y="13745"/>
                      <a:pt x="68528" y="18262"/>
                    </a:cubicBezTo>
                    <a:cubicBezTo>
                      <a:pt x="68414" y="21057"/>
                      <a:pt x="68988" y="23890"/>
                      <a:pt x="68567" y="26646"/>
                    </a:cubicBezTo>
                    <a:cubicBezTo>
                      <a:pt x="68375" y="27450"/>
                      <a:pt x="67112" y="27680"/>
                      <a:pt x="66959" y="26799"/>
                    </a:cubicBezTo>
                    <a:cubicBezTo>
                      <a:pt x="66882" y="26838"/>
                      <a:pt x="66767" y="26838"/>
                      <a:pt x="66653" y="26838"/>
                    </a:cubicBezTo>
                    <a:cubicBezTo>
                      <a:pt x="63820" y="26914"/>
                      <a:pt x="60987" y="27067"/>
                      <a:pt x="58154" y="27029"/>
                    </a:cubicBezTo>
                    <a:cubicBezTo>
                      <a:pt x="46018" y="27106"/>
                      <a:pt x="33882" y="26838"/>
                      <a:pt x="21746" y="26761"/>
                    </a:cubicBezTo>
                    <a:cubicBezTo>
                      <a:pt x="17994" y="26838"/>
                      <a:pt x="14242" y="26646"/>
                      <a:pt x="10490" y="26646"/>
                    </a:cubicBezTo>
                    <a:cubicBezTo>
                      <a:pt x="8308" y="26570"/>
                      <a:pt x="6088" y="26685"/>
                      <a:pt x="3905" y="26608"/>
                    </a:cubicBezTo>
                    <a:cubicBezTo>
                      <a:pt x="3102" y="26531"/>
                      <a:pt x="2068" y="26876"/>
                      <a:pt x="1417" y="26340"/>
                    </a:cubicBezTo>
                    <a:cubicBezTo>
                      <a:pt x="1379" y="26340"/>
                      <a:pt x="1302" y="26302"/>
                      <a:pt x="1226" y="26302"/>
                    </a:cubicBezTo>
                    <a:lnTo>
                      <a:pt x="1187" y="26302"/>
                    </a:lnTo>
                    <a:cubicBezTo>
                      <a:pt x="1" y="26072"/>
                      <a:pt x="728" y="24502"/>
                      <a:pt x="651" y="23698"/>
                    </a:cubicBezTo>
                    <a:cubicBezTo>
                      <a:pt x="804" y="21708"/>
                      <a:pt x="958" y="19717"/>
                      <a:pt x="958" y="17688"/>
                    </a:cubicBezTo>
                    <a:cubicBezTo>
                      <a:pt x="881" y="13630"/>
                      <a:pt x="843" y="9572"/>
                      <a:pt x="651" y="5475"/>
                    </a:cubicBezTo>
                    <a:cubicBezTo>
                      <a:pt x="498" y="4365"/>
                      <a:pt x="460" y="3217"/>
                      <a:pt x="422" y="2068"/>
                    </a:cubicBezTo>
                    <a:cubicBezTo>
                      <a:pt x="307" y="1877"/>
                      <a:pt x="345" y="1647"/>
                      <a:pt x="422" y="1456"/>
                    </a:cubicBezTo>
                    <a:cubicBezTo>
                      <a:pt x="422" y="1226"/>
                      <a:pt x="422" y="996"/>
                      <a:pt x="422" y="767"/>
                    </a:cubicBezTo>
                    <a:cubicBezTo>
                      <a:pt x="537" y="192"/>
                      <a:pt x="1379" y="1"/>
                      <a:pt x="1723" y="537"/>
                    </a:cubicBezTo>
                    <a:cubicBezTo>
                      <a:pt x="1876" y="805"/>
                      <a:pt x="1876" y="1188"/>
                      <a:pt x="1915" y="1532"/>
                    </a:cubicBezTo>
                    <a:cubicBezTo>
                      <a:pt x="3178" y="2489"/>
                      <a:pt x="4595" y="3255"/>
                      <a:pt x="5973" y="4097"/>
                    </a:cubicBezTo>
                    <a:cubicBezTo>
                      <a:pt x="11371" y="7390"/>
                      <a:pt x="17420" y="9189"/>
                      <a:pt x="23660" y="10031"/>
                    </a:cubicBezTo>
                    <a:cubicBezTo>
                      <a:pt x="27603" y="10644"/>
                      <a:pt x="31623" y="11141"/>
                      <a:pt x="35604" y="11295"/>
                    </a:cubicBezTo>
                    <a:cubicBezTo>
                      <a:pt x="39739" y="11409"/>
                      <a:pt x="43874" y="10873"/>
                      <a:pt x="47932" y="10184"/>
                    </a:cubicBezTo>
                    <a:cubicBezTo>
                      <a:pt x="53789" y="8921"/>
                      <a:pt x="59302" y="6547"/>
                      <a:pt x="64738" y="3982"/>
                    </a:cubicBezTo>
                    <a:cubicBezTo>
                      <a:pt x="65313" y="3714"/>
                      <a:pt x="65925" y="3408"/>
                      <a:pt x="66499" y="3064"/>
                    </a:cubicBezTo>
                    <a:cubicBezTo>
                      <a:pt x="66576" y="3025"/>
                      <a:pt x="66653" y="2987"/>
                      <a:pt x="66691" y="2987"/>
                    </a:cubicBezTo>
                    <a:lnTo>
                      <a:pt x="66691" y="2987"/>
                    </a:lnTo>
                    <a:cubicBezTo>
                      <a:pt x="66997" y="2604"/>
                      <a:pt x="67342" y="2298"/>
                      <a:pt x="67648" y="2068"/>
                    </a:cubicBezTo>
                    <a:close/>
                  </a:path>
                </a:pathLst>
              </a:custGeom>
              <a:solidFill>
                <a:srgbClr val="EE91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42"/>
              <p:cNvSpPr/>
              <p:nvPr/>
            </p:nvSpPr>
            <p:spPr>
              <a:xfrm>
                <a:off x="3798500" y="1636700"/>
                <a:ext cx="1752475" cy="3099100"/>
              </a:xfrm>
              <a:custGeom>
                <a:avLst/>
                <a:gdLst/>
                <a:ahLst/>
                <a:cxnLst/>
                <a:rect l="l" t="t" r="r" b="b"/>
                <a:pathLst>
                  <a:path w="70099" h="123964" extrusionOk="0">
                    <a:moveTo>
                      <a:pt x="7198" y="26608"/>
                    </a:moveTo>
                    <a:cubicBezTo>
                      <a:pt x="6011" y="25804"/>
                      <a:pt x="8155" y="17879"/>
                      <a:pt x="8423" y="16195"/>
                    </a:cubicBezTo>
                    <a:cubicBezTo>
                      <a:pt x="9878" y="10069"/>
                      <a:pt x="14778" y="5360"/>
                      <a:pt x="20329" y="2719"/>
                    </a:cubicBezTo>
                    <a:cubicBezTo>
                      <a:pt x="22473" y="1877"/>
                      <a:pt x="24655" y="1073"/>
                      <a:pt x="26876" y="345"/>
                    </a:cubicBezTo>
                    <a:cubicBezTo>
                      <a:pt x="26684" y="498"/>
                      <a:pt x="26493" y="651"/>
                      <a:pt x="26340" y="805"/>
                    </a:cubicBezTo>
                    <a:cubicBezTo>
                      <a:pt x="25880" y="1226"/>
                      <a:pt x="25459" y="1647"/>
                      <a:pt x="25076" y="2106"/>
                    </a:cubicBezTo>
                    <a:cubicBezTo>
                      <a:pt x="24694" y="2566"/>
                      <a:pt x="24311" y="3025"/>
                      <a:pt x="23928" y="3523"/>
                    </a:cubicBezTo>
                    <a:cubicBezTo>
                      <a:pt x="23047" y="4710"/>
                      <a:pt x="22167" y="5973"/>
                      <a:pt x="21401" y="7275"/>
                    </a:cubicBezTo>
                    <a:cubicBezTo>
                      <a:pt x="21018" y="7925"/>
                      <a:pt x="20674" y="8576"/>
                      <a:pt x="20368" y="9265"/>
                    </a:cubicBezTo>
                    <a:cubicBezTo>
                      <a:pt x="20023" y="9993"/>
                      <a:pt x="19717" y="10720"/>
                      <a:pt x="19449" y="11447"/>
                    </a:cubicBezTo>
                    <a:cubicBezTo>
                      <a:pt x="18951" y="12864"/>
                      <a:pt x="18568" y="14319"/>
                      <a:pt x="18262" y="15774"/>
                    </a:cubicBezTo>
                    <a:cubicBezTo>
                      <a:pt x="18185" y="16233"/>
                      <a:pt x="18071" y="16692"/>
                      <a:pt x="17994" y="17152"/>
                    </a:cubicBezTo>
                    <a:cubicBezTo>
                      <a:pt x="15238" y="18836"/>
                      <a:pt x="12596" y="20712"/>
                      <a:pt x="10414" y="23047"/>
                    </a:cubicBezTo>
                    <a:cubicBezTo>
                      <a:pt x="9725" y="23890"/>
                      <a:pt x="9074" y="24808"/>
                      <a:pt x="8461" y="25766"/>
                    </a:cubicBezTo>
                    <a:cubicBezTo>
                      <a:pt x="8232" y="26110"/>
                      <a:pt x="7964" y="26684"/>
                      <a:pt x="7504" y="26684"/>
                    </a:cubicBezTo>
                    <a:cubicBezTo>
                      <a:pt x="7428" y="26684"/>
                      <a:pt x="7313" y="26684"/>
                      <a:pt x="7198" y="26608"/>
                    </a:cubicBezTo>
                    <a:close/>
                    <a:moveTo>
                      <a:pt x="26723" y="122738"/>
                    </a:moveTo>
                    <a:cubicBezTo>
                      <a:pt x="26914" y="118872"/>
                      <a:pt x="25153" y="115158"/>
                      <a:pt x="22052" y="112899"/>
                    </a:cubicBezTo>
                    <a:lnTo>
                      <a:pt x="22014" y="112861"/>
                    </a:lnTo>
                    <a:cubicBezTo>
                      <a:pt x="20061" y="111866"/>
                      <a:pt x="17879" y="111138"/>
                      <a:pt x="15888" y="110296"/>
                    </a:cubicBezTo>
                    <a:cubicBezTo>
                      <a:pt x="12022" y="108879"/>
                      <a:pt x="8117" y="107578"/>
                      <a:pt x="4748" y="105128"/>
                    </a:cubicBezTo>
                    <a:cubicBezTo>
                      <a:pt x="4059" y="104592"/>
                      <a:pt x="1" y="102027"/>
                      <a:pt x="1991" y="101491"/>
                    </a:cubicBezTo>
                    <a:cubicBezTo>
                      <a:pt x="1991" y="101184"/>
                      <a:pt x="1991" y="100878"/>
                      <a:pt x="1953" y="100610"/>
                    </a:cubicBezTo>
                    <a:cubicBezTo>
                      <a:pt x="2030" y="99232"/>
                      <a:pt x="958" y="96169"/>
                      <a:pt x="2680" y="95710"/>
                    </a:cubicBezTo>
                    <a:cubicBezTo>
                      <a:pt x="3676" y="95978"/>
                      <a:pt x="4556" y="96744"/>
                      <a:pt x="5552" y="97165"/>
                    </a:cubicBezTo>
                    <a:cubicBezTo>
                      <a:pt x="12098" y="100648"/>
                      <a:pt x="18607" y="104553"/>
                      <a:pt x="25880" y="106391"/>
                    </a:cubicBezTo>
                    <a:cubicBezTo>
                      <a:pt x="29862" y="107195"/>
                      <a:pt x="29632" y="110028"/>
                      <a:pt x="29632" y="113359"/>
                    </a:cubicBezTo>
                    <a:cubicBezTo>
                      <a:pt x="29594" y="114469"/>
                      <a:pt x="30015" y="123159"/>
                      <a:pt x="28369" y="123159"/>
                    </a:cubicBezTo>
                    <a:cubicBezTo>
                      <a:pt x="28254" y="123159"/>
                      <a:pt x="28101" y="123083"/>
                      <a:pt x="27948" y="123006"/>
                    </a:cubicBezTo>
                    <a:cubicBezTo>
                      <a:pt x="27871" y="123121"/>
                      <a:pt x="27756" y="123159"/>
                      <a:pt x="27565" y="123159"/>
                    </a:cubicBezTo>
                    <a:cubicBezTo>
                      <a:pt x="27527" y="123159"/>
                      <a:pt x="27488" y="123121"/>
                      <a:pt x="27450" y="123121"/>
                    </a:cubicBezTo>
                    <a:cubicBezTo>
                      <a:pt x="27373" y="123159"/>
                      <a:pt x="27297" y="123198"/>
                      <a:pt x="27220" y="123198"/>
                    </a:cubicBezTo>
                    <a:cubicBezTo>
                      <a:pt x="26991" y="123198"/>
                      <a:pt x="26723" y="123006"/>
                      <a:pt x="26723" y="122738"/>
                    </a:cubicBezTo>
                    <a:lnTo>
                      <a:pt x="26723" y="122738"/>
                    </a:lnTo>
                    <a:close/>
                    <a:moveTo>
                      <a:pt x="27029" y="117876"/>
                    </a:moveTo>
                    <a:cubicBezTo>
                      <a:pt x="27144" y="118221"/>
                      <a:pt x="27259" y="118642"/>
                      <a:pt x="27373" y="119025"/>
                    </a:cubicBezTo>
                    <a:cubicBezTo>
                      <a:pt x="27297" y="118795"/>
                      <a:pt x="27259" y="118527"/>
                      <a:pt x="27220" y="118336"/>
                    </a:cubicBezTo>
                    <a:cubicBezTo>
                      <a:pt x="27144" y="118182"/>
                      <a:pt x="27106" y="118029"/>
                      <a:pt x="27029" y="117876"/>
                    </a:cubicBezTo>
                    <a:close/>
                    <a:moveTo>
                      <a:pt x="69983" y="98581"/>
                    </a:moveTo>
                    <a:cubicBezTo>
                      <a:pt x="70098" y="99845"/>
                      <a:pt x="69983" y="101108"/>
                      <a:pt x="69907" y="102371"/>
                    </a:cubicBezTo>
                    <a:cubicBezTo>
                      <a:pt x="69868" y="103596"/>
                      <a:pt x="69065" y="104553"/>
                      <a:pt x="68184" y="105319"/>
                    </a:cubicBezTo>
                    <a:cubicBezTo>
                      <a:pt x="66653" y="106582"/>
                      <a:pt x="64815" y="107348"/>
                      <a:pt x="63016" y="108190"/>
                    </a:cubicBezTo>
                    <a:cubicBezTo>
                      <a:pt x="60642" y="109415"/>
                      <a:pt x="58077" y="110219"/>
                      <a:pt x="55589" y="111138"/>
                    </a:cubicBezTo>
                    <a:cubicBezTo>
                      <a:pt x="51607" y="112287"/>
                      <a:pt x="49042" y="115541"/>
                      <a:pt x="48353" y="119561"/>
                    </a:cubicBezTo>
                    <a:cubicBezTo>
                      <a:pt x="48162" y="120709"/>
                      <a:pt x="48047" y="121896"/>
                      <a:pt x="48047" y="123083"/>
                    </a:cubicBezTo>
                    <a:cubicBezTo>
                      <a:pt x="48238" y="123657"/>
                      <a:pt x="47358" y="123963"/>
                      <a:pt x="47128" y="123389"/>
                    </a:cubicBezTo>
                    <a:cubicBezTo>
                      <a:pt x="47128" y="123389"/>
                      <a:pt x="47128" y="123389"/>
                      <a:pt x="47090" y="123389"/>
                    </a:cubicBezTo>
                    <a:cubicBezTo>
                      <a:pt x="44333" y="123619"/>
                      <a:pt x="44371" y="121628"/>
                      <a:pt x="44295" y="119446"/>
                    </a:cubicBezTo>
                    <a:cubicBezTo>
                      <a:pt x="44142" y="116460"/>
                      <a:pt x="43874" y="113435"/>
                      <a:pt x="43759" y="110449"/>
                    </a:cubicBezTo>
                    <a:cubicBezTo>
                      <a:pt x="43836" y="108420"/>
                      <a:pt x="43644" y="106123"/>
                      <a:pt x="44716" y="104362"/>
                    </a:cubicBezTo>
                    <a:cubicBezTo>
                      <a:pt x="45826" y="103252"/>
                      <a:pt x="47511" y="103175"/>
                      <a:pt x="48927" y="102678"/>
                    </a:cubicBezTo>
                    <a:cubicBezTo>
                      <a:pt x="51990" y="101759"/>
                      <a:pt x="55091" y="100955"/>
                      <a:pt x="58230" y="100266"/>
                    </a:cubicBezTo>
                    <a:cubicBezTo>
                      <a:pt x="60680" y="99730"/>
                      <a:pt x="63207" y="99423"/>
                      <a:pt x="65619" y="98658"/>
                    </a:cubicBezTo>
                    <a:cubicBezTo>
                      <a:pt x="66767" y="98466"/>
                      <a:pt x="69447" y="97050"/>
                      <a:pt x="69983" y="98581"/>
                    </a:cubicBezTo>
                    <a:lnTo>
                      <a:pt x="69983" y="98581"/>
                    </a:lnTo>
                    <a:close/>
                    <a:moveTo>
                      <a:pt x="63092" y="28254"/>
                    </a:moveTo>
                    <a:cubicBezTo>
                      <a:pt x="61714" y="25842"/>
                      <a:pt x="60144" y="23507"/>
                      <a:pt x="58039" y="21708"/>
                    </a:cubicBezTo>
                    <a:cubicBezTo>
                      <a:pt x="57082" y="20789"/>
                      <a:pt x="56086" y="19946"/>
                      <a:pt x="55206" y="18989"/>
                    </a:cubicBezTo>
                    <a:cubicBezTo>
                      <a:pt x="55206" y="18683"/>
                      <a:pt x="55168" y="18339"/>
                      <a:pt x="55129" y="18032"/>
                    </a:cubicBezTo>
                    <a:cubicBezTo>
                      <a:pt x="55053" y="17113"/>
                      <a:pt x="54938" y="16195"/>
                      <a:pt x="54785" y="15276"/>
                    </a:cubicBezTo>
                    <a:cubicBezTo>
                      <a:pt x="54785" y="15314"/>
                      <a:pt x="54785" y="15314"/>
                      <a:pt x="54785" y="15352"/>
                    </a:cubicBezTo>
                    <a:cubicBezTo>
                      <a:pt x="54746" y="15084"/>
                      <a:pt x="54708" y="14855"/>
                      <a:pt x="54670" y="14625"/>
                    </a:cubicBezTo>
                    <a:cubicBezTo>
                      <a:pt x="54364" y="13247"/>
                      <a:pt x="53942" y="11869"/>
                      <a:pt x="53445" y="10529"/>
                    </a:cubicBezTo>
                    <a:cubicBezTo>
                      <a:pt x="52985" y="9150"/>
                      <a:pt x="52449" y="7811"/>
                      <a:pt x="51837" y="6471"/>
                    </a:cubicBezTo>
                    <a:cubicBezTo>
                      <a:pt x="51531" y="5820"/>
                      <a:pt x="51186" y="5131"/>
                      <a:pt x="50803" y="4518"/>
                    </a:cubicBezTo>
                    <a:cubicBezTo>
                      <a:pt x="50382" y="3867"/>
                      <a:pt x="49999" y="3216"/>
                      <a:pt x="49540" y="2604"/>
                    </a:cubicBezTo>
                    <a:cubicBezTo>
                      <a:pt x="49080" y="1991"/>
                      <a:pt x="48621" y="1417"/>
                      <a:pt x="48123" y="881"/>
                    </a:cubicBezTo>
                    <a:cubicBezTo>
                      <a:pt x="47894" y="613"/>
                      <a:pt x="47664" y="345"/>
                      <a:pt x="47396" y="77"/>
                    </a:cubicBezTo>
                    <a:cubicBezTo>
                      <a:pt x="47396" y="39"/>
                      <a:pt x="47358" y="39"/>
                      <a:pt x="47358" y="1"/>
                    </a:cubicBezTo>
                    <a:cubicBezTo>
                      <a:pt x="47626" y="116"/>
                      <a:pt x="47894" y="307"/>
                      <a:pt x="48162" y="345"/>
                    </a:cubicBezTo>
                    <a:cubicBezTo>
                      <a:pt x="50459" y="1111"/>
                      <a:pt x="52564" y="2336"/>
                      <a:pt x="54364" y="3944"/>
                    </a:cubicBezTo>
                    <a:cubicBezTo>
                      <a:pt x="59187" y="7772"/>
                      <a:pt x="61523" y="13745"/>
                      <a:pt x="62939" y="19564"/>
                    </a:cubicBezTo>
                    <a:cubicBezTo>
                      <a:pt x="63284" y="21095"/>
                      <a:pt x="63513" y="22665"/>
                      <a:pt x="63705" y="24234"/>
                    </a:cubicBezTo>
                    <a:cubicBezTo>
                      <a:pt x="63666" y="24962"/>
                      <a:pt x="64585" y="28369"/>
                      <a:pt x="63513" y="28369"/>
                    </a:cubicBezTo>
                    <a:cubicBezTo>
                      <a:pt x="63399" y="28369"/>
                      <a:pt x="63245" y="28331"/>
                      <a:pt x="63092" y="28254"/>
                    </a:cubicBezTo>
                    <a:lnTo>
                      <a:pt x="63092" y="28254"/>
                    </a:lnTo>
                    <a:close/>
                    <a:moveTo>
                      <a:pt x="19487" y="12634"/>
                    </a:moveTo>
                    <a:lnTo>
                      <a:pt x="19487" y="12634"/>
                    </a:lnTo>
                    <a:lnTo>
                      <a:pt x="19487" y="12634"/>
                    </a:lnTo>
                    <a:close/>
                    <a:moveTo>
                      <a:pt x="19487" y="12634"/>
                    </a:moveTo>
                    <a:lnTo>
                      <a:pt x="19487" y="12634"/>
                    </a:lnTo>
                    <a:lnTo>
                      <a:pt x="19487" y="12634"/>
                    </a:lnTo>
                    <a:close/>
                    <a:moveTo>
                      <a:pt x="19487" y="12634"/>
                    </a:moveTo>
                    <a:lnTo>
                      <a:pt x="19487" y="12634"/>
                    </a:lnTo>
                    <a:lnTo>
                      <a:pt x="19487" y="12634"/>
                    </a:lnTo>
                    <a:close/>
                  </a:path>
                </a:pathLst>
              </a:custGeom>
              <a:solidFill>
                <a:srgbClr val="000000">
                  <a:alpha val="8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42"/>
              <p:cNvSpPr/>
              <p:nvPr/>
            </p:nvSpPr>
            <p:spPr>
              <a:xfrm>
                <a:off x="4444550" y="1660625"/>
                <a:ext cx="464200" cy="156025"/>
              </a:xfrm>
              <a:custGeom>
                <a:avLst/>
                <a:gdLst/>
                <a:ahLst/>
                <a:cxnLst/>
                <a:rect l="l" t="t" r="r" b="b"/>
                <a:pathLst>
                  <a:path w="18568" h="6241" extrusionOk="0">
                    <a:moveTo>
                      <a:pt x="16462" y="2719"/>
                    </a:moveTo>
                    <a:cubicBezTo>
                      <a:pt x="17190" y="3293"/>
                      <a:pt x="18568" y="3906"/>
                      <a:pt x="18453" y="5016"/>
                    </a:cubicBezTo>
                    <a:cubicBezTo>
                      <a:pt x="18185" y="6011"/>
                      <a:pt x="14739" y="5016"/>
                      <a:pt x="13667" y="5246"/>
                    </a:cubicBezTo>
                    <a:cubicBezTo>
                      <a:pt x="9954" y="5169"/>
                      <a:pt x="6317" y="6126"/>
                      <a:pt x="2603" y="6241"/>
                    </a:cubicBezTo>
                    <a:cubicBezTo>
                      <a:pt x="0" y="6011"/>
                      <a:pt x="3982" y="652"/>
                      <a:pt x="5283" y="920"/>
                    </a:cubicBezTo>
                    <a:cubicBezTo>
                      <a:pt x="8997" y="1"/>
                      <a:pt x="13208" y="766"/>
                      <a:pt x="16462" y="2719"/>
                    </a:cubicBezTo>
                    <a:close/>
                  </a:path>
                </a:pathLst>
              </a:custGeom>
              <a:solidFill>
                <a:srgbClr val="F9AEA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42"/>
              <p:cNvSpPr/>
              <p:nvPr/>
            </p:nvSpPr>
            <p:spPr>
              <a:xfrm>
                <a:off x="3824350" y="1011725"/>
                <a:ext cx="1739050" cy="3729800"/>
              </a:xfrm>
              <a:custGeom>
                <a:avLst/>
                <a:gdLst/>
                <a:ahLst/>
                <a:cxnLst/>
                <a:rect l="l" t="t" r="r" b="b"/>
                <a:pathLst>
                  <a:path w="69562" h="149192" extrusionOk="0">
                    <a:moveTo>
                      <a:pt x="24157" y="148158"/>
                    </a:moveTo>
                    <a:cubicBezTo>
                      <a:pt x="24387" y="147393"/>
                      <a:pt x="24540" y="146589"/>
                      <a:pt x="24578" y="145785"/>
                    </a:cubicBezTo>
                    <a:cubicBezTo>
                      <a:pt x="24617" y="145364"/>
                      <a:pt x="24578" y="144904"/>
                      <a:pt x="24425" y="144521"/>
                    </a:cubicBezTo>
                    <a:cubicBezTo>
                      <a:pt x="24157" y="143488"/>
                      <a:pt x="23047" y="142492"/>
                      <a:pt x="21975" y="143028"/>
                    </a:cubicBezTo>
                    <a:cubicBezTo>
                      <a:pt x="21363" y="143411"/>
                      <a:pt x="20635" y="144483"/>
                      <a:pt x="21248" y="145134"/>
                    </a:cubicBezTo>
                    <a:cubicBezTo>
                      <a:pt x="21592" y="145555"/>
                      <a:pt x="22320" y="145861"/>
                      <a:pt x="22703" y="145287"/>
                    </a:cubicBezTo>
                    <a:cubicBezTo>
                      <a:pt x="22856" y="145019"/>
                      <a:pt x="22779" y="144598"/>
                      <a:pt x="22511" y="144368"/>
                    </a:cubicBezTo>
                    <a:cubicBezTo>
                      <a:pt x="22205" y="144138"/>
                      <a:pt x="22549" y="143717"/>
                      <a:pt x="22856" y="143947"/>
                    </a:cubicBezTo>
                    <a:cubicBezTo>
                      <a:pt x="23851" y="144674"/>
                      <a:pt x="23277" y="146282"/>
                      <a:pt x="22013" y="146168"/>
                    </a:cubicBezTo>
                    <a:cubicBezTo>
                      <a:pt x="21171" y="146091"/>
                      <a:pt x="20406" y="145287"/>
                      <a:pt x="20444" y="144445"/>
                    </a:cubicBezTo>
                    <a:cubicBezTo>
                      <a:pt x="20597" y="143488"/>
                      <a:pt x="21248" y="142569"/>
                      <a:pt x="22243" y="142339"/>
                    </a:cubicBezTo>
                    <a:cubicBezTo>
                      <a:pt x="23162" y="142148"/>
                      <a:pt x="24081" y="142722"/>
                      <a:pt x="24578" y="143488"/>
                    </a:cubicBezTo>
                    <a:cubicBezTo>
                      <a:pt x="24617" y="143028"/>
                      <a:pt x="24617" y="142569"/>
                      <a:pt x="24578" y="142109"/>
                    </a:cubicBezTo>
                    <a:cubicBezTo>
                      <a:pt x="24502" y="141152"/>
                      <a:pt x="24234" y="140234"/>
                      <a:pt x="23736" y="139430"/>
                    </a:cubicBezTo>
                    <a:cubicBezTo>
                      <a:pt x="23468" y="139047"/>
                      <a:pt x="23085" y="138626"/>
                      <a:pt x="22626" y="138434"/>
                    </a:cubicBezTo>
                    <a:cubicBezTo>
                      <a:pt x="21784" y="138205"/>
                      <a:pt x="20673" y="138319"/>
                      <a:pt x="20138" y="139047"/>
                    </a:cubicBezTo>
                    <a:cubicBezTo>
                      <a:pt x="19908" y="139506"/>
                      <a:pt x="20252" y="140080"/>
                      <a:pt x="20520" y="140463"/>
                    </a:cubicBezTo>
                    <a:cubicBezTo>
                      <a:pt x="20827" y="140693"/>
                      <a:pt x="21516" y="140463"/>
                      <a:pt x="21745" y="140195"/>
                    </a:cubicBezTo>
                    <a:cubicBezTo>
                      <a:pt x="21745" y="140195"/>
                      <a:pt x="21745" y="140195"/>
                      <a:pt x="21745" y="140195"/>
                    </a:cubicBezTo>
                    <a:lnTo>
                      <a:pt x="21707" y="140195"/>
                    </a:lnTo>
                    <a:cubicBezTo>
                      <a:pt x="21784" y="140042"/>
                      <a:pt x="21592" y="139851"/>
                      <a:pt x="21516" y="139698"/>
                    </a:cubicBezTo>
                    <a:cubicBezTo>
                      <a:pt x="21324" y="139391"/>
                      <a:pt x="21745" y="139047"/>
                      <a:pt x="21975" y="139315"/>
                    </a:cubicBezTo>
                    <a:cubicBezTo>
                      <a:pt x="22435" y="139889"/>
                      <a:pt x="22473" y="140578"/>
                      <a:pt x="21745" y="140884"/>
                    </a:cubicBezTo>
                    <a:cubicBezTo>
                      <a:pt x="21133" y="141229"/>
                      <a:pt x="20214" y="141267"/>
                      <a:pt x="19870" y="140540"/>
                    </a:cubicBezTo>
                    <a:cubicBezTo>
                      <a:pt x="19678" y="140157"/>
                      <a:pt x="19448" y="139736"/>
                      <a:pt x="19525" y="139276"/>
                    </a:cubicBezTo>
                    <a:cubicBezTo>
                      <a:pt x="19716" y="137898"/>
                      <a:pt x="21592" y="137554"/>
                      <a:pt x="22741" y="137860"/>
                    </a:cubicBezTo>
                    <a:cubicBezTo>
                      <a:pt x="23315" y="138128"/>
                      <a:pt x="23774" y="138511"/>
                      <a:pt x="24119" y="138970"/>
                    </a:cubicBezTo>
                    <a:cubicBezTo>
                      <a:pt x="24387" y="137286"/>
                      <a:pt x="24578" y="135410"/>
                      <a:pt x="23200" y="134146"/>
                    </a:cubicBezTo>
                    <a:cubicBezTo>
                      <a:pt x="22626" y="133687"/>
                      <a:pt x="21477" y="133304"/>
                      <a:pt x="20903" y="133955"/>
                    </a:cubicBezTo>
                    <a:cubicBezTo>
                      <a:pt x="20597" y="134300"/>
                      <a:pt x="20329" y="134797"/>
                      <a:pt x="20635" y="135218"/>
                    </a:cubicBezTo>
                    <a:cubicBezTo>
                      <a:pt x="20941" y="135640"/>
                      <a:pt x="21707" y="135908"/>
                      <a:pt x="22167" y="135525"/>
                    </a:cubicBezTo>
                    <a:cubicBezTo>
                      <a:pt x="22358" y="135295"/>
                      <a:pt x="22435" y="134912"/>
                      <a:pt x="22205" y="134644"/>
                    </a:cubicBezTo>
                    <a:cubicBezTo>
                      <a:pt x="21975" y="134338"/>
                      <a:pt x="22435" y="133993"/>
                      <a:pt x="22664" y="134300"/>
                    </a:cubicBezTo>
                    <a:cubicBezTo>
                      <a:pt x="22971" y="134644"/>
                      <a:pt x="22971" y="135180"/>
                      <a:pt x="22817" y="135601"/>
                    </a:cubicBezTo>
                    <a:cubicBezTo>
                      <a:pt x="22626" y="136137"/>
                      <a:pt x="21975" y="136329"/>
                      <a:pt x="21477" y="136290"/>
                    </a:cubicBezTo>
                    <a:cubicBezTo>
                      <a:pt x="20597" y="136175"/>
                      <a:pt x="19716" y="135372"/>
                      <a:pt x="19984" y="134453"/>
                    </a:cubicBezTo>
                    <a:cubicBezTo>
                      <a:pt x="20176" y="133725"/>
                      <a:pt x="20788" y="133075"/>
                      <a:pt x="21592" y="133036"/>
                    </a:cubicBezTo>
                    <a:cubicBezTo>
                      <a:pt x="22167" y="133036"/>
                      <a:pt x="22817" y="133228"/>
                      <a:pt x="23315" y="133534"/>
                    </a:cubicBezTo>
                    <a:cubicBezTo>
                      <a:pt x="24042" y="134032"/>
                      <a:pt x="24540" y="134950"/>
                      <a:pt x="24732" y="135793"/>
                    </a:cubicBezTo>
                    <a:cubicBezTo>
                      <a:pt x="24923" y="136711"/>
                      <a:pt x="24846" y="137630"/>
                      <a:pt x="24770" y="138549"/>
                    </a:cubicBezTo>
                    <a:cubicBezTo>
                      <a:pt x="24732" y="138817"/>
                      <a:pt x="24655" y="139047"/>
                      <a:pt x="24617" y="139276"/>
                    </a:cubicBezTo>
                    <a:cubicBezTo>
                      <a:pt x="24617" y="139391"/>
                      <a:pt x="24578" y="139506"/>
                      <a:pt x="24464" y="139544"/>
                    </a:cubicBezTo>
                    <a:cubicBezTo>
                      <a:pt x="24961" y="140540"/>
                      <a:pt x="25191" y="141727"/>
                      <a:pt x="25153" y="142760"/>
                    </a:cubicBezTo>
                    <a:cubicBezTo>
                      <a:pt x="25153" y="143181"/>
                      <a:pt x="25153" y="143564"/>
                      <a:pt x="25153" y="143985"/>
                    </a:cubicBezTo>
                    <a:cubicBezTo>
                      <a:pt x="25153" y="144100"/>
                      <a:pt x="25038" y="144215"/>
                      <a:pt x="24923" y="144253"/>
                    </a:cubicBezTo>
                    <a:cubicBezTo>
                      <a:pt x="25268" y="145134"/>
                      <a:pt x="25153" y="146053"/>
                      <a:pt x="25000" y="146971"/>
                    </a:cubicBezTo>
                    <a:cubicBezTo>
                      <a:pt x="24961" y="147393"/>
                      <a:pt x="24846" y="147814"/>
                      <a:pt x="24693" y="148197"/>
                    </a:cubicBezTo>
                    <a:cubicBezTo>
                      <a:pt x="24693" y="148350"/>
                      <a:pt x="24578" y="148426"/>
                      <a:pt x="24425" y="148426"/>
                    </a:cubicBezTo>
                    <a:cubicBezTo>
                      <a:pt x="24272" y="148426"/>
                      <a:pt x="24157" y="148311"/>
                      <a:pt x="24157" y="148158"/>
                    </a:cubicBezTo>
                    <a:lnTo>
                      <a:pt x="24157" y="148158"/>
                    </a:lnTo>
                    <a:close/>
                    <a:moveTo>
                      <a:pt x="63360" y="70557"/>
                    </a:moveTo>
                    <a:cubicBezTo>
                      <a:pt x="63781" y="66040"/>
                      <a:pt x="63858" y="61484"/>
                      <a:pt x="63781" y="56967"/>
                    </a:cubicBezTo>
                    <a:cubicBezTo>
                      <a:pt x="63475" y="56775"/>
                      <a:pt x="63398" y="56316"/>
                      <a:pt x="63436" y="55971"/>
                    </a:cubicBezTo>
                    <a:cubicBezTo>
                      <a:pt x="63398" y="55129"/>
                      <a:pt x="63360" y="54325"/>
                      <a:pt x="63283" y="53483"/>
                    </a:cubicBezTo>
                    <a:cubicBezTo>
                      <a:pt x="63130" y="52334"/>
                      <a:pt x="62939" y="51147"/>
                      <a:pt x="62786" y="49961"/>
                    </a:cubicBezTo>
                    <a:cubicBezTo>
                      <a:pt x="62786" y="49807"/>
                      <a:pt x="62786" y="49654"/>
                      <a:pt x="62862" y="49578"/>
                    </a:cubicBezTo>
                    <a:lnTo>
                      <a:pt x="62862" y="49540"/>
                    </a:lnTo>
                    <a:cubicBezTo>
                      <a:pt x="62211" y="44371"/>
                      <a:pt x="61216" y="39433"/>
                      <a:pt x="58766" y="34992"/>
                    </a:cubicBezTo>
                    <a:cubicBezTo>
                      <a:pt x="58689" y="34992"/>
                      <a:pt x="58613" y="34992"/>
                      <a:pt x="58574" y="34953"/>
                    </a:cubicBezTo>
                    <a:cubicBezTo>
                      <a:pt x="58268" y="34915"/>
                      <a:pt x="58077" y="34494"/>
                      <a:pt x="57924" y="34303"/>
                    </a:cubicBezTo>
                    <a:cubicBezTo>
                      <a:pt x="56890" y="32656"/>
                      <a:pt x="55588" y="31048"/>
                      <a:pt x="54095" y="29785"/>
                    </a:cubicBezTo>
                    <a:cubicBezTo>
                      <a:pt x="53521" y="29287"/>
                      <a:pt x="52947" y="28751"/>
                      <a:pt x="52372" y="28254"/>
                    </a:cubicBezTo>
                    <a:cubicBezTo>
                      <a:pt x="50497" y="26876"/>
                      <a:pt x="48429" y="25804"/>
                      <a:pt x="46209" y="25115"/>
                    </a:cubicBezTo>
                    <a:cubicBezTo>
                      <a:pt x="42380" y="24119"/>
                      <a:pt x="38437" y="23698"/>
                      <a:pt x="34532" y="23583"/>
                    </a:cubicBezTo>
                    <a:lnTo>
                      <a:pt x="34035" y="23583"/>
                    </a:lnTo>
                    <a:cubicBezTo>
                      <a:pt x="33881" y="23736"/>
                      <a:pt x="33690" y="23775"/>
                      <a:pt x="33499" y="23775"/>
                    </a:cubicBezTo>
                    <a:cubicBezTo>
                      <a:pt x="33001" y="23889"/>
                      <a:pt x="32503" y="24004"/>
                      <a:pt x="32044" y="24081"/>
                    </a:cubicBezTo>
                    <a:cubicBezTo>
                      <a:pt x="28330" y="24579"/>
                      <a:pt x="24693" y="25536"/>
                      <a:pt x="21171" y="26837"/>
                    </a:cubicBezTo>
                    <a:cubicBezTo>
                      <a:pt x="18147" y="28101"/>
                      <a:pt x="15543" y="29938"/>
                      <a:pt x="13170" y="32159"/>
                    </a:cubicBezTo>
                    <a:cubicBezTo>
                      <a:pt x="12021" y="33192"/>
                      <a:pt x="10988" y="34341"/>
                      <a:pt x="10107" y="35643"/>
                    </a:cubicBezTo>
                    <a:cubicBezTo>
                      <a:pt x="9686" y="36025"/>
                      <a:pt x="9303" y="37059"/>
                      <a:pt x="8729" y="37404"/>
                    </a:cubicBezTo>
                    <a:lnTo>
                      <a:pt x="8729" y="37404"/>
                    </a:lnTo>
                    <a:cubicBezTo>
                      <a:pt x="8346" y="38016"/>
                      <a:pt x="8002" y="38629"/>
                      <a:pt x="7695" y="39279"/>
                    </a:cubicBezTo>
                    <a:cubicBezTo>
                      <a:pt x="8116" y="39892"/>
                      <a:pt x="7427" y="40964"/>
                      <a:pt x="7312" y="41615"/>
                    </a:cubicBezTo>
                    <a:cubicBezTo>
                      <a:pt x="6930" y="43070"/>
                      <a:pt x="6509" y="44524"/>
                      <a:pt x="6279" y="46056"/>
                    </a:cubicBezTo>
                    <a:cubicBezTo>
                      <a:pt x="6164" y="46898"/>
                      <a:pt x="6011" y="47740"/>
                      <a:pt x="5896" y="48582"/>
                    </a:cubicBezTo>
                    <a:cubicBezTo>
                      <a:pt x="5858" y="49157"/>
                      <a:pt x="5743" y="49807"/>
                      <a:pt x="5743" y="50382"/>
                    </a:cubicBezTo>
                    <a:cubicBezTo>
                      <a:pt x="5628" y="52564"/>
                      <a:pt x="5628" y="54784"/>
                      <a:pt x="5475" y="56967"/>
                    </a:cubicBezTo>
                    <a:cubicBezTo>
                      <a:pt x="5398" y="63130"/>
                      <a:pt x="5054" y="69294"/>
                      <a:pt x="5475" y="75458"/>
                    </a:cubicBezTo>
                    <a:cubicBezTo>
                      <a:pt x="5973" y="78788"/>
                      <a:pt x="6968" y="82081"/>
                      <a:pt x="8040" y="85258"/>
                    </a:cubicBezTo>
                    <a:cubicBezTo>
                      <a:pt x="8078" y="85450"/>
                      <a:pt x="8155" y="85603"/>
                      <a:pt x="8231" y="85756"/>
                    </a:cubicBezTo>
                    <a:cubicBezTo>
                      <a:pt x="8270" y="85756"/>
                      <a:pt x="8270" y="85794"/>
                      <a:pt x="8270" y="85794"/>
                    </a:cubicBezTo>
                    <a:cubicBezTo>
                      <a:pt x="8691" y="86483"/>
                      <a:pt x="9074" y="87172"/>
                      <a:pt x="9533" y="87861"/>
                    </a:cubicBezTo>
                    <a:cubicBezTo>
                      <a:pt x="10567" y="89661"/>
                      <a:pt x="11639" y="91460"/>
                      <a:pt x="12825" y="93183"/>
                    </a:cubicBezTo>
                    <a:cubicBezTo>
                      <a:pt x="12902" y="93336"/>
                      <a:pt x="12940" y="93489"/>
                      <a:pt x="12940" y="93642"/>
                    </a:cubicBezTo>
                    <a:cubicBezTo>
                      <a:pt x="14050" y="95327"/>
                      <a:pt x="15237" y="96935"/>
                      <a:pt x="16501" y="98504"/>
                    </a:cubicBezTo>
                    <a:cubicBezTo>
                      <a:pt x="19104" y="101644"/>
                      <a:pt x="22435" y="104094"/>
                      <a:pt x="25918" y="106199"/>
                    </a:cubicBezTo>
                    <a:cubicBezTo>
                      <a:pt x="27565" y="107118"/>
                      <a:pt x="29249" y="107960"/>
                      <a:pt x="31087" y="108420"/>
                    </a:cubicBezTo>
                    <a:cubicBezTo>
                      <a:pt x="31967" y="108650"/>
                      <a:pt x="32886" y="108650"/>
                      <a:pt x="33805" y="108726"/>
                    </a:cubicBezTo>
                    <a:cubicBezTo>
                      <a:pt x="33881" y="108726"/>
                      <a:pt x="33996" y="108764"/>
                      <a:pt x="34073" y="108803"/>
                    </a:cubicBezTo>
                    <a:cubicBezTo>
                      <a:pt x="34456" y="108803"/>
                      <a:pt x="34877" y="108764"/>
                      <a:pt x="35260" y="108726"/>
                    </a:cubicBezTo>
                    <a:cubicBezTo>
                      <a:pt x="35336" y="108726"/>
                      <a:pt x="35413" y="108688"/>
                      <a:pt x="35489" y="108688"/>
                    </a:cubicBezTo>
                    <a:cubicBezTo>
                      <a:pt x="36332" y="108573"/>
                      <a:pt x="37174" y="108458"/>
                      <a:pt x="38016" y="108305"/>
                    </a:cubicBezTo>
                    <a:cubicBezTo>
                      <a:pt x="38743" y="108152"/>
                      <a:pt x="39471" y="107922"/>
                      <a:pt x="40160" y="107692"/>
                    </a:cubicBezTo>
                    <a:cubicBezTo>
                      <a:pt x="40275" y="107692"/>
                      <a:pt x="40351" y="107654"/>
                      <a:pt x="40428" y="107692"/>
                    </a:cubicBezTo>
                    <a:cubicBezTo>
                      <a:pt x="46362" y="105434"/>
                      <a:pt x="50535" y="100265"/>
                      <a:pt x="53980" y="95135"/>
                    </a:cubicBezTo>
                    <a:cubicBezTo>
                      <a:pt x="54210" y="94867"/>
                      <a:pt x="54478" y="94829"/>
                      <a:pt x="54746" y="94906"/>
                    </a:cubicBezTo>
                    <a:cubicBezTo>
                      <a:pt x="54784" y="94829"/>
                      <a:pt x="54861" y="94714"/>
                      <a:pt x="54899" y="94638"/>
                    </a:cubicBezTo>
                    <a:cubicBezTo>
                      <a:pt x="54976" y="94370"/>
                      <a:pt x="55167" y="94102"/>
                      <a:pt x="55397" y="93872"/>
                    </a:cubicBezTo>
                    <a:cubicBezTo>
                      <a:pt x="56086" y="92762"/>
                      <a:pt x="56852" y="91652"/>
                      <a:pt x="57579" y="90541"/>
                    </a:cubicBezTo>
                    <a:cubicBezTo>
                      <a:pt x="57656" y="90388"/>
                      <a:pt x="57809" y="90312"/>
                      <a:pt x="57924" y="90273"/>
                    </a:cubicBezTo>
                    <a:cubicBezTo>
                      <a:pt x="58153" y="89891"/>
                      <a:pt x="58383" y="89508"/>
                      <a:pt x="58613" y="89125"/>
                    </a:cubicBezTo>
                    <a:cubicBezTo>
                      <a:pt x="60603" y="85679"/>
                      <a:pt x="61829" y="81889"/>
                      <a:pt x="62441" y="78023"/>
                    </a:cubicBezTo>
                    <a:lnTo>
                      <a:pt x="62441" y="78023"/>
                    </a:lnTo>
                    <a:cubicBezTo>
                      <a:pt x="62441" y="77716"/>
                      <a:pt x="62518" y="77410"/>
                      <a:pt x="62594" y="77104"/>
                    </a:cubicBezTo>
                    <a:cubicBezTo>
                      <a:pt x="62671" y="76415"/>
                      <a:pt x="62747" y="75726"/>
                      <a:pt x="62824" y="75036"/>
                    </a:cubicBezTo>
                    <a:cubicBezTo>
                      <a:pt x="62824" y="74883"/>
                      <a:pt x="62862" y="74807"/>
                      <a:pt x="62939" y="74730"/>
                    </a:cubicBezTo>
                    <a:cubicBezTo>
                      <a:pt x="63092" y="73352"/>
                      <a:pt x="63207" y="71974"/>
                      <a:pt x="63322" y="70596"/>
                    </a:cubicBezTo>
                    <a:lnTo>
                      <a:pt x="63322" y="70596"/>
                    </a:lnTo>
                    <a:close/>
                    <a:moveTo>
                      <a:pt x="69332" y="113780"/>
                    </a:moveTo>
                    <a:cubicBezTo>
                      <a:pt x="69179" y="106085"/>
                      <a:pt x="69141" y="98389"/>
                      <a:pt x="69256" y="90694"/>
                    </a:cubicBezTo>
                    <a:cubicBezTo>
                      <a:pt x="69409" y="83995"/>
                      <a:pt x="69141" y="77295"/>
                      <a:pt x="69256" y="70596"/>
                    </a:cubicBezTo>
                    <a:cubicBezTo>
                      <a:pt x="69294" y="65006"/>
                      <a:pt x="69562" y="59455"/>
                      <a:pt x="69256" y="53866"/>
                    </a:cubicBezTo>
                    <a:cubicBezTo>
                      <a:pt x="69141" y="51033"/>
                      <a:pt x="69179" y="48200"/>
                      <a:pt x="69026" y="45367"/>
                    </a:cubicBezTo>
                    <a:cubicBezTo>
                      <a:pt x="68873" y="42342"/>
                      <a:pt x="68413" y="39394"/>
                      <a:pt x="68490" y="36370"/>
                    </a:cubicBezTo>
                    <a:cubicBezTo>
                      <a:pt x="68528" y="32618"/>
                      <a:pt x="68720" y="28866"/>
                      <a:pt x="68758" y="25115"/>
                    </a:cubicBezTo>
                    <a:cubicBezTo>
                      <a:pt x="68834" y="23353"/>
                      <a:pt x="68949" y="21554"/>
                      <a:pt x="68911" y="19755"/>
                    </a:cubicBezTo>
                    <a:cubicBezTo>
                      <a:pt x="69064" y="18645"/>
                      <a:pt x="68375" y="18223"/>
                      <a:pt x="67877" y="18415"/>
                    </a:cubicBezTo>
                    <a:cubicBezTo>
                      <a:pt x="66537" y="16386"/>
                      <a:pt x="64776" y="14663"/>
                      <a:pt x="62977" y="13017"/>
                    </a:cubicBezTo>
                    <a:cubicBezTo>
                      <a:pt x="62250" y="12328"/>
                      <a:pt x="61484" y="11715"/>
                      <a:pt x="60680" y="11141"/>
                    </a:cubicBezTo>
                    <a:cubicBezTo>
                      <a:pt x="60642" y="11026"/>
                      <a:pt x="60565" y="10911"/>
                      <a:pt x="60450" y="10835"/>
                    </a:cubicBezTo>
                    <a:cubicBezTo>
                      <a:pt x="60144" y="10567"/>
                      <a:pt x="59838" y="10337"/>
                      <a:pt x="59532" y="10069"/>
                    </a:cubicBezTo>
                    <a:cubicBezTo>
                      <a:pt x="58613" y="9227"/>
                      <a:pt x="57464" y="8576"/>
                      <a:pt x="56469" y="7887"/>
                    </a:cubicBezTo>
                    <a:cubicBezTo>
                      <a:pt x="56277" y="7810"/>
                      <a:pt x="56124" y="7695"/>
                      <a:pt x="55971" y="7619"/>
                    </a:cubicBezTo>
                    <a:cubicBezTo>
                      <a:pt x="55359" y="7236"/>
                      <a:pt x="54746" y="6853"/>
                      <a:pt x="54095" y="6509"/>
                    </a:cubicBezTo>
                    <a:cubicBezTo>
                      <a:pt x="53368" y="6088"/>
                      <a:pt x="52564" y="5743"/>
                      <a:pt x="51760" y="5398"/>
                    </a:cubicBezTo>
                    <a:cubicBezTo>
                      <a:pt x="51607" y="5322"/>
                      <a:pt x="51454" y="5245"/>
                      <a:pt x="51339" y="5169"/>
                    </a:cubicBezTo>
                    <a:cubicBezTo>
                      <a:pt x="50343" y="4633"/>
                      <a:pt x="49310" y="4173"/>
                      <a:pt x="48238" y="3790"/>
                    </a:cubicBezTo>
                    <a:cubicBezTo>
                      <a:pt x="39777" y="613"/>
                      <a:pt x="31852" y="0"/>
                      <a:pt x="23277" y="3255"/>
                    </a:cubicBezTo>
                    <a:cubicBezTo>
                      <a:pt x="20520" y="4173"/>
                      <a:pt x="17879" y="5360"/>
                      <a:pt x="15505" y="7045"/>
                    </a:cubicBezTo>
                    <a:cubicBezTo>
                      <a:pt x="15390" y="7121"/>
                      <a:pt x="15314" y="7198"/>
                      <a:pt x="15275" y="7313"/>
                    </a:cubicBezTo>
                    <a:cubicBezTo>
                      <a:pt x="11562" y="9380"/>
                      <a:pt x="8308" y="12136"/>
                      <a:pt x="5245" y="15008"/>
                    </a:cubicBezTo>
                    <a:cubicBezTo>
                      <a:pt x="3714" y="16692"/>
                      <a:pt x="498" y="18989"/>
                      <a:pt x="498" y="21363"/>
                    </a:cubicBezTo>
                    <a:cubicBezTo>
                      <a:pt x="536" y="24617"/>
                      <a:pt x="843" y="27909"/>
                      <a:pt x="728" y="31163"/>
                    </a:cubicBezTo>
                    <a:cubicBezTo>
                      <a:pt x="766" y="31852"/>
                      <a:pt x="460" y="34800"/>
                      <a:pt x="689" y="36332"/>
                    </a:cubicBezTo>
                    <a:cubicBezTo>
                      <a:pt x="689" y="36676"/>
                      <a:pt x="651" y="36982"/>
                      <a:pt x="651" y="37289"/>
                    </a:cubicBezTo>
                    <a:cubicBezTo>
                      <a:pt x="192" y="37672"/>
                      <a:pt x="383" y="38667"/>
                      <a:pt x="307" y="39279"/>
                    </a:cubicBezTo>
                    <a:cubicBezTo>
                      <a:pt x="421" y="49348"/>
                      <a:pt x="0" y="59455"/>
                      <a:pt x="153" y="69524"/>
                    </a:cubicBezTo>
                    <a:cubicBezTo>
                      <a:pt x="345" y="75151"/>
                      <a:pt x="307" y="80779"/>
                      <a:pt x="651" y="86368"/>
                    </a:cubicBezTo>
                    <a:cubicBezTo>
                      <a:pt x="996" y="91422"/>
                      <a:pt x="881" y="96514"/>
                      <a:pt x="881" y="101567"/>
                    </a:cubicBezTo>
                    <a:cubicBezTo>
                      <a:pt x="881" y="101605"/>
                      <a:pt x="843" y="101644"/>
                      <a:pt x="843" y="101682"/>
                    </a:cubicBezTo>
                    <a:cubicBezTo>
                      <a:pt x="728" y="103979"/>
                      <a:pt x="766" y="106314"/>
                      <a:pt x="804" y="108573"/>
                    </a:cubicBezTo>
                    <a:cubicBezTo>
                      <a:pt x="651" y="112593"/>
                      <a:pt x="766" y="116613"/>
                      <a:pt x="919" y="120594"/>
                    </a:cubicBezTo>
                    <a:cubicBezTo>
                      <a:pt x="651" y="120900"/>
                      <a:pt x="766" y="121245"/>
                      <a:pt x="996" y="121551"/>
                    </a:cubicBezTo>
                    <a:cubicBezTo>
                      <a:pt x="1072" y="121666"/>
                      <a:pt x="1149" y="121743"/>
                      <a:pt x="1225" y="121819"/>
                    </a:cubicBezTo>
                    <a:cubicBezTo>
                      <a:pt x="1417" y="122011"/>
                      <a:pt x="1685" y="122240"/>
                      <a:pt x="1876" y="122355"/>
                    </a:cubicBezTo>
                    <a:cubicBezTo>
                      <a:pt x="2068" y="122508"/>
                      <a:pt x="2221" y="122623"/>
                      <a:pt x="2412" y="122776"/>
                    </a:cubicBezTo>
                    <a:cubicBezTo>
                      <a:pt x="3982" y="124422"/>
                      <a:pt x="5705" y="125954"/>
                      <a:pt x="7695" y="127141"/>
                    </a:cubicBezTo>
                    <a:cubicBezTo>
                      <a:pt x="10643" y="128748"/>
                      <a:pt x="13782" y="130012"/>
                      <a:pt x="17037" y="130816"/>
                    </a:cubicBezTo>
                    <a:cubicBezTo>
                      <a:pt x="17113" y="130854"/>
                      <a:pt x="17190" y="130854"/>
                      <a:pt x="17266" y="130892"/>
                    </a:cubicBezTo>
                    <a:cubicBezTo>
                      <a:pt x="17228" y="130969"/>
                      <a:pt x="17266" y="131084"/>
                      <a:pt x="17381" y="131160"/>
                    </a:cubicBezTo>
                    <a:cubicBezTo>
                      <a:pt x="17343" y="131122"/>
                      <a:pt x="17343" y="131122"/>
                      <a:pt x="17305" y="131084"/>
                    </a:cubicBezTo>
                    <a:cubicBezTo>
                      <a:pt x="17840" y="131926"/>
                      <a:pt x="18108" y="132960"/>
                      <a:pt x="18070" y="133955"/>
                    </a:cubicBezTo>
                    <a:cubicBezTo>
                      <a:pt x="17955" y="135104"/>
                      <a:pt x="17381" y="136137"/>
                      <a:pt x="17190" y="137286"/>
                    </a:cubicBezTo>
                    <a:cubicBezTo>
                      <a:pt x="16922" y="138281"/>
                      <a:pt x="16960" y="139353"/>
                      <a:pt x="17343" y="140310"/>
                    </a:cubicBezTo>
                    <a:cubicBezTo>
                      <a:pt x="17917" y="141841"/>
                      <a:pt x="18683" y="143335"/>
                      <a:pt x="18147" y="144981"/>
                    </a:cubicBezTo>
                    <a:cubicBezTo>
                      <a:pt x="17840" y="146091"/>
                      <a:pt x="17458" y="147239"/>
                      <a:pt x="17802" y="148388"/>
                    </a:cubicBezTo>
                    <a:cubicBezTo>
                      <a:pt x="17917" y="148733"/>
                      <a:pt x="18415" y="148579"/>
                      <a:pt x="18338" y="148235"/>
                    </a:cubicBezTo>
                    <a:cubicBezTo>
                      <a:pt x="18223" y="147852"/>
                      <a:pt x="18223" y="147507"/>
                      <a:pt x="18262" y="147125"/>
                    </a:cubicBezTo>
                    <a:cubicBezTo>
                      <a:pt x="18300" y="146397"/>
                      <a:pt x="18530" y="145708"/>
                      <a:pt x="18721" y="145019"/>
                    </a:cubicBezTo>
                    <a:cubicBezTo>
                      <a:pt x="19219" y="143258"/>
                      <a:pt x="18491" y="141650"/>
                      <a:pt x="17840" y="140042"/>
                    </a:cubicBezTo>
                    <a:cubicBezTo>
                      <a:pt x="17534" y="139238"/>
                      <a:pt x="17496" y="138396"/>
                      <a:pt x="17687" y="137554"/>
                    </a:cubicBezTo>
                    <a:cubicBezTo>
                      <a:pt x="17955" y="136061"/>
                      <a:pt x="18836" y="134682"/>
                      <a:pt x="18606" y="133113"/>
                    </a:cubicBezTo>
                    <a:cubicBezTo>
                      <a:pt x="18530" y="132653"/>
                      <a:pt x="18300" y="131658"/>
                      <a:pt x="17994" y="131045"/>
                    </a:cubicBezTo>
                    <a:cubicBezTo>
                      <a:pt x="21018" y="131773"/>
                      <a:pt x="24157" y="131888"/>
                      <a:pt x="27067" y="132998"/>
                    </a:cubicBezTo>
                    <a:cubicBezTo>
                      <a:pt x="27143" y="132998"/>
                      <a:pt x="27182" y="133036"/>
                      <a:pt x="27258" y="133036"/>
                    </a:cubicBezTo>
                    <a:cubicBezTo>
                      <a:pt x="27335" y="133381"/>
                      <a:pt x="27450" y="133725"/>
                      <a:pt x="27411" y="133993"/>
                    </a:cubicBezTo>
                    <a:cubicBezTo>
                      <a:pt x="27526" y="135640"/>
                      <a:pt x="27450" y="137247"/>
                      <a:pt x="27411" y="138894"/>
                    </a:cubicBezTo>
                    <a:cubicBezTo>
                      <a:pt x="27297" y="140923"/>
                      <a:pt x="27450" y="142990"/>
                      <a:pt x="27488" y="145019"/>
                    </a:cubicBezTo>
                    <a:cubicBezTo>
                      <a:pt x="27641" y="146589"/>
                      <a:pt x="26646" y="148618"/>
                      <a:pt x="29058" y="148656"/>
                    </a:cubicBezTo>
                    <a:cubicBezTo>
                      <a:pt x="30972" y="148771"/>
                      <a:pt x="32809" y="147967"/>
                      <a:pt x="34724" y="148273"/>
                    </a:cubicBezTo>
                    <a:cubicBezTo>
                      <a:pt x="35872" y="148350"/>
                      <a:pt x="37021" y="148618"/>
                      <a:pt x="38169" y="148618"/>
                    </a:cubicBezTo>
                    <a:cubicBezTo>
                      <a:pt x="39279" y="148579"/>
                      <a:pt x="40390" y="148503"/>
                      <a:pt x="41538" y="148579"/>
                    </a:cubicBezTo>
                    <a:cubicBezTo>
                      <a:pt x="42227" y="148618"/>
                      <a:pt x="42955" y="148388"/>
                      <a:pt x="43644" y="148579"/>
                    </a:cubicBezTo>
                    <a:cubicBezTo>
                      <a:pt x="43835" y="148618"/>
                      <a:pt x="44027" y="148618"/>
                      <a:pt x="44141" y="148541"/>
                    </a:cubicBezTo>
                    <a:cubicBezTo>
                      <a:pt x="44601" y="148465"/>
                      <a:pt x="44907" y="147890"/>
                      <a:pt x="44639" y="147316"/>
                    </a:cubicBezTo>
                    <a:cubicBezTo>
                      <a:pt x="44601" y="145632"/>
                      <a:pt x="44333" y="144138"/>
                      <a:pt x="44256" y="142416"/>
                    </a:cubicBezTo>
                    <a:cubicBezTo>
                      <a:pt x="44065" y="139047"/>
                      <a:pt x="43988" y="135640"/>
                      <a:pt x="44601" y="132309"/>
                    </a:cubicBezTo>
                    <a:cubicBezTo>
                      <a:pt x="45520" y="132309"/>
                      <a:pt x="46745" y="131773"/>
                      <a:pt x="47549" y="131658"/>
                    </a:cubicBezTo>
                    <a:cubicBezTo>
                      <a:pt x="51492" y="130969"/>
                      <a:pt x="55320" y="129820"/>
                      <a:pt x="59110" y="128480"/>
                    </a:cubicBezTo>
                    <a:cubicBezTo>
                      <a:pt x="59646" y="128289"/>
                      <a:pt x="60106" y="128251"/>
                      <a:pt x="60603" y="127868"/>
                    </a:cubicBezTo>
                    <a:cubicBezTo>
                      <a:pt x="62479" y="126873"/>
                      <a:pt x="64585" y="126337"/>
                      <a:pt x="66423" y="125188"/>
                    </a:cubicBezTo>
                    <a:cubicBezTo>
                      <a:pt x="67380" y="124652"/>
                      <a:pt x="68337" y="124040"/>
                      <a:pt x="68873" y="123082"/>
                    </a:cubicBezTo>
                    <a:cubicBezTo>
                      <a:pt x="68949" y="122929"/>
                      <a:pt x="68988" y="122776"/>
                      <a:pt x="68949" y="122623"/>
                    </a:cubicBezTo>
                    <a:cubicBezTo>
                      <a:pt x="69064" y="122087"/>
                      <a:pt x="69064" y="121398"/>
                      <a:pt x="69102" y="120977"/>
                    </a:cubicBezTo>
                    <a:cubicBezTo>
                      <a:pt x="69294" y="118565"/>
                      <a:pt x="69370" y="116153"/>
                      <a:pt x="69332" y="113741"/>
                    </a:cubicBezTo>
                    <a:lnTo>
                      <a:pt x="69332" y="113741"/>
                    </a:lnTo>
                    <a:close/>
                    <a:moveTo>
                      <a:pt x="56124" y="148733"/>
                    </a:moveTo>
                    <a:cubicBezTo>
                      <a:pt x="55971" y="148694"/>
                      <a:pt x="55856" y="148541"/>
                      <a:pt x="55895" y="148388"/>
                    </a:cubicBezTo>
                    <a:cubicBezTo>
                      <a:pt x="55933" y="148158"/>
                      <a:pt x="55933" y="147890"/>
                      <a:pt x="55933" y="147699"/>
                    </a:cubicBezTo>
                    <a:cubicBezTo>
                      <a:pt x="55971" y="147278"/>
                      <a:pt x="55933" y="146857"/>
                      <a:pt x="55856" y="146436"/>
                    </a:cubicBezTo>
                    <a:cubicBezTo>
                      <a:pt x="55588" y="145057"/>
                      <a:pt x="54555" y="143794"/>
                      <a:pt x="54823" y="142301"/>
                    </a:cubicBezTo>
                    <a:cubicBezTo>
                      <a:pt x="54937" y="141688"/>
                      <a:pt x="55205" y="141152"/>
                      <a:pt x="55397" y="140616"/>
                    </a:cubicBezTo>
                    <a:cubicBezTo>
                      <a:pt x="56048" y="139047"/>
                      <a:pt x="55205" y="137783"/>
                      <a:pt x="54784" y="136290"/>
                    </a:cubicBezTo>
                    <a:cubicBezTo>
                      <a:pt x="54248" y="133993"/>
                      <a:pt x="56469" y="133955"/>
                      <a:pt x="54669" y="130739"/>
                    </a:cubicBezTo>
                    <a:cubicBezTo>
                      <a:pt x="54478" y="130548"/>
                      <a:pt x="54478" y="130203"/>
                      <a:pt x="54823" y="130165"/>
                    </a:cubicBezTo>
                    <a:cubicBezTo>
                      <a:pt x="54937" y="130165"/>
                      <a:pt x="55052" y="130242"/>
                      <a:pt x="55091" y="130356"/>
                    </a:cubicBezTo>
                    <a:cubicBezTo>
                      <a:pt x="55205" y="130624"/>
                      <a:pt x="55359" y="130854"/>
                      <a:pt x="55473" y="131122"/>
                    </a:cubicBezTo>
                    <a:cubicBezTo>
                      <a:pt x="56890" y="134108"/>
                      <a:pt x="54631" y="134453"/>
                      <a:pt x="55435" y="136520"/>
                    </a:cubicBezTo>
                    <a:cubicBezTo>
                      <a:pt x="55665" y="137209"/>
                      <a:pt x="55971" y="137898"/>
                      <a:pt x="56124" y="138626"/>
                    </a:cubicBezTo>
                    <a:cubicBezTo>
                      <a:pt x="56584" y="140425"/>
                      <a:pt x="55052" y="141727"/>
                      <a:pt x="55435" y="143449"/>
                    </a:cubicBezTo>
                    <a:cubicBezTo>
                      <a:pt x="55780" y="144751"/>
                      <a:pt x="56584" y="145938"/>
                      <a:pt x="56545" y="147278"/>
                    </a:cubicBezTo>
                    <a:cubicBezTo>
                      <a:pt x="56545" y="147699"/>
                      <a:pt x="56507" y="148082"/>
                      <a:pt x="56469" y="148465"/>
                    </a:cubicBezTo>
                    <a:cubicBezTo>
                      <a:pt x="56431" y="148618"/>
                      <a:pt x="56277" y="148733"/>
                      <a:pt x="56124" y="148733"/>
                    </a:cubicBezTo>
                    <a:lnTo>
                      <a:pt x="56124" y="148733"/>
                    </a:lnTo>
                    <a:close/>
                    <a:moveTo>
                      <a:pt x="15965" y="148388"/>
                    </a:moveTo>
                    <a:cubicBezTo>
                      <a:pt x="15850" y="148273"/>
                      <a:pt x="15850" y="148043"/>
                      <a:pt x="15811" y="147890"/>
                    </a:cubicBezTo>
                    <a:cubicBezTo>
                      <a:pt x="15735" y="146818"/>
                      <a:pt x="16003" y="145785"/>
                      <a:pt x="16233" y="144751"/>
                    </a:cubicBezTo>
                    <a:cubicBezTo>
                      <a:pt x="16462" y="143794"/>
                      <a:pt x="16309" y="142760"/>
                      <a:pt x="16041" y="141841"/>
                    </a:cubicBezTo>
                    <a:cubicBezTo>
                      <a:pt x="15658" y="140387"/>
                      <a:pt x="14816" y="139047"/>
                      <a:pt x="15007" y="137515"/>
                    </a:cubicBezTo>
                    <a:cubicBezTo>
                      <a:pt x="15352" y="135257"/>
                      <a:pt x="16462" y="133419"/>
                      <a:pt x="15543" y="131084"/>
                    </a:cubicBezTo>
                    <a:cubicBezTo>
                      <a:pt x="15467" y="130892"/>
                      <a:pt x="15429" y="130663"/>
                      <a:pt x="15658" y="130586"/>
                    </a:cubicBezTo>
                    <a:cubicBezTo>
                      <a:pt x="15811" y="130510"/>
                      <a:pt x="15965" y="130586"/>
                      <a:pt x="16041" y="130739"/>
                    </a:cubicBezTo>
                    <a:cubicBezTo>
                      <a:pt x="16041" y="130816"/>
                      <a:pt x="16079" y="130892"/>
                      <a:pt x="16118" y="130969"/>
                    </a:cubicBezTo>
                    <a:cubicBezTo>
                      <a:pt x="16922" y="133036"/>
                      <a:pt x="16156" y="135142"/>
                      <a:pt x="15620" y="137133"/>
                    </a:cubicBezTo>
                    <a:cubicBezTo>
                      <a:pt x="15429" y="138013"/>
                      <a:pt x="15582" y="138894"/>
                      <a:pt x="15888" y="139698"/>
                    </a:cubicBezTo>
                    <a:cubicBezTo>
                      <a:pt x="16807" y="142071"/>
                      <a:pt x="17266" y="143526"/>
                      <a:pt x="16539" y="146014"/>
                    </a:cubicBezTo>
                    <a:cubicBezTo>
                      <a:pt x="16386" y="146665"/>
                      <a:pt x="16309" y="147316"/>
                      <a:pt x="16386" y="147967"/>
                    </a:cubicBezTo>
                    <a:cubicBezTo>
                      <a:pt x="16654" y="148273"/>
                      <a:pt x="16194" y="148656"/>
                      <a:pt x="15965" y="148388"/>
                    </a:cubicBezTo>
                    <a:lnTo>
                      <a:pt x="15965" y="148388"/>
                    </a:lnTo>
                    <a:close/>
                    <a:moveTo>
                      <a:pt x="53942" y="149154"/>
                    </a:moveTo>
                    <a:cubicBezTo>
                      <a:pt x="53712" y="149039"/>
                      <a:pt x="53789" y="148771"/>
                      <a:pt x="53866" y="148618"/>
                    </a:cubicBezTo>
                    <a:cubicBezTo>
                      <a:pt x="54669" y="146665"/>
                      <a:pt x="53291" y="145478"/>
                      <a:pt x="53215" y="143679"/>
                    </a:cubicBezTo>
                    <a:cubicBezTo>
                      <a:pt x="53291" y="142071"/>
                      <a:pt x="54210" y="140961"/>
                      <a:pt x="53598" y="139238"/>
                    </a:cubicBezTo>
                    <a:cubicBezTo>
                      <a:pt x="53406" y="138702"/>
                      <a:pt x="53138" y="138205"/>
                      <a:pt x="52908" y="137669"/>
                    </a:cubicBezTo>
                    <a:cubicBezTo>
                      <a:pt x="52334" y="136290"/>
                      <a:pt x="53062" y="134874"/>
                      <a:pt x="53215" y="133496"/>
                    </a:cubicBezTo>
                    <a:cubicBezTo>
                      <a:pt x="53253" y="132807"/>
                      <a:pt x="53062" y="132156"/>
                      <a:pt x="52794" y="131543"/>
                    </a:cubicBezTo>
                    <a:cubicBezTo>
                      <a:pt x="52679" y="131275"/>
                      <a:pt x="52487" y="130854"/>
                      <a:pt x="52908" y="130816"/>
                    </a:cubicBezTo>
                    <a:cubicBezTo>
                      <a:pt x="53215" y="130816"/>
                      <a:pt x="53215" y="131199"/>
                      <a:pt x="53368" y="131428"/>
                    </a:cubicBezTo>
                    <a:cubicBezTo>
                      <a:pt x="53636" y="132079"/>
                      <a:pt x="53827" y="132845"/>
                      <a:pt x="53751" y="133572"/>
                    </a:cubicBezTo>
                    <a:cubicBezTo>
                      <a:pt x="53674" y="134797"/>
                      <a:pt x="52947" y="136022"/>
                      <a:pt x="53368" y="137286"/>
                    </a:cubicBezTo>
                    <a:cubicBezTo>
                      <a:pt x="53559" y="137822"/>
                      <a:pt x="53866" y="138319"/>
                      <a:pt x="54057" y="138855"/>
                    </a:cubicBezTo>
                    <a:cubicBezTo>
                      <a:pt x="54669" y="140310"/>
                      <a:pt x="54248" y="141573"/>
                      <a:pt x="53866" y="143028"/>
                    </a:cubicBezTo>
                    <a:cubicBezTo>
                      <a:pt x="53751" y="143411"/>
                      <a:pt x="53789" y="143871"/>
                      <a:pt x="53866" y="144253"/>
                    </a:cubicBezTo>
                    <a:cubicBezTo>
                      <a:pt x="54210" y="145632"/>
                      <a:pt x="55014" y="146780"/>
                      <a:pt x="54555" y="148235"/>
                    </a:cubicBezTo>
                    <a:cubicBezTo>
                      <a:pt x="54516" y="148503"/>
                      <a:pt x="54401" y="148733"/>
                      <a:pt x="54325" y="149001"/>
                    </a:cubicBezTo>
                    <a:cubicBezTo>
                      <a:pt x="54287" y="149154"/>
                      <a:pt x="54095" y="149192"/>
                      <a:pt x="53942" y="149154"/>
                    </a:cubicBezTo>
                    <a:lnTo>
                      <a:pt x="53942" y="149154"/>
                    </a:lnTo>
                    <a:close/>
                    <a:moveTo>
                      <a:pt x="46936" y="139123"/>
                    </a:moveTo>
                    <a:cubicBezTo>
                      <a:pt x="46745" y="138740"/>
                      <a:pt x="46706" y="138243"/>
                      <a:pt x="46592" y="137822"/>
                    </a:cubicBezTo>
                    <a:cubicBezTo>
                      <a:pt x="46400" y="136788"/>
                      <a:pt x="46285" y="135716"/>
                      <a:pt x="46630" y="134682"/>
                    </a:cubicBezTo>
                    <a:cubicBezTo>
                      <a:pt x="46936" y="133878"/>
                      <a:pt x="47625" y="133304"/>
                      <a:pt x="48391" y="132998"/>
                    </a:cubicBezTo>
                    <a:cubicBezTo>
                      <a:pt x="48889" y="132768"/>
                      <a:pt x="49501" y="132883"/>
                      <a:pt x="49922" y="133151"/>
                    </a:cubicBezTo>
                    <a:cubicBezTo>
                      <a:pt x="50382" y="133457"/>
                      <a:pt x="50650" y="133955"/>
                      <a:pt x="50611" y="134491"/>
                    </a:cubicBezTo>
                    <a:cubicBezTo>
                      <a:pt x="50650" y="135410"/>
                      <a:pt x="49999" y="136826"/>
                      <a:pt x="48889" y="136482"/>
                    </a:cubicBezTo>
                    <a:cubicBezTo>
                      <a:pt x="48353" y="136329"/>
                      <a:pt x="48008" y="135793"/>
                      <a:pt x="48085" y="135257"/>
                    </a:cubicBezTo>
                    <a:cubicBezTo>
                      <a:pt x="48085" y="134912"/>
                      <a:pt x="48314" y="134261"/>
                      <a:pt x="48735" y="134529"/>
                    </a:cubicBezTo>
                    <a:cubicBezTo>
                      <a:pt x="48850" y="134606"/>
                      <a:pt x="48889" y="134797"/>
                      <a:pt x="48812" y="134912"/>
                    </a:cubicBezTo>
                    <a:cubicBezTo>
                      <a:pt x="48429" y="135333"/>
                      <a:pt x="48735" y="136022"/>
                      <a:pt x="49348" y="135946"/>
                    </a:cubicBezTo>
                    <a:cubicBezTo>
                      <a:pt x="49731" y="135793"/>
                      <a:pt x="49922" y="135333"/>
                      <a:pt x="49999" y="134912"/>
                    </a:cubicBezTo>
                    <a:cubicBezTo>
                      <a:pt x="50229" y="134146"/>
                      <a:pt x="49807" y="133496"/>
                      <a:pt x="49042" y="133419"/>
                    </a:cubicBezTo>
                    <a:cubicBezTo>
                      <a:pt x="48621" y="133419"/>
                      <a:pt x="48314" y="133649"/>
                      <a:pt x="47970" y="133840"/>
                    </a:cubicBezTo>
                    <a:cubicBezTo>
                      <a:pt x="47587" y="134108"/>
                      <a:pt x="47319" y="134491"/>
                      <a:pt x="47166" y="134912"/>
                    </a:cubicBezTo>
                    <a:cubicBezTo>
                      <a:pt x="46821" y="136137"/>
                      <a:pt x="47089" y="137439"/>
                      <a:pt x="47396" y="138664"/>
                    </a:cubicBezTo>
                    <a:cubicBezTo>
                      <a:pt x="48429" y="137783"/>
                      <a:pt x="50305" y="137592"/>
                      <a:pt x="50918" y="139008"/>
                    </a:cubicBezTo>
                    <a:cubicBezTo>
                      <a:pt x="51262" y="139736"/>
                      <a:pt x="50994" y="140616"/>
                      <a:pt x="50382" y="141152"/>
                    </a:cubicBezTo>
                    <a:cubicBezTo>
                      <a:pt x="49999" y="141497"/>
                      <a:pt x="49425" y="141880"/>
                      <a:pt x="48889" y="141612"/>
                    </a:cubicBezTo>
                    <a:cubicBezTo>
                      <a:pt x="48161" y="141191"/>
                      <a:pt x="48008" y="140080"/>
                      <a:pt x="48582" y="139506"/>
                    </a:cubicBezTo>
                    <a:cubicBezTo>
                      <a:pt x="48889" y="139276"/>
                      <a:pt x="49271" y="139659"/>
                      <a:pt x="49003" y="139927"/>
                    </a:cubicBezTo>
                    <a:cubicBezTo>
                      <a:pt x="48659" y="140234"/>
                      <a:pt x="48774" y="140961"/>
                      <a:pt x="49195" y="141152"/>
                    </a:cubicBezTo>
                    <a:cubicBezTo>
                      <a:pt x="49501" y="141152"/>
                      <a:pt x="49731" y="140923"/>
                      <a:pt x="49961" y="140770"/>
                    </a:cubicBezTo>
                    <a:cubicBezTo>
                      <a:pt x="50190" y="140540"/>
                      <a:pt x="50382" y="140272"/>
                      <a:pt x="50458" y="139966"/>
                    </a:cubicBezTo>
                    <a:cubicBezTo>
                      <a:pt x="50688" y="138587"/>
                      <a:pt x="49195" y="138205"/>
                      <a:pt x="48161" y="138817"/>
                    </a:cubicBezTo>
                    <a:cubicBezTo>
                      <a:pt x="47319" y="139200"/>
                      <a:pt x="47089" y="140004"/>
                      <a:pt x="47013" y="140884"/>
                    </a:cubicBezTo>
                    <a:cubicBezTo>
                      <a:pt x="46974" y="141918"/>
                      <a:pt x="47051" y="142952"/>
                      <a:pt x="47204" y="144024"/>
                    </a:cubicBezTo>
                    <a:cubicBezTo>
                      <a:pt x="47242" y="143947"/>
                      <a:pt x="47281" y="143909"/>
                      <a:pt x="47319" y="143832"/>
                    </a:cubicBezTo>
                    <a:cubicBezTo>
                      <a:pt x="48123" y="142990"/>
                      <a:pt x="49807" y="142799"/>
                      <a:pt x="50535" y="143871"/>
                    </a:cubicBezTo>
                    <a:cubicBezTo>
                      <a:pt x="51186" y="144598"/>
                      <a:pt x="50765" y="145708"/>
                      <a:pt x="50075" y="146244"/>
                    </a:cubicBezTo>
                    <a:cubicBezTo>
                      <a:pt x="49693" y="146589"/>
                      <a:pt x="49118" y="146933"/>
                      <a:pt x="48582" y="146704"/>
                    </a:cubicBezTo>
                    <a:cubicBezTo>
                      <a:pt x="48046" y="146397"/>
                      <a:pt x="47817" y="145478"/>
                      <a:pt x="48161" y="144942"/>
                    </a:cubicBezTo>
                    <a:cubicBezTo>
                      <a:pt x="48353" y="144636"/>
                      <a:pt x="48850" y="144904"/>
                      <a:pt x="48659" y="145249"/>
                    </a:cubicBezTo>
                    <a:cubicBezTo>
                      <a:pt x="48506" y="145402"/>
                      <a:pt x="48582" y="145670"/>
                      <a:pt x="48621" y="145861"/>
                    </a:cubicBezTo>
                    <a:cubicBezTo>
                      <a:pt x="48812" y="146665"/>
                      <a:pt x="49731" y="145861"/>
                      <a:pt x="50037" y="145517"/>
                    </a:cubicBezTo>
                    <a:cubicBezTo>
                      <a:pt x="50497" y="144828"/>
                      <a:pt x="50305" y="144215"/>
                      <a:pt x="49616" y="143794"/>
                    </a:cubicBezTo>
                    <a:cubicBezTo>
                      <a:pt x="49003" y="143564"/>
                      <a:pt x="48238" y="143756"/>
                      <a:pt x="47778" y="144215"/>
                    </a:cubicBezTo>
                    <a:cubicBezTo>
                      <a:pt x="47281" y="144828"/>
                      <a:pt x="46898" y="145555"/>
                      <a:pt x="46821" y="146359"/>
                    </a:cubicBezTo>
                    <a:cubicBezTo>
                      <a:pt x="46821" y="146933"/>
                      <a:pt x="46860" y="147546"/>
                      <a:pt x="46936" y="148120"/>
                    </a:cubicBezTo>
                    <a:cubicBezTo>
                      <a:pt x="47089" y="148426"/>
                      <a:pt x="46668" y="148656"/>
                      <a:pt x="46477" y="148388"/>
                    </a:cubicBezTo>
                    <a:cubicBezTo>
                      <a:pt x="46400" y="148311"/>
                      <a:pt x="46400" y="148197"/>
                      <a:pt x="46362" y="148082"/>
                    </a:cubicBezTo>
                    <a:cubicBezTo>
                      <a:pt x="46324" y="147661"/>
                      <a:pt x="46285" y="147239"/>
                      <a:pt x="46247" y="146780"/>
                    </a:cubicBezTo>
                    <a:cubicBezTo>
                      <a:pt x="46209" y="145976"/>
                      <a:pt x="46477" y="145134"/>
                      <a:pt x="46898" y="144445"/>
                    </a:cubicBezTo>
                    <a:cubicBezTo>
                      <a:pt x="46821" y="144445"/>
                      <a:pt x="46706" y="144368"/>
                      <a:pt x="46668" y="144253"/>
                    </a:cubicBezTo>
                    <a:cubicBezTo>
                      <a:pt x="46553" y="143679"/>
                      <a:pt x="46553" y="143105"/>
                      <a:pt x="46477" y="142531"/>
                    </a:cubicBezTo>
                    <a:cubicBezTo>
                      <a:pt x="46400" y="141459"/>
                      <a:pt x="46362" y="140310"/>
                      <a:pt x="46821" y="139315"/>
                    </a:cubicBezTo>
                    <a:cubicBezTo>
                      <a:pt x="46860" y="139238"/>
                      <a:pt x="46898" y="139162"/>
                      <a:pt x="46936" y="13908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42"/>
              <p:cNvSpPr/>
              <p:nvPr/>
            </p:nvSpPr>
            <p:spPr>
              <a:xfrm>
                <a:off x="3823375" y="1048100"/>
                <a:ext cx="1752475" cy="3497225"/>
              </a:xfrm>
              <a:custGeom>
                <a:avLst/>
                <a:gdLst/>
                <a:ahLst/>
                <a:cxnLst/>
                <a:rect l="l" t="t" r="r" b="b"/>
                <a:pathLst>
                  <a:path w="70099" h="139889" extrusionOk="0">
                    <a:moveTo>
                      <a:pt x="27527" y="138817"/>
                    </a:moveTo>
                    <a:cubicBezTo>
                      <a:pt x="27450" y="137285"/>
                      <a:pt x="27604" y="135716"/>
                      <a:pt x="27527" y="134146"/>
                    </a:cubicBezTo>
                    <a:cubicBezTo>
                      <a:pt x="27642" y="133342"/>
                      <a:pt x="27106" y="131773"/>
                      <a:pt x="27718" y="131160"/>
                    </a:cubicBezTo>
                    <a:cubicBezTo>
                      <a:pt x="27336" y="131122"/>
                      <a:pt x="26991" y="131045"/>
                      <a:pt x="26608" y="131007"/>
                    </a:cubicBezTo>
                    <a:cubicBezTo>
                      <a:pt x="23086" y="130662"/>
                      <a:pt x="19564" y="130012"/>
                      <a:pt x="16157" y="128901"/>
                    </a:cubicBezTo>
                    <a:cubicBezTo>
                      <a:pt x="15391" y="128672"/>
                      <a:pt x="14587" y="128404"/>
                      <a:pt x="13821" y="128097"/>
                    </a:cubicBezTo>
                    <a:cubicBezTo>
                      <a:pt x="13707" y="128136"/>
                      <a:pt x="13553" y="128174"/>
                      <a:pt x="13439" y="128174"/>
                    </a:cubicBezTo>
                    <a:cubicBezTo>
                      <a:pt x="13324" y="128174"/>
                      <a:pt x="13247" y="128174"/>
                      <a:pt x="13171" y="128136"/>
                    </a:cubicBezTo>
                    <a:cubicBezTo>
                      <a:pt x="11103" y="127906"/>
                      <a:pt x="9648" y="126145"/>
                      <a:pt x="7773" y="125341"/>
                    </a:cubicBezTo>
                    <a:cubicBezTo>
                      <a:pt x="5476" y="124384"/>
                      <a:pt x="3408" y="123044"/>
                      <a:pt x="1724" y="121206"/>
                    </a:cubicBezTo>
                    <a:cubicBezTo>
                      <a:pt x="652" y="120173"/>
                      <a:pt x="728" y="118565"/>
                      <a:pt x="690" y="117187"/>
                    </a:cubicBezTo>
                    <a:cubicBezTo>
                      <a:pt x="805" y="111789"/>
                      <a:pt x="882" y="106429"/>
                      <a:pt x="460" y="101031"/>
                    </a:cubicBezTo>
                    <a:cubicBezTo>
                      <a:pt x="346" y="96399"/>
                      <a:pt x="767" y="91766"/>
                      <a:pt x="690" y="87134"/>
                    </a:cubicBezTo>
                    <a:cubicBezTo>
                      <a:pt x="537" y="83612"/>
                      <a:pt x="422" y="80051"/>
                      <a:pt x="499" y="76529"/>
                    </a:cubicBezTo>
                    <a:cubicBezTo>
                      <a:pt x="499" y="75840"/>
                      <a:pt x="39" y="72280"/>
                      <a:pt x="346" y="70519"/>
                    </a:cubicBezTo>
                    <a:cubicBezTo>
                      <a:pt x="1" y="66308"/>
                      <a:pt x="384" y="62020"/>
                      <a:pt x="346" y="57770"/>
                    </a:cubicBezTo>
                    <a:cubicBezTo>
                      <a:pt x="575" y="51530"/>
                      <a:pt x="346" y="45252"/>
                      <a:pt x="690" y="39011"/>
                    </a:cubicBezTo>
                    <a:cubicBezTo>
                      <a:pt x="805" y="36140"/>
                      <a:pt x="882" y="33230"/>
                      <a:pt x="958" y="30321"/>
                    </a:cubicBezTo>
                    <a:cubicBezTo>
                      <a:pt x="652" y="29517"/>
                      <a:pt x="767" y="28522"/>
                      <a:pt x="614" y="27718"/>
                    </a:cubicBezTo>
                    <a:cubicBezTo>
                      <a:pt x="346" y="24923"/>
                      <a:pt x="728" y="22205"/>
                      <a:pt x="882" y="19448"/>
                    </a:cubicBezTo>
                    <a:cubicBezTo>
                      <a:pt x="882" y="19333"/>
                      <a:pt x="882" y="19219"/>
                      <a:pt x="958" y="19142"/>
                    </a:cubicBezTo>
                    <a:cubicBezTo>
                      <a:pt x="1111" y="18338"/>
                      <a:pt x="1456" y="17572"/>
                      <a:pt x="2068" y="16883"/>
                    </a:cubicBezTo>
                    <a:cubicBezTo>
                      <a:pt x="6854" y="11409"/>
                      <a:pt x="12558" y="6662"/>
                      <a:pt x="19105" y="3446"/>
                    </a:cubicBezTo>
                    <a:cubicBezTo>
                      <a:pt x="19602" y="3254"/>
                      <a:pt x="20100" y="3063"/>
                      <a:pt x="20598" y="2871"/>
                    </a:cubicBezTo>
                    <a:cubicBezTo>
                      <a:pt x="20942" y="2757"/>
                      <a:pt x="21287" y="2603"/>
                      <a:pt x="21631" y="2489"/>
                    </a:cubicBezTo>
                    <a:cubicBezTo>
                      <a:pt x="21899" y="2412"/>
                      <a:pt x="22206" y="2297"/>
                      <a:pt x="22474" y="2221"/>
                    </a:cubicBezTo>
                    <a:cubicBezTo>
                      <a:pt x="22512" y="2221"/>
                      <a:pt x="22550" y="2259"/>
                      <a:pt x="22550" y="2259"/>
                    </a:cubicBezTo>
                    <a:cubicBezTo>
                      <a:pt x="22818" y="2374"/>
                      <a:pt x="23163" y="2297"/>
                      <a:pt x="23431" y="2221"/>
                    </a:cubicBezTo>
                    <a:cubicBezTo>
                      <a:pt x="23622" y="2182"/>
                      <a:pt x="23813" y="2106"/>
                      <a:pt x="24005" y="2029"/>
                    </a:cubicBezTo>
                    <a:cubicBezTo>
                      <a:pt x="24388" y="1876"/>
                      <a:pt x="24771" y="1761"/>
                      <a:pt x="25153" y="1608"/>
                    </a:cubicBezTo>
                    <a:cubicBezTo>
                      <a:pt x="25383" y="1532"/>
                      <a:pt x="25613" y="1455"/>
                      <a:pt x="25843" y="1378"/>
                    </a:cubicBezTo>
                    <a:cubicBezTo>
                      <a:pt x="26111" y="1302"/>
                      <a:pt x="26417" y="1264"/>
                      <a:pt x="26685" y="1187"/>
                    </a:cubicBezTo>
                    <a:cubicBezTo>
                      <a:pt x="26953" y="1110"/>
                      <a:pt x="27259" y="1072"/>
                      <a:pt x="27565" y="996"/>
                    </a:cubicBezTo>
                    <a:cubicBezTo>
                      <a:pt x="27680" y="957"/>
                      <a:pt x="27833" y="919"/>
                      <a:pt x="27948" y="881"/>
                    </a:cubicBezTo>
                    <a:cubicBezTo>
                      <a:pt x="28140" y="842"/>
                      <a:pt x="28331" y="804"/>
                      <a:pt x="28484" y="651"/>
                    </a:cubicBezTo>
                    <a:cubicBezTo>
                      <a:pt x="28522" y="651"/>
                      <a:pt x="28522" y="613"/>
                      <a:pt x="28561" y="613"/>
                    </a:cubicBezTo>
                    <a:cubicBezTo>
                      <a:pt x="28676" y="613"/>
                      <a:pt x="28790" y="574"/>
                      <a:pt x="28905" y="536"/>
                    </a:cubicBezTo>
                    <a:cubicBezTo>
                      <a:pt x="29671" y="421"/>
                      <a:pt x="30475" y="345"/>
                      <a:pt x="31241" y="268"/>
                    </a:cubicBezTo>
                    <a:cubicBezTo>
                      <a:pt x="32695" y="115"/>
                      <a:pt x="34112" y="0"/>
                      <a:pt x="35528" y="0"/>
                    </a:cubicBezTo>
                    <a:lnTo>
                      <a:pt x="35911" y="0"/>
                    </a:lnTo>
                    <a:lnTo>
                      <a:pt x="36103" y="0"/>
                    </a:lnTo>
                    <a:lnTo>
                      <a:pt x="36064" y="0"/>
                    </a:lnTo>
                    <a:lnTo>
                      <a:pt x="36179" y="0"/>
                    </a:lnTo>
                    <a:lnTo>
                      <a:pt x="36179" y="0"/>
                    </a:lnTo>
                    <a:lnTo>
                      <a:pt x="36409" y="0"/>
                    </a:lnTo>
                    <a:lnTo>
                      <a:pt x="36409" y="0"/>
                    </a:lnTo>
                    <a:cubicBezTo>
                      <a:pt x="36562" y="0"/>
                      <a:pt x="36677" y="0"/>
                      <a:pt x="36830" y="0"/>
                    </a:cubicBezTo>
                    <a:cubicBezTo>
                      <a:pt x="37021" y="0"/>
                      <a:pt x="37175" y="0"/>
                      <a:pt x="37366" y="0"/>
                    </a:cubicBezTo>
                    <a:cubicBezTo>
                      <a:pt x="38017" y="38"/>
                      <a:pt x="38668" y="38"/>
                      <a:pt x="39357" y="77"/>
                    </a:cubicBezTo>
                    <a:cubicBezTo>
                      <a:pt x="40046" y="153"/>
                      <a:pt x="40735" y="230"/>
                      <a:pt x="41424" y="345"/>
                    </a:cubicBezTo>
                    <a:cubicBezTo>
                      <a:pt x="42266" y="536"/>
                      <a:pt x="43070" y="728"/>
                      <a:pt x="43912" y="919"/>
                    </a:cubicBezTo>
                    <a:cubicBezTo>
                      <a:pt x="44716" y="1149"/>
                      <a:pt x="45482" y="1340"/>
                      <a:pt x="46286" y="1608"/>
                    </a:cubicBezTo>
                    <a:lnTo>
                      <a:pt x="46286" y="1608"/>
                    </a:lnTo>
                    <a:lnTo>
                      <a:pt x="46286" y="1608"/>
                    </a:lnTo>
                    <a:lnTo>
                      <a:pt x="46286" y="1608"/>
                    </a:lnTo>
                    <a:lnTo>
                      <a:pt x="46286" y="1608"/>
                    </a:lnTo>
                    <a:lnTo>
                      <a:pt x="46286" y="1608"/>
                    </a:lnTo>
                    <a:lnTo>
                      <a:pt x="46286" y="1608"/>
                    </a:lnTo>
                    <a:lnTo>
                      <a:pt x="46286" y="1608"/>
                    </a:lnTo>
                    <a:lnTo>
                      <a:pt x="46286" y="1608"/>
                    </a:lnTo>
                    <a:lnTo>
                      <a:pt x="46286" y="1608"/>
                    </a:lnTo>
                    <a:lnTo>
                      <a:pt x="46286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cubicBezTo>
                      <a:pt x="46363" y="1646"/>
                      <a:pt x="46401" y="1646"/>
                      <a:pt x="46401" y="1646"/>
                    </a:cubicBezTo>
                    <a:cubicBezTo>
                      <a:pt x="46592" y="1723"/>
                      <a:pt x="46745" y="1761"/>
                      <a:pt x="46937" y="1838"/>
                    </a:cubicBezTo>
                    <a:cubicBezTo>
                      <a:pt x="46937" y="1838"/>
                      <a:pt x="46937" y="1838"/>
                      <a:pt x="46975" y="1838"/>
                    </a:cubicBezTo>
                    <a:lnTo>
                      <a:pt x="46975" y="1838"/>
                    </a:lnTo>
                    <a:cubicBezTo>
                      <a:pt x="47588" y="2106"/>
                      <a:pt x="48239" y="2297"/>
                      <a:pt x="48889" y="2527"/>
                    </a:cubicBezTo>
                    <a:cubicBezTo>
                      <a:pt x="49387" y="2757"/>
                      <a:pt x="49885" y="2986"/>
                      <a:pt x="50382" y="3254"/>
                    </a:cubicBezTo>
                    <a:cubicBezTo>
                      <a:pt x="50995" y="3561"/>
                      <a:pt x="51646" y="3867"/>
                      <a:pt x="52258" y="4173"/>
                    </a:cubicBezTo>
                    <a:cubicBezTo>
                      <a:pt x="52871" y="4518"/>
                      <a:pt x="53522" y="4786"/>
                      <a:pt x="54134" y="5092"/>
                    </a:cubicBezTo>
                    <a:cubicBezTo>
                      <a:pt x="54326" y="5168"/>
                      <a:pt x="54517" y="5245"/>
                      <a:pt x="54708" y="5322"/>
                    </a:cubicBezTo>
                    <a:cubicBezTo>
                      <a:pt x="55283" y="5743"/>
                      <a:pt x="55819" y="6202"/>
                      <a:pt x="56355" y="6662"/>
                    </a:cubicBezTo>
                    <a:cubicBezTo>
                      <a:pt x="57312" y="7274"/>
                      <a:pt x="58231" y="7887"/>
                      <a:pt x="59111" y="8576"/>
                    </a:cubicBezTo>
                    <a:cubicBezTo>
                      <a:pt x="60949" y="9801"/>
                      <a:pt x="62595" y="11370"/>
                      <a:pt x="64126" y="12902"/>
                    </a:cubicBezTo>
                    <a:cubicBezTo>
                      <a:pt x="65351" y="14203"/>
                      <a:pt x="70099" y="17381"/>
                      <a:pt x="68644" y="19295"/>
                    </a:cubicBezTo>
                    <a:cubicBezTo>
                      <a:pt x="68720" y="24770"/>
                      <a:pt x="68605" y="30244"/>
                      <a:pt x="68759" y="35681"/>
                    </a:cubicBezTo>
                    <a:cubicBezTo>
                      <a:pt x="69065" y="39739"/>
                      <a:pt x="69141" y="43835"/>
                      <a:pt x="68567" y="47855"/>
                    </a:cubicBezTo>
                    <a:cubicBezTo>
                      <a:pt x="69103" y="48620"/>
                      <a:pt x="68950" y="49807"/>
                      <a:pt x="69103" y="50688"/>
                    </a:cubicBezTo>
                    <a:cubicBezTo>
                      <a:pt x="69486" y="59263"/>
                      <a:pt x="68988" y="67839"/>
                      <a:pt x="69256" y="76414"/>
                    </a:cubicBezTo>
                    <a:cubicBezTo>
                      <a:pt x="69754" y="83727"/>
                      <a:pt x="68988" y="91039"/>
                      <a:pt x="69027" y="98389"/>
                    </a:cubicBezTo>
                    <a:cubicBezTo>
                      <a:pt x="68950" y="99002"/>
                      <a:pt x="69295" y="104859"/>
                      <a:pt x="68873" y="107118"/>
                    </a:cubicBezTo>
                    <a:cubicBezTo>
                      <a:pt x="68912" y="107309"/>
                      <a:pt x="68912" y="107539"/>
                      <a:pt x="68950" y="107730"/>
                    </a:cubicBezTo>
                    <a:cubicBezTo>
                      <a:pt x="68873" y="110563"/>
                      <a:pt x="69945" y="120479"/>
                      <a:pt x="68414" y="122202"/>
                    </a:cubicBezTo>
                    <a:cubicBezTo>
                      <a:pt x="63437" y="125877"/>
                      <a:pt x="57503" y="128327"/>
                      <a:pt x="51531" y="129782"/>
                    </a:cubicBezTo>
                    <a:lnTo>
                      <a:pt x="51531" y="129782"/>
                    </a:lnTo>
                    <a:cubicBezTo>
                      <a:pt x="49846" y="130356"/>
                      <a:pt x="48085" y="130777"/>
                      <a:pt x="46286" y="131045"/>
                    </a:cubicBezTo>
                    <a:cubicBezTo>
                      <a:pt x="45788" y="131122"/>
                      <a:pt x="45329" y="131198"/>
                      <a:pt x="44831" y="131237"/>
                    </a:cubicBezTo>
                    <a:cubicBezTo>
                      <a:pt x="45138" y="131887"/>
                      <a:pt x="44257" y="133457"/>
                      <a:pt x="44755" y="137132"/>
                    </a:cubicBezTo>
                    <a:cubicBezTo>
                      <a:pt x="44946" y="138625"/>
                      <a:pt x="44870" y="139315"/>
                      <a:pt x="44640" y="139506"/>
                    </a:cubicBezTo>
                    <a:cubicBezTo>
                      <a:pt x="44410" y="139315"/>
                      <a:pt x="44142" y="139123"/>
                      <a:pt x="43874" y="138932"/>
                    </a:cubicBezTo>
                    <a:cubicBezTo>
                      <a:pt x="43338" y="138587"/>
                      <a:pt x="42764" y="138319"/>
                      <a:pt x="42151" y="138089"/>
                    </a:cubicBezTo>
                    <a:cubicBezTo>
                      <a:pt x="40811" y="137515"/>
                      <a:pt x="39472" y="136979"/>
                      <a:pt x="38017" y="136750"/>
                    </a:cubicBezTo>
                    <a:cubicBezTo>
                      <a:pt x="37175" y="136596"/>
                      <a:pt x="36332" y="136558"/>
                      <a:pt x="35490" y="136596"/>
                    </a:cubicBezTo>
                    <a:cubicBezTo>
                      <a:pt x="33270" y="136482"/>
                      <a:pt x="31087" y="136941"/>
                      <a:pt x="29403" y="138319"/>
                    </a:cubicBezTo>
                    <a:cubicBezTo>
                      <a:pt x="28982" y="138587"/>
                      <a:pt x="28561" y="138855"/>
                      <a:pt x="28178" y="139161"/>
                    </a:cubicBezTo>
                    <a:cubicBezTo>
                      <a:pt x="27910" y="139391"/>
                      <a:pt x="27642" y="139621"/>
                      <a:pt x="27374" y="139889"/>
                    </a:cubicBezTo>
                    <a:lnTo>
                      <a:pt x="27374" y="139889"/>
                    </a:lnTo>
                    <a:cubicBezTo>
                      <a:pt x="27068" y="139659"/>
                      <a:pt x="27259" y="139123"/>
                      <a:pt x="27527" y="138817"/>
                    </a:cubicBezTo>
                    <a:lnTo>
                      <a:pt x="27527" y="138817"/>
                    </a:lnTo>
                    <a:close/>
                    <a:moveTo>
                      <a:pt x="7390" y="121513"/>
                    </a:moveTo>
                    <a:cubicBezTo>
                      <a:pt x="7505" y="121742"/>
                      <a:pt x="7658" y="121972"/>
                      <a:pt x="7811" y="122202"/>
                    </a:cubicBezTo>
                    <a:cubicBezTo>
                      <a:pt x="10452" y="125494"/>
                      <a:pt x="14779" y="127255"/>
                      <a:pt x="18798" y="128365"/>
                    </a:cubicBezTo>
                    <a:cubicBezTo>
                      <a:pt x="22320" y="129399"/>
                      <a:pt x="25957" y="129973"/>
                      <a:pt x="29594" y="130318"/>
                    </a:cubicBezTo>
                    <a:cubicBezTo>
                      <a:pt x="30781" y="130433"/>
                      <a:pt x="31968" y="130586"/>
                      <a:pt x="33116" y="130662"/>
                    </a:cubicBezTo>
                    <a:cubicBezTo>
                      <a:pt x="33691" y="130739"/>
                      <a:pt x="34265" y="130739"/>
                      <a:pt x="34801" y="130777"/>
                    </a:cubicBezTo>
                    <a:cubicBezTo>
                      <a:pt x="36524" y="130739"/>
                      <a:pt x="38246" y="130777"/>
                      <a:pt x="39969" y="130701"/>
                    </a:cubicBezTo>
                    <a:cubicBezTo>
                      <a:pt x="43606" y="130433"/>
                      <a:pt x="47281" y="130088"/>
                      <a:pt x="50765" y="129016"/>
                    </a:cubicBezTo>
                    <a:cubicBezTo>
                      <a:pt x="51110" y="128710"/>
                      <a:pt x="51837" y="128595"/>
                      <a:pt x="52143" y="128251"/>
                    </a:cubicBezTo>
                    <a:cubicBezTo>
                      <a:pt x="54249" y="127025"/>
                      <a:pt x="56048" y="122699"/>
                      <a:pt x="52679" y="121972"/>
                    </a:cubicBezTo>
                    <a:cubicBezTo>
                      <a:pt x="50344" y="121857"/>
                      <a:pt x="48085" y="122355"/>
                      <a:pt x="45827" y="122853"/>
                    </a:cubicBezTo>
                    <a:cubicBezTo>
                      <a:pt x="43683" y="123312"/>
                      <a:pt x="41501" y="123771"/>
                      <a:pt x="39280" y="123733"/>
                    </a:cubicBezTo>
                    <a:cubicBezTo>
                      <a:pt x="39050" y="123695"/>
                      <a:pt x="38744" y="123695"/>
                      <a:pt x="38400" y="123695"/>
                    </a:cubicBezTo>
                    <a:cubicBezTo>
                      <a:pt x="37289" y="123733"/>
                      <a:pt x="35758" y="123733"/>
                      <a:pt x="35758" y="122853"/>
                    </a:cubicBezTo>
                    <a:cubicBezTo>
                      <a:pt x="35758" y="122814"/>
                      <a:pt x="35758" y="122776"/>
                      <a:pt x="35758" y="122738"/>
                    </a:cubicBezTo>
                    <a:cubicBezTo>
                      <a:pt x="35835" y="122738"/>
                      <a:pt x="35911" y="122738"/>
                      <a:pt x="35949" y="122738"/>
                    </a:cubicBezTo>
                    <a:cubicBezTo>
                      <a:pt x="36294" y="122738"/>
                      <a:pt x="36639" y="122699"/>
                      <a:pt x="36983" y="122699"/>
                    </a:cubicBezTo>
                    <a:cubicBezTo>
                      <a:pt x="37749" y="122623"/>
                      <a:pt x="38476" y="122508"/>
                      <a:pt x="39204" y="122393"/>
                    </a:cubicBezTo>
                    <a:cubicBezTo>
                      <a:pt x="39893" y="122278"/>
                      <a:pt x="40620" y="122163"/>
                      <a:pt x="41309" y="121972"/>
                    </a:cubicBezTo>
                    <a:lnTo>
                      <a:pt x="41309" y="121972"/>
                    </a:lnTo>
                    <a:lnTo>
                      <a:pt x="41309" y="121972"/>
                    </a:lnTo>
                    <a:lnTo>
                      <a:pt x="41347" y="121972"/>
                    </a:lnTo>
                    <a:lnTo>
                      <a:pt x="41347" y="121972"/>
                    </a:lnTo>
                    <a:cubicBezTo>
                      <a:pt x="41347" y="121972"/>
                      <a:pt x="41347" y="121972"/>
                      <a:pt x="41386" y="121972"/>
                    </a:cubicBezTo>
                    <a:cubicBezTo>
                      <a:pt x="41386" y="121972"/>
                      <a:pt x="41424" y="121972"/>
                      <a:pt x="41462" y="121934"/>
                    </a:cubicBezTo>
                    <a:cubicBezTo>
                      <a:pt x="42802" y="121627"/>
                      <a:pt x="44180" y="121283"/>
                      <a:pt x="45482" y="120824"/>
                    </a:cubicBezTo>
                    <a:cubicBezTo>
                      <a:pt x="45712" y="120747"/>
                      <a:pt x="45941" y="120670"/>
                      <a:pt x="46209" y="120594"/>
                    </a:cubicBezTo>
                    <a:cubicBezTo>
                      <a:pt x="46899" y="120364"/>
                      <a:pt x="47626" y="120134"/>
                      <a:pt x="48315" y="119866"/>
                    </a:cubicBezTo>
                    <a:cubicBezTo>
                      <a:pt x="49310" y="119484"/>
                      <a:pt x="50229" y="119024"/>
                      <a:pt x="51186" y="118526"/>
                    </a:cubicBezTo>
                    <a:cubicBezTo>
                      <a:pt x="57235" y="116191"/>
                      <a:pt x="62978" y="112401"/>
                      <a:pt x="63514" y="105701"/>
                    </a:cubicBezTo>
                    <a:cubicBezTo>
                      <a:pt x="63514" y="101950"/>
                      <a:pt x="61064" y="101261"/>
                      <a:pt x="58422" y="101835"/>
                    </a:cubicBezTo>
                    <a:cubicBezTo>
                      <a:pt x="57963" y="102026"/>
                      <a:pt x="57503" y="102294"/>
                      <a:pt x="57082" y="102524"/>
                    </a:cubicBezTo>
                    <a:lnTo>
                      <a:pt x="57082" y="102524"/>
                    </a:lnTo>
                    <a:cubicBezTo>
                      <a:pt x="56431" y="103060"/>
                      <a:pt x="55780" y="103634"/>
                      <a:pt x="55015" y="104208"/>
                    </a:cubicBezTo>
                    <a:cubicBezTo>
                      <a:pt x="51263" y="106735"/>
                      <a:pt x="47128" y="109109"/>
                      <a:pt x="42611" y="109874"/>
                    </a:cubicBezTo>
                    <a:cubicBezTo>
                      <a:pt x="42343" y="109874"/>
                      <a:pt x="42151" y="109645"/>
                      <a:pt x="42151" y="109377"/>
                    </a:cubicBezTo>
                    <a:cubicBezTo>
                      <a:pt x="42151" y="109262"/>
                      <a:pt x="42190" y="109224"/>
                      <a:pt x="42228" y="109147"/>
                    </a:cubicBezTo>
                    <a:cubicBezTo>
                      <a:pt x="42343" y="109147"/>
                      <a:pt x="42458" y="109109"/>
                      <a:pt x="42573" y="109109"/>
                    </a:cubicBezTo>
                    <a:cubicBezTo>
                      <a:pt x="42611" y="109109"/>
                      <a:pt x="42687" y="109070"/>
                      <a:pt x="42726" y="109070"/>
                    </a:cubicBezTo>
                    <a:cubicBezTo>
                      <a:pt x="42764" y="109070"/>
                      <a:pt x="42802" y="109070"/>
                      <a:pt x="42841" y="109032"/>
                    </a:cubicBezTo>
                    <a:cubicBezTo>
                      <a:pt x="42917" y="109032"/>
                      <a:pt x="42955" y="109032"/>
                      <a:pt x="42994" y="108994"/>
                    </a:cubicBezTo>
                    <a:cubicBezTo>
                      <a:pt x="43032" y="108994"/>
                      <a:pt x="43070" y="108994"/>
                      <a:pt x="43147" y="108994"/>
                    </a:cubicBezTo>
                    <a:cubicBezTo>
                      <a:pt x="43491" y="108879"/>
                      <a:pt x="43836" y="108802"/>
                      <a:pt x="44180" y="108688"/>
                    </a:cubicBezTo>
                    <a:cubicBezTo>
                      <a:pt x="44563" y="108611"/>
                      <a:pt x="44908" y="108458"/>
                      <a:pt x="45252" y="108305"/>
                    </a:cubicBezTo>
                    <a:cubicBezTo>
                      <a:pt x="45482" y="108228"/>
                      <a:pt x="45712" y="108113"/>
                      <a:pt x="45980" y="107998"/>
                    </a:cubicBezTo>
                    <a:cubicBezTo>
                      <a:pt x="46056" y="107960"/>
                      <a:pt x="46133" y="107922"/>
                      <a:pt x="46209" y="107884"/>
                    </a:cubicBezTo>
                    <a:cubicBezTo>
                      <a:pt x="46477" y="107769"/>
                      <a:pt x="46784" y="107616"/>
                      <a:pt x="47052" y="107501"/>
                    </a:cubicBezTo>
                    <a:cubicBezTo>
                      <a:pt x="47090" y="107463"/>
                      <a:pt x="47128" y="107463"/>
                      <a:pt x="47167" y="107424"/>
                    </a:cubicBezTo>
                    <a:cubicBezTo>
                      <a:pt x="47817" y="107118"/>
                      <a:pt x="48468" y="106812"/>
                      <a:pt x="49081" y="106467"/>
                    </a:cubicBezTo>
                    <a:cubicBezTo>
                      <a:pt x="49693" y="106123"/>
                      <a:pt x="50306" y="105740"/>
                      <a:pt x="50880" y="105319"/>
                    </a:cubicBezTo>
                    <a:cubicBezTo>
                      <a:pt x="51186" y="105127"/>
                      <a:pt x="51493" y="104936"/>
                      <a:pt x="51761" y="104706"/>
                    </a:cubicBezTo>
                    <a:cubicBezTo>
                      <a:pt x="52029" y="104476"/>
                      <a:pt x="52297" y="104247"/>
                      <a:pt x="52565" y="104017"/>
                    </a:cubicBezTo>
                    <a:cubicBezTo>
                      <a:pt x="52718" y="103902"/>
                      <a:pt x="52794" y="103749"/>
                      <a:pt x="52833" y="103596"/>
                    </a:cubicBezTo>
                    <a:cubicBezTo>
                      <a:pt x="53177" y="103328"/>
                      <a:pt x="53522" y="103098"/>
                      <a:pt x="53866" y="102830"/>
                    </a:cubicBezTo>
                    <a:cubicBezTo>
                      <a:pt x="54096" y="102677"/>
                      <a:pt x="54326" y="102524"/>
                      <a:pt x="54555" y="102371"/>
                    </a:cubicBezTo>
                    <a:cubicBezTo>
                      <a:pt x="54594" y="102218"/>
                      <a:pt x="54670" y="102103"/>
                      <a:pt x="54823" y="102026"/>
                    </a:cubicBezTo>
                    <a:cubicBezTo>
                      <a:pt x="55436" y="101414"/>
                      <a:pt x="56010" y="100801"/>
                      <a:pt x="56584" y="100189"/>
                    </a:cubicBezTo>
                    <a:cubicBezTo>
                      <a:pt x="57312" y="99423"/>
                      <a:pt x="58077" y="98696"/>
                      <a:pt x="58843" y="97930"/>
                    </a:cubicBezTo>
                    <a:cubicBezTo>
                      <a:pt x="58881" y="97241"/>
                      <a:pt x="60145" y="96284"/>
                      <a:pt x="59953" y="95480"/>
                    </a:cubicBezTo>
                    <a:cubicBezTo>
                      <a:pt x="57197" y="95518"/>
                      <a:pt x="53024" y="100457"/>
                      <a:pt x="50612" y="102141"/>
                    </a:cubicBezTo>
                    <a:cubicBezTo>
                      <a:pt x="46516" y="105510"/>
                      <a:pt x="41347" y="107884"/>
                      <a:pt x="35988" y="108037"/>
                    </a:cubicBezTo>
                    <a:cubicBezTo>
                      <a:pt x="30896" y="107998"/>
                      <a:pt x="26187" y="105510"/>
                      <a:pt x="21746" y="103290"/>
                    </a:cubicBezTo>
                    <a:cubicBezTo>
                      <a:pt x="21631" y="103213"/>
                      <a:pt x="21555" y="103175"/>
                      <a:pt x="21440" y="103098"/>
                    </a:cubicBezTo>
                    <a:cubicBezTo>
                      <a:pt x="21363" y="103098"/>
                      <a:pt x="21287" y="103098"/>
                      <a:pt x="21210" y="103060"/>
                    </a:cubicBezTo>
                    <a:cubicBezTo>
                      <a:pt x="20636" y="102830"/>
                      <a:pt x="20062" y="102562"/>
                      <a:pt x="19487" y="102294"/>
                    </a:cubicBezTo>
                    <a:cubicBezTo>
                      <a:pt x="18492" y="101835"/>
                      <a:pt x="17535" y="101337"/>
                      <a:pt x="16463" y="101107"/>
                    </a:cubicBezTo>
                    <a:cubicBezTo>
                      <a:pt x="16004" y="101069"/>
                      <a:pt x="15544" y="100993"/>
                      <a:pt x="15046" y="100993"/>
                    </a:cubicBezTo>
                    <a:lnTo>
                      <a:pt x="15046" y="100993"/>
                    </a:lnTo>
                    <a:cubicBezTo>
                      <a:pt x="14817" y="100993"/>
                      <a:pt x="14587" y="101031"/>
                      <a:pt x="14357" y="101031"/>
                    </a:cubicBezTo>
                    <a:cubicBezTo>
                      <a:pt x="13745" y="101146"/>
                      <a:pt x="13171" y="101375"/>
                      <a:pt x="12788" y="101835"/>
                    </a:cubicBezTo>
                    <a:cubicBezTo>
                      <a:pt x="12060" y="103098"/>
                      <a:pt x="12175" y="104591"/>
                      <a:pt x="12635" y="105969"/>
                    </a:cubicBezTo>
                    <a:cubicBezTo>
                      <a:pt x="15889" y="111750"/>
                      <a:pt x="25077" y="114660"/>
                      <a:pt x="30819" y="116000"/>
                    </a:cubicBezTo>
                    <a:cubicBezTo>
                      <a:pt x="33576" y="116459"/>
                      <a:pt x="36371" y="116842"/>
                      <a:pt x="39127" y="117148"/>
                    </a:cubicBezTo>
                    <a:cubicBezTo>
                      <a:pt x="39395" y="117148"/>
                      <a:pt x="39701" y="117187"/>
                      <a:pt x="39893" y="117378"/>
                    </a:cubicBezTo>
                    <a:cubicBezTo>
                      <a:pt x="40046" y="117416"/>
                      <a:pt x="40199" y="117569"/>
                      <a:pt x="40237" y="117723"/>
                    </a:cubicBezTo>
                    <a:cubicBezTo>
                      <a:pt x="40122" y="117761"/>
                      <a:pt x="40046" y="117761"/>
                      <a:pt x="39969" y="117761"/>
                    </a:cubicBezTo>
                    <a:lnTo>
                      <a:pt x="39969" y="117761"/>
                    </a:lnTo>
                    <a:lnTo>
                      <a:pt x="39472" y="117799"/>
                    </a:lnTo>
                    <a:cubicBezTo>
                      <a:pt x="39127" y="117799"/>
                      <a:pt x="38782" y="117837"/>
                      <a:pt x="38438" y="117837"/>
                    </a:cubicBezTo>
                    <a:cubicBezTo>
                      <a:pt x="38285" y="117837"/>
                      <a:pt x="38132" y="117876"/>
                      <a:pt x="37978" y="117876"/>
                    </a:cubicBezTo>
                    <a:lnTo>
                      <a:pt x="37940" y="117876"/>
                    </a:lnTo>
                    <a:cubicBezTo>
                      <a:pt x="37825" y="117876"/>
                      <a:pt x="37710" y="117876"/>
                      <a:pt x="37596" y="117914"/>
                    </a:cubicBezTo>
                    <a:cubicBezTo>
                      <a:pt x="37519" y="117914"/>
                      <a:pt x="37404" y="117914"/>
                      <a:pt x="37289" y="117914"/>
                    </a:cubicBezTo>
                    <a:cubicBezTo>
                      <a:pt x="37251" y="117914"/>
                      <a:pt x="37213" y="117914"/>
                      <a:pt x="37175" y="117952"/>
                    </a:cubicBezTo>
                    <a:cubicBezTo>
                      <a:pt x="36600" y="117991"/>
                      <a:pt x="36026" y="118029"/>
                      <a:pt x="35490" y="118067"/>
                    </a:cubicBezTo>
                    <a:cubicBezTo>
                      <a:pt x="29020" y="117493"/>
                      <a:pt x="22550" y="116038"/>
                      <a:pt x="17076" y="112516"/>
                    </a:cubicBezTo>
                    <a:cubicBezTo>
                      <a:pt x="16769" y="112325"/>
                      <a:pt x="16501" y="112095"/>
                      <a:pt x="16195" y="111903"/>
                    </a:cubicBezTo>
                    <a:cubicBezTo>
                      <a:pt x="15544" y="112057"/>
                      <a:pt x="14472" y="112018"/>
                      <a:pt x="14051" y="111942"/>
                    </a:cubicBezTo>
                    <a:cubicBezTo>
                      <a:pt x="13515" y="111827"/>
                      <a:pt x="13017" y="111750"/>
                      <a:pt x="12520" y="111750"/>
                    </a:cubicBezTo>
                    <a:cubicBezTo>
                      <a:pt x="7773" y="111750"/>
                      <a:pt x="5284" y="117148"/>
                      <a:pt x="7390" y="121513"/>
                    </a:cubicBezTo>
                    <a:lnTo>
                      <a:pt x="7390" y="121513"/>
                    </a:lnTo>
                    <a:close/>
                    <a:moveTo>
                      <a:pt x="32619" y="22434"/>
                    </a:moveTo>
                    <a:cubicBezTo>
                      <a:pt x="32427" y="23124"/>
                      <a:pt x="31470" y="22856"/>
                      <a:pt x="30934" y="23009"/>
                    </a:cubicBezTo>
                    <a:cubicBezTo>
                      <a:pt x="29862" y="23124"/>
                      <a:pt x="28752" y="23315"/>
                      <a:pt x="27680" y="23545"/>
                    </a:cubicBezTo>
                    <a:cubicBezTo>
                      <a:pt x="25421" y="24042"/>
                      <a:pt x="23278" y="24885"/>
                      <a:pt x="21172" y="25803"/>
                    </a:cubicBezTo>
                    <a:cubicBezTo>
                      <a:pt x="18492" y="27067"/>
                      <a:pt x="15774" y="28292"/>
                      <a:pt x="13515" y="30244"/>
                    </a:cubicBezTo>
                    <a:cubicBezTo>
                      <a:pt x="12443" y="31699"/>
                      <a:pt x="11180" y="33077"/>
                      <a:pt x="9955" y="34456"/>
                    </a:cubicBezTo>
                    <a:cubicBezTo>
                      <a:pt x="9725" y="35681"/>
                      <a:pt x="8883" y="36714"/>
                      <a:pt x="8385" y="37824"/>
                    </a:cubicBezTo>
                    <a:cubicBezTo>
                      <a:pt x="4404" y="45443"/>
                      <a:pt x="6165" y="54133"/>
                      <a:pt x="5437" y="62326"/>
                    </a:cubicBezTo>
                    <a:cubicBezTo>
                      <a:pt x="5514" y="62939"/>
                      <a:pt x="5284" y="63321"/>
                      <a:pt x="4978" y="63628"/>
                    </a:cubicBezTo>
                    <a:cubicBezTo>
                      <a:pt x="5016" y="64202"/>
                      <a:pt x="4978" y="64814"/>
                      <a:pt x="5016" y="65389"/>
                    </a:cubicBezTo>
                    <a:cubicBezTo>
                      <a:pt x="5093" y="70557"/>
                      <a:pt x="5744" y="75725"/>
                      <a:pt x="7505" y="80626"/>
                    </a:cubicBezTo>
                    <a:cubicBezTo>
                      <a:pt x="9036" y="85603"/>
                      <a:pt x="11065" y="90503"/>
                      <a:pt x="14472" y="94523"/>
                    </a:cubicBezTo>
                    <a:cubicBezTo>
                      <a:pt x="15927" y="96054"/>
                      <a:pt x="17382" y="97662"/>
                      <a:pt x="18990" y="99117"/>
                    </a:cubicBezTo>
                    <a:cubicBezTo>
                      <a:pt x="19105" y="99232"/>
                      <a:pt x="19258" y="99346"/>
                      <a:pt x="19411" y="99461"/>
                    </a:cubicBezTo>
                    <a:cubicBezTo>
                      <a:pt x="19641" y="99729"/>
                      <a:pt x="19870" y="99959"/>
                      <a:pt x="20138" y="100227"/>
                    </a:cubicBezTo>
                    <a:cubicBezTo>
                      <a:pt x="20483" y="100571"/>
                      <a:pt x="20866" y="100916"/>
                      <a:pt x="21248" y="101261"/>
                    </a:cubicBezTo>
                    <a:cubicBezTo>
                      <a:pt x="21287" y="101337"/>
                      <a:pt x="21363" y="101375"/>
                      <a:pt x="21402" y="101414"/>
                    </a:cubicBezTo>
                    <a:cubicBezTo>
                      <a:pt x="21402" y="101414"/>
                      <a:pt x="21363" y="101452"/>
                      <a:pt x="21363" y="101490"/>
                    </a:cubicBezTo>
                    <a:cubicBezTo>
                      <a:pt x="21440" y="101529"/>
                      <a:pt x="21516" y="101529"/>
                      <a:pt x="21593" y="101567"/>
                    </a:cubicBezTo>
                    <a:cubicBezTo>
                      <a:pt x="21861" y="101797"/>
                      <a:pt x="22129" y="102026"/>
                      <a:pt x="22435" y="102218"/>
                    </a:cubicBezTo>
                    <a:cubicBezTo>
                      <a:pt x="22474" y="102256"/>
                      <a:pt x="22512" y="102294"/>
                      <a:pt x="22550" y="102332"/>
                    </a:cubicBezTo>
                    <a:cubicBezTo>
                      <a:pt x="22703" y="102447"/>
                      <a:pt x="22818" y="102562"/>
                      <a:pt x="22971" y="102639"/>
                    </a:cubicBezTo>
                    <a:cubicBezTo>
                      <a:pt x="23048" y="102715"/>
                      <a:pt x="23163" y="102792"/>
                      <a:pt x="23278" y="102907"/>
                    </a:cubicBezTo>
                    <a:cubicBezTo>
                      <a:pt x="23278" y="102907"/>
                      <a:pt x="23239" y="102907"/>
                      <a:pt x="23239" y="102945"/>
                    </a:cubicBezTo>
                    <a:cubicBezTo>
                      <a:pt x="26302" y="104553"/>
                      <a:pt x="29518" y="105931"/>
                      <a:pt x="32848" y="106735"/>
                    </a:cubicBezTo>
                    <a:cubicBezTo>
                      <a:pt x="35413" y="107271"/>
                      <a:pt x="38055" y="107041"/>
                      <a:pt x="40543" y="106352"/>
                    </a:cubicBezTo>
                    <a:cubicBezTo>
                      <a:pt x="40429" y="105969"/>
                      <a:pt x="40773" y="105701"/>
                      <a:pt x="41118" y="105587"/>
                    </a:cubicBezTo>
                    <a:cubicBezTo>
                      <a:pt x="43644" y="104132"/>
                      <a:pt x="46363" y="102868"/>
                      <a:pt x="48583" y="100993"/>
                    </a:cubicBezTo>
                    <a:cubicBezTo>
                      <a:pt x="51761" y="97892"/>
                      <a:pt x="54440" y="94216"/>
                      <a:pt x="56776" y="90465"/>
                    </a:cubicBezTo>
                    <a:cubicBezTo>
                      <a:pt x="58805" y="87555"/>
                      <a:pt x="59992" y="84224"/>
                      <a:pt x="61446" y="80970"/>
                    </a:cubicBezTo>
                    <a:cubicBezTo>
                      <a:pt x="62748" y="76414"/>
                      <a:pt x="63399" y="71591"/>
                      <a:pt x="63743" y="66844"/>
                    </a:cubicBezTo>
                    <a:cubicBezTo>
                      <a:pt x="64050" y="64164"/>
                      <a:pt x="64088" y="61407"/>
                      <a:pt x="64050" y="58727"/>
                    </a:cubicBezTo>
                    <a:cubicBezTo>
                      <a:pt x="64088" y="58383"/>
                      <a:pt x="63897" y="58000"/>
                      <a:pt x="64050" y="57694"/>
                    </a:cubicBezTo>
                    <a:cubicBezTo>
                      <a:pt x="64088" y="57655"/>
                      <a:pt x="64088" y="57617"/>
                      <a:pt x="64126" y="57617"/>
                    </a:cubicBezTo>
                    <a:cubicBezTo>
                      <a:pt x="63897" y="54172"/>
                      <a:pt x="63169" y="50764"/>
                      <a:pt x="62671" y="47395"/>
                    </a:cubicBezTo>
                    <a:cubicBezTo>
                      <a:pt x="62442" y="45979"/>
                      <a:pt x="62250" y="44562"/>
                      <a:pt x="61982" y="43146"/>
                    </a:cubicBezTo>
                    <a:cubicBezTo>
                      <a:pt x="61982" y="42533"/>
                      <a:pt x="61408" y="41844"/>
                      <a:pt x="61791" y="41308"/>
                    </a:cubicBezTo>
                    <a:cubicBezTo>
                      <a:pt x="61753" y="40849"/>
                      <a:pt x="61140" y="39854"/>
                      <a:pt x="60987" y="39126"/>
                    </a:cubicBezTo>
                    <a:cubicBezTo>
                      <a:pt x="60987" y="39126"/>
                      <a:pt x="60987" y="39126"/>
                      <a:pt x="60949" y="39126"/>
                    </a:cubicBezTo>
                    <a:cubicBezTo>
                      <a:pt x="60949" y="39011"/>
                      <a:pt x="60910" y="38935"/>
                      <a:pt x="60910" y="38820"/>
                    </a:cubicBezTo>
                    <a:cubicBezTo>
                      <a:pt x="60910" y="38705"/>
                      <a:pt x="60872" y="38590"/>
                      <a:pt x="60834" y="38475"/>
                    </a:cubicBezTo>
                    <a:cubicBezTo>
                      <a:pt x="60872" y="38437"/>
                      <a:pt x="60872" y="38399"/>
                      <a:pt x="60910" y="38322"/>
                    </a:cubicBezTo>
                    <a:cubicBezTo>
                      <a:pt x="61140" y="37824"/>
                      <a:pt x="61370" y="37327"/>
                      <a:pt x="61600" y="36791"/>
                    </a:cubicBezTo>
                    <a:cubicBezTo>
                      <a:pt x="61791" y="36331"/>
                      <a:pt x="62021" y="35872"/>
                      <a:pt x="62174" y="35374"/>
                    </a:cubicBezTo>
                    <a:cubicBezTo>
                      <a:pt x="62327" y="34915"/>
                      <a:pt x="62442" y="34456"/>
                      <a:pt x="62557" y="33996"/>
                    </a:cubicBezTo>
                    <a:cubicBezTo>
                      <a:pt x="62671" y="33498"/>
                      <a:pt x="62748" y="33001"/>
                      <a:pt x="62863" y="32503"/>
                    </a:cubicBezTo>
                    <a:cubicBezTo>
                      <a:pt x="62901" y="32312"/>
                      <a:pt x="62939" y="32158"/>
                      <a:pt x="62978" y="31967"/>
                    </a:cubicBezTo>
                    <a:cubicBezTo>
                      <a:pt x="63093" y="31852"/>
                      <a:pt x="63169" y="31661"/>
                      <a:pt x="63169" y="31508"/>
                    </a:cubicBezTo>
                    <a:cubicBezTo>
                      <a:pt x="63169" y="31278"/>
                      <a:pt x="63169" y="31087"/>
                      <a:pt x="63207" y="30857"/>
                    </a:cubicBezTo>
                    <a:cubicBezTo>
                      <a:pt x="63207" y="30704"/>
                      <a:pt x="63246" y="30512"/>
                      <a:pt x="63284" y="30359"/>
                    </a:cubicBezTo>
                    <a:cubicBezTo>
                      <a:pt x="63399" y="29632"/>
                      <a:pt x="63514" y="28943"/>
                      <a:pt x="63514" y="28254"/>
                    </a:cubicBezTo>
                    <a:cubicBezTo>
                      <a:pt x="63514" y="27718"/>
                      <a:pt x="63475" y="27182"/>
                      <a:pt x="63437" y="26646"/>
                    </a:cubicBezTo>
                    <a:cubicBezTo>
                      <a:pt x="63399" y="24961"/>
                      <a:pt x="63131" y="23238"/>
                      <a:pt x="62557" y="21630"/>
                    </a:cubicBezTo>
                    <a:cubicBezTo>
                      <a:pt x="62557" y="21554"/>
                      <a:pt x="62557" y="21516"/>
                      <a:pt x="62518" y="21477"/>
                    </a:cubicBezTo>
                    <a:cubicBezTo>
                      <a:pt x="62404" y="20712"/>
                      <a:pt x="62250" y="19946"/>
                      <a:pt x="62021" y="19219"/>
                    </a:cubicBezTo>
                    <a:cubicBezTo>
                      <a:pt x="61791" y="18529"/>
                      <a:pt x="61485" y="17802"/>
                      <a:pt x="61140" y="17113"/>
                    </a:cubicBezTo>
                    <a:cubicBezTo>
                      <a:pt x="60834" y="16462"/>
                      <a:pt x="60451" y="15773"/>
                      <a:pt x="60068" y="15122"/>
                    </a:cubicBezTo>
                    <a:cubicBezTo>
                      <a:pt x="59724" y="14510"/>
                      <a:pt x="59341" y="13897"/>
                      <a:pt x="58881" y="13323"/>
                    </a:cubicBezTo>
                    <a:cubicBezTo>
                      <a:pt x="58690" y="13055"/>
                      <a:pt x="58460" y="12749"/>
                      <a:pt x="58269" y="12481"/>
                    </a:cubicBezTo>
                    <a:cubicBezTo>
                      <a:pt x="58039" y="12213"/>
                      <a:pt x="57809" y="11906"/>
                      <a:pt x="57580" y="11638"/>
                    </a:cubicBezTo>
                    <a:cubicBezTo>
                      <a:pt x="57044" y="11064"/>
                      <a:pt x="56546" y="10490"/>
                      <a:pt x="55934" y="9992"/>
                    </a:cubicBezTo>
                    <a:cubicBezTo>
                      <a:pt x="55512" y="9648"/>
                      <a:pt x="55053" y="9303"/>
                      <a:pt x="54594" y="8997"/>
                    </a:cubicBezTo>
                    <a:cubicBezTo>
                      <a:pt x="54173" y="8614"/>
                      <a:pt x="53713" y="8308"/>
                      <a:pt x="53292" y="7963"/>
                    </a:cubicBezTo>
                    <a:cubicBezTo>
                      <a:pt x="52641" y="7504"/>
                      <a:pt x="51990" y="7044"/>
                      <a:pt x="51340" y="6662"/>
                    </a:cubicBezTo>
                    <a:cubicBezTo>
                      <a:pt x="50689" y="6279"/>
                      <a:pt x="50038" y="5972"/>
                      <a:pt x="49387" y="5666"/>
                    </a:cubicBezTo>
                    <a:cubicBezTo>
                      <a:pt x="48698" y="5322"/>
                      <a:pt x="48009" y="4977"/>
                      <a:pt x="47281" y="4709"/>
                    </a:cubicBezTo>
                    <a:cubicBezTo>
                      <a:pt x="46592" y="4441"/>
                      <a:pt x="45903" y="4211"/>
                      <a:pt x="45176" y="3982"/>
                    </a:cubicBezTo>
                    <a:cubicBezTo>
                      <a:pt x="44448" y="3752"/>
                      <a:pt x="43683" y="3522"/>
                      <a:pt x="42917" y="3331"/>
                    </a:cubicBezTo>
                    <a:cubicBezTo>
                      <a:pt x="42151" y="3101"/>
                      <a:pt x="41386" y="2948"/>
                      <a:pt x="40620" y="2795"/>
                    </a:cubicBezTo>
                    <a:cubicBezTo>
                      <a:pt x="39127" y="2450"/>
                      <a:pt x="37596" y="2297"/>
                      <a:pt x="36064" y="2297"/>
                    </a:cubicBezTo>
                    <a:lnTo>
                      <a:pt x="35835" y="2297"/>
                    </a:lnTo>
                    <a:cubicBezTo>
                      <a:pt x="34418" y="2297"/>
                      <a:pt x="33002" y="2412"/>
                      <a:pt x="31623" y="2642"/>
                    </a:cubicBezTo>
                    <a:cubicBezTo>
                      <a:pt x="28561" y="3101"/>
                      <a:pt x="25613" y="3982"/>
                      <a:pt x="22856" y="5322"/>
                    </a:cubicBezTo>
                    <a:cubicBezTo>
                      <a:pt x="22206" y="5628"/>
                      <a:pt x="21555" y="6011"/>
                      <a:pt x="20942" y="6394"/>
                    </a:cubicBezTo>
                    <a:cubicBezTo>
                      <a:pt x="20291" y="6815"/>
                      <a:pt x="19641" y="7236"/>
                      <a:pt x="18990" y="7695"/>
                    </a:cubicBezTo>
                    <a:cubicBezTo>
                      <a:pt x="17765" y="8576"/>
                      <a:pt x="16616" y="9571"/>
                      <a:pt x="15544" y="10643"/>
                    </a:cubicBezTo>
                    <a:cubicBezTo>
                      <a:pt x="15046" y="11217"/>
                      <a:pt x="14549" y="11792"/>
                      <a:pt x="14128" y="12404"/>
                    </a:cubicBezTo>
                    <a:cubicBezTo>
                      <a:pt x="13707" y="13017"/>
                      <a:pt x="13285" y="13667"/>
                      <a:pt x="12903" y="14318"/>
                    </a:cubicBezTo>
                    <a:cubicBezTo>
                      <a:pt x="12175" y="15620"/>
                      <a:pt x="11524" y="17036"/>
                      <a:pt x="11027" y="18453"/>
                    </a:cubicBezTo>
                    <a:cubicBezTo>
                      <a:pt x="10797" y="19180"/>
                      <a:pt x="10529" y="19946"/>
                      <a:pt x="10338" y="20673"/>
                    </a:cubicBezTo>
                    <a:cubicBezTo>
                      <a:pt x="10146" y="21439"/>
                      <a:pt x="9993" y="22205"/>
                      <a:pt x="9878" y="22970"/>
                    </a:cubicBezTo>
                    <a:cubicBezTo>
                      <a:pt x="9802" y="23392"/>
                      <a:pt x="9763" y="23813"/>
                      <a:pt x="9687" y="24234"/>
                    </a:cubicBezTo>
                    <a:cubicBezTo>
                      <a:pt x="9495" y="25306"/>
                      <a:pt x="9381" y="26416"/>
                      <a:pt x="9304" y="27526"/>
                    </a:cubicBezTo>
                    <a:cubicBezTo>
                      <a:pt x="9189" y="28713"/>
                      <a:pt x="9227" y="29900"/>
                      <a:pt x="9381" y="31048"/>
                    </a:cubicBezTo>
                    <a:cubicBezTo>
                      <a:pt x="12520" y="27679"/>
                      <a:pt x="16808" y="25535"/>
                      <a:pt x="21057" y="23889"/>
                    </a:cubicBezTo>
                    <a:cubicBezTo>
                      <a:pt x="24962" y="22434"/>
                      <a:pt x="29135" y="21516"/>
                      <a:pt x="33346" y="21439"/>
                    </a:cubicBezTo>
                    <a:cubicBezTo>
                      <a:pt x="34188" y="21516"/>
                      <a:pt x="35069" y="21592"/>
                      <a:pt x="35911" y="21707"/>
                    </a:cubicBezTo>
                    <a:cubicBezTo>
                      <a:pt x="35949" y="21707"/>
                      <a:pt x="35949" y="21707"/>
                      <a:pt x="35949" y="21707"/>
                    </a:cubicBezTo>
                    <a:cubicBezTo>
                      <a:pt x="35988" y="21707"/>
                      <a:pt x="36026" y="21707"/>
                      <a:pt x="36064" y="21745"/>
                    </a:cubicBezTo>
                    <a:lnTo>
                      <a:pt x="36064" y="21745"/>
                    </a:lnTo>
                    <a:cubicBezTo>
                      <a:pt x="36103" y="21745"/>
                      <a:pt x="36141" y="21745"/>
                      <a:pt x="36179" y="21745"/>
                    </a:cubicBezTo>
                    <a:cubicBezTo>
                      <a:pt x="36256" y="21745"/>
                      <a:pt x="36332" y="21784"/>
                      <a:pt x="36409" y="21784"/>
                    </a:cubicBezTo>
                    <a:lnTo>
                      <a:pt x="36409" y="21784"/>
                    </a:lnTo>
                    <a:lnTo>
                      <a:pt x="36409" y="21784"/>
                    </a:lnTo>
                    <a:lnTo>
                      <a:pt x="36409" y="21784"/>
                    </a:lnTo>
                    <a:lnTo>
                      <a:pt x="36409" y="21784"/>
                    </a:lnTo>
                    <a:lnTo>
                      <a:pt x="36447" y="21784"/>
                    </a:lnTo>
                    <a:cubicBezTo>
                      <a:pt x="36447" y="21784"/>
                      <a:pt x="36485" y="21784"/>
                      <a:pt x="36485" y="21784"/>
                    </a:cubicBezTo>
                    <a:lnTo>
                      <a:pt x="36485" y="21784"/>
                    </a:lnTo>
                    <a:cubicBezTo>
                      <a:pt x="36868" y="21822"/>
                      <a:pt x="37213" y="21898"/>
                      <a:pt x="37596" y="21937"/>
                    </a:cubicBezTo>
                    <a:cubicBezTo>
                      <a:pt x="37634" y="22243"/>
                      <a:pt x="37442" y="22588"/>
                      <a:pt x="37060" y="22549"/>
                    </a:cubicBezTo>
                    <a:cubicBezTo>
                      <a:pt x="36026" y="22473"/>
                      <a:pt x="34992" y="22358"/>
                      <a:pt x="33920" y="22358"/>
                    </a:cubicBezTo>
                    <a:cubicBezTo>
                      <a:pt x="33499" y="22358"/>
                      <a:pt x="33040" y="22396"/>
                      <a:pt x="32619" y="224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42"/>
              <p:cNvSpPr/>
              <p:nvPr/>
            </p:nvSpPr>
            <p:spPr>
              <a:xfrm>
                <a:off x="3939200" y="2332500"/>
                <a:ext cx="1493075" cy="1403125"/>
              </a:xfrm>
              <a:custGeom>
                <a:avLst/>
                <a:gdLst/>
                <a:ahLst/>
                <a:cxnLst/>
                <a:rect l="l" t="t" r="r" b="b"/>
                <a:pathLst>
                  <a:path w="59723" h="56125" extrusionOk="0">
                    <a:moveTo>
                      <a:pt x="30398" y="56087"/>
                    </a:moveTo>
                    <a:cubicBezTo>
                      <a:pt x="28713" y="56087"/>
                      <a:pt x="26990" y="55742"/>
                      <a:pt x="25344" y="55283"/>
                    </a:cubicBezTo>
                    <a:cubicBezTo>
                      <a:pt x="23009" y="54670"/>
                      <a:pt x="20865" y="53560"/>
                      <a:pt x="18836" y="52220"/>
                    </a:cubicBezTo>
                    <a:cubicBezTo>
                      <a:pt x="16807" y="50956"/>
                      <a:pt x="15008" y="49349"/>
                      <a:pt x="13323" y="47664"/>
                    </a:cubicBezTo>
                    <a:cubicBezTo>
                      <a:pt x="12060" y="46362"/>
                      <a:pt x="10796" y="45061"/>
                      <a:pt x="9686" y="43606"/>
                    </a:cubicBezTo>
                    <a:cubicBezTo>
                      <a:pt x="8155" y="41654"/>
                      <a:pt x="6853" y="39510"/>
                      <a:pt x="5666" y="37366"/>
                    </a:cubicBezTo>
                    <a:cubicBezTo>
                      <a:pt x="4058" y="34686"/>
                      <a:pt x="2795" y="31815"/>
                      <a:pt x="1953" y="28829"/>
                    </a:cubicBezTo>
                    <a:cubicBezTo>
                      <a:pt x="957" y="25345"/>
                      <a:pt x="268" y="21708"/>
                      <a:pt x="115" y="18071"/>
                    </a:cubicBezTo>
                    <a:cubicBezTo>
                      <a:pt x="0" y="14396"/>
                      <a:pt x="192" y="10682"/>
                      <a:pt x="307" y="7007"/>
                    </a:cubicBezTo>
                    <a:cubicBezTo>
                      <a:pt x="345" y="5858"/>
                      <a:pt x="421" y="4710"/>
                      <a:pt x="460" y="3561"/>
                    </a:cubicBezTo>
                    <a:cubicBezTo>
                      <a:pt x="498" y="2987"/>
                      <a:pt x="498" y="2374"/>
                      <a:pt x="536" y="1800"/>
                    </a:cubicBezTo>
                    <a:cubicBezTo>
                      <a:pt x="575" y="1303"/>
                      <a:pt x="498" y="767"/>
                      <a:pt x="728" y="345"/>
                    </a:cubicBezTo>
                    <a:cubicBezTo>
                      <a:pt x="1034" y="1"/>
                      <a:pt x="1570" y="345"/>
                      <a:pt x="1302" y="767"/>
                    </a:cubicBezTo>
                    <a:cubicBezTo>
                      <a:pt x="1340" y="728"/>
                      <a:pt x="1340" y="690"/>
                      <a:pt x="1340" y="652"/>
                    </a:cubicBezTo>
                    <a:cubicBezTo>
                      <a:pt x="1187" y="1494"/>
                      <a:pt x="1225" y="2298"/>
                      <a:pt x="1187" y="3140"/>
                    </a:cubicBezTo>
                    <a:cubicBezTo>
                      <a:pt x="996" y="7466"/>
                      <a:pt x="804" y="11792"/>
                      <a:pt x="766" y="16118"/>
                    </a:cubicBezTo>
                    <a:cubicBezTo>
                      <a:pt x="728" y="20023"/>
                      <a:pt x="1379" y="23928"/>
                      <a:pt x="2374" y="27718"/>
                    </a:cubicBezTo>
                    <a:cubicBezTo>
                      <a:pt x="2872" y="29441"/>
                      <a:pt x="3369" y="31126"/>
                      <a:pt x="4058" y="32772"/>
                    </a:cubicBezTo>
                    <a:cubicBezTo>
                      <a:pt x="4786" y="34495"/>
                      <a:pt x="5743" y="36102"/>
                      <a:pt x="6700" y="37749"/>
                    </a:cubicBezTo>
                    <a:cubicBezTo>
                      <a:pt x="7695" y="39548"/>
                      <a:pt x="8806" y="41309"/>
                      <a:pt x="10069" y="42955"/>
                    </a:cubicBezTo>
                    <a:cubicBezTo>
                      <a:pt x="11103" y="44333"/>
                      <a:pt x="12289" y="45558"/>
                      <a:pt x="13476" y="46822"/>
                    </a:cubicBezTo>
                    <a:cubicBezTo>
                      <a:pt x="15467" y="48889"/>
                      <a:pt x="17611" y="50689"/>
                      <a:pt x="20061" y="52143"/>
                    </a:cubicBezTo>
                    <a:cubicBezTo>
                      <a:pt x="21899" y="53368"/>
                      <a:pt x="23928" y="54249"/>
                      <a:pt x="26033" y="54747"/>
                    </a:cubicBezTo>
                    <a:cubicBezTo>
                      <a:pt x="27947" y="55283"/>
                      <a:pt x="29938" y="55512"/>
                      <a:pt x="31929" y="55359"/>
                    </a:cubicBezTo>
                    <a:cubicBezTo>
                      <a:pt x="33613" y="55244"/>
                      <a:pt x="35183" y="54593"/>
                      <a:pt x="36676" y="53828"/>
                    </a:cubicBezTo>
                    <a:cubicBezTo>
                      <a:pt x="37595" y="53368"/>
                      <a:pt x="38514" y="52832"/>
                      <a:pt x="39356" y="52258"/>
                    </a:cubicBezTo>
                    <a:cubicBezTo>
                      <a:pt x="41615" y="50765"/>
                      <a:pt x="43720" y="49081"/>
                      <a:pt x="45481" y="47090"/>
                    </a:cubicBezTo>
                    <a:cubicBezTo>
                      <a:pt x="47204" y="45099"/>
                      <a:pt x="48774" y="43032"/>
                      <a:pt x="50305" y="40926"/>
                    </a:cubicBezTo>
                    <a:cubicBezTo>
                      <a:pt x="52870" y="37366"/>
                      <a:pt x="54938" y="33461"/>
                      <a:pt x="56392" y="29326"/>
                    </a:cubicBezTo>
                    <a:cubicBezTo>
                      <a:pt x="57464" y="26149"/>
                      <a:pt x="58038" y="22818"/>
                      <a:pt x="58383" y="19487"/>
                    </a:cubicBezTo>
                    <a:cubicBezTo>
                      <a:pt x="58996" y="14051"/>
                      <a:pt x="59264" y="8538"/>
                      <a:pt x="58383" y="3140"/>
                    </a:cubicBezTo>
                    <a:cubicBezTo>
                      <a:pt x="58268" y="2642"/>
                      <a:pt x="58153" y="2145"/>
                      <a:pt x="58000" y="1685"/>
                    </a:cubicBezTo>
                    <a:cubicBezTo>
                      <a:pt x="57962" y="1494"/>
                      <a:pt x="58077" y="1264"/>
                      <a:pt x="58268" y="1226"/>
                    </a:cubicBezTo>
                    <a:cubicBezTo>
                      <a:pt x="58460" y="1188"/>
                      <a:pt x="58651" y="1303"/>
                      <a:pt x="58689" y="1494"/>
                    </a:cubicBezTo>
                    <a:cubicBezTo>
                      <a:pt x="58881" y="2068"/>
                      <a:pt x="58996" y="2642"/>
                      <a:pt x="59110" y="3217"/>
                    </a:cubicBezTo>
                    <a:cubicBezTo>
                      <a:pt x="59532" y="6203"/>
                      <a:pt x="59723" y="9189"/>
                      <a:pt x="59646" y="12213"/>
                    </a:cubicBezTo>
                    <a:cubicBezTo>
                      <a:pt x="59532" y="15774"/>
                      <a:pt x="59187" y="19372"/>
                      <a:pt x="58651" y="22933"/>
                    </a:cubicBezTo>
                    <a:cubicBezTo>
                      <a:pt x="58077" y="26531"/>
                      <a:pt x="57043" y="30054"/>
                      <a:pt x="55512" y="33346"/>
                    </a:cubicBezTo>
                    <a:cubicBezTo>
                      <a:pt x="54057" y="36677"/>
                      <a:pt x="52105" y="39701"/>
                      <a:pt x="49961" y="42611"/>
                    </a:cubicBezTo>
                    <a:cubicBezTo>
                      <a:pt x="48391" y="44716"/>
                      <a:pt x="46821" y="46745"/>
                      <a:pt x="45022" y="48621"/>
                    </a:cubicBezTo>
                    <a:cubicBezTo>
                      <a:pt x="43223" y="50421"/>
                      <a:pt x="41155" y="51990"/>
                      <a:pt x="39011" y="53368"/>
                    </a:cubicBezTo>
                    <a:cubicBezTo>
                      <a:pt x="37365" y="54325"/>
                      <a:pt x="35681" y="55206"/>
                      <a:pt x="33881" y="55742"/>
                    </a:cubicBezTo>
                    <a:cubicBezTo>
                      <a:pt x="32733" y="56048"/>
                      <a:pt x="31584" y="56125"/>
                      <a:pt x="30398" y="561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42"/>
              <p:cNvSpPr/>
              <p:nvPr/>
            </p:nvSpPr>
            <p:spPr>
              <a:xfrm>
                <a:off x="3949725" y="1975525"/>
                <a:ext cx="1464375" cy="429750"/>
              </a:xfrm>
              <a:custGeom>
                <a:avLst/>
                <a:gdLst/>
                <a:ahLst/>
                <a:cxnLst/>
                <a:rect l="l" t="t" r="r" b="b"/>
                <a:pathLst>
                  <a:path w="58575" h="17190" extrusionOk="0">
                    <a:moveTo>
                      <a:pt x="57771" y="16730"/>
                    </a:moveTo>
                    <a:cubicBezTo>
                      <a:pt x="57388" y="15620"/>
                      <a:pt x="56852" y="14624"/>
                      <a:pt x="56201" y="13629"/>
                    </a:cubicBezTo>
                    <a:cubicBezTo>
                      <a:pt x="55397" y="12366"/>
                      <a:pt x="54631" y="11102"/>
                      <a:pt x="53636" y="9954"/>
                    </a:cubicBezTo>
                    <a:cubicBezTo>
                      <a:pt x="51952" y="8040"/>
                      <a:pt x="49769" y="6585"/>
                      <a:pt x="47702" y="5092"/>
                    </a:cubicBezTo>
                    <a:cubicBezTo>
                      <a:pt x="45750" y="3790"/>
                      <a:pt x="43567" y="2948"/>
                      <a:pt x="41347" y="2297"/>
                    </a:cubicBezTo>
                    <a:cubicBezTo>
                      <a:pt x="37519" y="1149"/>
                      <a:pt x="33499" y="727"/>
                      <a:pt x="29517" y="727"/>
                    </a:cubicBezTo>
                    <a:cubicBezTo>
                      <a:pt x="26148" y="766"/>
                      <a:pt x="22779" y="919"/>
                      <a:pt x="19487" y="1531"/>
                    </a:cubicBezTo>
                    <a:cubicBezTo>
                      <a:pt x="16654" y="2106"/>
                      <a:pt x="13897" y="2986"/>
                      <a:pt x="11294" y="4211"/>
                    </a:cubicBezTo>
                    <a:cubicBezTo>
                      <a:pt x="7810" y="6011"/>
                      <a:pt x="4901" y="8767"/>
                      <a:pt x="2719" y="11983"/>
                    </a:cubicBezTo>
                    <a:cubicBezTo>
                      <a:pt x="2106" y="12902"/>
                      <a:pt x="1532" y="13897"/>
                      <a:pt x="1149" y="14931"/>
                    </a:cubicBezTo>
                    <a:cubicBezTo>
                      <a:pt x="1111" y="15046"/>
                      <a:pt x="1111" y="15160"/>
                      <a:pt x="1111" y="15275"/>
                    </a:cubicBezTo>
                    <a:cubicBezTo>
                      <a:pt x="1111" y="15467"/>
                      <a:pt x="919" y="15620"/>
                      <a:pt x="728" y="15620"/>
                    </a:cubicBezTo>
                    <a:cubicBezTo>
                      <a:pt x="0" y="15505"/>
                      <a:pt x="613" y="14433"/>
                      <a:pt x="728" y="14012"/>
                    </a:cubicBezTo>
                    <a:cubicBezTo>
                      <a:pt x="1723" y="11830"/>
                      <a:pt x="3255" y="9916"/>
                      <a:pt x="4901" y="8155"/>
                    </a:cubicBezTo>
                    <a:cubicBezTo>
                      <a:pt x="6547" y="6393"/>
                      <a:pt x="8538" y="4939"/>
                      <a:pt x="10682" y="3752"/>
                    </a:cubicBezTo>
                    <a:cubicBezTo>
                      <a:pt x="11792" y="3178"/>
                      <a:pt x="12940" y="2718"/>
                      <a:pt x="14089" y="2297"/>
                    </a:cubicBezTo>
                    <a:cubicBezTo>
                      <a:pt x="19219" y="383"/>
                      <a:pt x="24732" y="0"/>
                      <a:pt x="30168" y="38"/>
                    </a:cubicBezTo>
                    <a:cubicBezTo>
                      <a:pt x="35566" y="77"/>
                      <a:pt x="41079" y="957"/>
                      <a:pt x="45979" y="3292"/>
                    </a:cubicBezTo>
                    <a:cubicBezTo>
                      <a:pt x="48161" y="4326"/>
                      <a:pt x="49999" y="5857"/>
                      <a:pt x="51913" y="7312"/>
                    </a:cubicBezTo>
                    <a:cubicBezTo>
                      <a:pt x="53291" y="8422"/>
                      <a:pt x="54478" y="9762"/>
                      <a:pt x="55474" y="11217"/>
                    </a:cubicBezTo>
                    <a:cubicBezTo>
                      <a:pt x="56584" y="12902"/>
                      <a:pt x="57771" y="14548"/>
                      <a:pt x="58421" y="16462"/>
                    </a:cubicBezTo>
                    <a:cubicBezTo>
                      <a:pt x="58575" y="16883"/>
                      <a:pt x="57962" y="17189"/>
                      <a:pt x="57771" y="167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42"/>
              <p:cNvSpPr/>
              <p:nvPr/>
            </p:nvSpPr>
            <p:spPr>
              <a:xfrm>
                <a:off x="3955475" y="1595550"/>
                <a:ext cx="1461500" cy="815475"/>
              </a:xfrm>
              <a:custGeom>
                <a:avLst/>
                <a:gdLst/>
                <a:ahLst/>
                <a:cxnLst/>
                <a:rect l="l" t="t" r="r" b="b"/>
                <a:pathLst>
                  <a:path w="58460" h="32619" extrusionOk="0">
                    <a:moveTo>
                      <a:pt x="57732" y="32120"/>
                    </a:moveTo>
                    <a:cubicBezTo>
                      <a:pt x="57426" y="29900"/>
                      <a:pt x="57043" y="27680"/>
                      <a:pt x="56813" y="25459"/>
                    </a:cubicBezTo>
                    <a:cubicBezTo>
                      <a:pt x="56469" y="22358"/>
                      <a:pt x="55971" y="19219"/>
                      <a:pt x="54937" y="16309"/>
                    </a:cubicBezTo>
                    <a:cubicBezTo>
                      <a:pt x="54287" y="14433"/>
                      <a:pt x="53483" y="12596"/>
                      <a:pt x="52372" y="10988"/>
                    </a:cubicBezTo>
                    <a:cubicBezTo>
                      <a:pt x="50764" y="8653"/>
                      <a:pt x="48850" y="6509"/>
                      <a:pt x="46477" y="4901"/>
                    </a:cubicBezTo>
                    <a:cubicBezTo>
                      <a:pt x="43261" y="2833"/>
                      <a:pt x="39586" y="1379"/>
                      <a:pt x="35757" y="1034"/>
                    </a:cubicBezTo>
                    <a:cubicBezTo>
                      <a:pt x="30819" y="422"/>
                      <a:pt x="25765" y="804"/>
                      <a:pt x="20980" y="2259"/>
                    </a:cubicBezTo>
                    <a:cubicBezTo>
                      <a:pt x="16156" y="3523"/>
                      <a:pt x="11485" y="5858"/>
                      <a:pt x="7925" y="9418"/>
                    </a:cubicBezTo>
                    <a:cubicBezTo>
                      <a:pt x="4977" y="12366"/>
                      <a:pt x="2489" y="16041"/>
                      <a:pt x="1799" y="20214"/>
                    </a:cubicBezTo>
                    <a:cubicBezTo>
                      <a:pt x="1340" y="22588"/>
                      <a:pt x="1072" y="25000"/>
                      <a:pt x="919" y="27412"/>
                    </a:cubicBezTo>
                    <a:cubicBezTo>
                      <a:pt x="804" y="28598"/>
                      <a:pt x="689" y="29823"/>
                      <a:pt x="728" y="31010"/>
                    </a:cubicBezTo>
                    <a:cubicBezTo>
                      <a:pt x="728" y="31431"/>
                      <a:pt x="38" y="31508"/>
                      <a:pt x="0" y="31010"/>
                    </a:cubicBezTo>
                    <a:cubicBezTo>
                      <a:pt x="0" y="28790"/>
                      <a:pt x="306" y="26569"/>
                      <a:pt x="460" y="24349"/>
                    </a:cubicBezTo>
                    <a:cubicBezTo>
                      <a:pt x="728" y="21975"/>
                      <a:pt x="1110" y="19563"/>
                      <a:pt x="1838" y="17266"/>
                    </a:cubicBezTo>
                    <a:cubicBezTo>
                      <a:pt x="2221" y="16194"/>
                      <a:pt x="2757" y="15123"/>
                      <a:pt x="3331" y="14127"/>
                    </a:cubicBezTo>
                    <a:cubicBezTo>
                      <a:pt x="5972" y="9686"/>
                      <a:pt x="9992" y="6088"/>
                      <a:pt x="14663" y="3867"/>
                    </a:cubicBezTo>
                    <a:cubicBezTo>
                      <a:pt x="16309" y="2987"/>
                      <a:pt x="18108" y="2336"/>
                      <a:pt x="19908" y="1838"/>
                    </a:cubicBezTo>
                    <a:cubicBezTo>
                      <a:pt x="23430" y="728"/>
                      <a:pt x="27067" y="115"/>
                      <a:pt x="30780" y="39"/>
                    </a:cubicBezTo>
                    <a:cubicBezTo>
                      <a:pt x="32618" y="0"/>
                      <a:pt x="34456" y="192"/>
                      <a:pt x="36293" y="383"/>
                    </a:cubicBezTo>
                    <a:cubicBezTo>
                      <a:pt x="37518" y="536"/>
                      <a:pt x="38705" y="728"/>
                      <a:pt x="39854" y="1111"/>
                    </a:cubicBezTo>
                    <a:cubicBezTo>
                      <a:pt x="44524" y="2489"/>
                      <a:pt x="48927" y="5054"/>
                      <a:pt x="51798" y="9035"/>
                    </a:cubicBezTo>
                    <a:cubicBezTo>
                      <a:pt x="55282" y="13285"/>
                      <a:pt x="56698" y="18759"/>
                      <a:pt x="57387" y="24119"/>
                    </a:cubicBezTo>
                    <a:cubicBezTo>
                      <a:pt x="57579" y="25804"/>
                      <a:pt x="57732" y="27450"/>
                      <a:pt x="58000" y="29096"/>
                    </a:cubicBezTo>
                    <a:cubicBezTo>
                      <a:pt x="58153" y="30091"/>
                      <a:pt x="58268" y="31049"/>
                      <a:pt x="58421" y="32044"/>
                    </a:cubicBezTo>
                    <a:cubicBezTo>
                      <a:pt x="58459" y="32503"/>
                      <a:pt x="57809" y="32618"/>
                      <a:pt x="57732" y="321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42"/>
              <p:cNvSpPr/>
              <p:nvPr/>
            </p:nvSpPr>
            <p:spPr>
              <a:xfrm>
                <a:off x="4424450" y="2783300"/>
                <a:ext cx="81375" cy="177075"/>
              </a:xfrm>
              <a:custGeom>
                <a:avLst/>
                <a:gdLst/>
                <a:ahLst/>
                <a:cxnLst/>
                <a:rect l="l" t="t" r="r" b="b"/>
                <a:pathLst>
                  <a:path w="3255" h="7083" extrusionOk="0">
                    <a:moveTo>
                      <a:pt x="2565" y="6930"/>
                    </a:moveTo>
                    <a:cubicBezTo>
                      <a:pt x="1225" y="6317"/>
                      <a:pt x="0" y="4939"/>
                      <a:pt x="230" y="3369"/>
                    </a:cubicBezTo>
                    <a:cubicBezTo>
                      <a:pt x="383" y="2374"/>
                      <a:pt x="842" y="1417"/>
                      <a:pt x="1608" y="728"/>
                    </a:cubicBezTo>
                    <a:cubicBezTo>
                      <a:pt x="1876" y="536"/>
                      <a:pt x="2259" y="1"/>
                      <a:pt x="2603" y="307"/>
                    </a:cubicBezTo>
                    <a:cubicBezTo>
                      <a:pt x="2795" y="536"/>
                      <a:pt x="2680" y="804"/>
                      <a:pt x="2450" y="958"/>
                    </a:cubicBezTo>
                    <a:cubicBezTo>
                      <a:pt x="2221" y="1111"/>
                      <a:pt x="1991" y="1302"/>
                      <a:pt x="1800" y="1532"/>
                    </a:cubicBezTo>
                    <a:cubicBezTo>
                      <a:pt x="1225" y="2259"/>
                      <a:pt x="766" y="3216"/>
                      <a:pt x="957" y="4135"/>
                    </a:cubicBezTo>
                    <a:cubicBezTo>
                      <a:pt x="1149" y="5131"/>
                      <a:pt x="1991" y="5858"/>
                      <a:pt x="2833" y="6279"/>
                    </a:cubicBezTo>
                    <a:cubicBezTo>
                      <a:pt x="3254" y="6470"/>
                      <a:pt x="2986" y="7083"/>
                      <a:pt x="2565" y="69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42"/>
              <p:cNvSpPr/>
              <p:nvPr/>
            </p:nvSpPr>
            <p:spPr>
              <a:xfrm>
                <a:off x="4493350" y="2877100"/>
                <a:ext cx="105300" cy="67025"/>
              </a:xfrm>
              <a:custGeom>
                <a:avLst/>
                <a:gdLst/>
                <a:ahLst/>
                <a:cxnLst/>
                <a:rect l="l" t="t" r="r" b="b"/>
                <a:pathLst>
                  <a:path w="4212" h="2681" extrusionOk="0">
                    <a:moveTo>
                      <a:pt x="3484" y="2642"/>
                    </a:moveTo>
                    <a:cubicBezTo>
                      <a:pt x="2527" y="2527"/>
                      <a:pt x="728" y="2412"/>
                      <a:pt x="192" y="1532"/>
                    </a:cubicBezTo>
                    <a:cubicBezTo>
                      <a:pt x="1" y="1187"/>
                      <a:pt x="192" y="728"/>
                      <a:pt x="537" y="536"/>
                    </a:cubicBezTo>
                    <a:cubicBezTo>
                      <a:pt x="1494" y="0"/>
                      <a:pt x="2872" y="996"/>
                      <a:pt x="3676" y="1532"/>
                    </a:cubicBezTo>
                    <a:cubicBezTo>
                      <a:pt x="4097" y="1493"/>
                      <a:pt x="4212" y="2029"/>
                      <a:pt x="3867" y="2221"/>
                    </a:cubicBezTo>
                    <a:cubicBezTo>
                      <a:pt x="3944" y="2450"/>
                      <a:pt x="3714" y="2680"/>
                      <a:pt x="3484" y="2642"/>
                    </a:cubicBezTo>
                    <a:close/>
                    <a:moveTo>
                      <a:pt x="2948" y="1876"/>
                    </a:moveTo>
                    <a:cubicBezTo>
                      <a:pt x="2451" y="1608"/>
                      <a:pt x="1264" y="766"/>
                      <a:pt x="805" y="1225"/>
                    </a:cubicBezTo>
                    <a:lnTo>
                      <a:pt x="805" y="1225"/>
                    </a:lnTo>
                    <a:cubicBezTo>
                      <a:pt x="1417" y="1685"/>
                      <a:pt x="2221" y="1761"/>
                      <a:pt x="2948" y="18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42"/>
              <p:cNvSpPr/>
              <p:nvPr/>
            </p:nvSpPr>
            <p:spPr>
              <a:xfrm>
                <a:off x="4757500" y="2877100"/>
                <a:ext cx="115850" cy="68925"/>
              </a:xfrm>
              <a:custGeom>
                <a:avLst/>
                <a:gdLst/>
                <a:ahLst/>
                <a:cxnLst/>
                <a:rect l="l" t="t" r="r" b="b"/>
                <a:pathLst>
                  <a:path w="4634" h="2757" extrusionOk="0">
                    <a:moveTo>
                      <a:pt x="881" y="2412"/>
                    </a:moveTo>
                    <a:cubicBezTo>
                      <a:pt x="843" y="2106"/>
                      <a:pt x="1149" y="2029"/>
                      <a:pt x="1417" y="1991"/>
                    </a:cubicBezTo>
                    <a:cubicBezTo>
                      <a:pt x="2183" y="1800"/>
                      <a:pt x="3217" y="1570"/>
                      <a:pt x="3676" y="919"/>
                    </a:cubicBezTo>
                    <a:cubicBezTo>
                      <a:pt x="3255" y="766"/>
                      <a:pt x="2796" y="1072"/>
                      <a:pt x="2413" y="1225"/>
                    </a:cubicBezTo>
                    <a:cubicBezTo>
                      <a:pt x="1800" y="1493"/>
                      <a:pt x="1303" y="1991"/>
                      <a:pt x="690" y="2297"/>
                    </a:cubicBezTo>
                    <a:cubicBezTo>
                      <a:pt x="192" y="2412"/>
                      <a:pt x="1" y="1685"/>
                      <a:pt x="499" y="1570"/>
                    </a:cubicBezTo>
                    <a:cubicBezTo>
                      <a:pt x="1456" y="957"/>
                      <a:pt x="2643" y="0"/>
                      <a:pt x="3791" y="192"/>
                    </a:cubicBezTo>
                    <a:cubicBezTo>
                      <a:pt x="4633" y="421"/>
                      <a:pt x="4518" y="1302"/>
                      <a:pt x="3906" y="1723"/>
                    </a:cubicBezTo>
                    <a:cubicBezTo>
                      <a:pt x="3523" y="2029"/>
                      <a:pt x="3102" y="2221"/>
                      <a:pt x="2681" y="2374"/>
                    </a:cubicBezTo>
                    <a:cubicBezTo>
                      <a:pt x="2221" y="2527"/>
                      <a:pt x="1762" y="2642"/>
                      <a:pt x="1264" y="2718"/>
                    </a:cubicBezTo>
                    <a:cubicBezTo>
                      <a:pt x="1111" y="2757"/>
                      <a:pt x="920" y="2604"/>
                      <a:pt x="881" y="24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42"/>
              <p:cNvSpPr/>
              <p:nvPr/>
            </p:nvSpPr>
            <p:spPr>
              <a:xfrm>
                <a:off x="4595750" y="2908675"/>
                <a:ext cx="150300" cy="50750"/>
              </a:xfrm>
              <a:custGeom>
                <a:avLst/>
                <a:gdLst/>
                <a:ahLst/>
                <a:cxnLst/>
                <a:rect l="l" t="t" r="r" b="b"/>
                <a:pathLst>
                  <a:path w="6012" h="2030" extrusionOk="0">
                    <a:moveTo>
                      <a:pt x="3638" y="1991"/>
                    </a:moveTo>
                    <a:cubicBezTo>
                      <a:pt x="2528" y="1953"/>
                      <a:pt x="1073" y="1838"/>
                      <a:pt x="307" y="958"/>
                    </a:cubicBezTo>
                    <a:cubicBezTo>
                      <a:pt x="1" y="422"/>
                      <a:pt x="882" y="1"/>
                      <a:pt x="996" y="652"/>
                    </a:cubicBezTo>
                    <a:cubicBezTo>
                      <a:pt x="1609" y="1111"/>
                      <a:pt x="2413" y="1187"/>
                      <a:pt x="3140" y="1264"/>
                    </a:cubicBezTo>
                    <a:cubicBezTo>
                      <a:pt x="3944" y="1341"/>
                      <a:pt x="4748" y="1264"/>
                      <a:pt x="5399" y="805"/>
                    </a:cubicBezTo>
                    <a:cubicBezTo>
                      <a:pt x="5590" y="728"/>
                      <a:pt x="5820" y="766"/>
                      <a:pt x="5897" y="958"/>
                    </a:cubicBezTo>
                    <a:cubicBezTo>
                      <a:pt x="6012" y="1111"/>
                      <a:pt x="5935" y="1341"/>
                      <a:pt x="5782" y="1417"/>
                    </a:cubicBezTo>
                    <a:cubicBezTo>
                      <a:pt x="5131" y="1800"/>
                      <a:pt x="4404" y="2030"/>
                      <a:pt x="3638" y="19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42"/>
              <p:cNvSpPr/>
              <p:nvPr/>
            </p:nvSpPr>
            <p:spPr>
              <a:xfrm>
                <a:off x="4837900" y="2750750"/>
                <a:ext cx="96700" cy="182850"/>
              </a:xfrm>
              <a:custGeom>
                <a:avLst/>
                <a:gdLst/>
                <a:ahLst/>
                <a:cxnLst/>
                <a:rect l="l" t="t" r="r" b="b"/>
                <a:pathLst>
                  <a:path w="3868" h="7314" extrusionOk="0">
                    <a:moveTo>
                      <a:pt x="1341" y="6930"/>
                    </a:moveTo>
                    <a:cubicBezTo>
                      <a:pt x="1341" y="6547"/>
                      <a:pt x="1762" y="6433"/>
                      <a:pt x="1992" y="6126"/>
                    </a:cubicBezTo>
                    <a:cubicBezTo>
                      <a:pt x="2719" y="5322"/>
                      <a:pt x="2910" y="4059"/>
                      <a:pt x="2374" y="3025"/>
                    </a:cubicBezTo>
                    <a:cubicBezTo>
                      <a:pt x="2068" y="2451"/>
                      <a:pt x="1609" y="1953"/>
                      <a:pt x="1111" y="1494"/>
                    </a:cubicBezTo>
                    <a:cubicBezTo>
                      <a:pt x="805" y="1226"/>
                      <a:pt x="498" y="958"/>
                      <a:pt x="192" y="690"/>
                    </a:cubicBezTo>
                    <a:cubicBezTo>
                      <a:pt x="39" y="575"/>
                      <a:pt x="1" y="345"/>
                      <a:pt x="116" y="192"/>
                    </a:cubicBezTo>
                    <a:cubicBezTo>
                      <a:pt x="230" y="39"/>
                      <a:pt x="460" y="1"/>
                      <a:pt x="613" y="154"/>
                    </a:cubicBezTo>
                    <a:cubicBezTo>
                      <a:pt x="1188" y="613"/>
                      <a:pt x="1762" y="1035"/>
                      <a:pt x="2221" y="1571"/>
                    </a:cubicBezTo>
                    <a:cubicBezTo>
                      <a:pt x="3523" y="2949"/>
                      <a:pt x="3867" y="4863"/>
                      <a:pt x="2681" y="6433"/>
                    </a:cubicBezTo>
                    <a:cubicBezTo>
                      <a:pt x="2489" y="6662"/>
                      <a:pt x="2260" y="6854"/>
                      <a:pt x="2030" y="7083"/>
                    </a:cubicBezTo>
                    <a:cubicBezTo>
                      <a:pt x="1992" y="7198"/>
                      <a:pt x="1838" y="7313"/>
                      <a:pt x="1685" y="7313"/>
                    </a:cubicBezTo>
                    <a:cubicBezTo>
                      <a:pt x="1494" y="7313"/>
                      <a:pt x="1341" y="7160"/>
                      <a:pt x="1341" y="69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42"/>
              <p:cNvSpPr/>
              <p:nvPr/>
            </p:nvSpPr>
            <p:spPr>
              <a:xfrm>
                <a:off x="4556525" y="2558375"/>
                <a:ext cx="47875" cy="184750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7390" extrusionOk="0">
                    <a:moveTo>
                      <a:pt x="39" y="6968"/>
                    </a:moveTo>
                    <a:cubicBezTo>
                      <a:pt x="0" y="6739"/>
                      <a:pt x="153" y="6586"/>
                      <a:pt x="230" y="6394"/>
                    </a:cubicBezTo>
                    <a:cubicBezTo>
                      <a:pt x="383" y="6088"/>
                      <a:pt x="498" y="5782"/>
                      <a:pt x="651" y="5475"/>
                    </a:cubicBezTo>
                    <a:cubicBezTo>
                      <a:pt x="1111" y="3868"/>
                      <a:pt x="1302" y="2106"/>
                      <a:pt x="804" y="499"/>
                    </a:cubicBezTo>
                    <a:cubicBezTo>
                      <a:pt x="766" y="307"/>
                      <a:pt x="881" y="116"/>
                      <a:pt x="1072" y="77"/>
                    </a:cubicBezTo>
                    <a:cubicBezTo>
                      <a:pt x="1264" y="1"/>
                      <a:pt x="1455" y="116"/>
                      <a:pt x="1493" y="307"/>
                    </a:cubicBezTo>
                    <a:cubicBezTo>
                      <a:pt x="1608" y="690"/>
                      <a:pt x="1723" y="1111"/>
                      <a:pt x="1761" y="1532"/>
                    </a:cubicBezTo>
                    <a:cubicBezTo>
                      <a:pt x="1915" y="3332"/>
                      <a:pt x="1647" y="5246"/>
                      <a:pt x="804" y="6854"/>
                    </a:cubicBezTo>
                    <a:cubicBezTo>
                      <a:pt x="804" y="7313"/>
                      <a:pt x="192" y="7390"/>
                      <a:pt x="77" y="696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42"/>
              <p:cNvSpPr/>
              <p:nvPr/>
            </p:nvSpPr>
            <p:spPr>
              <a:xfrm>
                <a:off x="3993750" y="2286575"/>
                <a:ext cx="511125" cy="132100"/>
              </a:xfrm>
              <a:custGeom>
                <a:avLst/>
                <a:gdLst/>
                <a:ahLst/>
                <a:cxnLst/>
                <a:rect l="l" t="t" r="r" b="b"/>
                <a:pathLst>
                  <a:path w="20445" h="5284" extrusionOk="0">
                    <a:moveTo>
                      <a:pt x="345" y="5092"/>
                    </a:moveTo>
                    <a:cubicBezTo>
                      <a:pt x="0" y="4518"/>
                      <a:pt x="919" y="4097"/>
                      <a:pt x="1302" y="3790"/>
                    </a:cubicBezTo>
                    <a:cubicBezTo>
                      <a:pt x="1800" y="3484"/>
                      <a:pt x="2298" y="3178"/>
                      <a:pt x="2833" y="2910"/>
                    </a:cubicBezTo>
                    <a:cubicBezTo>
                      <a:pt x="6279" y="1111"/>
                      <a:pt x="10146" y="536"/>
                      <a:pt x="13974" y="268"/>
                    </a:cubicBezTo>
                    <a:cubicBezTo>
                      <a:pt x="15123" y="192"/>
                      <a:pt x="16271" y="153"/>
                      <a:pt x="17420" y="153"/>
                    </a:cubicBezTo>
                    <a:cubicBezTo>
                      <a:pt x="18185" y="115"/>
                      <a:pt x="18951" y="115"/>
                      <a:pt x="19678" y="115"/>
                    </a:cubicBezTo>
                    <a:cubicBezTo>
                      <a:pt x="19755" y="115"/>
                      <a:pt x="19831" y="115"/>
                      <a:pt x="19870" y="153"/>
                    </a:cubicBezTo>
                    <a:cubicBezTo>
                      <a:pt x="20099" y="0"/>
                      <a:pt x="20444" y="153"/>
                      <a:pt x="20444" y="460"/>
                    </a:cubicBezTo>
                    <a:cubicBezTo>
                      <a:pt x="20406" y="575"/>
                      <a:pt x="20406" y="689"/>
                      <a:pt x="20367" y="843"/>
                    </a:cubicBezTo>
                    <a:cubicBezTo>
                      <a:pt x="20329" y="1455"/>
                      <a:pt x="20099" y="2068"/>
                      <a:pt x="19602" y="2489"/>
                    </a:cubicBezTo>
                    <a:cubicBezTo>
                      <a:pt x="18453" y="3484"/>
                      <a:pt x="16884" y="3905"/>
                      <a:pt x="15391" y="4173"/>
                    </a:cubicBezTo>
                    <a:cubicBezTo>
                      <a:pt x="14701" y="4288"/>
                      <a:pt x="13936" y="4250"/>
                      <a:pt x="13208" y="4250"/>
                    </a:cubicBezTo>
                    <a:cubicBezTo>
                      <a:pt x="11409" y="4173"/>
                      <a:pt x="9571" y="4020"/>
                      <a:pt x="7772" y="4173"/>
                    </a:cubicBezTo>
                    <a:cubicBezTo>
                      <a:pt x="6011" y="4326"/>
                      <a:pt x="4212" y="4479"/>
                      <a:pt x="2489" y="4824"/>
                    </a:cubicBezTo>
                    <a:cubicBezTo>
                      <a:pt x="2030" y="4901"/>
                      <a:pt x="1532" y="5054"/>
                      <a:pt x="1072" y="5169"/>
                    </a:cubicBezTo>
                    <a:cubicBezTo>
                      <a:pt x="843" y="5207"/>
                      <a:pt x="536" y="5283"/>
                      <a:pt x="345" y="5054"/>
                    </a:cubicBezTo>
                    <a:lnTo>
                      <a:pt x="345" y="5054"/>
                    </a:lnTo>
                    <a:close/>
                    <a:moveTo>
                      <a:pt x="2298" y="4020"/>
                    </a:moveTo>
                    <a:cubicBezTo>
                      <a:pt x="2183" y="4097"/>
                      <a:pt x="2068" y="4135"/>
                      <a:pt x="1953" y="4211"/>
                    </a:cubicBezTo>
                    <a:cubicBezTo>
                      <a:pt x="3025" y="3982"/>
                      <a:pt x="4097" y="3829"/>
                      <a:pt x="5207" y="3714"/>
                    </a:cubicBezTo>
                    <a:cubicBezTo>
                      <a:pt x="6700" y="3561"/>
                      <a:pt x="8193" y="3369"/>
                      <a:pt x="9686" y="3408"/>
                    </a:cubicBezTo>
                    <a:cubicBezTo>
                      <a:pt x="11371" y="3408"/>
                      <a:pt x="13017" y="3599"/>
                      <a:pt x="14701" y="3561"/>
                    </a:cubicBezTo>
                    <a:cubicBezTo>
                      <a:pt x="15544" y="3484"/>
                      <a:pt x="16424" y="3254"/>
                      <a:pt x="17190" y="2986"/>
                    </a:cubicBezTo>
                    <a:cubicBezTo>
                      <a:pt x="17879" y="2757"/>
                      <a:pt x="18530" y="2450"/>
                      <a:pt x="19066" y="2029"/>
                    </a:cubicBezTo>
                    <a:cubicBezTo>
                      <a:pt x="19219" y="1876"/>
                      <a:pt x="19372" y="1723"/>
                      <a:pt x="19487" y="1532"/>
                    </a:cubicBezTo>
                    <a:cubicBezTo>
                      <a:pt x="19602" y="1302"/>
                      <a:pt x="19640" y="1072"/>
                      <a:pt x="19678" y="804"/>
                    </a:cubicBezTo>
                    <a:cubicBezTo>
                      <a:pt x="13783" y="919"/>
                      <a:pt x="7504" y="957"/>
                      <a:pt x="2259" y="40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42"/>
              <p:cNvSpPr/>
              <p:nvPr/>
            </p:nvSpPr>
            <p:spPr>
              <a:xfrm>
                <a:off x="4855125" y="2288475"/>
                <a:ext cx="468050" cy="151250"/>
              </a:xfrm>
              <a:custGeom>
                <a:avLst/>
                <a:gdLst/>
                <a:ahLst/>
                <a:cxnLst/>
                <a:rect l="l" t="t" r="r" b="b"/>
                <a:pathLst>
                  <a:path w="18722" h="6050" extrusionOk="0">
                    <a:moveTo>
                      <a:pt x="17803" y="5935"/>
                    </a:moveTo>
                    <a:cubicBezTo>
                      <a:pt x="15200" y="5246"/>
                      <a:pt x="12520" y="4786"/>
                      <a:pt x="9840" y="4557"/>
                    </a:cubicBezTo>
                    <a:cubicBezTo>
                      <a:pt x="7964" y="4403"/>
                      <a:pt x="6050" y="4518"/>
                      <a:pt x="4174" y="4097"/>
                    </a:cubicBezTo>
                    <a:cubicBezTo>
                      <a:pt x="2681" y="3753"/>
                      <a:pt x="1035" y="3064"/>
                      <a:pt x="422" y="1532"/>
                    </a:cubicBezTo>
                    <a:cubicBezTo>
                      <a:pt x="307" y="1264"/>
                      <a:pt x="192" y="920"/>
                      <a:pt x="116" y="613"/>
                    </a:cubicBezTo>
                    <a:cubicBezTo>
                      <a:pt x="1" y="307"/>
                      <a:pt x="345" y="1"/>
                      <a:pt x="652" y="192"/>
                    </a:cubicBezTo>
                    <a:cubicBezTo>
                      <a:pt x="5475" y="231"/>
                      <a:pt x="10529" y="154"/>
                      <a:pt x="14817" y="2681"/>
                    </a:cubicBezTo>
                    <a:cubicBezTo>
                      <a:pt x="16042" y="3446"/>
                      <a:pt x="17267" y="4289"/>
                      <a:pt x="18377" y="5169"/>
                    </a:cubicBezTo>
                    <a:cubicBezTo>
                      <a:pt x="18607" y="5361"/>
                      <a:pt x="18722" y="5743"/>
                      <a:pt x="18454" y="5935"/>
                    </a:cubicBezTo>
                    <a:cubicBezTo>
                      <a:pt x="18224" y="6050"/>
                      <a:pt x="17994" y="5973"/>
                      <a:pt x="17803" y="5935"/>
                    </a:cubicBezTo>
                    <a:close/>
                    <a:moveTo>
                      <a:pt x="10912" y="3944"/>
                    </a:moveTo>
                    <a:cubicBezTo>
                      <a:pt x="12941" y="4174"/>
                      <a:pt x="14970" y="4480"/>
                      <a:pt x="16922" y="4978"/>
                    </a:cubicBezTo>
                    <a:cubicBezTo>
                      <a:pt x="15391" y="3829"/>
                      <a:pt x="13745" y="2757"/>
                      <a:pt x="11907" y="2145"/>
                    </a:cubicBezTo>
                    <a:cubicBezTo>
                      <a:pt x="8423" y="881"/>
                      <a:pt x="4633" y="958"/>
                      <a:pt x="958" y="920"/>
                    </a:cubicBezTo>
                    <a:cubicBezTo>
                      <a:pt x="2106" y="4403"/>
                      <a:pt x="7964" y="3485"/>
                      <a:pt x="10912" y="39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42"/>
              <p:cNvSpPr/>
              <p:nvPr/>
            </p:nvSpPr>
            <p:spPr>
              <a:xfrm>
                <a:off x="4132525" y="2537325"/>
                <a:ext cx="286200" cy="102425"/>
              </a:xfrm>
              <a:custGeom>
                <a:avLst/>
                <a:gdLst/>
                <a:ahLst/>
                <a:cxnLst/>
                <a:rect l="l" t="t" r="r" b="b"/>
                <a:pathLst>
                  <a:path w="11448" h="4097" extrusionOk="0">
                    <a:moveTo>
                      <a:pt x="5475" y="4059"/>
                    </a:moveTo>
                    <a:cubicBezTo>
                      <a:pt x="4480" y="3906"/>
                      <a:pt x="3523" y="2987"/>
                      <a:pt x="3446" y="1953"/>
                    </a:cubicBezTo>
                    <a:cubicBezTo>
                      <a:pt x="3446" y="1685"/>
                      <a:pt x="3408" y="1379"/>
                      <a:pt x="3523" y="1111"/>
                    </a:cubicBezTo>
                    <a:cubicBezTo>
                      <a:pt x="2987" y="1149"/>
                      <a:pt x="2489" y="1226"/>
                      <a:pt x="1953" y="1302"/>
                    </a:cubicBezTo>
                    <a:cubicBezTo>
                      <a:pt x="1494" y="1417"/>
                      <a:pt x="1073" y="1532"/>
                      <a:pt x="613" y="1685"/>
                    </a:cubicBezTo>
                    <a:cubicBezTo>
                      <a:pt x="192" y="1800"/>
                      <a:pt x="1" y="1149"/>
                      <a:pt x="422" y="996"/>
                    </a:cubicBezTo>
                    <a:cubicBezTo>
                      <a:pt x="3408" y="1"/>
                      <a:pt x="6815" y="154"/>
                      <a:pt x="9648" y="1532"/>
                    </a:cubicBezTo>
                    <a:cubicBezTo>
                      <a:pt x="10222" y="1800"/>
                      <a:pt x="10758" y="2106"/>
                      <a:pt x="11179" y="2566"/>
                    </a:cubicBezTo>
                    <a:cubicBezTo>
                      <a:pt x="11333" y="2604"/>
                      <a:pt x="11447" y="2757"/>
                      <a:pt x="11447" y="2910"/>
                    </a:cubicBezTo>
                    <a:cubicBezTo>
                      <a:pt x="11447" y="3102"/>
                      <a:pt x="11333" y="3255"/>
                      <a:pt x="11141" y="3293"/>
                    </a:cubicBezTo>
                    <a:cubicBezTo>
                      <a:pt x="11065" y="3255"/>
                      <a:pt x="10988" y="3216"/>
                      <a:pt x="10873" y="3178"/>
                    </a:cubicBezTo>
                    <a:cubicBezTo>
                      <a:pt x="10835" y="3140"/>
                      <a:pt x="10758" y="3102"/>
                      <a:pt x="10682" y="3063"/>
                    </a:cubicBezTo>
                    <a:cubicBezTo>
                      <a:pt x="10529" y="2910"/>
                      <a:pt x="10299" y="2719"/>
                      <a:pt x="10108" y="2566"/>
                    </a:cubicBezTo>
                    <a:cubicBezTo>
                      <a:pt x="9648" y="2298"/>
                      <a:pt x="9189" y="2068"/>
                      <a:pt x="8691" y="1838"/>
                    </a:cubicBezTo>
                    <a:cubicBezTo>
                      <a:pt x="8614" y="3216"/>
                      <a:pt x="7351" y="4097"/>
                      <a:pt x="6049" y="4097"/>
                    </a:cubicBezTo>
                    <a:cubicBezTo>
                      <a:pt x="5858" y="4097"/>
                      <a:pt x="5667" y="4097"/>
                      <a:pt x="5475" y="40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42"/>
              <p:cNvSpPr/>
              <p:nvPr/>
            </p:nvSpPr>
            <p:spPr>
              <a:xfrm>
                <a:off x="4936475" y="2533500"/>
                <a:ext cx="329275" cy="106250"/>
              </a:xfrm>
              <a:custGeom>
                <a:avLst/>
                <a:gdLst/>
                <a:ahLst/>
                <a:cxnLst/>
                <a:rect l="l" t="t" r="r" b="b"/>
                <a:pathLst>
                  <a:path w="13171" h="4250" extrusionOk="0">
                    <a:moveTo>
                      <a:pt x="12864" y="651"/>
                    </a:moveTo>
                    <a:cubicBezTo>
                      <a:pt x="13056" y="690"/>
                      <a:pt x="13171" y="881"/>
                      <a:pt x="13132" y="1072"/>
                    </a:cubicBezTo>
                    <a:cubicBezTo>
                      <a:pt x="13094" y="1264"/>
                      <a:pt x="12864" y="1379"/>
                      <a:pt x="12673" y="1302"/>
                    </a:cubicBezTo>
                    <a:cubicBezTo>
                      <a:pt x="12252" y="1187"/>
                      <a:pt x="11792" y="1072"/>
                      <a:pt x="11371" y="958"/>
                    </a:cubicBezTo>
                    <a:cubicBezTo>
                      <a:pt x="10338" y="766"/>
                      <a:pt x="9266" y="728"/>
                      <a:pt x="8232" y="728"/>
                    </a:cubicBezTo>
                    <a:cubicBezTo>
                      <a:pt x="8768" y="2068"/>
                      <a:pt x="8309" y="3484"/>
                      <a:pt x="6816" y="3944"/>
                    </a:cubicBezTo>
                    <a:cubicBezTo>
                      <a:pt x="6088" y="4173"/>
                      <a:pt x="5322" y="4250"/>
                      <a:pt x="4633" y="3982"/>
                    </a:cubicBezTo>
                    <a:cubicBezTo>
                      <a:pt x="3638" y="3676"/>
                      <a:pt x="2757" y="2604"/>
                      <a:pt x="3025" y="1570"/>
                    </a:cubicBezTo>
                    <a:cubicBezTo>
                      <a:pt x="2796" y="1647"/>
                      <a:pt x="2566" y="1762"/>
                      <a:pt x="2336" y="1876"/>
                    </a:cubicBezTo>
                    <a:cubicBezTo>
                      <a:pt x="1877" y="2106"/>
                      <a:pt x="1456" y="2374"/>
                      <a:pt x="1073" y="2680"/>
                    </a:cubicBezTo>
                    <a:cubicBezTo>
                      <a:pt x="920" y="2833"/>
                      <a:pt x="767" y="3025"/>
                      <a:pt x="575" y="3140"/>
                    </a:cubicBezTo>
                    <a:cubicBezTo>
                      <a:pt x="422" y="3255"/>
                      <a:pt x="192" y="3178"/>
                      <a:pt x="116" y="3025"/>
                    </a:cubicBezTo>
                    <a:cubicBezTo>
                      <a:pt x="1" y="2872"/>
                      <a:pt x="78" y="2680"/>
                      <a:pt x="231" y="2565"/>
                    </a:cubicBezTo>
                    <a:cubicBezTo>
                      <a:pt x="192" y="2565"/>
                      <a:pt x="192" y="2565"/>
                      <a:pt x="154" y="2604"/>
                    </a:cubicBezTo>
                    <a:cubicBezTo>
                      <a:pt x="2183" y="460"/>
                      <a:pt x="5322" y="115"/>
                      <a:pt x="8079" y="39"/>
                    </a:cubicBezTo>
                    <a:cubicBezTo>
                      <a:pt x="9266" y="0"/>
                      <a:pt x="10452" y="77"/>
                      <a:pt x="11601" y="307"/>
                    </a:cubicBezTo>
                    <a:cubicBezTo>
                      <a:pt x="12060" y="383"/>
                      <a:pt x="12443" y="498"/>
                      <a:pt x="12864" y="6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42"/>
              <p:cNvSpPr/>
              <p:nvPr/>
            </p:nvSpPr>
            <p:spPr>
              <a:xfrm>
                <a:off x="4083725" y="2553600"/>
                <a:ext cx="332125" cy="67025"/>
              </a:xfrm>
              <a:custGeom>
                <a:avLst/>
                <a:gdLst/>
                <a:ahLst/>
                <a:cxnLst/>
                <a:rect l="l" t="t" r="r" b="b"/>
                <a:pathLst>
                  <a:path w="13285" h="2681" extrusionOk="0">
                    <a:moveTo>
                      <a:pt x="12825" y="2527"/>
                    </a:moveTo>
                    <a:cubicBezTo>
                      <a:pt x="12634" y="2412"/>
                      <a:pt x="12404" y="2336"/>
                      <a:pt x="12174" y="2259"/>
                    </a:cubicBezTo>
                    <a:cubicBezTo>
                      <a:pt x="11102" y="1723"/>
                      <a:pt x="9992" y="1340"/>
                      <a:pt x="8882" y="1072"/>
                    </a:cubicBezTo>
                    <a:cubicBezTo>
                      <a:pt x="7810" y="843"/>
                      <a:pt x="6662" y="843"/>
                      <a:pt x="5590" y="919"/>
                    </a:cubicBezTo>
                    <a:cubicBezTo>
                      <a:pt x="4211" y="996"/>
                      <a:pt x="2833" y="1264"/>
                      <a:pt x="1455" y="1034"/>
                    </a:cubicBezTo>
                    <a:cubicBezTo>
                      <a:pt x="1072" y="919"/>
                      <a:pt x="77" y="881"/>
                      <a:pt x="38" y="460"/>
                    </a:cubicBezTo>
                    <a:cubicBezTo>
                      <a:pt x="0" y="268"/>
                      <a:pt x="115" y="115"/>
                      <a:pt x="306" y="39"/>
                    </a:cubicBezTo>
                    <a:cubicBezTo>
                      <a:pt x="574" y="0"/>
                      <a:pt x="842" y="115"/>
                      <a:pt x="1110" y="154"/>
                    </a:cubicBezTo>
                    <a:cubicBezTo>
                      <a:pt x="1838" y="230"/>
                      <a:pt x="2527" y="268"/>
                      <a:pt x="3254" y="230"/>
                    </a:cubicBezTo>
                    <a:cubicBezTo>
                      <a:pt x="3905" y="154"/>
                      <a:pt x="4518" y="77"/>
                      <a:pt x="5168" y="0"/>
                    </a:cubicBezTo>
                    <a:cubicBezTo>
                      <a:pt x="5322" y="0"/>
                      <a:pt x="5475" y="77"/>
                      <a:pt x="5513" y="192"/>
                    </a:cubicBezTo>
                    <a:cubicBezTo>
                      <a:pt x="6470" y="154"/>
                      <a:pt x="7427" y="154"/>
                      <a:pt x="8346" y="268"/>
                    </a:cubicBezTo>
                    <a:cubicBezTo>
                      <a:pt x="9418" y="383"/>
                      <a:pt x="10452" y="728"/>
                      <a:pt x="11447" y="1149"/>
                    </a:cubicBezTo>
                    <a:cubicBezTo>
                      <a:pt x="11906" y="1379"/>
                      <a:pt x="13285" y="1800"/>
                      <a:pt x="13285" y="2412"/>
                    </a:cubicBezTo>
                    <a:cubicBezTo>
                      <a:pt x="13285" y="2527"/>
                      <a:pt x="13246" y="2604"/>
                      <a:pt x="13170" y="2680"/>
                    </a:cubicBezTo>
                    <a:cubicBezTo>
                      <a:pt x="13055" y="2604"/>
                      <a:pt x="12940" y="2565"/>
                      <a:pt x="12864" y="25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42"/>
              <p:cNvSpPr/>
              <p:nvPr/>
            </p:nvSpPr>
            <p:spPr>
              <a:xfrm>
                <a:off x="4943175" y="2532550"/>
                <a:ext cx="358950" cy="76575"/>
              </a:xfrm>
              <a:custGeom>
                <a:avLst/>
                <a:gdLst/>
                <a:ahLst/>
                <a:cxnLst/>
                <a:rect l="l" t="t" r="r" b="b"/>
                <a:pathLst>
                  <a:path w="14358" h="3063" extrusionOk="0">
                    <a:moveTo>
                      <a:pt x="78" y="2833"/>
                    </a:moveTo>
                    <a:cubicBezTo>
                      <a:pt x="1" y="2642"/>
                      <a:pt x="78" y="2450"/>
                      <a:pt x="231" y="2374"/>
                    </a:cubicBezTo>
                    <a:cubicBezTo>
                      <a:pt x="460" y="2221"/>
                      <a:pt x="728" y="2068"/>
                      <a:pt x="958" y="1914"/>
                    </a:cubicBezTo>
                    <a:cubicBezTo>
                      <a:pt x="3255" y="766"/>
                      <a:pt x="5858" y="536"/>
                      <a:pt x="8347" y="460"/>
                    </a:cubicBezTo>
                    <a:cubicBezTo>
                      <a:pt x="8423" y="421"/>
                      <a:pt x="8538" y="383"/>
                      <a:pt x="8615" y="383"/>
                    </a:cubicBezTo>
                    <a:cubicBezTo>
                      <a:pt x="9419" y="498"/>
                      <a:pt x="10223" y="613"/>
                      <a:pt x="11027" y="574"/>
                    </a:cubicBezTo>
                    <a:cubicBezTo>
                      <a:pt x="11907" y="498"/>
                      <a:pt x="12788" y="345"/>
                      <a:pt x="13668" y="115"/>
                    </a:cubicBezTo>
                    <a:cubicBezTo>
                      <a:pt x="13860" y="77"/>
                      <a:pt x="14128" y="0"/>
                      <a:pt x="14319" y="153"/>
                    </a:cubicBezTo>
                    <a:cubicBezTo>
                      <a:pt x="14319" y="192"/>
                      <a:pt x="14357" y="230"/>
                      <a:pt x="14357" y="230"/>
                    </a:cubicBezTo>
                    <a:cubicBezTo>
                      <a:pt x="14128" y="536"/>
                      <a:pt x="13860" y="842"/>
                      <a:pt x="13592" y="1149"/>
                    </a:cubicBezTo>
                    <a:cubicBezTo>
                      <a:pt x="13630" y="1110"/>
                      <a:pt x="13630" y="1110"/>
                      <a:pt x="13630" y="1110"/>
                    </a:cubicBezTo>
                    <a:cubicBezTo>
                      <a:pt x="13630" y="1110"/>
                      <a:pt x="13592" y="1149"/>
                      <a:pt x="13553" y="1187"/>
                    </a:cubicBezTo>
                    <a:cubicBezTo>
                      <a:pt x="13056" y="1378"/>
                      <a:pt x="12481" y="1493"/>
                      <a:pt x="12252" y="1455"/>
                    </a:cubicBezTo>
                    <a:cubicBezTo>
                      <a:pt x="11295" y="1455"/>
                      <a:pt x="10376" y="1264"/>
                      <a:pt x="9419" y="1225"/>
                    </a:cubicBezTo>
                    <a:cubicBezTo>
                      <a:pt x="8538" y="1149"/>
                      <a:pt x="7696" y="1187"/>
                      <a:pt x="6815" y="1264"/>
                    </a:cubicBezTo>
                    <a:cubicBezTo>
                      <a:pt x="5361" y="1340"/>
                      <a:pt x="3944" y="1570"/>
                      <a:pt x="2566" y="2029"/>
                    </a:cubicBezTo>
                    <a:cubicBezTo>
                      <a:pt x="1992" y="2221"/>
                      <a:pt x="1417" y="2450"/>
                      <a:pt x="920" y="2795"/>
                    </a:cubicBezTo>
                    <a:cubicBezTo>
                      <a:pt x="767" y="2910"/>
                      <a:pt x="537" y="3063"/>
                      <a:pt x="384" y="3063"/>
                    </a:cubicBezTo>
                    <a:cubicBezTo>
                      <a:pt x="231" y="3063"/>
                      <a:pt x="154" y="2986"/>
                      <a:pt x="78" y="28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42"/>
              <p:cNvSpPr/>
              <p:nvPr/>
            </p:nvSpPr>
            <p:spPr>
              <a:xfrm>
                <a:off x="4068400" y="2540200"/>
                <a:ext cx="153175" cy="36400"/>
              </a:xfrm>
              <a:custGeom>
                <a:avLst/>
                <a:gdLst/>
                <a:ahLst/>
                <a:cxnLst/>
                <a:rect l="l" t="t" r="r" b="b"/>
                <a:pathLst>
                  <a:path w="6127" h="1456" extrusionOk="0">
                    <a:moveTo>
                      <a:pt x="2489" y="1455"/>
                    </a:moveTo>
                    <a:cubicBezTo>
                      <a:pt x="1685" y="1379"/>
                      <a:pt x="919" y="1187"/>
                      <a:pt x="230" y="804"/>
                    </a:cubicBezTo>
                    <a:cubicBezTo>
                      <a:pt x="192" y="804"/>
                      <a:pt x="154" y="766"/>
                      <a:pt x="115" y="728"/>
                    </a:cubicBezTo>
                    <a:cubicBezTo>
                      <a:pt x="115" y="690"/>
                      <a:pt x="77" y="651"/>
                      <a:pt x="39" y="613"/>
                    </a:cubicBezTo>
                    <a:cubicBezTo>
                      <a:pt x="1" y="536"/>
                      <a:pt x="1" y="422"/>
                      <a:pt x="39" y="345"/>
                    </a:cubicBezTo>
                    <a:cubicBezTo>
                      <a:pt x="192" y="0"/>
                      <a:pt x="537" y="115"/>
                      <a:pt x="766" y="307"/>
                    </a:cubicBezTo>
                    <a:cubicBezTo>
                      <a:pt x="1762" y="766"/>
                      <a:pt x="2872" y="804"/>
                      <a:pt x="3944" y="728"/>
                    </a:cubicBezTo>
                    <a:cubicBezTo>
                      <a:pt x="4518" y="690"/>
                      <a:pt x="5131" y="613"/>
                      <a:pt x="5705" y="536"/>
                    </a:cubicBezTo>
                    <a:cubicBezTo>
                      <a:pt x="5896" y="498"/>
                      <a:pt x="6088" y="651"/>
                      <a:pt x="6126" y="843"/>
                    </a:cubicBezTo>
                    <a:cubicBezTo>
                      <a:pt x="6126" y="1034"/>
                      <a:pt x="6011" y="1187"/>
                      <a:pt x="5820" y="1226"/>
                    </a:cubicBezTo>
                    <a:cubicBezTo>
                      <a:pt x="4901" y="1340"/>
                      <a:pt x="3982" y="1455"/>
                      <a:pt x="3102" y="1455"/>
                    </a:cubicBezTo>
                    <a:cubicBezTo>
                      <a:pt x="2872" y="1455"/>
                      <a:pt x="2680" y="1455"/>
                      <a:pt x="2489" y="1455"/>
                    </a:cubicBezTo>
                    <a:close/>
                  </a:path>
                </a:pathLst>
              </a:custGeom>
              <a:solidFill>
                <a:srgbClr val="5729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42"/>
              <p:cNvSpPr/>
              <p:nvPr/>
            </p:nvSpPr>
            <p:spPr>
              <a:xfrm>
                <a:off x="4060750" y="2537325"/>
                <a:ext cx="189525" cy="48850"/>
              </a:xfrm>
              <a:custGeom>
                <a:avLst/>
                <a:gdLst/>
                <a:ahLst/>
                <a:cxnLst/>
                <a:rect l="l" t="t" r="r" b="b"/>
                <a:pathLst>
                  <a:path w="7581" h="1954" extrusionOk="0">
                    <a:moveTo>
                      <a:pt x="2986" y="1915"/>
                    </a:moveTo>
                    <a:cubicBezTo>
                      <a:pt x="2183" y="1838"/>
                      <a:pt x="1340" y="1647"/>
                      <a:pt x="651" y="1149"/>
                    </a:cubicBezTo>
                    <a:lnTo>
                      <a:pt x="460" y="843"/>
                    </a:lnTo>
                    <a:cubicBezTo>
                      <a:pt x="307" y="651"/>
                      <a:pt x="153" y="422"/>
                      <a:pt x="39" y="192"/>
                    </a:cubicBezTo>
                    <a:cubicBezTo>
                      <a:pt x="39" y="192"/>
                      <a:pt x="0" y="154"/>
                      <a:pt x="0" y="154"/>
                    </a:cubicBezTo>
                    <a:cubicBezTo>
                      <a:pt x="77" y="77"/>
                      <a:pt x="192" y="1"/>
                      <a:pt x="307" y="1"/>
                    </a:cubicBezTo>
                    <a:cubicBezTo>
                      <a:pt x="498" y="1"/>
                      <a:pt x="575" y="192"/>
                      <a:pt x="728" y="307"/>
                    </a:cubicBezTo>
                    <a:cubicBezTo>
                      <a:pt x="1149" y="690"/>
                      <a:pt x="1685" y="996"/>
                      <a:pt x="2259" y="1073"/>
                    </a:cubicBezTo>
                    <a:cubicBezTo>
                      <a:pt x="3408" y="1341"/>
                      <a:pt x="4633" y="1302"/>
                      <a:pt x="5819" y="1073"/>
                    </a:cubicBezTo>
                    <a:cubicBezTo>
                      <a:pt x="6279" y="958"/>
                      <a:pt x="6700" y="881"/>
                      <a:pt x="7159" y="843"/>
                    </a:cubicBezTo>
                    <a:cubicBezTo>
                      <a:pt x="7351" y="843"/>
                      <a:pt x="7542" y="958"/>
                      <a:pt x="7581" y="1149"/>
                    </a:cubicBezTo>
                    <a:cubicBezTo>
                      <a:pt x="7581" y="1341"/>
                      <a:pt x="7466" y="1532"/>
                      <a:pt x="7274" y="1570"/>
                    </a:cubicBezTo>
                    <a:cubicBezTo>
                      <a:pt x="6891" y="1609"/>
                      <a:pt x="6509" y="1647"/>
                      <a:pt x="6126" y="1723"/>
                    </a:cubicBezTo>
                    <a:cubicBezTo>
                      <a:pt x="5398" y="1877"/>
                      <a:pt x="4671" y="1953"/>
                      <a:pt x="3944" y="1953"/>
                    </a:cubicBezTo>
                    <a:cubicBezTo>
                      <a:pt x="3637" y="1953"/>
                      <a:pt x="3293" y="1953"/>
                      <a:pt x="2986" y="1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42"/>
              <p:cNvSpPr/>
              <p:nvPr/>
            </p:nvSpPr>
            <p:spPr>
              <a:xfrm>
                <a:off x="4063625" y="2536375"/>
                <a:ext cx="291925" cy="48825"/>
              </a:xfrm>
              <a:custGeom>
                <a:avLst/>
                <a:gdLst/>
                <a:ahLst/>
                <a:cxnLst/>
                <a:rect l="l" t="t" r="r" b="b"/>
                <a:pathLst>
                  <a:path w="11677" h="1953" extrusionOk="0">
                    <a:moveTo>
                      <a:pt x="11026" y="1915"/>
                    </a:moveTo>
                    <a:cubicBezTo>
                      <a:pt x="10222" y="1570"/>
                      <a:pt x="9456" y="1225"/>
                      <a:pt x="8614" y="996"/>
                    </a:cubicBezTo>
                    <a:cubicBezTo>
                      <a:pt x="7006" y="766"/>
                      <a:pt x="5360" y="996"/>
                      <a:pt x="3790" y="1149"/>
                    </a:cubicBezTo>
                    <a:cubicBezTo>
                      <a:pt x="3063" y="1225"/>
                      <a:pt x="2336" y="1225"/>
                      <a:pt x="1608" y="1149"/>
                    </a:cubicBezTo>
                    <a:cubicBezTo>
                      <a:pt x="1187" y="1072"/>
                      <a:pt x="728" y="1034"/>
                      <a:pt x="345" y="881"/>
                    </a:cubicBezTo>
                    <a:cubicBezTo>
                      <a:pt x="230" y="728"/>
                      <a:pt x="115" y="536"/>
                      <a:pt x="0" y="345"/>
                    </a:cubicBezTo>
                    <a:cubicBezTo>
                      <a:pt x="77" y="153"/>
                      <a:pt x="345" y="0"/>
                      <a:pt x="574" y="230"/>
                    </a:cubicBezTo>
                    <a:cubicBezTo>
                      <a:pt x="2489" y="804"/>
                      <a:pt x="4441" y="268"/>
                      <a:pt x="6355" y="192"/>
                    </a:cubicBezTo>
                    <a:cubicBezTo>
                      <a:pt x="8537" y="77"/>
                      <a:pt x="9341" y="383"/>
                      <a:pt x="11294" y="1264"/>
                    </a:cubicBezTo>
                    <a:cubicBezTo>
                      <a:pt x="11677" y="1455"/>
                      <a:pt x="11524" y="1953"/>
                      <a:pt x="11179" y="1953"/>
                    </a:cubicBezTo>
                    <a:cubicBezTo>
                      <a:pt x="11141" y="1953"/>
                      <a:pt x="11064" y="1953"/>
                      <a:pt x="11026" y="1915"/>
                    </a:cubicBezTo>
                    <a:close/>
                  </a:path>
                </a:pathLst>
              </a:custGeom>
              <a:solidFill>
                <a:srgbClr val="5729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42"/>
              <p:cNvSpPr/>
              <p:nvPr/>
            </p:nvSpPr>
            <p:spPr>
              <a:xfrm>
                <a:off x="4958500" y="2530625"/>
                <a:ext cx="345525" cy="68950"/>
              </a:xfrm>
              <a:custGeom>
                <a:avLst/>
                <a:gdLst/>
                <a:ahLst/>
                <a:cxnLst/>
                <a:rect l="l" t="t" r="r" b="b"/>
                <a:pathLst>
                  <a:path w="13821" h="2758" extrusionOk="0">
                    <a:moveTo>
                      <a:pt x="77" y="2604"/>
                    </a:moveTo>
                    <a:cubicBezTo>
                      <a:pt x="1" y="2451"/>
                      <a:pt x="39" y="2221"/>
                      <a:pt x="230" y="2106"/>
                    </a:cubicBezTo>
                    <a:cubicBezTo>
                      <a:pt x="804" y="1800"/>
                      <a:pt x="1455" y="1647"/>
                      <a:pt x="2068" y="1494"/>
                    </a:cubicBezTo>
                    <a:cubicBezTo>
                      <a:pt x="3446" y="1111"/>
                      <a:pt x="4901" y="996"/>
                      <a:pt x="6356" y="958"/>
                    </a:cubicBezTo>
                    <a:cubicBezTo>
                      <a:pt x="7389" y="919"/>
                      <a:pt x="8461" y="958"/>
                      <a:pt x="9533" y="1034"/>
                    </a:cubicBezTo>
                    <a:cubicBezTo>
                      <a:pt x="10797" y="1111"/>
                      <a:pt x="12366" y="1264"/>
                      <a:pt x="13285" y="192"/>
                    </a:cubicBezTo>
                    <a:cubicBezTo>
                      <a:pt x="13476" y="1"/>
                      <a:pt x="13706" y="39"/>
                      <a:pt x="13821" y="192"/>
                    </a:cubicBezTo>
                    <a:cubicBezTo>
                      <a:pt x="13553" y="537"/>
                      <a:pt x="13285" y="881"/>
                      <a:pt x="12979" y="1226"/>
                    </a:cubicBezTo>
                    <a:cubicBezTo>
                      <a:pt x="12940" y="1264"/>
                      <a:pt x="12864" y="1341"/>
                      <a:pt x="12826" y="1417"/>
                    </a:cubicBezTo>
                    <a:cubicBezTo>
                      <a:pt x="12864" y="1379"/>
                      <a:pt x="12902" y="1341"/>
                      <a:pt x="12940" y="1302"/>
                    </a:cubicBezTo>
                    <a:cubicBezTo>
                      <a:pt x="12864" y="1341"/>
                      <a:pt x="12826" y="1379"/>
                      <a:pt x="12787" y="1455"/>
                    </a:cubicBezTo>
                    <a:cubicBezTo>
                      <a:pt x="11486" y="2030"/>
                      <a:pt x="9839" y="1723"/>
                      <a:pt x="8461" y="1685"/>
                    </a:cubicBezTo>
                    <a:cubicBezTo>
                      <a:pt x="7772" y="1647"/>
                      <a:pt x="7045" y="1647"/>
                      <a:pt x="6356" y="1685"/>
                    </a:cubicBezTo>
                    <a:cubicBezTo>
                      <a:pt x="4556" y="1723"/>
                      <a:pt x="2795" y="1915"/>
                      <a:pt x="1111" y="2489"/>
                    </a:cubicBezTo>
                    <a:cubicBezTo>
                      <a:pt x="881" y="2566"/>
                      <a:pt x="613" y="2757"/>
                      <a:pt x="383" y="2757"/>
                    </a:cubicBezTo>
                    <a:cubicBezTo>
                      <a:pt x="269" y="2757"/>
                      <a:pt x="192" y="2719"/>
                      <a:pt x="115" y="26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42"/>
              <p:cNvSpPr/>
              <p:nvPr/>
            </p:nvSpPr>
            <p:spPr>
              <a:xfrm>
                <a:off x="5282950" y="2560300"/>
                <a:ext cx="975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9" extrusionOk="0">
                    <a:moveTo>
                      <a:pt x="39" y="0"/>
                    </a:moveTo>
                    <a:cubicBezTo>
                      <a:pt x="39" y="0"/>
                      <a:pt x="1" y="0"/>
                      <a:pt x="1" y="39"/>
                    </a:cubicBezTo>
                    <a:cubicBezTo>
                      <a:pt x="1" y="0"/>
                      <a:pt x="39" y="0"/>
                      <a:pt x="39" y="0"/>
                    </a:cubicBezTo>
                    <a:close/>
                  </a:path>
                </a:pathLst>
              </a:custGeom>
              <a:solidFill>
                <a:srgbClr val="5729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42"/>
              <p:cNvSpPr/>
              <p:nvPr/>
            </p:nvSpPr>
            <p:spPr>
              <a:xfrm>
                <a:off x="5047500" y="2522975"/>
                <a:ext cx="262275" cy="43100"/>
              </a:xfrm>
              <a:custGeom>
                <a:avLst/>
                <a:gdLst/>
                <a:ahLst/>
                <a:cxnLst/>
                <a:rect l="l" t="t" r="r" b="b"/>
                <a:pathLst>
                  <a:path w="10491" h="1724" extrusionOk="0">
                    <a:moveTo>
                      <a:pt x="39" y="1493"/>
                    </a:moveTo>
                    <a:cubicBezTo>
                      <a:pt x="1" y="1302"/>
                      <a:pt x="116" y="1072"/>
                      <a:pt x="269" y="1034"/>
                    </a:cubicBezTo>
                    <a:cubicBezTo>
                      <a:pt x="996" y="843"/>
                      <a:pt x="1724" y="651"/>
                      <a:pt x="2489" y="498"/>
                    </a:cubicBezTo>
                    <a:cubicBezTo>
                      <a:pt x="3714" y="307"/>
                      <a:pt x="5016" y="383"/>
                      <a:pt x="6241" y="460"/>
                    </a:cubicBezTo>
                    <a:cubicBezTo>
                      <a:pt x="7505" y="536"/>
                      <a:pt x="8883" y="957"/>
                      <a:pt x="9993" y="153"/>
                    </a:cubicBezTo>
                    <a:cubicBezTo>
                      <a:pt x="10184" y="0"/>
                      <a:pt x="10376" y="77"/>
                      <a:pt x="10491" y="230"/>
                    </a:cubicBezTo>
                    <a:cubicBezTo>
                      <a:pt x="10261" y="536"/>
                      <a:pt x="10031" y="804"/>
                      <a:pt x="9802" y="1072"/>
                    </a:cubicBezTo>
                    <a:cubicBezTo>
                      <a:pt x="8806" y="1493"/>
                      <a:pt x="7619" y="1340"/>
                      <a:pt x="6547" y="1225"/>
                    </a:cubicBezTo>
                    <a:cubicBezTo>
                      <a:pt x="5437" y="1111"/>
                      <a:pt x="4442" y="1034"/>
                      <a:pt x="3370" y="1111"/>
                    </a:cubicBezTo>
                    <a:cubicBezTo>
                      <a:pt x="2375" y="1187"/>
                      <a:pt x="1417" y="1493"/>
                      <a:pt x="460" y="1723"/>
                    </a:cubicBezTo>
                    <a:cubicBezTo>
                      <a:pt x="460" y="1723"/>
                      <a:pt x="422" y="1723"/>
                      <a:pt x="384" y="1723"/>
                    </a:cubicBezTo>
                    <a:cubicBezTo>
                      <a:pt x="231" y="1723"/>
                      <a:pt x="77" y="1647"/>
                      <a:pt x="39" y="14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42"/>
              <p:cNvSpPr/>
              <p:nvPr/>
            </p:nvSpPr>
            <p:spPr>
              <a:xfrm>
                <a:off x="4057875" y="2532550"/>
                <a:ext cx="377125" cy="95725"/>
              </a:xfrm>
              <a:custGeom>
                <a:avLst/>
                <a:gdLst/>
                <a:ahLst/>
                <a:cxnLst/>
                <a:rect l="l" t="t" r="r" b="b"/>
                <a:pathLst>
                  <a:path w="15085" h="3829" extrusionOk="0">
                    <a:moveTo>
                      <a:pt x="14280" y="3752"/>
                    </a:moveTo>
                    <a:cubicBezTo>
                      <a:pt x="13323" y="3025"/>
                      <a:pt x="12213" y="2527"/>
                      <a:pt x="11179" y="1953"/>
                    </a:cubicBezTo>
                    <a:cubicBezTo>
                      <a:pt x="9265" y="1072"/>
                      <a:pt x="7160" y="689"/>
                      <a:pt x="5131" y="1110"/>
                    </a:cubicBezTo>
                    <a:cubicBezTo>
                      <a:pt x="5054" y="1187"/>
                      <a:pt x="4977" y="1225"/>
                      <a:pt x="4901" y="1225"/>
                    </a:cubicBezTo>
                    <a:cubicBezTo>
                      <a:pt x="4595" y="1264"/>
                      <a:pt x="4250" y="1264"/>
                      <a:pt x="3944" y="1302"/>
                    </a:cubicBezTo>
                    <a:cubicBezTo>
                      <a:pt x="3178" y="1378"/>
                      <a:pt x="2336" y="1455"/>
                      <a:pt x="1570" y="1264"/>
                    </a:cubicBezTo>
                    <a:cubicBezTo>
                      <a:pt x="1187" y="1187"/>
                      <a:pt x="804" y="1034"/>
                      <a:pt x="460" y="881"/>
                    </a:cubicBezTo>
                    <a:cubicBezTo>
                      <a:pt x="345" y="728"/>
                      <a:pt x="230" y="574"/>
                      <a:pt x="154" y="383"/>
                    </a:cubicBezTo>
                    <a:lnTo>
                      <a:pt x="77" y="230"/>
                    </a:lnTo>
                    <a:cubicBezTo>
                      <a:pt x="39" y="153"/>
                      <a:pt x="39" y="115"/>
                      <a:pt x="1" y="77"/>
                    </a:cubicBezTo>
                    <a:cubicBezTo>
                      <a:pt x="115" y="0"/>
                      <a:pt x="268" y="0"/>
                      <a:pt x="383" y="38"/>
                    </a:cubicBezTo>
                    <a:cubicBezTo>
                      <a:pt x="613" y="115"/>
                      <a:pt x="843" y="192"/>
                      <a:pt x="1034" y="230"/>
                    </a:cubicBezTo>
                    <a:cubicBezTo>
                      <a:pt x="1953" y="498"/>
                      <a:pt x="2910" y="651"/>
                      <a:pt x="3867" y="574"/>
                    </a:cubicBezTo>
                    <a:cubicBezTo>
                      <a:pt x="5360" y="345"/>
                      <a:pt x="6892" y="38"/>
                      <a:pt x="8385" y="345"/>
                    </a:cubicBezTo>
                    <a:cubicBezTo>
                      <a:pt x="9763" y="574"/>
                      <a:pt x="11103" y="1034"/>
                      <a:pt x="12290" y="1761"/>
                    </a:cubicBezTo>
                    <a:cubicBezTo>
                      <a:pt x="13055" y="2182"/>
                      <a:pt x="13898" y="2527"/>
                      <a:pt x="14587" y="3101"/>
                    </a:cubicBezTo>
                    <a:cubicBezTo>
                      <a:pt x="14893" y="3025"/>
                      <a:pt x="15084" y="3522"/>
                      <a:pt x="14855" y="3714"/>
                    </a:cubicBezTo>
                    <a:cubicBezTo>
                      <a:pt x="14778" y="3790"/>
                      <a:pt x="14663" y="3829"/>
                      <a:pt x="14548" y="3829"/>
                    </a:cubicBezTo>
                    <a:cubicBezTo>
                      <a:pt x="14433" y="3829"/>
                      <a:pt x="14357" y="3790"/>
                      <a:pt x="14280" y="375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42"/>
              <p:cNvSpPr/>
              <p:nvPr/>
            </p:nvSpPr>
            <p:spPr>
              <a:xfrm>
                <a:off x="4175600" y="2532550"/>
                <a:ext cx="261300" cy="102425"/>
              </a:xfrm>
              <a:custGeom>
                <a:avLst/>
                <a:gdLst/>
                <a:ahLst/>
                <a:cxnLst/>
                <a:rect l="l" t="t" r="r" b="b"/>
                <a:pathLst>
                  <a:path w="10452" h="4097" extrusionOk="0">
                    <a:moveTo>
                      <a:pt x="9839" y="3943"/>
                    </a:moveTo>
                    <a:cubicBezTo>
                      <a:pt x="8691" y="3216"/>
                      <a:pt x="7619" y="2221"/>
                      <a:pt x="6394" y="1608"/>
                    </a:cubicBezTo>
                    <a:cubicBezTo>
                      <a:pt x="4518" y="651"/>
                      <a:pt x="2489" y="1072"/>
                      <a:pt x="536" y="1378"/>
                    </a:cubicBezTo>
                    <a:cubicBezTo>
                      <a:pt x="77" y="1417"/>
                      <a:pt x="0" y="728"/>
                      <a:pt x="460" y="651"/>
                    </a:cubicBezTo>
                    <a:cubicBezTo>
                      <a:pt x="2259" y="383"/>
                      <a:pt x="4173" y="0"/>
                      <a:pt x="5973" y="651"/>
                    </a:cubicBezTo>
                    <a:cubicBezTo>
                      <a:pt x="7542" y="1225"/>
                      <a:pt x="8767" y="2374"/>
                      <a:pt x="10107" y="3293"/>
                    </a:cubicBezTo>
                    <a:cubicBezTo>
                      <a:pt x="10299" y="3293"/>
                      <a:pt x="10452" y="3484"/>
                      <a:pt x="10452" y="3675"/>
                    </a:cubicBezTo>
                    <a:cubicBezTo>
                      <a:pt x="10452" y="3982"/>
                      <a:pt x="10107" y="4097"/>
                      <a:pt x="9839" y="39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42"/>
              <p:cNvSpPr/>
              <p:nvPr/>
            </p:nvSpPr>
            <p:spPr>
              <a:xfrm>
                <a:off x="4358400" y="3090525"/>
                <a:ext cx="677650" cy="54575"/>
              </a:xfrm>
              <a:custGeom>
                <a:avLst/>
                <a:gdLst/>
                <a:ahLst/>
                <a:cxnLst/>
                <a:rect l="l" t="t" r="r" b="b"/>
                <a:pathLst>
                  <a:path w="27106" h="2183" extrusionOk="0">
                    <a:moveTo>
                      <a:pt x="77" y="1915"/>
                    </a:moveTo>
                    <a:cubicBezTo>
                      <a:pt x="1" y="1455"/>
                      <a:pt x="422" y="1417"/>
                      <a:pt x="728" y="1417"/>
                    </a:cubicBezTo>
                    <a:cubicBezTo>
                      <a:pt x="1302" y="1341"/>
                      <a:pt x="1877" y="1264"/>
                      <a:pt x="2451" y="1187"/>
                    </a:cubicBezTo>
                    <a:cubicBezTo>
                      <a:pt x="4748" y="881"/>
                      <a:pt x="7007" y="537"/>
                      <a:pt x="9304" y="422"/>
                    </a:cubicBezTo>
                    <a:cubicBezTo>
                      <a:pt x="15084" y="230"/>
                      <a:pt x="20904" y="1"/>
                      <a:pt x="26646" y="805"/>
                    </a:cubicBezTo>
                    <a:cubicBezTo>
                      <a:pt x="27106" y="881"/>
                      <a:pt x="27029" y="1570"/>
                      <a:pt x="26570" y="1532"/>
                    </a:cubicBezTo>
                    <a:cubicBezTo>
                      <a:pt x="22205" y="881"/>
                      <a:pt x="17764" y="919"/>
                      <a:pt x="13362" y="996"/>
                    </a:cubicBezTo>
                    <a:cubicBezTo>
                      <a:pt x="11026" y="1073"/>
                      <a:pt x="8653" y="1111"/>
                      <a:pt x="6356" y="1379"/>
                    </a:cubicBezTo>
                    <a:cubicBezTo>
                      <a:pt x="4671" y="1570"/>
                      <a:pt x="2987" y="1800"/>
                      <a:pt x="1341" y="2030"/>
                    </a:cubicBezTo>
                    <a:cubicBezTo>
                      <a:pt x="1073" y="2068"/>
                      <a:pt x="805" y="2106"/>
                      <a:pt x="537" y="2144"/>
                    </a:cubicBezTo>
                    <a:cubicBezTo>
                      <a:pt x="345" y="2183"/>
                      <a:pt x="115" y="2106"/>
                      <a:pt x="77" y="1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42"/>
              <p:cNvSpPr/>
              <p:nvPr/>
            </p:nvSpPr>
            <p:spPr>
              <a:xfrm>
                <a:off x="4359350" y="3124975"/>
                <a:ext cx="683400" cy="199100"/>
              </a:xfrm>
              <a:custGeom>
                <a:avLst/>
                <a:gdLst/>
                <a:ahLst/>
                <a:cxnLst/>
                <a:rect l="l" t="t" r="r" b="b"/>
                <a:pathLst>
                  <a:path w="27336" h="7964" extrusionOk="0">
                    <a:moveTo>
                      <a:pt x="12826" y="7811"/>
                    </a:moveTo>
                    <a:cubicBezTo>
                      <a:pt x="11065" y="7734"/>
                      <a:pt x="9342" y="7428"/>
                      <a:pt x="7658" y="6854"/>
                    </a:cubicBezTo>
                    <a:cubicBezTo>
                      <a:pt x="6356" y="6356"/>
                      <a:pt x="5093" y="5667"/>
                      <a:pt x="3906" y="4939"/>
                    </a:cubicBezTo>
                    <a:cubicBezTo>
                      <a:pt x="2566" y="4021"/>
                      <a:pt x="1303" y="2834"/>
                      <a:pt x="499" y="1417"/>
                    </a:cubicBezTo>
                    <a:cubicBezTo>
                      <a:pt x="345" y="1111"/>
                      <a:pt x="1" y="805"/>
                      <a:pt x="231" y="498"/>
                    </a:cubicBezTo>
                    <a:cubicBezTo>
                      <a:pt x="345" y="345"/>
                      <a:pt x="575" y="307"/>
                      <a:pt x="728" y="460"/>
                    </a:cubicBezTo>
                    <a:cubicBezTo>
                      <a:pt x="843" y="575"/>
                      <a:pt x="920" y="766"/>
                      <a:pt x="996" y="920"/>
                    </a:cubicBezTo>
                    <a:cubicBezTo>
                      <a:pt x="2183" y="2987"/>
                      <a:pt x="4136" y="4442"/>
                      <a:pt x="6241" y="5437"/>
                    </a:cubicBezTo>
                    <a:cubicBezTo>
                      <a:pt x="9227" y="7007"/>
                      <a:pt x="12788" y="7351"/>
                      <a:pt x="16118" y="6968"/>
                    </a:cubicBezTo>
                    <a:cubicBezTo>
                      <a:pt x="18492" y="6700"/>
                      <a:pt x="20751" y="5782"/>
                      <a:pt x="22780" y="4518"/>
                    </a:cubicBezTo>
                    <a:cubicBezTo>
                      <a:pt x="24273" y="3446"/>
                      <a:pt x="25651" y="2298"/>
                      <a:pt x="26455" y="690"/>
                    </a:cubicBezTo>
                    <a:cubicBezTo>
                      <a:pt x="26570" y="422"/>
                      <a:pt x="26685" y="1"/>
                      <a:pt x="27068" y="154"/>
                    </a:cubicBezTo>
                    <a:cubicBezTo>
                      <a:pt x="27259" y="230"/>
                      <a:pt x="27335" y="422"/>
                      <a:pt x="27259" y="613"/>
                    </a:cubicBezTo>
                    <a:cubicBezTo>
                      <a:pt x="26378" y="2642"/>
                      <a:pt x="24617" y="4135"/>
                      <a:pt x="22818" y="5322"/>
                    </a:cubicBezTo>
                    <a:cubicBezTo>
                      <a:pt x="19794" y="7198"/>
                      <a:pt x="16348" y="7964"/>
                      <a:pt x="12826" y="78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42"/>
              <p:cNvSpPr/>
              <p:nvPr/>
            </p:nvSpPr>
            <p:spPr>
              <a:xfrm>
                <a:off x="4338300" y="3086700"/>
                <a:ext cx="43100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724" h="3025" extrusionOk="0">
                    <a:moveTo>
                      <a:pt x="460" y="2987"/>
                    </a:moveTo>
                    <a:cubicBezTo>
                      <a:pt x="1" y="2719"/>
                      <a:pt x="460" y="2183"/>
                      <a:pt x="537" y="1838"/>
                    </a:cubicBezTo>
                    <a:cubicBezTo>
                      <a:pt x="651" y="1494"/>
                      <a:pt x="766" y="1111"/>
                      <a:pt x="881" y="728"/>
                    </a:cubicBezTo>
                    <a:cubicBezTo>
                      <a:pt x="919" y="345"/>
                      <a:pt x="1302" y="0"/>
                      <a:pt x="1609" y="345"/>
                    </a:cubicBezTo>
                    <a:cubicBezTo>
                      <a:pt x="1723" y="498"/>
                      <a:pt x="1723" y="690"/>
                      <a:pt x="1570" y="804"/>
                    </a:cubicBezTo>
                    <a:cubicBezTo>
                      <a:pt x="1532" y="958"/>
                      <a:pt x="1494" y="1149"/>
                      <a:pt x="1455" y="1302"/>
                    </a:cubicBezTo>
                    <a:cubicBezTo>
                      <a:pt x="1302" y="1800"/>
                      <a:pt x="1149" y="2297"/>
                      <a:pt x="919" y="2795"/>
                    </a:cubicBezTo>
                    <a:cubicBezTo>
                      <a:pt x="843" y="2948"/>
                      <a:pt x="651" y="3025"/>
                      <a:pt x="460" y="29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42"/>
              <p:cNvSpPr/>
              <p:nvPr/>
            </p:nvSpPr>
            <p:spPr>
              <a:xfrm>
                <a:off x="5014975" y="3085750"/>
                <a:ext cx="51700" cy="89025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3561" extrusionOk="0">
                    <a:moveTo>
                      <a:pt x="1264" y="3178"/>
                    </a:moveTo>
                    <a:cubicBezTo>
                      <a:pt x="881" y="2718"/>
                      <a:pt x="651" y="2144"/>
                      <a:pt x="421" y="1608"/>
                    </a:cubicBezTo>
                    <a:cubicBezTo>
                      <a:pt x="307" y="1187"/>
                      <a:pt x="0" y="766"/>
                      <a:pt x="115" y="345"/>
                    </a:cubicBezTo>
                    <a:cubicBezTo>
                      <a:pt x="230" y="0"/>
                      <a:pt x="804" y="77"/>
                      <a:pt x="804" y="460"/>
                    </a:cubicBezTo>
                    <a:cubicBezTo>
                      <a:pt x="766" y="574"/>
                      <a:pt x="843" y="689"/>
                      <a:pt x="843" y="728"/>
                    </a:cubicBezTo>
                    <a:cubicBezTo>
                      <a:pt x="1110" y="1455"/>
                      <a:pt x="1378" y="2144"/>
                      <a:pt x="1800" y="2757"/>
                    </a:cubicBezTo>
                    <a:cubicBezTo>
                      <a:pt x="2068" y="3139"/>
                      <a:pt x="1532" y="3561"/>
                      <a:pt x="1264" y="31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42"/>
              <p:cNvSpPr/>
              <p:nvPr/>
            </p:nvSpPr>
            <p:spPr>
              <a:xfrm>
                <a:off x="3825300" y="2299975"/>
                <a:ext cx="135925" cy="365625"/>
              </a:xfrm>
              <a:custGeom>
                <a:avLst/>
                <a:gdLst/>
                <a:ahLst/>
                <a:cxnLst/>
                <a:rect l="l" t="t" r="r" b="b"/>
                <a:pathLst>
                  <a:path w="5437" h="14625" extrusionOk="0">
                    <a:moveTo>
                      <a:pt x="4595" y="14204"/>
                    </a:moveTo>
                    <a:cubicBezTo>
                      <a:pt x="2680" y="10949"/>
                      <a:pt x="1723" y="7312"/>
                      <a:pt x="805" y="3675"/>
                    </a:cubicBezTo>
                    <a:cubicBezTo>
                      <a:pt x="537" y="2604"/>
                      <a:pt x="115" y="1570"/>
                      <a:pt x="1" y="460"/>
                    </a:cubicBezTo>
                    <a:cubicBezTo>
                      <a:pt x="1" y="153"/>
                      <a:pt x="422" y="0"/>
                      <a:pt x="613" y="230"/>
                    </a:cubicBezTo>
                    <a:cubicBezTo>
                      <a:pt x="805" y="421"/>
                      <a:pt x="728" y="728"/>
                      <a:pt x="805" y="957"/>
                    </a:cubicBezTo>
                    <a:cubicBezTo>
                      <a:pt x="1149" y="2450"/>
                      <a:pt x="1608" y="3905"/>
                      <a:pt x="1991" y="5360"/>
                    </a:cubicBezTo>
                    <a:cubicBezTo>
                      <a:pt x="2298" y="6662"/>
                      <a:pt x="2680" y="8002"/>
                      <a:pt x="3102" y="9227"/>
                    </a:cubicBezTo>
                    <a:cubicBezTo>
                      <a:pt x="3676" y="10835"/>
                      <a:pt x="4403" y="12366"/>
                      <a:pt x="5207" y="13859"/>
                    </a:cubicBezTo>
                    <a:cubicBezTo>
                      <a:pt x="5437" y="14242"/>
                      <a:pt x="4824" y="14625"/>
                      <a:pt x="4595" y="142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42"/>
              <p:cNvSpPr/>
              <p:nvPr/>
            </p:nvSpPr>
            <p:spPr>
              <a:xfrm>
                <a:off x="5422700" y="2080800"/>
                <a:ext cx="133050" cy="513025"/>
              </a:xfrm>
              <a:custGeom>
                <a:avLst/>
                <a:gdLst/>
                <a:ahLst/>
                <a:cxnLst/>
                <a:rect l="l" t="t" r="r" b="b"/>
                <a:pathLst>
                  <a:path w="5322" h="20521" extrusionOk="0">
                    <a:moveTo>
                      <a:pt x="268" y="20444"/>
                    </a:moveTo>
                    <a:cubicBezTo>
                      <a:pt x="115" y="20367"/>
                      <a:pt x="0" y="20176"/>
                      <a:pt x="115" y="19984"/>
                    </a:cubicBezTo>
                    <a:cubicBezTo>
                      <a:pt x="383" y="19295"/>
                      <a:pt x="728" y="18644"/>
                      <a:pt x="996" y="17955"/>
                    </a:cubicBezTo>
                    <a:cubicBezTo>
                      <a:pt x="1302" y="17266"/>
                      <a:pt x="1570" y="16539"/>
                      <a:pt x="1799" y="15811"/>
                    </a:cubicBezTo>
                    <a:cubicBezTo>
                      <a:pt x="3025" y="12289"/>
                      <a:pt x="3790" y="8614"/>
                      <a:pt x="4250" y="4939"/>
                    </a:cubicBezTo>
                    <a:cubicBezTo>
                      <a:pt x="4403" y="3446"/>
                      <a:pt x="4632" y="2029"/>
                      <a:pt x="4556" y="575"/>
                    </a:cubicBezTo>
                    <a:cubicBezTo>
                      <a:pt x="4403" y="383"/>
                      <a:pt x="4556" y="0"/>
                      <a:pt x="4862" y="0"/>
                    </a:cubicBezTo>
                    <a:cubicBezTo>
                      <a:pt x="5322" y="39"/>
                      <a:pt x="5283" y="613"/>
                      <a:pt x="5283" y="957"/>
                    </a:cubicBezTo>
                    <a:cubicBezTo>
                      <a:pt x="5283" y="1379"/>
                      <a:pt x="5283" y="1761"/>
                      <a:pt x="5245" y="2144"/>
                    </a:cubicBezTo>
                    <a:cubicBezTo>
                      <a:pt x="5054" y="4441"/>
                      <a:pt x="4747" y="6700"/>
                      <a:pt x="4326" y="8959"/>
                    </a:cubicBezTo>
                    <a:cubicBezTo>
                      <a:pt x="3599" y="12864"/>
                      <a:pt x="2450" y="16692"/>
                      <a:pt x="728" y="20291"/>
                    </a:cubicBezTo>
                    <a:cubicBezTo>
                      <a:pt x="651" y="20444"/>
                      <a:pt x="460" y="20520"/>
                      <a:pt x="268" y="204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42"/>
              <p:cNvSpPr/>
              <p:nvPr/>
            </p:nvSpPr>
            <p:spPr>
              <a:xfrm>
                <a:off x="5375800" y="2604325"/>
                <a:ext cx="176125" cy="412525"/>
              </a:xfrm>
              <a:custGeom>
                <a:avLst/>
                <a:gdLst/>
                <a:ahLst/>
                <a:cxnLst/>
                <a:rect l="l" t="t" r="r" b="b"/>
                <a:pathLst>
                  <a:path w="7045" h="16501" extrusionOk="0">
                    <a:moveTo>
                      <a:pt x="230" y="16424"/>
                    </a:moveTo>
                    <a:cubicBezTo>
                      <a:pt x="39" y="16309"/>
                      <a:pt x="0" y="16080"/>
                      <a:pt x="77" y="15926"/>
                    </a:cubicBezTo>
                    <a:cubicBezTo>
                      <a:pt x="804" y="14778"/>
                      <a:pt x="1455" y="13591"/>
                      <a:pt x="2068" y="12366"/>
                    </a:cubicBezTo>
                    <a:cubicBezTo>
                      <a:pt x="3025" y="10452"/>
                      <a:pt x="3982" y="8423"/>
                      <a:pt x="4709" y="6394"/>
                    </a:cubicBezTo>
                    <a:cubicBezTo>
                      <a:pt x="5398" y="4441"/>
                      <a:pt x="5743" y="2451"/>
                      <a:pt x="6240" y="460"/>
                    </a:cubicBezTo>
                    <a:cubicBezTo>
                      <a:pt x="6355" y="0"/>
                      <a:pt x="7044" y="192"/>
                      <a:pt x="6930" y="651"/>
                    </a:cubicBezTo>
                    <a:cubicBezTo>
                      <a:pt x="6585" y="2030"/>
                      <a:pt x="6317" y="3446"/>
                      <a:pt x="5934" y="4786"/>
                    </a:cubicBezTo>
                    <a:cubicBezTo>
                      <a:pt x="5207" y="7542"/>
                      <a:pt x="3982" y="10146"/>
                      <a:pt x="2680" y="12672"/>
                    </a:cubicBezTo>
                    <a:cubicBezTo>
                      <a:pt x="2068" y="13936"/>
                      <a:pt x="1455" y="15123"/>
                      <a:pt x="689" y="16271"/>
                    </a:cubicBezTo>
                    <a:cubicBezTo>
                      <a:pt x="574" y="16462"/>
                      <a:pt x="383" y="16501"/>
                      <a:pt x="192" y="164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42"/>
              <p:cNvSpPr/>
              <p:nvPr/>
            </p:nvSpPr>
            <p:spPr>
              <a:xfrm>
                <a:off x="3876975" y="2978550"/>
                <a:ext cx="234525" cy="314900"/>
              </a:xfrm>
              <a:custGeom>
                <a:avLst/>
                <a:gdLst/>
                <a:ahLst/>
                <a:cxnLst/>
                <a:rect l="l" t="t" r="r" b="b"/>
                <a:pathLst>
                  <a:path w="9381" h="12596" extrusionOk="0">
                    <a:moveTo>
                      <a:pt x="8538" y="12251"/>
                    </a:moveTo>
                    <a:cubicBezTo>
                      <a:pt x="6509" y="10375"/>
                      <a:pt x="4786" y="8231"/>
                      <a:pt x="3255" y="5896"/>
                    </a:cubicBezTo>
                    <a:cubicBezTo>
                      <a:pt x="2145" y="4212"/>
                      <a:pt x="1073" y="2489"/>
                      <a:pt x="154" y="689"/>
                    </a:cubicBezTo>
                    <a:cubicBezTo>
                      <a:pt x="1" y="192"/>
                      <a:pt x="690" y="0"/>
                      <a:pt x="843" y="498"/>
                    </a:cubicBezTo>
                    <a:cubicBezTo>
                      <a:pt x="2145" y="2987"/>
                      <a:pt x="3676" y="5322"/>
                      <a:pt x="5322" y="7581"/>
                    </a:cubicBezTo>
                    <a:cubicBezTo>
                      <a:pt x="6394" y="9112"/>
                      <a:pt x="7696" y="10452"/>
                      <a:pt x="9036" y="11753"/>
                    </a:cubicBezTo>
                    <a:cubicBezTo>
                      <a:pt x="9380" y="12098"/>
                      <a:pt x="8883" y="12596"/>
                      <a:pt x="8538" y="122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42"/>
              <p:cNvSpPr/>
              <p:nvPr/>
            </p:nvSpPr>
            <p:spPr>
              <a:xfrm>
                <a:off x="3830075" y="1014600"/>
                <a:ext cx="1720900" cy="512075"/>
              </a:xfrm>
              <a:custGeom>
                <a:avLst/>
                <a:gdLst/>
                <a:ahLst/>
                <a:cxnLst/>
                <a:rect l="l" t="t" r="r" b="b"/>
                <a:pathLst>
                  <a:path w="68836" h="20483" extrusionOk="0">
                    <a:moveTo>
                      <a:pt x="1" y="20137"/>
                    </a:moveTo>
                    <a:cubicBezTo>
                      <a:pt x="1" y="19946"/>
                      <a:pt x="154" y="19793"/>
                      <a:pt x="269" y="19640"/>
                    </a:cubicBezTo>
                    <a:cubicBezTo>
                      <a:pt x="460" y="19372"/>
                      <a:pt x="690" y="19104"/>
                      <a:pt x="881" y="18836"/>
                    </a:cubicBezTo>
                    <a:cubicBezTo>
                      <a:pt x="1341" y="18300"/>
                      <a:pt x="1800" y="17764"/>
                      <a:pt x="2260" y="17266"/>
                    </a:cubicBezTo>
                    <a:cubicBezTo>
                      <a:pt x="3753" y="15658"/>
                      <a:pt x="5284" y="14127"/>
                      <a:pt x="6892" y="12672"/>
                    </a:cubicBezTo>
                    <a:cubicBezTo>
                      <a:pt x="10567" y="9265"/>
                      <a:pt x="14817" y="6470"/>
                      <a:pt x="19487" y="4556"/>
                    </a:cubicBezTo>
                    <a:cubicBezTo>
                      <a:pt x="23392" y="2795"/>
                      <a:pt x="27565" y="1608"/>
                      <a:pt x="31815" y="996"/>
                    </a:cubicBezTo>
                    <a:cubicBezTo>
                      <a:pt x="39280" y="0"/>
                      <a:pt x="45865" y="1914"/>
                      <a:pt x="52488" y="5207"/>
                    </a:cubicBezTo>
                    <a:cubicBezTo>
                      <a:pt x="54976" y="6432"/>
                      <a:pt x="57273" y="8002"/>
                      <a:pt x="59532" y="9648"/>
                    </a:cubicBezTo>
                    <a:cubicBezTo>
                      <a:pt x="61753" y="11217"/>
                      <a:pt x="63782" y="13055"/>
                      <a:pt x="65696" y="15046"/>
                    </a:cubicBezTo>
                    <a:cubicBezTo>
                      <a:pt x="66691" y="16079"/>
                      <a:pt x="67648" y="17151"/>
                      <a:pt x="68605" y="18262"/>
                    </a:cubicBezTo>
                    <a:cubicBezTo>
                      <a:pt x="68835" y="18606"/>
                      <a:pt x="68376" y="19066"/>
                      <a:pt x="68031" y="18683"/>
                    </a:cubicBezTo>
                    <a:cubicBezTo>
                      <a:pt x="66998" y="17458"/>
                      <a:pt x="65964" y="16347"/>
                      <a:pt x="64854" y="15199"/>
                    </a:cubicBezTo>
                    <a:cubicBezTo>
                      <a:pt x="63169" y="13476"/>
                      <a:pt x="61370" y="11868"/>
                      <a:pt x="59417" y="10452"/>
                    </a:cubicBezTo>
                    <a:cubicBezTo>
                      <a:pt x="56316" y="8078"/>
                      <a:pt x="52986" y="6011"/>
                      <a:pt x="49349" y="4518"/>
                    </a:cubicBezTo>
                    <a:cubicBezTo>
                      <a:pt x="44448" y="2412"/>
                      <a:pt x="39165" y="1110"/>
                      <a:pt x="33806" y="1532"/>
                    </a:cubicBezTo>
                    <a:cubicBezTo>
                      <a:pt x="32466" y="1646"/>
                      <a:pt x="31087" y="1800"/>
                      <a:pt x="29786" y="2068"/>
                    </a:cubicBezTo>
                    <a:cubicBezTo>
                      <a:pt x="26532" y="2680"/>
                      <a:pt x="23392" y="3599"/>
                      <a:pt x="20368" y="4939"/>
                    </a:cubicBezTo>
                    <a:cubicBezTo>
                      <a:pt x="16769" y="6394"/>
                      <a:pt x="13324" y="8308"/>
                      <a:pt x="10261" y="10720"/>
                    </a:cubicBezTo>
                    <a:cubicBezTo>
                      <a:pt x="8309" y="12251"/>
                      <a:pt x="6586" y="13859"/>
                      <a:pt x="4863" y="15582"/>
                    </a:cubicBezTo>
                    <a:cubicBezTo>
                      <a:pt x="3408" y="17075"/>
                      <a:pt x="1953" y="18530"/>
                      <a:pt x="728" y="20176"/>
                    </a:cubicBezTo>
                    <a:cubicBezTo>
                      <a:pt x="652" y="20329"/>
                      <a:pt x="537" y="20482"/>
                      <a:pt x="346" y="20482"/>
                    </a:cubicBezTo>
                    <a:cubicBezTo>
                      <a:pt x="154" y="20482"/>
                      <a:pt x="1" y="20329"/>
                      <a:pt x="1" y="201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42"/>
              <p:cNvSpPr/>
              <p:nvPr/>
            </p:nvSpPr>
            <p:spPr>
              <a:xfrm>
                <a:off x="4861825" y="3410200"/>
                <a:ext cx="501550" cy="388600"/>
              </a:xfrm>
              <a:custGeom>
                <a:avLst/>
                <a:gdLst/>
                <a:ahLst/>
                <a:cxnLst/>
                <a:rect l="l" t="t" r="r" b="b"/>
                <a:pathLst>
                  <a:path w="20062" h="15544" extrusionOk="0">
                    <a:moveTo>
                      <a:pt x="77" y="15237"/>
                    </a:moveTo>
                    <a:cubicBezTo>
                      <a:pt x="1" y="14893"/>
                      <a:pt x="345" y="14778"/>
                      <a:pt x="613" y="14701"/>
                    </a:cubicBezTo>
                    <a:cubicBezTo>
                      <a:pt x="2030" y="14204"/>
                      <a:pt x="3446" y="13668"/>
                      <a:pt x="4825" y="13017"/>
                    </a:cubicBezTo>
                    <a:cubicBezTo>
                      <a:pt x="8538" y="11294"/>
                      <a:pt x="11831" y="8844"/>
                      <a:pt x="14740" y="5973"/>
                    </a:cubicBezTo>
                    <a:cubicBezTo>
                      <a:pt x="16310" y="4403"/>
                      <a:pt x="17650" y="2680"/>
                      <a:pt x="18951" y="919"/>
                    </a:cubicBezTo>
                    <a:cubicBezTo>
                      <a:pt x="19219" y="651"/>
                      <a:pt x="19411" y="0"/>
                      <a:pt x="19870" y="268"/>
                    </a:cubicBezTo>
                    <a:cubicBezTo>
                      <a:pt x="20023" y="383"/>
                      <a:pt x="20062" y="613"/>
                      <a:pt x="19947" y="766"/>
                    </a:cubicBezTo>
                    <a:cubicBezTo>
                      <a:pt x="19487" y="1379"/>
                      <a:pt x="19066" y="1953"/>
                      <a:pt x="18607" y="2527"/>
                    </a:cubicBezTo>
                    <a:cubicBezTo>
                      <a:pt x="16769" y="5015"/>
                      <a:pt x="14625" y="7236"/>
                      <a:pt x="12213" y="9188"/>
                    </a:cubicBezTo>
                    <a:cubicBezTo>
                      <a:pt x="10223" y="10911"/>
                      <a:pt x="7926" y="12289"/>
                      <a:pt x="5514" y="13438"/>
                    </a:cubicBezTo>
                    <a:cubicBezTo>
                      <a:pt x="4174" y="14127"/>
                      <a:pt x="2796" y="14663"/>
                      <a:pt x="1379" y="15199"/>
                    </a:cubicBezTo>
                    <a:cubicBezTo>
                      <a:pt x="1111" y="15276"/>
                      <a:pt x="805" y="15390"/>
                      <a:pt x="537" y="15467"/>
                    </a:cubicBezTo>
                    <a:cubicBezTo>
                      <a:pt x="345" y="15544"/>
                      <a:pt x="116" y="15429"/>
                      <a:pt x="77" y="152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42"/>
              <p:cNvSpPr/>
              <p:nvPr/>
            </p:nvSpPr>
            <p:spPr>
              <a:xfrm>
                <a:off x="3829125" y="3437950"/>
                <a:ext cx="1126525" cy="565675"/>
              </a:xfrm>
              <a:custGeom>
                <a:avLst/>
                <a:gdLst/>
                <a:ahLst/>
                <a:cxnLst/>
                <a:rect l="l" t="t" r="r" b="b"/>
                <a:pathLst>
                  <a:path w="45061" h="22627" extrusionOk="0">
                    <a:moveTo>
                      <a:pt x="36064" y="22588"/>
                    </a:moveTo>
                    <a:cubicBezTo>
                      <a:pt x="33040" y="22473"/>
                      <a:pt x="30015" y="22014"/>
                      <a:pt x="27067" y="21325"/>
                    </a:cubicBezTo>
                    <a:cubicBezTo>
                      <a:pt x="25230" y="20865"/>
                      <a:pt x="23392" y="20367"/>
                      <a:pt x="21631" y="19602"/>
                    </a:cubicBezTo>
                    <a:cubicBezTo>
                      <a:pt x="19028" y="18568"/>
                      <a:pt x="16616" y="17152"/>
                      <a:pt x="14242" y="15659"/>
                    </a:cubicBezTo>
                    <a:cubicBezTo>
                      <a:pt x="11830" y="14089"/>
                      <a:pt x="9610" y="12251"/>
                      <a:pt x="7543" y="10261"/>
                    </a:cubicBezTo>
                    <a:cubicBezTo>
                      <a:pt x="6509" y="9303"/>
                      <a:pt x="5514" y="8346"/>
                      <a:pt x="4595" y="7313"/>
                    </a:cubicBezTo>
                    <a:cubicBezTo>
                      <a:pt x="3063" y="5513"/>
                      <a:pt x="1800" y="3561"/>
                      <a:pt x="690" y="1494"/>
                    </a:cubicBezTo>
                    <a:cubicBezTo>
                      <a:pt x="575" y="1264"/>
                      <a:pt x="460" y="996"/>
                      <a:pt x="345" y="766"/>
                    </a:cubicBezTo>
                    <a:cubicBezTo>
                      <a:pt x="154" y="651"/>
                      <a:pt x="1" y="422"/>
                      <a:pt x="154" y="230"/>
                    </a:cubicBezTo>
                    <a:cubicBezTo>
                      <a:pt x="269" y="39"/>
                      <a:pt x="498" y="1"/>
                      <a:pt x="652" y="115"/>
                    </a:cubicBezTo>
                    <a:cubicBezTo>
                      <a:pt x="958" y="307"/>
                      <a:pt x="1073" y="690"/>
                      <a:pt x="1226" y="996"/>
                    </a:cubicBezTo>
                    <a:cubicBezTo>
                      <a:pt x="1455" y="1417"/>
                      <a:pt x="1723" y="1876"/>
                      <a:pt x="1953" y="2298"/>
                    </a:cubicBezTo>
                    <a:cubicBezTo>
                      <a:pt x="2642" y="3446"/>
                      <a:pt x="3370" y="4595"/>
                      <a:pt x="4174" y="5667"/>
                    </a:cubicBezTo>
                    <a:cubicBezTo>
                      <a:pt x="5399" y="7274"/>
                      <a:pt x="6892" y="8653"/>
                      <a:pt x="8347" y="10069"/>
                    </a:cubicBezTo>
                    <a:cubicBezTo>
                      <a:pt x="12213" y="13706"/>
                      <a:pt x="16692" y="16731"/>
                      <a:pt x="21554" y="18836"/>
                    </a:cubicBezTo>
                    <a:cubicBezTo>
                      <a:pt x="23775" y="19755"/>
                      <a:pt x="26072" y="20406"/>
                      <a:pt x="28407" y="20865"/>
                    </a:cubicBezTo>
                    <a:cubicBezTo>
                      <a:pt x="30321" y="21286"/>
                      <a:pt x="32274" y="21593"/>
                      <a:pt x="34226" y="21746"/>
                    </a:cubicBezTo>
                    <a:cubicBezTo>
                      <a:pt x="37710" y="22090"/>
                      <a:pt x="41194" y="21746"/>
                      <a:pt x="44640" y="21439"/>
                    </a:cubicBezTo>
                    <a:cubicBezTo>
                      <a:pt x="44869" y="21439"/>
                      <a:pt x="45061" y="21669"/>
                      <a:pt x="45022" y="21861"/>
                    </a:cubicBezTo>
                    <a:cubicBezTo>
                      <a:pt x="44563" y="21975"/>
                      <a:pt x="44104" y="22129"/>
                      <a:pt x="43644" y="22243"/>
                    </a:cubicBezTo>
                    <a:cubicBezTo>
                      <a:pt x="41577" y="22435"/>
                      <a:pt x="39471" y="22626"/>
                      <a:pt x="37404" y="22626"/>
                    </a:cubicBezTo>
                    <a:cubicBezTo>
                      <a:pt x="36945" y="22626"/>
                      <a:pt x="36523" y="22588"/>
                      <a:pt x="36102" y="2258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42"/>
              <p:cNvSpPr/>
              <p:nvPr/>
            </p:nvSpPr>
            <p:spPr>
              <a:xfrm>
                <a:off x="4885750" y="3618850"/>
                <a:ext cx="688175" cy="524500"/>
              </a:xfrm>
              <a:custGeom>
                <a:avLst/>
                <a:gdLst/>
                <a:ahLst/>
                <a:cxnLst/>
                <a:rect l="l" t="t" r="r" b="b"/>
                <a:pathLst>
                  <a:path w="27527" h="20980" extrusionOk="0">
                    <a:moveTo>
                      <a:pt x="39" y="20673"/>
                    </a:moveTo>
                    <a:cubicBezTo>
                      <a:pt x="1" y="20482"/>
                      <a:pt x="116" y="20252"/>
                      <a:pt x="307" y="20252"/>
                    </a:cubicBezTo>
                    <a:cubicBezTo>
                      <a:pt x="996" y="20137"/>
                      <a:pt x="1685" y="19984"/>
                      <a:pt x="2336" y="19831"/>
                    </a:cubicBezTo>
                    <a:cubicBezTo>
                      <a:pt x="3753" y="19525"/>
                      <a:pt x="5131" y="19104"/>
                      <a:pt x="6509" y="18644"/>
                    </a:cubicBezTo>
                    <a:cubicBezTo>
                      <a:pt x="13821" y="16041"/>
                      <a:pt x="20712" y="11256"/>
                      <a:pt x="24656" y="4441"/>
                    </a:cubicBezTo>
                    <a:lnTo>
                      <a:pt x="24656" y="4479"/>
                    </a:lnTo>
                    <a:cubicBezTo>
                      <a:pt x="24656" y="4479"/>
                      <a:pt x="24656" y="4479"/>
                      <a:pt x="24656" y="4479"/>
                    </a:cubicBezTo>
                    <a:cubicBezTo>
                      <a:pt x="25345" y="3254"/>
                      <a:pt x="25957" y="2029"/>
                      <a:pt x="26378" y="689"/>
                    </a:cubicBezTo>
                    <a:cubicBezTo>
                      <a:pt x="26417" y="574"/>
                      <a:pt x="26417" y="460"/>
                      <a:pt x="26378" y="345"/>
                    </a:cubicBezTo>
                    <a:cubicBezTo>
                      <a:pt x="26417" y="192"/>
                      <a:pt x="26570" y="0"/>
                      <a:pt x="26761" y="38"/>
                    </a:cubicBezTo>
                    <a:cubicBezTo>
                      <a:pt x="27527" y="192"/>
                      <a:pt x="26876" y="1378"/>
                      <a:pt x="26723" y="1800"/>
                    </a:cubicBezTo>
                    <a:cubicBezTo>
                      <a:pt x="26340" y="2757"/>
                      <a:pt x="25881" y="3714"/>
                      <a:pt x="25421" y="4594"/>
                    </a:cubicBezTo>
                    <a:cubicBezTo>
                      <a:pt x="24464" y="6317"/>
                      <a:pt x="23316" y="7925"/>
                      <a:pt x="21976" y="9380"/>
                    </a:cubicBezTo>
                    <a:cubicBezTo>
                      <a:pt x="18109" y="13667"/>
                      <a:pt x="13132" y="16883"/>
                      <a:pt x="7773" y="18912"/>
                    </a:cubicBezTo>
                    <a:cubicBezTo>
                      <a:pt x="5399" y="19831"/>
                      <a:pt x="2949" y="20520"/>
                      <a:pt x="460" y="20941"/>
                    </a:cubicBezTo>
                    <a:cubicBezTo>
                      <a:pt x="269" y="20980"/>
                      <a:pt x="78" y="20865"/>
                      <a:pt x="39" y="206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42"/>
              <p:cNvSpPr/>
              <p:nvPr/>
            </p:nvSpPr>
            <p:spPr>
              <a:xfrm>
                <a:off x="4697225" y="3938500"/>
                <a:ext cx="736025" cy="209650"/>
              </a:xfrm>
              <a:custGeom>
                <a:avLst/>
                <a:gdLst/>
                <a:ahLst/>
                <a:cxnLst/>
                <a:rect l="l" t="t" r="r" b="b"/>
                <a:pathLst>
                  <a:path w="29441" h="8386" extrusionOk="0">
                    <a:moveTo>
                      <a:pt x="2297" y="8194"/>
                    </a:moveTo>
                    <a:cubicBezTo>
                      <a:pt x="1723" y="8194"/>
                      <a:pt x="1187" y="8155"/>
                      <a:pt x="613" y="8079"/>
                    </a:cubicBezTo>
                    <a:cubicBezTo>
                      <a:pt x="498" y="8079"/>
                      <a:pt x="345" y="8079"/>
                      <a:pt x="230" y="7964"/>
                    </a:cubicBezTo>
                    <a:cubicBezTo>
                      <a:pt x="0" y="7773"/>
                      <a:pt x="191" y="7351"/>
                      <a:pt x="498" y="7390"/>
                    </a:cubicBezTo>
                    <a:cubicBezTo>
                      <a:pt x="1570" y="7466"/>
                      <a:pt x="2527" y="7505"/>
                      <a:pt x="3599" y="7505"/>
                    </a:cubicBezTo>
                    <a:cubicBezTo>
                      <a:pt x="6393" y="7543"/>
                      <a:pt x="9188" y="7198"/>
                      <a:pt x="11945" y="6662"/>
                    </a:cubicBezTo>
                    <a:cubicBezTo>
                      <a:pt x="15084" y="5973"/>
                      <a:pt x="18223" y="5169"/>
                      <a:pt x="21286" y="4136"/>
                    </a:cubicBezTo>
                    <a:cubicBezTo>
                      <a:pt x="23162" y="3523"/>
                      <a:pt x="24999" y="2834"/>
                      <a:pt x="26646" y="1800"/>
                    </a:cubicBezTo>
                    <a:cubicBezTo>
                      <a:pt x="27220" y="1417"/>
                      <a:pt x="27794" y="996"/>
                      <a:pt x="28330" y="613"/>
                    </a:cubicBezTo>
                    <a:cubicBezTo>
                      <a:pt x="28636" y="422"/>
                      <a:pt x="29096" y="1"/>
                      <a:pt x="29325" y="460"/>
                    </a:cubicBezTo>
                    <a:cubicBezTo>
                      <a:pt x="29440" y="805"/>
                      <a:pt x="29172" y="920"/>
                      <a:pt x="28904" y="1073"/>
                    </a:cubicBezTo>
                    <a:cubicBezTo>
                      <a:pt x="28024" y="1685"/>
                      <a:pt x="27143" y="2375"/>
                      <a:pt x="26148" y="2910"/>
                    </a:cubicBezTo>
                    <a:cubicBezTo>
                      <a:pt x="24731" y="3714"/>
                      <a:pt x="23123" y="4289"/>
                      <a:pt x="21592" y="4786"/>
                    </a:cubicBezTo>
                    <a:cubicBezTo>
                      <a:pt x="19448" y="5552"/>
                      <a:pt x="17266" y="6126"/>
                      <a:pt x="15084" y="6662"/>
                    </a:cubicBezTo>
                    <a:cubicBezTo>
                      <a:pt x="10911" y="7734"/>
                      <a:pt x="6585" y="8385"/>
                      <a:pt x="2297" y="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42"/>
              <p:cNvSpPr/>
              <p:nvPr/>
            </p:nvSpPr>
            <p:spPr>
              <a:xfrm>
                <a:off x="3837750" y="4044750"/>
                <a:ext cx="1722775" cy="306300"/>
              </a:xfrm>
              <a:custGeom>
                <a:avLst/>
                <a:gdLst/>
                <a:ahLst/>
                <a:cxnLst/>
                <a:rect l="l" t="t" r="r" b="b"/>
                <a:pathLst>
                  <a:path w="68911" h="12252" extrusionOk="0">
                    <a:moveTo>
                      <a:pt x="31699" y="12060"/>
                    </a:moveTo>
                    <a:cubicBezTo>
                      <a:pt x="28101" y="11945"/>
                      <a:pt x="24540" y="11294"/>
                      <a:pt x="21018" y="10682"/>
                    </a:cubicBezTo>
                    <a:cubicBezTo>
                      <a:pt x="17458" y="10069"/>
                      <a:pt x="13936" y="9227"/>
                      <a:pt x="10643" y="7810"/>
                    </a:cubicBezTo>
                    <a:cubicBezTo>
                      <a:pt x="7542" y="6585"/>
                      <a:pt x="4709" y="4786"/>
                      <a:pt x="2259" y="2527"/>
                    </a:cubicBezTo>
                    <a:cubicBezTo>
                      <a:pt x="1570" y="1915"/>
                      <a:pt x="957" y="1264"/>
                      <a:pt x="230" y="728"/>
                    </a:cubicBezTo>
                    <a:cubicBezTo>
                      <a:pt x="77" y="613"/>
                      <a:pt x="0" y="422"/>
                      <a:pt x="115" y="230"/>
                    </a:cubicBezTo>
                    <a:cubicBezTo>
                      <a:pt x="192" y="77"/>
                      <a:pt x="421" y="0"/>
                      <a:pt x="574" y="115"/>
                    </a:cubicBezTo>
                    <a:cubicBezTo>
                      <a:pt x="1876" y="1072"/>
                      <a:pt x="2986" y="2297"/>
                      <a:pt x="4250" y="3293"/>
                    </a:cubicBezTo>
                    <a:cubicBezTo>
                      <a:pt x="5169" y="4020"/>
                      <a:pt x="6087" y="4633"/>
                      <a:pt x="7083" y="5245"/>
                    </a:cubicBezTo>
                    <a:cubicBezTo>
                      <a:pt x="8308" y="5973"/>
                      <a:pt x="9571" y="6623"/>
                      <a:pt x="10911" y="7159"/>
                    </a:cubicBezTo>
                    <a:cubicBezTo>
                      <a:pt x="13246" y="8117"/>
                      <a:pt x="15543" y="8844"/>
                      <a:pt x="17955" y="9342"/>
                    </a:cubicBezTo>
                    <a:cubicBezTo>
                      <a:pt x="22013" y="10184"/>
                      <a:pt x="26071" y="10911"/>
                      <a:pt x="30206" y="11294"/>
                    </a:cubicBezTo>
                    <a:cubicBezTo>
                      <a:pt x="36332" y="11677"/>
                      <a:pt x="42495" y="11103"/>
                      <a:pt x="48506" y="9992"/>
                    </a:cubicBezTo>
                    <a:cubicBezTo>
                      <a:pt x="52908" y="9074"/>
                      <a:pt x="57311" y="7925"/>
                      <a:pt x="61369" y="5973"/>
                    </a:cubicBezTo>
                    <a:cubicBezTo>
                      <a:pt x="63819" y="4748"/>
                      <a:pt x="66346" y="3561"/>
                      <a:pt x="68298" y="1647"/>
                    </a:cubicBezTo>
                    <a:cubicBezTo>
                      <a:pt x="68413" y="1493"/>
                      <a:pt x="68643" y="1493"/>
                      <a:pt x="68796" y="1647"/>
                    </a:cubicBezTo>
                    <a:cubicBezTo>
                      <a:pt x="68911" y="1761"/>
                      <a:pt x="68911" y="1991"/>
                      <a:pt x="68796" y="2144"/>
                    </a:cubicBezTo>
                    <a:cubicBezTo>
                      <a:pt x="68490" y="2412"/>
                      <a:pt x="68184" y="2680"/>
                      <a:pt x="67916" y="2948"/>
                    </a:cubicBezTo>
                    <a:cubicBezTo>
                      <a:pt x="66461" y="4173"/>
                      <a:pt x="64738" y="5054"/>
                      <a:pt x="63054" y="5934"/>
                    </a:cubicBezTo>
                    <a:cubicBezTo>
                      <a:pt x="58038" y="8538"/>
                      <a:pt x="52449" y="10031"/>
                      <a:pt x="46898" y="10988"/>
                    </a:cubicBezTo>
                    <a:cubicBezTo>
                      <a:pt x="41883" y="11830"/>
                      <a:pt x="36791" y="12251"/>
                      <a:pt x="31699" y="120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42"/>
              <p:cNvSpPr/>
              <p:nvPr/>
            </p:nvSpPr>
            <p:spPr>
              <a:xfrm>
                <a:off x="4819725" y="2285625"/>
                <a:ext cx="29700" cy="55525"/>
              </a:xfrm>
              <a:custGeom>
                <a:avLst/>
                <a:gdLst/>
                <a:ahLst/>
                <a:cxnLst/>
                <a:rect l="l" t="t" r="r" b="b"/>
                <a:pathLst>
                  <a:path w="1188" h="2221" extrusionOk="0">
                    <a:moveTo>
                      <a:pt x="345" y="1799"/>
                    </a:moveTo>
                    <a:cubicBezTo>
                      <a:pt x="115" y="1416"/>
                      <a:pt x="0" y="919"/>
                      <a:pt x="39" y="459"/>
                    </a:cubicBezTo>
                    <a:cubicBezTo>
                      <a:pt x="39" y="0"/>
                      <a:pt x="728" y="0"/>
                      <a:pt x="728" y="459"/>
                    </a:cubicBezTo>
                    <a:cubicBezTo>
                      <a:pt x="728" y="804"/>
                      <a:pt x="804" y="1149"/>
                      <a:pt x="957" y="1455"/>
                    </a:cubicBezTo>
                    <a:cubicBezTo>
                      <a:pt x="1187" y="1876"/>
                      <a:pt x="613" y="2220"/>
                      <a:pt x="345" y="179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42"/>
              <p:cNvSpPr/>
              <p:nvPr/>
            </p:nvSpPr>
            <p:spPr>
              <a:xfrm>
                <a:off x="4494300" y="4329950"/>
                <a:ext cx="29700" cy="408725"/>
              </a:xfrm>
              <a:custGeom>
                <a:avLst/>
                <a:gdLst/>
                <a:ahLst/>
                <a:cxnLst/>
                <a:rect l="l" t="t" r="r" b="b"/>
                <a:pathLst>
                  <a:path w="1188" h="16349" extrusionOk="0">
                    <a:moveTo>
                      <a:pt x="422" y="15889"/>
                    </a:moveTo>
                    <a:cubicBezTo>
                      <a:pt x="1" y="11448"/>
                      <a:pt x="345" y="7045"/>
                      <a:pt x="307" y="2604"/>
                    </a:cubicBezTo>
                    <a:cubicBezTo>
                      <a:pt x="307" y="1953"/>
                      <a:pt x="307" y="1264"/>
                      <a:pt x="192" y="613"/>
                    </a:cubicBezTo>
                    <a:cubicBezTo>
                      <a:pt x="1" y="384"/>
                      <a:pt x="154" y="1"/>
                      <a:pt x="460" y="1"/>
                    </a:cubicBezTo>
                    <a:cubicBezTo>
                      <a:pt x="728" y="1"/>
                      <a:pt x="843" y="307"/>
                      <a:pt x="881" y="537"/>
                    </a:cubicBezTo>
                    <a:cubicBezTo>
                      <a:pt x="996" y="1111"/>
                      <a:pt x="996" y="1724"/>
                      <a:pt x="1035" y="2298"/>
                    </a:cubicBezTo>
                    <a:cubicBezTo>
                      <a:pt x="1073" y="5284"/>
                      <a:pt x="881" y="8309"/>
                      <a:pt x="920" y="11333"/>
                    </a:cubicBezTo>
                    <a:cubicBezTo>
                      <a:pt x="958" y="12788"/>
                      <a:pt x="958" y="14281"/>
                      <a:pt x="1111" y="15774"/>
                    </a:cubicBezTo>
                    <a:cubicBezTo>
                      <a:pt x="1188" y="16233"/>
                      <a:pt x="499" y="16348"/>
                      <a:pt x="422" y="158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42"/>
              <p:cNvSpPr/>
              <p:nvPr/>
            </p:nvSpPr>
            <p:spPr>
              <a:xfrm>
                <a:off x="4925950" y="4298375"/>
                <a:ext cx="31625" cy="424975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6999" extrusionOk="0">
                    <a:moveTo>
                      <a:pt x="460" y="16539"/>
                    </a:moveTo>
                    <a:cubicBezTo>
                      <a:pt x="422" y="14587"/>
                      <a:pt x="307" y="12749"/>
                      <a:pt x="154" y="10835"/>
                    </a:cubicBezTo>
                    <a:cubicBezTo>
                      <a:pt x="77" y="8576"/>
                      <a:pt x="1" y="6317"/>
                      <a:pt x="39" y="4059"/>
                    </a:cubicBezTo>
                    <a:cubicBezTo>
                      <a:pt x="39" y="3523"/>
                      <a:pt x="39" y="1"/>
                      <a:pt x="996" y="498"/>
                    </a:cubicBezTo>
                    <a:cubicBezTo>
                      <a:pt x="1264" y="651"/>
                      <a:pt x="1188" y="919"/>
                      <a:pt x="1073" y="1149"/>
                    </a:cubicBezTo>
                    <a:cubicBezTo>
                      <a:pt x="881" y="1685"/>
                      <a:pt x="843" y="2298"/>
                      <a:pt x="767" y="2872"/>
                    </a:cubicBezTo>
                    <a:cubicBezTo>
                      <a:pt x="652" y="5743"/>
                      <a:pt x="805" y="8729"/>
                      <a:pt x="920" y="11562"/>
                    </a:cubicBezTo>
                    <a:cubicBezTo>
                      <a:pt x="1035" y="13208"/>
                      <a:pt x="1149" y="14893"/>
                      <a:pt x="1188" y="16539"/>
                    </a:cubicBezTo>
                    <a:cubicBezTo>
                      <a:pt x="1188" y="16999"/>
                      <a:pt x="499" y="16999"/>
                      <a:pt x="499" y="165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42"/>
              <p:cNvSpPr/>
              <p:nvPr/>
            </p:nvSpPr>
            <p:spPr>
              <a:xfrm>
                <a:off x="4102850" y="1967850"/>
                <a:ext cx="278550" cy="141675"/>
              </a:xfrm>
              <a:custGeom>
                <a:avLst/>
                <a:gdLst/>
                <a:ahLst/>
                <a:cxnLst/>
                <a:rect l="l" t="t" r="r" b="b"/>
                <a:pathLst>
                  <a:path w="11142" h="5667" extrusionOk="0">
                    <a:moveTo>
                      <a:pt x="345" y="5475"/>
                    </a:moveTo>
                    <a:cubicBezTo>
                      <a:pt x="1" y="5207"/>
                      <a:pt x="345" y="4863"/>
                      <a:pt x="575" y="4671"/>
                    </a:cubicBezTo>
                    <a:cubicBezTo>
                      <a:pt x="996" y="4289"/>
                      <a:pt x="1456" y="3944"/>
                      <a:pt x="1915" y="3638"/>
                    </a:cubicBezTo>
                    <a:cubicBezTo>
                      <a:pt x="3178" y="2796"/>
                      <a:pt x="4557" y="2221"/>
                      <a:pt x="5935" y="1609"/>
                    </a:cubicBezTo>
                    <a:cubicBezTo>
                      <a:pt x="7390" y="881"/>
                      <a:pt x="8959" y="384"/>
                      <a:pt x="10567" y="77"/>
                    </a:cubicBezTo>
                    <a:cubicBezTo>
                      <a:pt x="11027" y="1"/>
                      <a:pt x="11141" y="690"/>
                      <a:pt x="10682" y="805"/>
                    </a:cubicBezTo>
                    <a:cubicBezTo>
                      <a:pt x="8921" y="1111"/>
                      <a:pt x="7275" y="1724"/>
                      <a:pt x="5667" y="2489"/>
                    </a:cubicBezTo>
                    <a:cubicBezTo>
                      <a:pt x="4442" y="3025"/>
                      <a:pt x="3217" y="3599"/>
                      <a:pt x="2106" y="4365"/>
                    </a:cubicBezTo>
                    <a:cubicBezTo>
                      <a:pt x="1724" y="4633"/>
                      <a:pt x="1341" y="4939"/>
                      <a:pt x="996" y="5246"/>
                    </a:cubicBezTo>
                    <a:cubicBezTo>
                      <a:pt x="805" y="5437"/>
                      <a:pt x="652" y="5667"/>
                      <a:pt x="345" y="54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42"/>
              <p:cNvSpPr/>
              <p:nvPr/>
            </p:nvSpPr>
            <p:spPr>
              <a:xfrm>
                <a:off x="4429225" y="1944900"/>
                <a:ext cx="63200" cy="23950"/>
              </a:xfrm>
              <a:custGeom>
                <a:avLst/>
                <a:gdLst/>
                <a:ahLst/>
                <a:cxnLst/>
                <a:rect l="l" t="t" r="r" b="b"/>
                <a:pathLst>
                  <a:path w="2528" h="958" extrusionOk="0">
                    <a:moveTo>
                      <a:pt x="115" y="651"/>
                    </a:moveTo>
                    <a:cubicBezTo>
                      <a:pt x="1" y="77"/>
                      <a:pt x="766" y="115"/>
                      <a:pt x="1111" y="77"/>
                    </a:cubicBezTo>
                    <a:cubicBezTo>
                      <a:pt x="1417" y="38"/>
                      <a:pt x="1723" y="38"/>
                      <a:pt x="2030" y="0"/>
                    </a:cubicBezTo>
                    <a:cubicBezTo>
                      <a:pt x="2489" y="0"/>
                      <a:pt x="2527" y="689"/>
                      <a:pt x="2068" y="727"/>
                    </a:cubicBezTo>
                    <a:cubicBezTo>
                      <a:pt x="1609" y="727"/>
                      <a:pt x="1111" y="766"/>
                      <a:pt x="651" y="842"/>
                    </a:cubicBezTo>
                    <a:cubicBezTo>
                      <a:pt x="422" y="957"/>
                      <a:pt x="192" y="881"/>
                      <a:pt x="115" y="6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42"/>
              <p:cNvSpPr/>
              <p:nvPr/>
            </p:nvSpPr>
            <p:spPr>
              <a:xfrm>
                <a:off x="5242750" y="1746775"/>
                <a:ext cx="176125" cy="322550"/>
              </a:xfrm>
              <a:custGeom>
                <a:avLst/>
                <a:gdLst/>
                <a:ahLst/>
                <a:cxnLst/>
                <a:rect l="l" t="t" r="r" b="b"/>
                <a:pathLst>
                  <a:path w="7045" h="12902" extrusionOk="0">
                    <a:moveTo>
                      <a:pt x="6241" y="12442"/>
                    </a:moveTo>
                    <a:cubicBezTo>
                      <a:pt x="5284" y="8499"/>
                      <a:pt x="3446" y="4747"/>
                      <a:pt x="881" y="1608"/>
                    </a:cubicBezTo>
                    <a:cubicBezTo>
                      <a:pt x="652" y="1340"/>
                      <a:pt x="460" y="1072"/>
                      <a:pt x="269" y="804"/>
                    </a:cubicBezTo>
                    <a:cubicBezTo>
                      <a:pt x="1" y="421"/>
                      <a:pt x="537" y="0"/>
                      <a:pt x="843" y="383"/>
                    </a:cubicBezTo>
                    <a:cubicBezTo>
                      <a:pt x="2489" y="2412"/>
                      <a:pt x="3982" y="4594"/>
                      <a:pt x="5093" y="6968"/>
                    </a:cubicBezTo>
                    <a:cubicBezTo>
                      <a:pt x="5858" y="8691"/>
                      <a:pt x="6471" y="10452"/>
                      <a:pt x="6930" y="12289"/>
                    </a:cubicBezTo>
                    <a:cubicBezTo>
                      <a:pt x="7045" y="12749"/>
                      <a:pt x="6356" y="12902"/>
                      <a:pt x="6241" y="124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42"/>
              <p:cNvSpPr/>
              <p:nvPr/>
            </p:nvSpPr>
            <p:spPr>
              <a:xfrm>
                <a:off x="5409300" y="2121950"/>
                <a:ext cx="26825" cy="63200"/>
              </a:xfrm>
              <a:custGeom>
                <a:avLst/>
                <a:gdLst/>
                <a:ahLst/>
                <a:cxnLst/>
                <a:rect l="l" t="t" r="r" b="b"/>
                <a:pathLst>
                  <a:path w="1073" h="2528" extrusionOk="0">
                    <a:moveTo>
                      <a:pt x="383" y="2183"/>
                    </a:moveTo>
                    <a:cubicBezTo>
                      <a:pt x="345" y="1723"/>
                      <a:pt x="268" y="1264"/>
                      <a:pt x="192" y="804"/>
                    </a:cubicBezTo>
                    <a:cubicBezTo>
                      <a:pt x="77" y="536"/>
                      <a:pt x="0" y="115"/>
                      <a:pt x="345" y="39"/>
                    </a:cubicBezTo>
                    <a:cubicBezTo>
                      <a:pt x="536" y="0"/>
                      <a:pt x="728" y="115"/>
                      <a:pt x="766" y="307"/>
                    </a:cubicBezTo>
                    <a:cubicBezTo>
                      <a:pt x="919" y="881"/>
                      <a:pt x="1034" y="1494"/>
                      <a:pt x="1072" y="2106"/>
                    </a:cubicBezTo>
                    <a:cubicBezTo>
                      <a:pt x="1072" y="2298"/>
                      <a:pt x="957" y="2489"/>
                      <a:pt x="766" y="2527"/>
                    </a:cubicBezTo>
                    <a:cubicBezTo>
                      <a:pt x="574" y="2527"/>
                      <a:pt x="383" y="2374"/>
                      <a:pt x="383" y="21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42"/>
              <p:cNvSpPr/>
              <p:nvPr/>
            </p:nvSpPr>
            <p:spPr>
              <a:xfrm>
                <a:off x="4182300" y="2467450"/>
                <a:ext cx="143575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5743" h="1762" extrusionOk="0">
                    <a:moveTo>
                      <a:pt x="77" y="1341"/>
                    </a:moveTo>
                    <a:cubicBezTo>
                      <a:pt x="0" y="1188"/>
                      <a:pt x="77" y="958"/>
                      <a:pt x="268" y="881"/>
                    </a:cubicBezTo>
                    <a:cubicBezTo>
                      <a:pt x="575" y="690"/>
                      <a:pt x="881" y="575"/>
                      <a:pt x="1225" y="460"/>
                    </a:cubicBezTo>
                    <a:cubicBezTo>
                      <a:pt x="2527" y="1"/>
                      <a:pt x="3982" y="1"/>
                      <a:pt x="5360" y="192"/>
                    </a:cubicBezTo>
                    <a:cubicBezTo>
                      <a:pt x="5666" y="269"/>
                      <a:pt x="5743" y="690"/>
                      <a:pt x="5475" y="843"/>
                    </a:cubicBezTo>
                    <a:cubicBezTo>
                      <a:pt x="5360" y="920"/>
                      <a:pt x="5245" y="920"/>
                      <a:pt x="5092" y="881"/>
                    </a:cubicBezTo>
                    <a:cubicBezTo>
                      <a:pt x="4671" y="843"/>
                      <a:pt x="4250" y="805"/>
                      <a:pt x="3790" y="805"/>
                    </a:cubicBezTo>
                    <a:cubicBezTo>
                      <a:pt x="3140" y="805"/>
                      <a:pt x="2451" y="843"/>
                      <a:pt x="1800" y="1035"/>
                    </a:cubicBezTo>
                    <a:cubicBezTo>
                      <a:pt x="1532" y="1073"/>
                      <a:pt x="1264" y="1188"/>
                      <a:pt x="1034" y="1264"/>
                    </a:cubicBezTo>
                    <a:cubicBezTo>
                      <a:pt x="728" y="1417"/>
                      <a:pt x="307" y="1762"/>
                      <a:pt x="77" y="13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42"/>
              <p:cNvSpPr/>
              <p:nvPr/>
            </p:nvSpPr>
            <p:spPr>
              <a:xfrm>
                <a:off x="5031250" y="2468425"/>
                <a:ext cx="117725" cy="33525"/>
              </a:xfrm>
              <a:custGeom>
                <a:avLst/>
                <a:gdLst/>
                <a:ahLst/>
                <a:cxnLst/>
                <a:rect l="l" t="t" r="r" b="b"/>
                <a:pathLst>
                  <a:path w="4709" h="1341" extrusionOk="0">
                    <a:moveTo>
                      <a:pt x="345" y="919"/>
                    </a:moveTo>
                    <a:cubicBezTo>
                      <a:pt x="0" y="230"/>
                      <a:pt x="1914" y="77"/>
                      <a:pt x="2335" y="38"/>
                    </a:cubicBezTo>
                    <a:cubicBezTo>
                      <a:pt x="3063" y="0"/>
                      <a:pt x="3752" y="0"/>
                      <a:pt x="4441" y="230"/>
                    </a:cubicBezTo>
                    <a:cubicBezTo>
                      <a:pt x="4632" y="268"/>
                      <a:pt x="4709" y="498"/>
                      <a:pt x="4671" y="689"/>
                    </a:cubicBezTo>
                    <a:cubicBezTo>
                      <a:pt x="4556" y="957"/>
                      <a:pt x="4250" y="957"/>
                      <a:pt x="4020" y="842"/>
                    </a:cubicBezTo>
                    <a:cubicBezTo>
                      <a:pt x="3101" y="613"/>
                      <a:pt x="2182" y="728"/>
                      <a:pt x="1263" y="919"/>
                    </a:cubicBezTo>
                    <a:cubicBezTo>
                      <a:pt x="957" y="996"/>
                      <a:pt x="536" y="1340"/>
                      <a:pt x="345" y="9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42"/>
              <p:cNvSpPr/>
              <p:nvPr/>
            </p:nvSpPr>
            <p:spPr>
              <a:xfrm>
                <a:off x="4630225" y="3452300"/>
                <a:ext cx="136875" cy="33525"/>
              </a:xfrm>
              <a:custGeom>
                <a:avLst/>
                <a:gdLst/>
                <a:ahLst/>
                <a:cxnLst/>
                <a:rect l="l" t="t" r="r" b="b"/>
                <a:pathLst>
                  <a:path w="5475" h="1341" extrusionOk="0">
                    <a:moveTo>
                      <a:pt x="230" y="958"/>
                    </a:moveTo>
                    <a:cubicBezTo>
                      <a:pt x="0" y="384"/>
                      <a:pt x="881" y="307"/>
                      <a:pt x="1264" y="192"/>
                    </a:cubicBezTo>
                    <a:cubicBezTo>
                      <a:pt x="2527" y="1"/>
                      <a:pt x="3790" y="116"/>
                      <a:pt x="5015" y="384"/>
                    </a:cubicBezTo>
                    <a:cubicBezTo>
                      <a:pt x="5475" y="499"/>
                      <a:pt x="5360" y="1188"/>
                      <a:pt x="4901" y="1073"/>
                    </a:cubicBezTo>
                    <a:cubicBezTo>
                      <a:pt x="4594" y="1034"/>
                      <a:pt x="4326" y="958"/>
                      <a:pt x="4020" y="920"/>
                    </a:cubicBezTo>
                    <a:cubicBezTo>
                      <a:pt x="3063" y="805"/>
                      <a:pt x="2068" y="728"/>
                      <a:pt x="1149" y="958"/>
                    </a:cubicBezTo>
                    <a:cubicBezTo>
                      <a:pt x="842" y="996"/>
                      <a:pt x="421" y="1341"/>
                      <a:pt x="230" y="9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42"/>
              <p:cNvSpPr/>
              <p:nvPr/>
            </p:nvSpPr>
            <p:spPr>
              <a:xfrm>
                <a:off x="5383450" y="3292475"/>
                <a:ext cx="70850" cy="95725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3829" extrusionOk="0">
                    <a:moveTo>
                      <a:pt x="536" y="3714"/>
                    </a:moveTo>
                    <a:cubicBezTo>
                      <a:pt x="1" y="3408"/>
                      <a:pt x="690" y="2833"/>
                      <a:pt x="843" y="2451"/>
                    </a:cubicBezTo>
                    <a:cubicBezTo>
                      <a:pt x="1340" y="1723"/>
                      <a:pt x="1723" y="1034"/>
                      <a:pt x="2106" y="268"/>
                    </a:cubicBezTo>
                    <a:cubicBezTo>
                      <a:pt x="2221" y="77"/>
                      <a:pt x="2412" y="0"/>
                      <a:pt x="2604" y="115"/>
                    </a:cubicBezTo>
                    <a:cubicBezTo>
                      <a:pt x="2757" y="192"/>
                      <a:pt x="2834" y="422"/>
                      <a:pt x="2757" y="575"/>
                    </a:cubicBezTo>
                    <a:cubicBezTo>
                      <a:pt x="2489" y="1111"/>
                      <a:pt x="2183" y="1647"/>
                      <a:pt x="1876" y="2144"/>
                    </a:cubicBezTo>
                    <a:cubicBezTo>
                      <a:pt x="1608" y="2604"/>
                      <a:pt x="1340" y="3025"/>
                      <a:pt x="1072" y="3484"/>
                    </a:cubicBezTo>
                    <a:cubicBezTo>
                      <a:pt x="996" y="3676"/>
                      <a:pt x="766" y="3829"/>
                      <a:pt x="536" y="37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873;p42"/>
              <p:cNvSpPr/>
              <p:nvPr/>
            </p:nvSpPr>
            <p:spPr>
              <a:xfrm>
                <a:off x="3987050" y="3743275"/>
                <a:ext cx="235475" cy="163675"/>
              </a:xfrm>
              <a:custGeom>
                <a:avLst/>
                <a:gdLst/>
                <a:ahLst/>
                <a:cxnLst/>
                <a:rect l="l" t="t" r="r" b="b"/>
                <a:pathLst>
                  <a:path w="9419" h="6547" extrusionOk="0">
                    <a:moveTo>
                      <a:pt x="8729" y="6393"/>
                    </a:moveTo>
                    <a:cubicBezTo>
                      <a:pt x="7351" y="5857"/>
                      <a:pt x="5973" y="5207"/>
                      <a:pt x="4671" y="4441"/>
                    </a:cubicBezTo>
                    <a:cubicBezTo>
                      <a:pt x="3063" y="3484"/>
                      <a:pt x="1723" y="2106"/>
                      <a:pt x="345" y="842"/>
                    </a:cubicBezTo>
                    <a:cubicBezTo>
                      <a:pt x="1" y="536"/>
                      <a:pt x="460" y="0"/>
                      <a:pt x="804" y="306"/>
                    </a:cubicBezTo>
                    <a:cubicBezTo>
                      <a:pt x="1072" y="574"/>
                      <a:pt x="1340" y="804"/>
                      <a:pt x="1570" y="1034"/>
                    </a:cubicBezTo>
                    <a:cubicBezTo>
                      <a:pt x="2642" y="2029"/>
                      <a:pt x="3752" y="3024"/>
                      <a:pt x="4977" y="3828"/>
                    </a:cubicBezTo>
                    <a:cubicBezTo>
                      <a:pt x="6241" y="4556"/>
                      <a:pt x="7619" y="5207"/>
                      <a:pt x="8997" y="5743"/>
                    </a:cubicBezTo>
                    <a:cubicBezTo>
                      <a:pt x="9418" y="5896"/>
                      <a:pt x="9189" y="6547"/>
                      <a:pt x="8729" y="63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42"/>
              <p:cNvSpPr/>
              <p:nvPr/>
            </p:nvSpPr>
            <p:spPr>
              <a:xfrm>
                <a:off x="4374675" y="3133600"/>
                <a:ext cx="191450" cy="78500"/>
              </a:xfrm>
              <a:custGeom>
                <a:avLst/>
                <a:gdLst/>
                <a:ahLst/>
                <a:cxnLst/>
                <a:rect l="l" t="t" r="r" b="b"/>
                <a:pathLst>
                  <a:path w="7658" h="3140" extrusionOk="0">
                    <a:moveTo>
                      <a:pt x="7121" y="3101"/>
                    </a:moveTo>
                    <a:cubicBezTo>
                      <a:pt x="4824" y="2718"/>
                      <a:pt x="2412" y="2221"/>
                      <a:pt x="536" y="766"/>
                    </a:cubicBezTo>
                    <a:cubicBezTo>
                      <a:pt x="0" y="804"/>
                      <a:pt x="0" y="115"/>
                      <a:pt x="498" y="39"/>
                    </a:cubicBezTo>
                    <a:cubicBezTo>
                      <a:pt x="690" y="0"/>
                      <a:pt x="804" y="115"/>
                      <a:pt x="958" y="192"/>
                    </a:cubicBezTo>
                    <a:cubicBezTo>
                      <a:pt x="1302" y="498"/>
                      <a:pt x="1685" y="728"/>
                      <a:pt x="2106" y="919"/>
                    </a:cubicBezTo>
                    <a:cubicBezTo>
                      <a:pt x="2872" y="1340"/>
                      <a:pt x="3752" y="1608"/>
                      <a:pt x="4633" y="1876"/>
                    </a:cubicBezTo>
                    <a:cubicBezTo>
                      <a:pt x="5475" y="2106"/>
                      <a:pt x="6356" y="2259"/>
                      <a:pt x="7198" y="2412"/>
                    </a:cubicBezTo>
                    <a:cubicBezTo>
                      <a:pt x="7657" y="2451"/>
                      <a:pt x="7581" y="3140"/>
                      <a:pt x="7121" y="31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42"/>
              <p:cNvSpPr/>
              <p:nvPr/>
            </p:nvSpPr>
            <p:spPr>
              <a:xfrm>
                <a:off x="4858975" y="3137425"/>
                <a:ext cx="157925" cy="62225"/>
              </a:xfrm>
              <a:custGeom>
                <a:avLst/>
                <a:gdLst/>
                <a:ahLst/>
                <a:cxnLst/>
                <a:rect l="l" t="t" r="r" b="b"/>
                <a:pathLst>
                  <a:path w="6317" h="2489" extrusionOk="0">
                    <a:moveTo>
                      <a:pt x="0" y="2106"/>
                    </a:moveTo>
                    <a:cubicBezTo>
                      <a:pt x="0" y="1953"/>
                      <a:pt x="191" y="1762"/>
                      <a:pt x="345" y="1762"/>
                    </a:cubicBezTo>
                    <a:cubicBezTo>
                      <a:pt x="689" y="1723"/>
                      <a:pt x="1072" y="1647"/>
                      <a:pt x="1417" y="1608"/>
                    </a:cubicBezTo>
                    <a:cubicBezTo>
                      <a:pt x="2948" y="1264"/>
                      <a:pt x="4364" y="766"/>
                      <a:pt x="5743" y="77"/>
                    </a:cubicBezTo>
                    <a:cubicBezTo>
                      <a:pt x="5934" y="0"/>
                      <a:pt x="6164" y="115"/>
                      <a:pt x="6240" y="268"/>
                    </a:cubicBezTo>
                    <a:cubicBezTo>
                      <a:pt x="6317" y="460"/>
                      <a:pt x="6202" y="651"/>
                      <a:pt x="6049" y="728"/>
                    </a:cubicBezTo>
                    <a:cubicBezTo>
                      <a:pt x="5360" y="1072"/>
                      <a:pt x="4671" y="1379"/>
                      <a:pt x="3943" y="1608"/>
                    </a:cubicBezTo>
                    <a:cubicBezTo>
                      <a:pt x="2795" y="2030"/>
                      <a:pt x="1608" y="2336"/>
                      <a:pt x="383" y="2451"/>
                    </a:cubicBezTo>
                    <a:cubicBezTo>
                      <a:pt x="191" y="2489"/>
                      <a:pt x="38" y="2298"/>
                      <a:pt x="38" y="21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42"/>
              <p:cNvSpPr/>
              <p:nvPr/>
            </p:nvSpPr>
            <p:spPr>
              <a:xfrm>
                <a:off x="4719225" y="3191025"/>
                <a:ext cx="93825" cy="22025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881" extrusionOk="0">
                    <a:moveTo>
                      <a:pt x="460" y="843"/>
                    </a:moveTo>
                    <a:cubicBezTo>
                      <a:pt x="1" y="843"/>
                      <a:pt x="1" y="154"/>
                      <a:pt x="460" y="154"/>
                    </a:cubicBezTo>
                    <a:lnTo>
                      <a:pt x="1379" y="154"/>
                    </a:lnTo>
                    <a:cubicBezTo>
                      <a:pt x="2030" y="154"/>
                      <a:pt x="2680" y="77"/>
                      <a:pt x="3331" y="39"/>
                    </a:cubicBezTo>
                    <a:cubicBezTo>
                      <a:pt x="3523" y="0"/>
                      <a:pt x="3714" y="115"/>
                      <a:pt x="3714" y="345"/>
                    </a:cubicBezTo>
                    <a:cubicBezTo>
                      <a:pt x="3752" y="498"/>
                      <a:pt x="3638" y="728"/>
                      <a:pt x="3446" y="728"/>
                    </a:cubicBezTo>
                    <a:cubicBezTo>
                      <a:pt x="2451" y="843"/>
                      <a:pt x="1455" y="881"/>
                      <a:pt x="460" y="84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42"/>
              <p:cNvSpPr/>
              <p:nvPr/>
            </p:nvSpPr>
            <p:spPr>
              <a:xfrm>
                <a:off x="3918150" y="4198850"/>
                <a:ext cx="128275" cy="22015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8806" extrusionOk="0">
                    <a:moveTo>
                      <a:pt x="268" y="8729"/>
                    </a:moveTo>
                    <a:cubicBezTo>
                      <a:pt x="115" y="8652"/>
                      <a:pt x="0" y="8423"/>
                      <a:pt x="77" y="8269"/>
                    </a:cubicBezTo>
                    <a:cubicBezTo>
                      <a:pt x="421" y="7542"/>
                      <a:pt x="766" y="6815"/>
                      <a:pt x="1149" y="6125"/>
                    </a:cubicBezTo>
                    <a:cubicBezTo>
                      <a:pt x="1991" y="4441"/>
                      <a:pt x="2910" y="2795"/>
                      <a:pt x="3867" y="1149"/>
                    </a:cubicBezTo>
                    <a:cubicBezTo>
                      <a:pt x="4058" y="881"/>
                      <a:pt x="4211" y="613"/>
                      <a:pt x="4364" y="306"/>
                    </a:cubicBezTo>
                    <a:cubicBezTo>
                      <a:pt x="4364" y="153"/>
                      <a:pt x="4556" y="0"/>
                      <a:pt x="4709" y="0"/>
                    </a:cubicBezTo>
                    <a:cubicBezTo>
                      <a:pt x="4900" y="0"/>
                      <a:pt x="5015" y="115"/>
                      <a:pt x="5054" y="268"/>
                    </a:cubicBezTo>
                    <a:cubicBezTo>
                      <a:pt x="5130" y="459"/>
                      <a:pt x="5015" y="613"/>
                      <a:pt x="4939" y="804"/>
                    </a:cubicBezTo>
                    <a:cubicBezTo>
                      <a:pt x="4824" y="957"/>
                      <a:pt x="4747" y="1110"/>
                      <a:pt x="4632" y="1263"/>
                    </a:cubicBezTo>
                    <a:cubicBezTo>
                      <a:pt x="4058" y="2297"/>
                      <a:pt x="3446" y="3292"/>
                      <a:pt x="2910" y="4326"/>
                    </a:cubicBezTo>
                    <a:cubicBezTo>
                      <a:pt x="2374" y="5283"/>
                      <a:pt x="1876" y="6279"/>
                      <a:pt x="1378" y="7236"/>
                    </a:cubicBezTo>
                    <a:cubicBezTo>
                      <a:pt x="1149" y="7657"/>
                      <a:pt x="957" y="8116"/>
                      <a:pt x="727" y="8537"/>
                    </a:cubicBezTo>
                    <a:cubicBezTo>
                      <a:pt x="651" y="8690"/>
                      <a:pt x="459" y="8805"/>
                      <a:pt x="268" y="87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1878;p42"/>
              <p:cNvSpPr/>
              <p:nvPr/>
            </p:nvSpPr>
            <p:spPr>
              <a:xfrm>
                <a:off x="3893250" y="4143325"/>
                <a:ext cx="90000" cy="116800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4672" extrusionOk="0">
                    <a:moveTo>
                      <a:pt x="230" y="4556"/>
                    </a:moveTo>
                    <a:cubicBezTo>
                      <a:pt x="39" y="4480"/>
                      <a:pt x="1" y="4250"/>
                      <a:pt x="116" y="4097"/>
                    </a:cubicBezTo>
                    <a:cubicBezTo>
                      <a:pt x="805" y="2834"/>
                      <a:pt x="1532" y="1532"/>
                      <a:pt x="2527" y="460"/>
                    </a:cubicBezTo>
                    <a:cubicBezTo>
                      <a:pt x="2642" y="345"/>
                      <a:pt x="2757" y="230"/>
                      <a:pt x="2872" y="192"/>
                    </a:cubicBezTo>
                    <a:cubicBezTo>
                      <a:pt x="3293" y="1"/>
                      <a:pt x="3599" y="613"/>
                      <a:pt x="3178" y="805"/>
                    </a:cubicBezTo>
                    <a:cubicBezTo>
                      <a:pt x="2106" y="1838"/>
                      <a:pt x="1455" y="3178"/>
                      <a:pt x="728" y="4442"/>
                    </a:cubicBezTo>
                    <a:cubicBezTo>
                      <a:pt x="613" y="4595"/>
                      <a:pt x="384" y="4671"/>
                      <a:pt x="230" y="45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42"/>
              <p:cNvSpPr/>
              <p:nvPr/>
            </p:nvSpPr>
            <p:spPr>
              <a:xfrm>
                <a:off x="3930575" y="1152425"/>
                <a:ext cx="237400" cy="178025"/>
              </a:xfrm>
              <a:custGeom>
                <a:avLst/>
                <a:gdLst/>
                <a:ahLst/>
                <a:cxnLst/>
                <a:rect l="l" t="t" r="r" b="b"/>
                <a:pathLst>
                  <a:path w="9496" h="7121" extrusionOk="0">
                    <a:moveTo>
                      <a:pt x="154" y="6853"/>
                    </a:moveTo>
                    <a:cubicBezTo>
                      <a:pt x="1" y="6700"/>
                      <a:pt x="1" y="6508"/>
                      <a:pt x="154" y="6355"/>
                    </a:cubicBezTo>
                    <a:cubicBezTo>
                      <a:pt x="652" y="5819"/>
                      <a:pt x="1264" y="5436"/>
                      <a:pt x="1838" y="4977"/>
                    </a:cubicBezTo>
                    <a:cubicBezTo>
                      <a:pt x="2451" y="4518"/>
                      <a:pt x="3063" y="4058"/>
                      <a:pt x="3676" y="3560"/>
                    </a:cubicBezTo>
                    <a:cubicBezTo>
                      <a:pt x="5246" y="2297"/>
                      <a:pt x="6930" y="1072"/>
                      <a:pt x="8768" y="192"/>
                    </a:cubicBezTo>
                    <a:cubicBezTo>
                      <a:pt x="9189" y="0"/>
                      <a:pt x="9495" y="651"/>
                      <a:pt x="9036" y="842"/>
                    </a:cubicBezTo>
                    <a:cubicBezTo>
                      <a:pt x="6394" y="2106"/>
                      <a:pt x="4250" y="4135"/>
                      <a:pt x="1877" y="5858"/>
                    </a:cubicBezTo>
                    <a:cubicBezTo>
                      <a:pt x="1532" y="6087"/>
                      <a:pt x="1188" y="6317"/>
                      <a:pt x="881" y="6585"/>
                    </a:cubicBezTo>
                    <a:cubicBezTo>
                      <a:pt x="690" y="6815"/>
                      <a:pt x="422" y="7121"/>
                      <a:pt x="116" y="68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42"/>
              <p:cNvSpPr/>
              <p:nvPr/>
            </p:nvSpPr>
            <p:spPr>
              <a:xfrm>
                <a:off x="4216750" y="1085425"/>
                <a:ext cx="79475" cy="46925"/>
              </a:xfrm>
              <a:custGeom>
                <a:avLst/>
                <a:gdLst/>
                <a:ahLst/>
                <a:cxnLst/>
                <a:rect l="l" t="t" r="r" b="b"/>
                <a:pathLst>
                  <a:path w="3179" h="1877" extrusionOk="0">
                    <a:moveTo>
                      <a:pt x="77" y="1570"/>
                    </a:moveTo>
                    <a:cubicBezTo>
                      <a:pt x="1" y="1378"/>
                      <a:pt x="115" y="1149"/>
                      <a:pt x="307" y="1072"/>
                    </a:cubicBezTo>
                    <a:cubicBezTo>
                      <a:pt x="651" y="919"/>
                      <a:pt x="1034" y="728"/>
                      <a:pt x="1379" y="575"/>
                    </a:cubicBezTo>
                    <a:cubicBezTo>
                      <a:pt x="1800" y="383"/>
                      <a:pt x="2221" y="230"/>
                      <a:pt x="2642" y="77"/>
                    </a:cubicBezTo>
                    <a:cubicBezTo>
                      <a:pt x="2834" y="0"/>
                      <a:pt x="3025" y="77"/>
                      <a:pt x="3102" y="268"/>
                    </a:cubicBezTo>
                    <a:cubicBezTo>
                      <a:pt x="3178" y="421"/>
                      <a:pt x="3102" y="651"/>
                      <a:pt x="2910" y="728"/>
                    </a:cubicBezTo>
                    <a:cubicBezTo>
                      <a:pt x="2183" y="996"/>
                      <a:pt x="1455" y="1302"/>
                      <a:pt x="766" y="1646"/>
                    </a:cubicBezTo>
                    <a:cubicBezTo>
                      <a:pt x="537" y="1800"/>
                      <a:pt x="230" y="1876"/>
                      <a:pt x="77" y="15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42"/>
              <p:cNvSpPr/>
              <p:nvPr/>
            </p:nvSpPr>
            <p:spPr>
              <a:xfrm>
                <a:off x="3819550" y="933250"/>
                <a:ext cx="1742900" cy="3810200"/>
              </a:xfrm>
              <a:custGeom>
                <a:avLst/>
                <a:gdLst/>
                <a:ahLst/>
                <a:cxnLst/>
                <a:rect l="l" t="t" r="r" b="b"/>
                <a:pathLst>
                  <a:path w="69716" h="152408" extrusionOk="0">
                    <a:moveTo>
                      <a:pt x="537" y="150685"/>
                    </a:moveTo>
                    <a:lnTo>
                      <a:pt x="537" y="150685"/>
                    </a:lnTo>
                    <a:lnTo>
                      <a:pt x="537" y="150685"/>
                    </a:lnTo>
                    <a:lnTo>
                      <a:pt x="537" y="150685"/>
                    </a:lnTo>
                    <a:lnTo>
                      <a:pt x="537" y="150685"/>
                    </a:lnTo>
                    <a:lnTo>
                      <a:pt x="537" y="150685"/>
                    </a:lnTo>
                    <a:lnTo>
                      <a:pt x="537" y="150685"/>
                    </a:lnTo>
                    <a:lnTo>
                      <a:pt x="537" y="150685"/>
                    </a:lnTo>
                    <a:lnTo>
                      <a:pt x="537" y="150685"/>
                    </a:lnTo>
                    <a:lnTo>
                      <a:pt x="537" y="150685"/>
                    </a:lnTo>
                    <a:lnTo>
                      <a:pt x="537" y="150646"/>
                    </a:lnTo>
                    <a:lnTo>
                      <a:pt x="537" y="150646"/>
                    </a:lnTo>
                    <a:lnTo>
                      <a:pt x="537" y="150646"/>
                    </a:lnTo>
                    <a:lnTo>
                      <a:pt x="537" y="150646"/>
                    </a:lnTo>
                    <a:lnTo>
                      <a:pt x="537" y="150646"/>
                    </a:lnTo>
                    <a:lnTo>
                      <a:pt x="537" y="150646"/>
                    </a:lnTo>
                    <a:lnTo>
                      <a:pt x="537" y="150646"/>
                    </a:lnTo>
                    <a:lnTo>
                      <a:pt x="537" y="150646"/>
                    </a:lnTo>
                    <a:lnTo>
                      <a:pt x="537" y="150646"/>
                    </a:lnTo>
                    <a:lnTo>
                      <a:pt x="537" y="150646"/>
                    </a:lnTo>
                    <a:lnTo>
                      <a:pt x="537" y="150608"/>
                    </a:lnTo>
                    <a:lnTo>
                      <a:pt x="537" y="150608"/>
                    </a:lnTo>
                    <a:lnTo>
                      <a:pt x="537" y="150608"/>
                    </a:lnTo>
                    <a:lnTo>
                      <a:pt x="537" y="150608"/>
                    </a:lnTo>
                    <a:lnTo>
                      <a:pt x="537" y="150608"/>
                    </a:lnTo>
                    <a:lnTo>
                      <a:pt x="537" y="150608"/>
                    </a:lnTo>
                    <a:lnTo>
                      <a:pt x="537" y="150608"/>
                    </a:lnTo>
                    <a:lnTo>
                      <a:pt x="537" y="150608"/>
                    </a:lnTo>
                    <a:lnTo>
                      <a:pt x="537" y="150608"/>
                    </a:lnTo>
                    <a:lnTo>
                      <a:pt x="537" y="150608"/>
                    </a:lnTo>
                    <a:lnTo>
                      <a:pt x="537" y="150608"/>
                    </a:lnTo>
                    <a:lnTo>
                      <a:pt x="537" y="150608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493"/>
                    </a:lnTo>
                    <a:lnTo>
                      <a:pt x="537" y="150493"/>
                    </a:lnTo>
                    <a:lnTo>
                      <a:pt x="537" y="150493"/>
                    </a:lnTo>
                    <a:lnTo>
                      <a:pt x="537" y="150493"/>
                    </a:lnTo>
                    <a:lnTo>
                      <a:pt x="537" y="150493"/>
                    </a:lnTo>
                    <a:lnTo>
                      <a:pt x="537" y="150493"/>
                    </a:lnTo>
                    <a:lnTo>
                      <a:pt x="537" y="150493"/>
                    </a:lnTo>
                    <a:lnTo>
                      <a:pt x="537" y="150493"/>
                    </a:lnTo>
                    <a:lnTo>
                      <a:pt x="537" y="150493"/>
                    </a:lnTo>
                    <a:lnTo>
                      <a:pt x="537" y="150493"/>
                    </a:lnTo>
                    <a:lnTo>
                      <a:pt x="537" y="150493"/>
                    </a:lnTo>
                    <a:lnTo>
                      <a:pt x="537" y="150493"/>
                    </a:lnTo>
                    <a:lnTo>
                      <a:pt x="537" y="150455"/>
                    </a:lnTo>
                    <a:lnTo>
                      <a:pt x="537" y="150455"/>
                    </a:lnTo>
                    <a:lnTo>
                      <a:pt x="537" y="150455"/>
                    </a:lnTo>
                    <a:lnTo>
                      <a:pt x="537" y="150455"/>
                    </a:lnTo>
                    <a:cubicBezTo>
                      <a:pt x="537" y="149153"/>
                      <a:pt x="613" y="147852"/>
                      <a:pt x="690" y="146550"/>
                    </a:cubicBezTo>
                    <a:cubicBezTo>
                      <a:pt x="843" y="143028"/>
                      <a:pt x="881" y="139621"/>
                      <a:pt x="805" y="136137"/>
                    </a:cubicBezTo>
                    <a:cubicBezTo>
                      <a:pt x="652" y="127408"/>
                      <a:pt x="499" y="118680"/>
                      <a:pt x="499" y="109951"/>
                    </a:cubicBezTo>
                    <a:cubicBezTo>
                      <a:pt x="575" y="98006"/>
                      <a:pt x="537" y="86062"/>
                      <a:pt x="1" y="74117"/>
                    </a:cubicBezTo>
                    <a:cubicBezTo>
                      <a:pt x="39" y="65312"/>
                      <a:pt x="192" y="56545"/>
                      <a:pt x="269" y="47740"/>
                    </a:cubicBezTo>
                    <a:cubicBezTo>
                      <a:pt x="422" y="40581"/>
                      <a:pt x="499" y="33422"/>
                      <a:pt x="460" y="26263"/>
                    </a:cubicBezTo>
                    <a:cubicBezTo>
                      <a:pt x="460" y="19487"/>
                      <a:pt x="690" y="12749"/>
                      <a:pt x="422" y="5972"/>
                    </a:cubicBezTo>
                    <a:cubicBezTo>
                      <a:pt x="345" y="4594"/>
                      <a:pt x="269" y="3254"/>
                      <a:pt x="231" y="1876"/>
                    </a:cubicBezTo>
                    <a:cubicBezTo>
                      <a:pt x="192" y="1531"/>
                      <a:pt x="192" y="1187"/>
                      <a:pt x="192" y="842"/>
                    </a:cubicBezTo>
                    <a:lnTo>
                      <a:pt x="192" y="842"/>
                    </a:lnTo>
                    <a:lnTo>
                      <a:pt x="192" y="842"/>
                    </a:lnTo>
                    <a:lnTo>
                      <a:pt x="192" y="842"/>
                    </a:lnTo>
                    <a:lnTo>
                      <a:pt x="192" y="842"/>
                    </a:lnTo>
                    <a:lnTo>
                      <a:pt x="192" y="842"/>
                    </a:lnTo>
                    <a:lnTo>
                      <a:pt x="192" y="842"/>
                    </a:lnTo>
                    <a:lnTo>
                      <a:pt x="192" y="842"/>
                    </a:lnTo>
                    <a:lnTo>
                      <a:pt x="192" y="804"/>
                    </a:lnTo>
                    <a:lnTo>
                      <a:pt x="192" y="804"/>
                    </a:lnTo>
                    <a:lnTo>
                      <a:pt x="192" y="804"/>
                    </a:lnTo>
                    <a:lnTo>
                      <a:pt x="192" y="804"/>
                    </a:lnTo>
                    <a:lnTo>
                      <a:pt x="192" y="804"/>
                    </a:lnTo>
                    <a:lnTo>
                      <a:pt x="192" y="804"/>
                    </a:lnTo>
                    <a:lnTo>
                      <a:pt x="192" y="804"/>
                    </a:lnTo>
                    <a:lnTo>
                      <a:pt x="192" y="804"/>
                    </a:lnTo>
                    <a:lnTo>
                      <a:pt x="192" y="804"/>
                    </a:lnTo>
                    <a:lnTo>
                      <a:pt x="192" y="804"/>
                    </a:lnTo>
                    <a:lnTo>
                      <a:pt x="192" y="804"/>
                    </a:lnTo>
                    <a:lnTo>
                      <a:pt x="192" y="804"/>
                    </a:lnTo>
                    <a:lnTo>
                      <a:pt x="192" y="766"/>
                    </a:lnTo>
                    <a:lnTo>
                      <a:pt x="192" y="766"/>
                    </a:lnTo>
                    <a:lnTo>
                      <a:pt x="192" y="766"/>
                    </a:lnTo>
                    <a:lnTo>
                      <a:pt x="192" y="766"/>
                    </a:lnTo>
                    <a:lnTo>
                      <a:pt x="192" y="766"/>
                    </a:lnTo>
                    <a:lnTo>
                      <a:pt x="192" y="766"/>
                    </a:lnTo>
                    <a:lnTo>
                      <a:pt x="192" y="766"/>
                    </a:lnTo>
                    <a:lnTo>
                      <a:pt x="192" y="766"/>
                    </a:lnTo>
                    <a:lnTo>
                      <a:pt x="192" y="766"/>
                    </a:lnTo>
                    <a:lnTo>
                      <a:pt x="192" y="766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689"/>
                    </a:lnTo>
                    <a:lnTo>
                      <a:pt x="192" y="689"/>
                    </a:lnTo>
                    <a:cubicBezTo>
                      <a:pt x="192" y="689"/>
                      <a:pt x="192" y="689"/>
                      <a:pt x="231" y="689"/>
                    </a:cubicBezTo>
                    <a:lnTo>
                      <a:pt x="231" y="689"/>
                    </a:lnTo>
                    <a:cubicBezTo>
                      <a:pt x="231" y="689"/>
                      <a:pt x="231" y="651"/>
                      <a:pt x="231" y="651"/>
                    </a:cubicBezTo>
                    <a:lnTo>
                      <a:pt x="231" y="651"/>
                    </a:lnTo>
                    <a:lnTo>
                      <a:pt x="231" y="651"/>
                    </a:lnTo>
                    <a:lnTo>
                      <a:pt x="231" y="651"/>
                    </a:lnTo>
                    <a:cubicBezTo>
                      <a:pt x="231" y="651"/>
                      <a:pt x="269" y="613"/>
                      <a:pt x="269" y="613"/>
                    </a:cubicBezTo>
                    <a:lnTo>
                      <a:pt x="269" y="613"/>
                    </a:lnTo>
                    <a:lnTo>
                      <a:pt x="269" y="613"/>
                    </a:lnTo>
                    <a:lnTo>
                      <a:pt x="269" y="613"/>
                    </a:lnTo>
                    <a:lnTo>
                      <a:pt x="269" y="613"/>
                    </a:lnTo>
                    <a:lnTo>
                      <a:pt x="269" y="613"/>
                    </a:lnTo>
                    <a:lnTo>
                      <a:pt x="269" y="613"/>
                    </a:lnTo>
                    <a:cubicBezTo>
                      <a:pt x="269" y="613"/>
                      <a:pt x="307" y="613"/>
                      <a:pt x="307" y="613"/>
                    </a:cubicBezTo>
                    <a:lnTo>
                      <a:pt x="307" y="613"/>
                    </a:lnTo>
                    <a:cubicBezTo>
                      <a:pt x="307" y="613"/>
                      <a:pt x="307" y="613"/>
                      <a:pt x="307" y="574"/>
                    </a:cubicBezTo>
                    <a:lnTo>
                      <a:pt x="307" y="574"/>
                    </a:lnTo>
                    <a:cubicBezTo>
                      <a:pt x="345" y="574"/>
                      <a:pt x="384" y="574"/>
                      <a:pt x="422" y="536"/>
                    </a:cubicBezTo>
                    <a:lnTo>
                      <a:pt x="422" y="536"/>
                    </a:lnTo>
                    <a:lnTo>
                      <a:pt x="422" y="536"/>
                    </a:lnTo>
                    <a:lnTo>
                      <a:pt x="422" y="536"/>
                    </a:lnTo>
                    <a:cubicBezTo>
                      <a:pt x="499" y="383"/>
                      <a:pt x="652" y="230"/>
                      <a:pt x="958" y="268"/>
                    </a:cubicBezTo>
                    <a:cubicBezTo>
                      <a:pt x="4978" y="0"/>
                      <a:pt x="8998" y="574"/>
                      <a:pt x="13017" y="536"/>
                    </a:cubicBezTo>
                    <a:cubicBezTo>
                      <a:pt x="15812" y="574"/>
                      <a:pt x="18683" y="728"/>
                      <a:pt x="21440" y="728"/>
                    </a:cubicBezTo>
                    <a:cubicBezTo>
                      <a:pt x="26340" y="689"/>
                      <a:pt x="31279" y="651"/>
                      <a:pt x="36141" y="651"/>
                    </a:cubicBezTo>
                    <a:cubicBezTo>
                      <a:pt x="44831" y="498"/>
                      <a:pt x="53522" y="306"/>
                      <a:pt x="62212" y="421"/>
                    </a:cubicBezTo>
                    <a:cubicBezTo>
                      <a:pt x="63322" y="421"/>
                      <a:pt x="64471" y="383"/>
                      <a:pt x="65619" y="383"/>
                    </a:cubicBezTo>
                    <a:cubicBezTo>
                      <a:pt x="66615" y="383"/>
                      <a:pt x="67648" y="268"/>
                      <a:pt x="68644" y="498"/>
                    </a:cubicBezTo>
                    <a:cubicBezTo>
                      <a:pt x="68758" y="498"/>
                      <a:pt x="68873" y="574"/>
                      <a:pt x="68912" y="689"/>
                    </a:cubicBez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cubicBezTo>
                      <a:pt x="69103" y="689"/>
                      <a:pt x="69256" y="881"/>
                      <a:pt x="69256" y="1034"/>
                    </a:cubicBezTo>
                    <a:cubicBezTo>
                      <a:pt x="69333" y="1685"/>
                      <a:pt x="69333" y="2335"/>
                      <a:pt x="69371" y="2986"/>
                    </a:cubicBezTo>
                    <a:cubicBezTo>
                      <a:pt x="69448" y="5551"/>
                      <a:pt x="69333" y="8155"/>
                      <a:pt x="69294" y="10681"/>
                    </a:cubicBezTo>
                    <a:cubicBezTo>
                      <a:pt x="69294" y="13667"/>
                      <a:pt x="69524" y="16615"/>
                      <a:pt x="69448" y="19601"/>
                    </a:cubicBezTo>
                    <a:cubicBezTo>
                      <a:pt x="69448" y="22511"/>
                      <a:pt x="69256" y="25421"/>
                      <a:pt x="69141" y="28330"/>
                    </a:cubicBezTo>
                    <a:cubicBezTo>
                      <a:pt x="69065" y="31852"/>
                      <a:pt x="69180" y="35298"/>
                      <a:pt x="69256" y="38820"/>
                    </a:cubicBezTo>
                    <a:cubicBezTo>
                      <a:pt x="69371" y="44524"/>
                      <a:pt x="69294" y="50228"/>
                      <a:pt x="69333" y="55933"/>
                    </a:cubicBezTo>
                    <a:cubicBezTo>
                      <a:pt x="69486" y="61943"/>
                      <a:pt x="69448" y="67992"/>
                      <a:pt x="69448" y="74003"/>
                    </a:cubicBezTo>
                    <a:cubicBezTo>
                      <a:pt x="69524" y="80664"/>
                      <a:pt x="69716" y="87287"/>
                      <a:pt x="69716" y="93948"/>
                    </a:cubicBezTo>
                    <a:cubicBezTo>
                      <a:pt x="69716" y="101222"/>
                      <a:pt x="69639" y="108458"/>
                      <a:pt x="69524" y="115732"/>
                    </a:cubicBezTo>
                    <a:cubicBezTo>
                      <a:pt x="69524" y="121359"/>
                      <a:pt x="69524" y="126949"/>
                      <a:pt x="69562" y="132538"/>
                    </a:cubicBezTo>
                    <a:cubicBezTo>
                      <a:pt x="69486" y="137171"/>
                      <a:pt x="69333" y="141841"/>
                      <a:pt x="69371" y="146435"/>
                    </a:cubicBezTo>
                    <a:lnTo>
                      <a:pt x="69371" y="146512"/>
                    </a:lnTo>
                    <a:lnTo>
                      <a:pt x="69371" y="146512"/>
                    </a:lnTo>
                    <a:lnTo>
                      <a:pt x="69371" y="146588"/>
                    </a:lnTo>
                    <a:lnTo>
                      <a:pt x="69371" y="146588"/>
                    </a:lnTo>
                    <a:lnTo>
                      <a:pt x="69371" y="146665"/>
                    </a:lnTo>
                    <a:lnTo>
                      <a:pt x="69371" y="146703"/>
                    </a:lnTo>
                    <a:lnTo>
                      <a:pt x="69371" y="146742"/>
                    </a:lnTo>
                    <a:lnTo>
                      <a:pt x="69371" y="146780"/>
                    </a:lnTo>
                    <a:lnTo>
                      <a:pt x="69371" y="146818"/>
                    </a:lnTo>
                    <a:lnTo>
                      <a:pt x="69371" y="146856"/>
                    </a:lnTo>
                    <a:lnTo>
                      <a:pt x="69371" y="146933"/>
                    </a:lnTo>
                    <a:lnTo>
                      <a:pt x="69371" y="146971"/>
                    </a:lnTo>
                    <a:lnTo>
                      <a:pt x="69371" y="147010"/>
                    </a:lnTo>
                    <a:lnTo>
                      <a:pt x="69371" y="147048"/>
                    </a:lnTo>
                    <a:lnTo>
                      <a:pt x="69371" y="147086"/>
                    </a:lnTo>
                    <a:lnTo>
                      <a:pt x="69371" y="147124"/>
                    </a:lnTo>
                    <a:lnTo>
                      <a:pt x="69371" y="147163"/>
                    </a:lnTo>
                    <a:lnTo>
                      <a:pt x="69371" y="147201"/>
                    </a:lnTo>
                    <a:lnTo>
                      <a:pt x="69371" y="147239"/>
                    </a:lnTo>
                    <a:lnTo>
                      <a:pt x="69371" y="147277"/>
                    </a:lnTo>
                    <a:lnTo>
                      <a:pt x="69371" y="147316"/>
                    </a:lnTo>
                    <a:lnTo>
                      <a:pt x="69371" y="147354"/>
                    </a:lnTo>
                    <a:lnTo>
                      <a:pt x="69371" y="147392"/>
                    </a:lnTo>
                    <a:lnTo>
                      <a:pt x="69371" y="147431"/>
                    </a:lnTo>
                    <a:lnTo>
                      <a:pt x="69371" y="147469"/>
                    </a:lnTo>
                    <a:lnTo>
                      <a:pt x="69371" y="147507"/>
                    </a:lnTo>
                    <a:lnTo>
                      <a:pt x="69371" y="147545"/>
                    </a:lnTo>
                    <a:lnTo>
                      <a:pt x="69371" y="147584"/>
                    </a:lnTo>
                    <a:lnTo>
                      <a:pt x="69371" y="147622"/>
                    </a:lnTo>
                    <a:lnTo>
                      <a:pt x="69371" y="147622"/>
                    </a:lnTo>
                    <a:lnTo>
                      <a:pt x="69371" y="147699"/>
                    </a:lnTo>
                    <a:lnTo>
                      <a:pt x="69371" y="147699"/>
                    </a:lnTo>
                    <a:lnTo>
                      <a:pt x="69371" y="147775"/>
                    </a:lnTo>
                    <a:lnTo>
                      <a:pt x="69371" y="147775"/>
                    </a:lnTo>
                    <a:lnTo>
                      <a:pt x="69371" y="147852"/>
                    </a:lnTo>
                    <a:lnTo>
                      <a:pt x="69371" y="147852"/>
                    </a:lnTo>
                    <a:lnTo>
                      <a:pt x="69371" y="147928"/>
                    </a:lnTo>
                    <a:lnTo>
                      <a:pt x="69371" y="147928"/>
                    </a:lnTo>
                    <a:lnTo>
                      <a:pt x="69371" y="148005"/>
                    </a:lnTo>
                    <a:lnTo>
                      <a:pt x="69371" y="148005"/>
                    </a:lnTo>
                    <a:lnTo>
                      <a:pt x="69371" y="148081"/>
                    </a:lnTo>
                    <a:lnTo>
                      <a:pt x="69371" y="148081"/>
                    </a:lnTo>
                    <a:lnTo>
                      <a:pt x="69371" y="148235"/>
                    </a:lnTo>
                    <a:lnTo>
                      <a:pt x="69371" y="148235"/>
                    </a:lnTo>
                    <a:lnTo>
                      <a:pt x="69371" y="148311"/>
                    </a:lnTo>
                    <a:lnTo>
                      <a:pt x="69371" y="148311"/>
                    </a:lnTo>
                    <a:lnTo>
                      <a:pt x="69371" y="148388"/>
                    </a:lnTo>
                    <a:lnTo>
                      <a:pt x="69371" y="148426"/>
                    </a:lnTo>
                    <a:lnTo>
                      <a:pt x="69371" y="148464"/>
                    </a:lnTo>
                    <a:lnTo>
                      <a:pt x="69371" y="148503"/>
                    </a:lnTo>
                    <a:lnTo>
                      <a:pt x="69371" y="148541"/>
                    </a:lnTo>
                    <a:lnTo>
                      <a:pt x="69371" y="148579"/>
                    </a:lnTo>
                    <a:lnTo>
                      <a:pt x="69371" y="148617"/>
                    </a:lnTo>
                    <a:lnTo>
                      <a:pt x="69371" y="148656"/>
                    </a:lnTo>
                    <a:lnTo>
                      <a:pt x="69371" y="148694"/>
                    </a:lnTo>
                    <a:lnTo>
                      <a:pt x="69371" y="148732"/>
                    </a:lnTo>
                    <a:lnTo>
                      <a:pt x="69371" y="148771"/>
                    </a:lnTo>
                    <a:lnTo>
                      <a:pt x="69371" y="148809"/>
                    </a:lnTo>
                    <a:lnTo>
                      <a:pt x="69371" y="148847"/>
                    </a:lnTo>
                    <a:lnTo>
                      <a:pt x="69371" y="148885"/>
                    </a:lnTo>
                    <a:lnTo>
                      <a:pt x="69371" y="148924"/>
                    </a:lnTo>
                    <a:lnTo>
                      <a:pt x="69371" y="148962"/>
                    </a:lnTo>
                    <a:lnTo>
                      <a:pt x="69371" y="148962"/>
                    </a:lnTo>
                    <a:lnTo>
                      <a:pt x="69371" y="149077"/>
                    </a:lnTo>
                    <a:lnTo>
                      <a:pt x="69371" y="149077"/>
                    </a:lnTo>
                    <a:lnTo>
                      <a:pt x="69371" y="149153"/>
                    </a:lnTo>
                    <a:lnTo>
                      <a:pt x="69371" y="149153"/>
                    </a:lnTo>
                    <a:lnTo>
                      <a:pt x="69371" y="149230"/>
                    </a:lnTo>
                    <a:lnTo>
                      <a:pt x="69371" y="149230"/>
                    </a:lnTo>
                    <a:lnTo>
                      <a:pt x="69371" y="149307"/>
                    </a:lnTo>
                    <a:lnTo>
                      <a:pt x="69371" y="149307"/>
                    </a:lnTo>
                    <a:lnTo>
                      <a:pt x="69371" y="149383"/>
                    </a:lnTo>
                    <a:lnTo>
                      <a:pt x="69371" y="149383"/>
                    </a:lnTo>
                    <a:lnTo>
                      <a:pt x="69371" y="149460"/>
                    </a:lnTo>
                    <a:lnTo>
                      <a:pt x="69371" y="149460"/>
                    </a:lnTo>
                    <a:lnTo>
                      <a:pt x="69371" y="149536"/>
                    </a:lnTo>
                    <a:lnTo>
                      <a:pt x="69371" y="149613"/>
                    </a:lnTo>
                    <a:lnTo>
                      <a:pt x="69371" y="149613"/>
                    </a:lnTo>
                    <a:lnTo>
                      <a:pt x="69371" y="149689"/>
                    </a:lnTo>
                    <a:cubicBezTo>
                      <a:pt x="69371" y="149766"/>
                      <a:pt x="69371" y="149804"/>
                      <a:pt x="69371" y="149881"/>
                    </a:cubicBezTo>
                    <a:lnTo>
                      <a:pt x="69371" y="149957"/>
                    </a:lnTo>
                    <a:lnTo>
                      <a:pt x="69371" y="149957"/>
                    </a:lnTo>
                    <a:lnTo>
                      <a:pt x="69371" y="149996"/>
                    </a:lnTo>
                    <a:lnTo>
                      <a:pt x="69371" y="150034"/>
                    </a:lnTo>
                    <a:lnTo>
                      <a:pt x="69371" y="150110"/>
                    </a:lnTo>
                    <a:lnTo>
                      <a:pt x="69371" y="150110"/>
                    </a:lnTo>
                    <a:lnTo>
                      <a:pt x="69371" y="150264"/>
                    </a:lnTo>
                    <a:lnTo>
                      <a:pt x="69371" y="150340"/>
                    </a:lnTo>
                    <a:lnTo>
                      <a:pt x="69371" y="150340"/>
                    </a:lnTo>
                    <a:lnTo>
                      <a:pt x="69371" y="150493"/>
                    </a:lnTo>
                    <a:lnTo>
                      <a:pt x="69371" y="150493"/>
                    </a:lnTo>
                    <a:lnTo>
                      <a:pt x="69371" y="150570"/>
                    </a:lnTo>
                    <a:lnTo>
                      <a:pt x="69371" y="150570"/>
                    </a:lnTo>
                    <a:lnTo>
                      <a:pt x="69371" y="150646"/>
                    </a:lnTo>
                    <a:lnTo>
                      <a:pt x="69371" y="150723"/>
                    </a:lnTo>
                    <a:lnTo>
                      <a:pt x="69371" y="150723"/>
                    </a:lnTo>
                    <a:lnTo>
                      <a:pt x="69371" y="150800"/>
                    </a:lnTo>
                    <a:lnTo>
                      <a:pt x="69371" y="150876"/>
                    </a:lnTo>
                    <a:lnTo>
                      <a:pt x="69371" y="150876"/>
                    </a:lnTo>
                    <a:lnTo>
                      <a:pt x="69371" y="150953"/>
                    </a:lnTo>
                    <a:lnTo>
                      <a:pt x="69371" y="150991"/>
                    </a:lnTo>
                    <a:lnTo>
                      <a:pt x="69371" y="151029"/>
                    </a:lnTo>
                    <a:lnTo>
                      <a:pt x="69371" y="151068"/>
                    </a:lnTo>
                    <a:lnTo>
                      <a:pt x="69371" y="151106"/>
                    </a:lnTo>
                    <a:lnTo>
                      <a:pt x="69371" y="151144"/>
                    </a:lnTo>
                    <a:lnTo>
                      <a:pt x="69371" y="151182"/>
                    </a:lnTo>
                    <a:lnTo>
                      <a:pt x="69371" y="151221"/>
                    </a:lnTo>
                    <a:lnTo>
                      <a:pt x="69371" y="151259"/>
                    </a:lnTo>
                    <a:lnTo>
                      <a:pt x="69371" y="151259"/>
                    </a:lnTo>
                    <a:cubicBezTo>
                      <a:pt x="69371" y="151259"/>
                      <a:pt x="69371" y="151259"/>
                      <a:pt x="69371" y="151259"/>
                    </a:cubicBezTo>
                    <a:lnTo>
                      <a:pt x="69371" y="151259"/>
                    </a:lnTo>
                    <a:lnTo>
                      <a:pt x="69371" y="151259"/>
                    </a:lnTo>
                    <a:lnTo>
                      <a:pt x="69371" y="151259"/>
                    </a:lnTo>
                    <a:lnTo>
                      <a:pt x="69409" y="151259"/>
                    </a:lnTo>
                    <a:lnTo>
                      <a:pt x="69409" y="151259"/>
                    </a:lnTo>
                    <a:cubicBezTo>
                      <a:pt x="69409" y="151259"/>
                      <a:pt x="69409" y="151297"/>
                      <a:pt x="69448" y="151297"/>
                    </a:cubicBezTo>
                    <a:lnTo>
                      <a:pt x="69448" y="151297"/>
                    </a:lnTo>
                    <a:lnTo>
                      <a:pt x="69448" y="151297"/>
                    </a:lnTo>
                    <a:lnTo>
                      <a:pt x="69448" y="151297"/>
                    </a:lnTo>
                    <a:lnTo>
                      <a:pt x="69448" y="151336"/>
                    </a:lnTo>
                    <a:lnTo>
                      <a:pt x="69448" y="151336"/>
                    </a:lnTo>
                    <a:cubicBezTo>
                      <a:pt x="69448" y="151336"/>
                      <a:pt x="69448" y="151336"/>
                      <a:pt x="69448" y="151336"/>
                    </a:cubicBezTo>
                    <a:lnTo>
                      <a:pt x="69448" y="151336"/>
                    </a:lnTo>
                    <a:lnTo>
                      <a:pt x="69448" y="151374"/>
                    </a:lnTo>
                    <a:lnTo>
                      <a:pt x="69448" y="151374"/>
                    </a:lnTo>
                    <a:lnTo>
                      <a:pt x="69486" y="151374"/>
                    </a:lnTo>
                    <a:lnTo>
                      <a:pt x="69486" y="151374"/>
                    </a:lnTo>
                    <a:lnTo>
                      <a:pt x="69486" y="151374"/>
                    </a:lnTo>
                    <a:lnTo>
                      <a:pt x="69486" y="151374"/>
                    </a:lnTo>
                    <a:lnTo>
                      <a:pt x="69486" y="151412"/>
                    </a:lnTo>
                    <a:lnTo>
                      <a:pt x="69486" y="151412"/>
                    </a:lnTo>
                    <a:cubicBezTo>
                      <a:pt x="69486" y="151412"/>
                      <a:pt x="69486" y="151412"/>
                      <a:pt x="69486" y="151412"/>
                    </a:cubicBezTo>
                    <a:lnTo>
                      <a:pt x="69486" y="151412"/>
                    </a:lnTo>
                    <a:lnTo>
                      <a:pt x="69486" y="151450"/>
                    </a:lnTo>
                    <a:lnTo>
                      <a:pt x="69486" y="151450"/>
                    </a:lnTo>
                    <a:lnTo>
                      <a:pt x="69486" y="151450"/>
                    </a:lnTo>
                    <a:lnTo>
                      <a:pt x="69486" y="151450"/>
                    </a:lnTo>
                    <a:lnTo>
                      <a:pt x="69486" y="151450"/>
                    </a:lnTo>
                    <a:lnTo>
                      <a:pt x="69486" y="151450"/>
                    </a:lnTo>
                    <a:lnTo>
                      <a:pt x="69486" y="151489"/>
                    </a:lnTo>
                    <a:lnTo>
                      <a:pt x="69486" y="151489"/>
                    </a:lnTo>
                    <a:lnTo>
                      <a:pt x="69486" y="151489"/>
                    </a:lnTo>
                    <a:lnTo>
                      <a:pt x="69486" y="151489"/>
                    </a:lnTo>
                    <a:lnTo>
                      <a:pt x="69486" y="151489"/>
                    </a:lnTo>
                    <a:lnTo>
                      <a:pt x="69486" y="151527"/>
                    </a:lnTo>
                    <a:lnTo>
                      <a:pt x="69486" y="151527"/>
                    </a:lnTo>
                    <a:lnTo>
                      <a:pt x="69486" y="151527"/>
                    </a:lnTo>
                    <a:lnTo>
                      <a:pt x="69486" y="151527"/>
                    </a:lnTo>
                    <a:lnTo>
                      <a:pt x="69486" y="151565"/>
                    </a:lnTo>
                    <a:lnTo>
                      <a:pt x="69486" y="151565"/>
                    </a:lnTo>
                    <a:lnTo>
                      <a:pt x="69486" y="151565"/>
                    </a:lnTo>
                    <a:lnTo>
                      <a:pt x="69486" y="151565"/>
                    </a:lnTo>
                    <a:lnTo>
                      <a:pt x="69486" y="151565"/>
                    </a:lnTo>
                    <a:lnTo>
                      <a:pt x="69486" y="151604"/>
                    </a:lnTo>
                    <a:lnTo>
                      <a:pt x="69486" y="151604"/>
                    </a:lnTo>
                    <a:lnTo>
                      <a:pt x="69486" y="151604"/>
                    </a:lnTo>
                    <a:lnTo>
                      <a:pt x="69486" y="151604"/>
                    </a:lnTo>
                    <a:lnTo>
                      <a:pt x="69486" y="151642"/>
                    </a:lnTo>
                    <a:lnTo>
                      <a:pt x="69486" y="151642"/>
                    </a:lnTo>
                    <a:lnTo>
                      <a:pt x="69486" y="151642"/>
                    </a:lnTo>
                    <a:lnTo>
                      <a:pt x="69486" y="151642"/>
                    </a:lnTo>
                    <a:lnTo>
                      <a:pt x="69486" y="151680"/>
                    </a:lnTo>
                    <a:lnTo>
                      <a:pt x="69486" y="151680"/>
                    </a:lnTo>
                    <a:lnTo>
                      <a:pt x="69486" y="151680"/>
                    </a:lnTo>
                    <a:lnTo>
                      <a:pt x="69486" y="151680"/>
                    </a:lnTo>
                    <a:lnTo>
                      <a:pt x="69486" y="151680"/>
                    </a:lnTo>
                    <a:lnTo>
                      <a:pt x="69486" y="151680"/>
                    </a:lnTo>
                    <a:lnTo>
                      <a:pt x="69486" y="151718"/>
                    </a:lnTo>
                    <a:lnTo>
                      <a:pt x="69486" y="151718"/>
                    </a:lnTo>
                    <a:cubicBezTo>
                      <a:pt x="69486" y="151718"/>
                      <a:pt x="69486" y="151718"/>
                      <a:pt x="69486" y="151718"/>
                    </a:cubicBezTo>
                    <a:lnTo>
                      <a:pt x="69486" y="151718"/>
                    </a:lnTo>
                    <a:cubicBezTo>
                      <a:pt x="69486" y="151718"/>
                      <a:pt x="69486" y="151718"/>
                      <a:pt x="69486" y="151718"/>
                    </a:cubicBezTo>
                    <a:lnTo>
                      <a:pt x="69486" y="151718"/>
                    </a:lnTo>
                    <a:lnTo>
                      <a:pt x="69486" y="151757"/>
                    </a:lnTo>
                    <a:lnTo>
                      <a:pt x="69486" y="151757"/>
                    </a:lnTo>
                    <a:lnTo>
                      <a:pt x="69486" y="151757"/>
                    </a:lnTo>
                    <a:lnTo>
                      <a:pt x="69486" y="151757"/>
                    </a:lnTo>
                    <a:lnTo>
                      <a:pt x="69486" y="151795"/>
                    </a:lnTo>
                    <a:lnTo>
                      <a:pt x="69486" y="151795"/>
                    </a:lnTo>
                    <a:cubicBezTo>
                      <a:pt x="69486" y="151795"/>
                      <a:pt x="69448" y="151795"/>
                      <a:pt x="69448" y="151795"/>
                    </a:cubicBezTo>
                    <a:lnTo>
                      <a:pt x="69448" y="151795"/>
                    </a:lnTo>
                    <a:cubicBezTo>
                      <a:pt x="69448" y="151795"/>
                      <a:pt x="69448" y="151795"/>
                      <a:pt x="69448" y="151795"/>
                    </a:cubicBezTo>
                    <a:lnTo>
                      <a:pt x="69448" y="151795"/>
                    </a:lnTo>
                    <a:cubicBezTo>
                      <a:pt x="69448" y="151795"/>
                      <a:pt x="69448" y="151833"/>
                      <a:pt x="69448" y="151833"/>
                    </a:cubicBezTo>
                    <a:lnTo>
                      <a:pt x="69448" y="151833"/>
                    </a:lnTo>
                    <a:lnTo>
                      <a:pt x="69448" y="151833"/>
                    </a:lnTo>
                    <a:lnTo>
                      <a:pt x="69448" y="151833"/>
                    </a:lnTo>
                    <a:lnTo>
                      <a:pt x="69409" y="151833"/>
                    </a:lnTo>
                    <a:lnTo>
                      <a:pt x="69409" y="151833"/>
                    </a:lnTo>
                    <a:cubicBezTo>
                      <a:pt x="69409" y="151833"/>
                      <a:pt x="69409" y="151833"/>
                      <a:pt x="69409" y="151833"/>
                    </a:cubicBezTo>
                    <a:lnTo>
                      <a:pt x="69409" y="151833"/>
                    </a:lnTo>
                    <a:lnTo>
                      <a:pt x="69409" y="151833"/>
                    </a:lnTo>
                    <a:cubicBezTo>
                      <a:pt x="69409" y="151833"/>
                      <a:pt x="69409" y="151872"/>
                      <a:pt x="69409" y="151872"/>
                    </a:cubicBezTo>
                    <a:lnTo>
                      <a:pt x="69409" y="151872"/>
                    </a:lnTo>
                    <a:lnTo>
                      <a:pt x="69409" y="151872"/>
                    </a:lnTo>
                    <a:lnTo>
                      <a:pt x="69371" y="151872"/>
                    </a:lnTo>
                    <a:lnTo>
                      <a:pt x="69371" y="151872"/>
                    </a:lnTo>
                    <a:lnTo>
                      <a:pt x="69371" y="151872"/>
                    </a:lnTo>
                    <a:lnTo>
                      <a:pt x="69371" y="151872"/>
                    </a:lnTo>
                    <a:lnTo>
                      <a:pt x="69371" y="151872"/>
                    </a:lnTo>
                    <a:cubicBezTo>
                      <a:pt x="69371" y="151872"/>
                      <a:pt x="69333" y="151910"/>
                      <a:pt x="69333" y="151910"/>
                    </a:cubicBezTo>
                    <a:lnTo>
                      <a:pt x="69333" y="151910"/>
                    </a:lnTo>
                    <a:cubicBezTo>
                      <a:pt x="69333" y="151910"/>
                      <a:pt x="69333" y="151910"/>
                      <a:pt x="69333" y="151910"/>
                    </a:cubicBezTo>
                    <a:lnTo>
                      <a:pt x="69333" y="151910"/>
                    </a:lnTo>
                    <a:lnTo>
                      <a:pt x="69294" y="151910"/>
                    </a:lnTo>
                    <a:lnTo>
                      <a:pt x="69294" y="151910"/>
                    </a:lnTo>
                    <a:cubicBezTo>
                      <a:pt x="69294" y="151910"/>
                      <a:pt x="69294" y="151910"/>
                      <a:pt x="69294" y="151910"/>
                    </a:cubicBezTo>
                    <a:lnTo>
                      <a:pt x="69294" y="151910"/>
                    </a:lnTo>
                    <a:lnTo>
                      <a:pt x="69256" y="151910"/>
                    </a:lnTo>
                    <a:lnTo>
                      <a:pt x="69256" y="151910"/>
                    </a:lnTo>
                    <a:lnTo>
                      <a:pt x="69218" y="151910"/>
                    </a:lnTo>
                    <a:cubicBezTo>
                      <a:pt x="68299" y="151986"/>
                      <a:pt x="67380" y="152025"/>
                      <a:pt x="66461" y="152101"/>
                    </a:cubicBezTo>
                    <a:cubicBezTo>
                      <a:pt x="61025" y="152331"/>
                      <a:pt x="55589" y="152408"/>
                      <a:pt x="50191" y="152331"/>
                    </a:cubicBezTo>
                    <a:cubicBezTo>
                      <a:pt x="45903" y="152254"/>
                      <a:pt x="41654" y="152063"/>
                      <a:pt x="37404" y="152025"/>
                    </a:cubicBezTo>
                    <a:cubicBezTo>
                      <a:pt x="28637" y="151986"/>
                      <a:pt x="19870" y="152140"/>
                      <a:pt x="11103" y="151910"/>
                    </a:cubicBezTo>
                    <a:cubicBezTo>
                      <a:pt x="8308" y="151833"/>
                      <a:pt x="5552" y="151795"/>
                      <a:pt x="2757" y="151795"/>
                    </a:cubicBezTo>
                    <a:cubicBezTo>
                      <a:pt x="2183" y="151795"/>
                      <a:pt x="1570" y="151757"/>
                      <a:pt x="958" y="151604"/>
                    </a:cubicBezTo>
                    <a:lnTo>
                      <a:pt x="958" y="151604"/>
                    </a:lnTo>
                    <a:lnTo>
                      <a:pt x="958" y="151604"/>
                    </a:lnTo>
                    <a:lnTo>
                      <a:pt x="958" y="151604"/>
                    </a:lnTo>
                    <a:lnTo>
                      <a:pt x="920" y="151604"/>
                    </a:lnTo>
                    <a:lnTo>
                      <a:pt x="920" y="151604"/>
                    </a:lnTo>
                    <a:lnTo>
                      <a:pt x="920" y="151604"/>
                    </a:lnTo>
                    <a:lnTo>
                      <a:pt x="920" y="151604"/>
                    </a:lnTo>
                    <a:lnTo>
                      <a:pt x="881" y="151604"/>
                    </a:lnTo>
                    <a:lnTo>
                      <a:pt x="881" y="151604"/>
                    </a:lnTo>
                    <a:lnTo>
                      <a:pt x="881" y="151604"/>
                    </a:lnTo>
                    <a:lnTo>
                      <a:pt x="881" y="151604"/>
                    </a:lnTo>
                    <a:lnTo>
                      <a:pt x="843" y="151604"/>
                    </a:lnTo>
                    <a:lnTo>
                      <a:pt x="843" y="151604"/>
                    </a:lnTo>
                    <a:lnTo>
                      <a:pt x="843" y="151604"/>
                    </a:lnTo>
                    <a:lnTo>
                      <a:pt x="843" y="151604"/>
                    </a:lnTo>
                    <a:lnTo>
                      <a:pt x="805" y="151604"/>
                    </a:lnTo>
                    <a:lnTo>
                      <a:pt x="805" y="151604"/>
                    </a:lnTo>
                    <a:lnTo>
                      <a:pt x="805" y="151604"/>
                    </a:lnTo>
                    <a:lnTo>
                      <a:pt x="805" y="151604"/>
                    </a:lnTo>
                    <a:lnTo>
                      <a:pt x="805" y="151604"/>
                    </a:lnTo>
                    <a:lnTo>
                      <a:pt x="767" y="151604"/>
                    </a:lnTo>
                    <a:lnTo>
                      <a:pt x="767" y="151565"/>
                    </a:lnTo>
                    <a:lnTo>
                      <a:pt x="767" y="151565"/>
                    </a:lnTo>
                    <a:lnTo>
                      <a:pt x="767" y="151565"/>
                    </a:lnTo>
                    <a:lnTo>
                      <a:pt x="767" y="151565"/>
                    </a:lnTo>
                    <a:lnTo>
                      <a:pt x="728" y="151565"/>
                    </a:lnTo>
                    <a:lnTo>
                      <a:pt x="728" y="151565"/>
                    </a:lnTo>
                    <a:lnTo>
                      <a:pt x="728" y="151565"/>
                    </a:lnTo>
                    <a:lnTo>
                      <a:pt x="728" y="151565"/>
                    </a:lnTo>
                    <a:lnTo>
                      <a:pt x="728" y="151527"/>
                    </a:lnTo>
                    <a:lnTo>
                      <a:pt x="690" y="151527"/>
                    </a:lnTo>
                    <a:lnTo>
                      <a:pt x="690" y="151527"/>
                    </a:lnTo>
                    <a:lnTo>
                      <a:pt x="690" y="151527"/>
                    </a:lnTo>
                    <a:lnTo>
                      <a:pt x="690" y="151527"/>
                    </a:lnTo>
                    <a:lnTo>
                      <a:pt x="690" y="151527"/>
                    </a:lnTo>
                    <a:lnTo>
                      <a:pt x="652" y="151527"/>
                    </a:lnTo>
                    <a:lnTo>
                      <a:pt x="652" y="151527"/>
                    </a:lnTo>
                    <a:lnTo>
                      <a:pt x="652" y="151489"/>
                    </a:lnTo>
                    <a:lnTo>
                      <a:pt x="652" y="151489"/>
                    </a:lnTo>
                    <a:lnTo>
                      <a:pt x="652" y="151489"/>
                    </a:lnTo>
                    <a:lnTo>
                      <a:pt x="652" y="151489"/>
                    </a:lnTo>
                    <a:lnTo>
                      <a:pt x="652" y="151489"/>
                    </a:lnTo>
                    <a:lnTo>
                      <a:pt x="652" y="151489"/>
                    </a:lnTo>
                    <a:lnTo>
                      <a:pt x="613" y="151489"/>
                    </a:lnTo>
                    <a:lnTo>
                      <a:pt x="613" y="151489"/>
                    </a:lnTo>
                    <a:lnTo>
                      <a:pt x="613" y="151450"/>
                    </a:lnTo>
                    <a:lnTo>
                      <a:pt x="613" y="151450"/>
                    </a:lnTo>
                    <a:lnTo>
                      <a:pt x="613" y="151450"/>
                    </a:lnTo>
                    <a:lnTo>
                      <a:pt x="613" y="151450"/>
                    </a:lnTo>
                    <a:lnTo>
                      <a:pt x="613" y="151412"/>
                    </a:lnTo>
                    <a:lnTo>
                      <a:pt x="613" y="151412"/>
                    </a:lnTo>
                    <a:lnTo>
                      <a:pt x="613" y="151412"/>
                    </a:lnTo>
                    <a:lnTo>
                      <a:pt x="613" y="151412"/>
                    </a:lnTo>
                    <a:lnTo>
                      <a:pt x="575" y="151412"/>
                    </a:lnTo>
                    <a:lnTo>
                      <a:pt x="575" y="151412"/>
                    </a:lnTo>
                    <a:lnTo>
                      <a:pt x="575" y="151374"/>
                    </a:lnTo>
                    <a:lnTo>
                      <a:pt x="575" y="151374"/>
                    </a:lnTo>
                    <a:lnTo>
                      <a:pt x="575" y="151374"/>
                    </a:lnTo>
                    <a:lnTo>
                      <a:pt x="575" y="151374"/>
                    </a:lnTo>
                    <a:lnTo>
                      <a:pt x="575" y="151374"/>
                    </a:lnTo>
                    <a:lnTo>
                      <a:pt x="575" y="151374"/>
                    </a:lnTo>
                    <a:lnTo>
                      <a:pt x="575" y="151336"/>
                    </a:lnTo>
                    <a:lnTo>
                      <a:pt x="575" y="151336"/>
                    </a:lnTo>
                    <a:cubicBezTo>
                      <a:pt x="575" y="151336"/>
                      <a:pt x="575" y="151336"/>
                      <a:pt x="575" y="151336"/>
                    </a:cubicBezTo>
                    <a:lnTo>
                      <a:pt x="575" y="151336"/>
                    </a:lnTo>
                    <a:cubicBezTo>
                      <a:pt x="575" y="151336"/>
                      <a:pt x="575" y="151336"/>
                      <a:pt x="575" y="151297"/>
                    </a:cubicBezTo>
                    <a:lnTo>
                      <a:pt x="575" y="151297"/>
                    </a:lnTo>
                    <a:cubicBezTo>
                      <a:pt x="499" y="151182"/>
                      <a:pt x="499" y="151029"/>
                      <a:pt x="537" y="150876"/>
                    </a:cubicBezTo>
                    <a:lnTo>
                      <a:pt x="537" y="150876"/>
                    </a:lnTo>
                    <a:cubicBezTo>
                      <a:pt x="537" y="150876"/>
                      <a:pt x="575" y="150838"/>
                      <a:pt x="575" y="150838"/>
                    </a:cubicBezTo>
                    <a:lnTo>
                      <a:pt x="575" y="150838"/>
                    </a:lnTo>
                    <a:cubicBezTo>
                      <a:pt x="575" y="150838"/>
                      <a:pt x="575" y="150800"/>
                      <a:pt x="575" y="150800"/>
                    </a:cubicBezTo>
                    <a:lnTo>
                      <a:pt x="575" y="150800"/>
                    </a:lnTo>
                    <a:close/>
                    <a:moveTo>
                      <a:pt x="44755" y="151412"/>
                    </a:moveTo>
                    <a:lnTo>
                      <a:pt x="45176" y="151412"/>
                    </a:lnTo>
                    <a:lnTo>
                      <a:pt x="45176" y="151412"/>
                    </a:lnTo>
                    <a:lnTo>
                      <a:pt x="45520" y="151412"/>
                    </a:lnTo>
                    <a:lnTo>
                      <a:pt x="45559" y="151412"/>
                    </a:lnTo>
                    <a:lnTo>
                      <a:pt x="45827" y="151412"/>
                    </a:lnTo>
                    <a:lnTo>
                      <a:pt x="45941" y="151412"/>
                    </a:lnTo>
                    <a:lnTo>
                      <a:pt x="46171" y="151450"/>
                    </a:lnTo>
                    <a:lnTo>
                      <a:pt x="46362" y="151450"/>
                    </a:lnTo>
                    <a:lnTo>
                      <a:pt x="46516" y="151450"/>
                    </a:lnTo>
                    <a:lnTo>
                      <a:pt x="46745" y="151450"/>
                    </a:lnTo>
                    <a:lnTo>
                      <a:pt x="47013" y="151450"/>
                    </a:lnTo>
                    <a:lnTo>
                      <a:pt x="47128" y="151450"/>
                    </a:lnTo>
                    <a:lnTo>
                      <a:pt x="47434" y="151489"/>
                    </a:lnTo>
                    <a:lnTo>
                      <a:pt x="47549" y="151489"/>
                    </a:lnTo>
                    <a:lnTo>
                      <a:pt x="47779" y="151489"/>
                    </a:lnTo>
                    <a:lnTo>
                      <a:pt x="47932" y="151489"/>
                    </a:lnTo>
                    <a:lnTo>
                      <a:pt x="48162" y="151489"/>
                    </a:lnTo>
                    <a:lnTo>
                      <a:pt x="48353" y="151489"/>
                    </a:lnTo>
                    <a:lnTo>
                      <a:pt x="48621" y="151489"/>
                    </a:lnTo>
                    <a:lnTo>
                      <a:pt x="48736" y="151489"/>
                    </a:lnTo>
                    <a:lnTo>
                      <a:pt x="49004" y="151527"/>
                    </a:lnTo>
                    <a:lnTo>
                      <a:pt x="49119" y="151527"/>
                    </a:lnTo>
                    <a:lnTo>
                      <a:pt x="49387" y="151527"/>
                    </a:lnTo>
                    <a:lnTo>
                      <a:pt x="49540" y="151527"/>
                    </a:lnTo>
                    <a:lnTo>
                      <a:pt x="49808" y="151527"/>
                    </a:lnTo>
                    <a:lnTo>
                      <a:pt x="49923" y="151527"/>
                    </a:lnTo>
                    <a:lnTo>
                      <a:pt x="50229" y="151527"/>
                    </a:lnTo>
                    <a:lnTo>
                      <a:pt x="50344" y="151527"/>
                    </a:lnTo>
                    <a:lnTo>
                      <a:pt x="50650" y="151527"/>
                    </a:lnTo>
                    <a:lnTo>
                      <a:pt x="50727" y="151527"/>
                    </a:lnTo>
                    <a:lnTo>
                      <a:pt x="51033" y="151565"/>
                    </a:lnTo>
                    <a:lnTo>
                      <a:pt x="51110" y="151565"/>
                    </a:lnTo>
                    <a:lnTo>
                      <a:pt x="51454" y="151565"/>
                    </a:lnTo>
                    <a:lnTo>
                      <a:pt x="51531" y="151565"/>
                    </a:lnTo>
                    <a:lnTo>
                      <a:pt x="51799" y="151565"/>
                    </a:lnTo>
                    <a:lnTo>
                      <a:pt x="51952" y="151565"/>
                    </a:lnTo>
                    <a:lnTo>
                      <a:pt x="52220" y="151565"/>
                    </a:lnTo>
                    <a:lnTo>
                      <a:pt x="52335" y="151565"/>
                    </a:lnTo>
                    <a:lnTo>
                      <a:pt x="52641" y="151565"/>
                    </a:lnTo>
                    <a:lnTo>
                      <a:pt x="52756" y="151565"/>
                    </a:lnTo>
                    <a:lnTo>
                      <a:pt x="53024" y="151565"/>
                    </a:lnTo>
                    <a:lnTo>
                      <a:pt x="53139" y="151565"/>
                    </a:lnTo>
                    <a:lnTo>
                      <a:pt x="53445" y="151565"/>
                    </a:lnTo>
                    <a:lnTo>
                      <a:pt x="53522" y="151565"/>
                    </a:lnTo>
                    <a:lnTo>
                      <a:pt x="53866" y="151565"/>
                    </a:lnTo>
                    <a:lnTo>
                      <a:pt x="53904" y="151565"/>
                    </a:lnTo>
                    <a:lnTo>
                      <a:pt x="54249" y="151565"/>
                    </a:lnTo>
                    <a:lnTo>
                      <a:pt x="54326" y="151565"/>
                    </a:lnTo>
                    <a:lnTo>
                      <a:pt x="54670" y="151565"/>
                    </a:lnTo>
                    <a:lnTo>
                      <a:pt x="54708" y="151565"/>
                    </a:lnTo>
                    <a:lnTo>
                      <a:pt x="55053" y="151565"/>
                    </a:lnTo>
                    <a:lnTo>
                      <a:pt x="55091" y="151565"/>
                    </a:lnTo>
                    <a:lnTo>
                      <a:pt x="55474" y="151565"/>
                    </a:lnTo>
                    <a:lnTo>
                      <a:pt x="55512" y="151565"/>
                    </a:lnTo>
                    <a:lnTo>
                      <a:pt x="55857" y="151565"/>
                    </a:lnTo>
                    <a:lnTo>
                      <a:pt x="55933" y="151565"/>
                    </a:lnTo>
                    <a:lnTo>
                      <a:pt x="56240" y="151565"/>
                    </a:lnTo>
                    <a:lnTo>
                      <a:pt x="56316" y="151565"/>
                    </a:lnTo>
                    <a:lnTo>
                      <a:pt x="56661" y="151565"/>
                    </a:lnTo>
                    <a:lnTo>
                      <a:pt x="56699" y="151565"/>
                    </a:lnTo>
                    <a:cubicBezTo>
                      <a:pt x="56967" y="151565"/>
                      <a:pt x="57197" y="151565"/>
                      <a:pt x="57465" y="151527"/>
                    </a:cubicBezTo>
                    <a:lnTo>
                      <a:pt x="57465" y="151527"/>
                    </a:lnTo>
                    <a:cubicBezTo>
                      <a:pt x="61178" y="151489"/>
                      <a:pt x="64892" y="151374"/>
                      <a:pt x="68605" y="151144"/>
                    </a:cubicBezTo>
                    <a:lnTo>
                      <a:pt x="68605" y="151106"/>
                    </a:lnTo>
                    <a:lnTo>
                      <a:pt x="68605" y="151106"/>
                    </a:lnTo>
                    <a:lnTo>
                      <a:pt x="68605" y="151068"/>
                    </a:lnTo>
                    <a:lnTo>
                      <a:pt x="68605" y="151029"/>
                    </a:lnTo>
                    <a:lnTo>
                      <a:pt x="68605" y="151029"/>
                    </a:lnTo>
                    <a:lnTo>
                      <a:pt x="68605" y="150953"/>
                    </a:lnTo>
                    <a:lnTo>
                      <a:pt x="68605" y="150953"/>
                    </a:lnTo>
                    <a:lnTo>
                      <a:pt x="68605" y="150914"/>
                    </a:lnTo>
                    <a:lnTo>
                      <a:pt x="68605" y="150914"/>
                    </a:lnTo>
                    <a:lnTo>
                      <a:pt x="68605" y="150876"/>
                    </a:lnTo>
                    <a:lnTo>
                      <a:pt x="68605" y="150876"/>
                    </a:lnTo>
                    <a:lnTo>
                      <a:pt x="68605" y="150838"/>
                    </a:lnTo>
                    <a:lnTo>
                      <a:pt x="68605" y="150838"/>
                    </a:lnTo>
                    <a:lnTo>
                      <a:pt x="68605" y="150800"/>
                    </a:lnTo>
                    <a:lnTo>
                      <a:pt x="68605" y="150800"/>
                    </a:lnTo>
                    <a:lnTo>
                      <a:pt x="68605" y="150761"/>
                    </a:lnTo>
                    <a:lnTo>
                      <a:pt x="68605" y="150761"/>
                    </a:lnTo>
                    <a:lnTo>
                      <a:pt x="68605" y="150723"/>
                    </a:lnTo>
                    <a:lnTo>
                      <a:pt x="68605" y="150685"/>
                    </a:lnTo>
                    <a:lnTo>
                      <a:pt x="68605" y="150685"/>
                    </a:lnTo>
                    <a:lnTo>
                      <a:pt x="68605" y="150646"/>
                    </a:lnTo>
                    <a:lnTo>
                      <a:pt x="68605" y="150646"/>
                    </a:lnTo>
                    <a:lnTo>
                      <a:pt x="68605" y="150608"/>
                    </a:lnTo>
                    <a:lnTo>
                      <a:pt x="68605" y="150608"/>
                    </a:lnTo>
                    <a:lnTo>
                      <a:pt x="68605" y="150570"/>
                    </a:lnTo>
                    <a:lnTo>
                      <a:pt x="68605" y="150570"/>
                    </a:lnTo>
                    <a:lnTo>
                      <a:pt x="68605" y="150532"/>
                    </a:lnTo>
                    <a:lnTo>
                      <a:pt x="68605" y="150532"/>
                    </a:lnTo>
                    <a:lnTo>
                      <a:pt x="68605" y="150455"/>
                    </a:lnTo>
                    <a:lnTo>
                      <a:pt x="68605" y="150455"/>
                    </a:lnTo>
                    <a:lnTo>
                      <a:pt x="68605" y="150417"/>
                    </a:lnTo>
                    <a:lnTo>
                      <a:pt x="68605" y="150417"/>
                    </a:lnTo>
                    <a:lnTo>
                      <a:pt x="68605" y="150378"/>
                    </a:lnTo>
                    <a:lnTo>
                      <a:pt x="68605" y="150378"/>
                    </a:lnTo>
                    <a:lnTo>
                      <a:pt x="68605" y="150340"/>
                    </a:lnTo>
                    <a:lnTo>
                      <a:pt x="68605" y="150340"/>
                    </a:lnTo>
                    <a:lnTo>
                      <a:pt x="68605" y="150302"/>
                    </a:lnTo>
                    <a:lnTo>
                      <a:pt x="68605" y="150302"/>
                    </a:lnTo>
                    <a:lnTo>
                      <a:pt x="68605" y="150264"/>
                    </a:lnTo>
                    <a:lnTo>
                      <a:pt x="68605" y="150264"/>
                    </a:lnTo>
                    <a:lnTo>
                      <a:pt x="68605" y="150225"/>
                    </a:lnTo>
                    <a:lnTo>
                      <a:pt x="68605" y="150225"/>
                    </a:lnTo>
                    <a:lnTo>
                      <a:pt x="68605" y="150187"/>
                    </a:lnTo>
                    <a:lnTo>
                      <a:pt x="68605" y="150149"/>
                    </a:lnTo>
                    <a:lnTo>
                      <a:pt x="68605" y="150149"/>
                    </a:lnTo>
                    <a:lnTo>
                      <a:pt x="68605" y="150110"/>
                    </a:lnTo>
                    <a:lnTo>
                      <a:pt x="68605" y="150110"/>
                    </a:lnTo>
                    <a:lnTo>
                      <a:pt x="68605" y="150072"/>
                    </a:lnTo>
                    <a:lnTo>
                      <a:pt x="68605" y="150072"/>
                    </a:lnTo>
                    <a:lnTo>
                      <a:pt x="68605" y="150034"/>
                    </a:lnTo>
                    <a:lnTo>
                      <a:pt x="68605" y="150034"/>
                    </a:lnTo>
                    <a:lnTo>
                      <a:pt x="68605" y="149996"/>
                    </a:lnTo>
                    <a:lnTo>
                      <a:pt x="68605" y="149996"/>
                    </a:lnTo>
                    <a:lnTo>
                      <a:pt x="68605" y="149957"/>
                    </a:lnTo>
                    <a:lnTo>
                      <a:pt x="68605" y="149957"/>
                    </a:lnTo>
                    <a:lnTo>
                      <a:pt x="68605" y="149919"/>
                    </a:lnTo>
                    <a:lnTo>
                      <a:pt x="68605" y="149881"/>
                    </a:lnTo>
                    <a:lnTo>
                      <a:pt x="68605" y="149843"/>
                    </a:lnTo>
                    <a:lnTo>
                      <a:pt x="68605" y="149843"/>
                    </a:lnTo>
                    <a:lnTo>
                      <a:pt x="68605" y="149804"/>
                    </a:lnTo>
                    <a:lnTo>
                      <a:pt x="68605" y="149804"/>
                    </a:lnTo>
                    <a:lnTo>
                      <a:pt x="68605" y="149766"/>
                    </a:lnTo>
                    <a:lnTo>
                      <a:pt x="68605" y="149766"/>
                    </a:lnTo>
                    <a:lnTo>
                      <a:pt x="68605" y="149728"/>
                    </a:lnTo>
                    <a:lnTo>
                      <a:pt x="68605" y="149728"/>
                    </a:lnTo>
                    <a:lnTo>
                      <a:pt x="68605" y="149689"/>
                    </a:lnTo>
                    <a:lnTo>
                      <a:pt x="68605" y="149689"/>
                    </a:lnTo>
                    <a:lnTo>
                      <a:pt x="68605" y="149651"/>
                    </a:lnTo>
                    <a:lnTo>
                      <a:pt x="68605" y="149613"/>
                    </a:lnTo>
                    <a:lnTo>
                      <a:pt x="68605" y="149613"/>
                    </a:lnTo>
                    <a:lnTo>
                      <a:pt x="68605" y="149575"/>
                    </a:lnTo>
                    <a:lnTo>
                      <a:pt x="68605" y="149575"/>
                    </a:lnTo>
                    <a:lnTo>
                      <a:pt x="68605" y="149536"/>
                    </a:lnTo>
                    <a:lnTo>
                      <a:pt x="68605" y="149536"/>
                    </a:lnTo>
                    <a:lnTo>
                      <a:pt x="68605" y="149498"/>
                    </a:lnTo>
                    <a:lnTo>
                      <a:pt x="68605" y="149498"/>
                    </a:lnTo>
                    <a:lnTo>
                      <a:pt x="68605" y="149460"/>
                    </a:lnTo>
                    <a:lnTo>
                      <a:pt x="68605" y="149460"/>
                    </a:lnTo>
                    <a:lnTo>
                      <a:pt x="68605" y="149421"/>
                    </a:lnTo>
                    <a:lnTo>
                      <a:pt x="68605" y="149421"/>
                    </a:lnTo>
                    <a:lnTo>
                      <a:pt x="68605" y="149383"/>
                    </a:lnTo>
                    <a:lnTo>
                      <a:pt x="68605" y="149383"/>
                    </a:lnTo>
                    <a:lnTo>
                      <a:pt x="68605" y="149345"/>
                    </a:lnTo>
                    <a:lnTo>
                      <a:pt x="68605" y="149345"/>
                    </a:lnTo>
                    <a:lnTo>
                      <a:pt x="68605" y="149307"/>
                    </a:lnTo>
                    <a:lnTo>
                      <a:pt x="68605" y="149268"/>
                    </a:lnTo>
                    <a:lnTo>
                      <a:pt x="68605" y="149268"/>
                    </a:lnTo>
                    <a:lnTo>
                      <a:pt x="68605" y="149230"/>
                    </a:lnTo>
                    <a:lnTo>
                      <a:pt x="68605" y="149230"/>
                    </a:lnTo>
                    <a:lnTo>
                      <a:pt x="68605" y="149192"/>
                    </a:lnTo>
                    <a:lnTo>
                      <a:pt x="68605" y="149192"/>
                    </a:lnTo>
                    <a:lnTo>
                      <a:pt x="68605" y="149153"/>
                    </a:lnTo>
                    <a:lnTo>
                      <a:pt x="68605" y="149153"/>
                    </a:lnTo>
                    <a:lnTo>
                      <a:pt x="68605" y="149115"/>
                    </a:lnTo>
                    <a:lnTo>
                      <a:pt x="68605" y="149115"/>
                    </a:lnTo>
                    <a:lnTo>
                      <a:pt x="68605" y="149077"/>
                    </a:lnTo>
                    <a:lnTo>
                      <a:pt x="68605" y="149077"/>
                    </a:lnTo>
                    <a:lnTo>
                      <a:pt x="68605" y="149000"/>
                    </a:lnTo>
                    <a:lnTo>
                      <a:pt x="68605" y="149000"/>
                    </a:lnTo>
                    <a:lnTo>
                      <a:pt x="68605" y="148962"/>
                    </a:lnTo>
                    <a:lnTo>
                      <a:pt x="68605" y="148962"/>
                    </a:lnTo>
                    <a:lnTo>
                      <a:pt x="68605" y="148924"/>
                    </a:lnTo>
                    <a:lnTo>
                      <a:pt x="68605" y="148924"/>
                    </a:lnTo>
                    <a:lnTo>
                      <a:pt x="68605" y="148885"/>
                    </a:lnTo>
                    <a:lnTo>
                      <a:pt x="68605" y="148885"/>
                    </a:lnTo>
                    <a:lnTo>
                      <a:pt x="68605" y="148847"/>
                    </a:lnTo>
                    <a:lnTo>
                      <a:pt x="68605" y="148847"/>
                    </a:lnTo>
                    <a:lnTo>
                      <a:pt x="68605" y="148809"/>
                    </a:lnTo>
                    <a:lnTo>
                      <a:pt x="68605" y="148809"/>
                    </a:lnTo>
                    <a:lnTo>
                      <a:pt x="68605" y="148771"/>
                    </a:lnTo>
                    <a:lnTo>
                      <a:pt x="68605" y="148771"/>
                    </a:lnTo>
                    <a:lnTo>
                      <a:pt x="68605" y="148732"/>
                    </a:lnTo>
                    <a:lnTo>
                      <a:pt x="68605" y="148694"/>
                    </a:lnTo>
                    <a:lnTo>
                      <a:pt x="68605" y="148694"/>
                    </a:lnTo>
                    <a:lnTo>
                      <a:pt x="68605" y="148656"/>
                    </a:lnTo>
                    <a:lnTo>
                      <a:pt x="68605" y="148656"/>
                    </a:lnTo>
                    <a:lnTo>
                      <a:pt x="68605" y="148617"/>
                    </a:lnTo>
                    <a:lnTo>
                      <a:pt x="68605" y="148617"/>
                    </a:lnTo>
                    <a:lnTo>
                      <a:pt x="68605" y="148579"/>
                    </a:lnTo>
                    <a:lnTo>
                      <a:pt x="68605" y="148579"/>
                    </a:lnTo>
                    <a:lnTo>
                      <a:pt x="68605" y="148541"/>
                    </a:lnTo>
                    <a:cubicBezTo>
                      <a:pt x="68529" y="143066"/>
                      <a:pt x="68720" y="137592"/>
                      <a:pt x="68797" y="132117"/>
                    </a:cubicBezTo>
                    <a:cubicBezTo>
                      <a:pt x="68758" y="126643"/>
                      <a:pt x="68758" y="121168"/>
                      <a:pt x="68758" y="115693"/>
                    </a:cubicBezTo>
                    <a:cubicBezTo>
                      <a:pt x="68873" y="108037"/>
                      <a:pt x="68950" y="100380"/>
                      <a:pt x="68950" y="92762"/>
                    </a:cubicBezTo>
                    <a:cubicBezTo>
                      <a:pt x="68950" y="88321"/>
                      <a:pt x="68835" y="83918"/>
                      <a:pt x="68758" y="79515"/>
                    </a:cubicBezTo>
                    <a:cubicBezTo>
                      <a:pt x="68644" y="74079"/>
                      <a:pt x="68720" y="68605"/>
                      <a:pt x="68682" y="63168"/>
                    </a:cubicBezTo>
                    <a:cubicBezTo>
                      <a:pt x="68529" y="55971"/>
                      <a:pt x="68605" y="48774"/>
                      <a:pt x="68529" y="41576"/>
                    </a:cubicBezTo>
                    <a:cubicBezTo>
                      <a:pt x="68452" y="37403"/>
                      <a:pt x="68337" y="33230"/>
                      <a:pt x="68376" y="29057"/>
                    </a:cubicBezTo>
                    <a:cubicBezTo>
                      <a:pt x="68452" y="25612"/>
                      <a:pt x="68720" y="22090"/>
                      <a:pt x="68720" y="18644"/>
                    </a:cubicBezTo>
                    <a:cubicBezTo>
                      <a:pt x="68720" y="16500"/>
                      <a:pt x="68605" y="14357"/>
                      <a:pt x="68567" y="12213"/>
                    </a:cubicBezTo>
                    <a:cubicBezTo>
                      <a:pt x="68529" y="10184"/>
                      <a:pt x="68605" y="8155"/>
                      <a:pt x="68644" y="6202"/>
                    </a:cubicBezTo>
                    <a:cubicBezTo>
                      <a:pt x="68644" y="4824"/>
                      <a:pt x="68605" y="3446"/>
                      <a:pt x="68567" y="2106"/>
                    </a:cubicBezTo>
                    <a:cubicBezTo>
                      <a:pt x="68529" y="1799"/>
                      <a:pt x="68529" y="1493"/>
                      <a:pt x="68490" y="1149"/>
                    </a:cubicBez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cubicBezTo>
                      <a:pt x="68490" y="1149"/>
                      <a:pt x="68452" y="1149"/>
                      <a:pt x="68414" y="1149"/>
                    </a:cubicBezTo>
                    <a:cubicBezTo>
                      <a:pt x="67687" y="996"/>
                      <a:pt x="66806" y="1072"/>
                      <a:pt x="66079" y="1034"/>
                    </a:cubicBezTo>
                    <a:cubicBezTo>
                      <a:pt x="64854" y="1034"/>
                      <a:pt x="63667" y="1072"/>
                      <a:pt x="62480" y="1110"/>
                    </a:cubicBezTo>
                    <a:cubicBezTo>
                      <a:pt x="59838" y="1110"/>
                      <a:pt x="57197" y="1072"/>
                      <a:pt x="54593" y="1072"/>
                    </a:cubicBezTo>
                    <a:cubicBezTo>
                      <a:pt x="49157" y="1034"/>
                      <a:pt x="43721" y="1225"/>
                      <a:pt x="38285" y="1302"/>
                    </a:cubicBezTo>
                    <a:cubicBezTo>
                      <a:pt x="32427" y="1340"/>
                      <a:pt x="26570" y="1378"/>
                      <a:pt x="20751" y="1378"/>
                    </a:cubicBezTo>
                    <a:cubicBezTo>
                      <a:pt x="17229" y="1340"/>
                      <a:pt x="13706" y="1225"/>
                      <a:pt x="10223" y="1187"/>
                    </a:cubicBezTo>
                    <a:cubicBezTo>
                      <a:pt x="7045" y="1110"/>
                      <a:pt x="3906" y="651"/>
                      <a:pt x="767" y="957"/>
                    </a:cubicBezTo>
                    <a:lnTo>
                      <a:pt x="767" y="1225"/>
                    </a:lnTo>
                    <a:lnTo>
                      <a:pt x="767" y="1225"/>
                    </a:lnTo>
                    <a:lnTo>
                      <a:pt x="767" y="1264"/>
                    </a:lnTo>
                    <a:lnTo>
                      <a:pt x="767" y="1264"/>
                    </a:lnTo>
                    <a:lnTo>
                      <a:pt x="767" y="1264"/>
                    </a:lnTo>
                    <a:lnTo>
                      <a:pt x="767" y="1264"/>
                    </a:lnTo>
                    <a:lnTo>
                      <a:pt x="767" y="1302"/>
                    </a:lnTo>
                    <a:lnTo>
                      <a:pt x="767" y="1340"/>
                    </a:lnTo>
                    <a:lnTo>
                      <a:pt x="767" y="1340"/>
                    </a:lnTo>
                    <a:lnTo>
                      <a:pt x="767" y="1340"/>
                    </a:lnTo>
                    <a:lnTo>
                      <a:pt x="767" y="1340"/>
                    </a:lnTo>
                    <a:lnTo>
                      <a:pt x="767" y="1378"/>
                    </a:lnTo>
                    <a:lnTo>
                      <a:pt x="767" y="1378"/>
                    </a:lnTo>
                    <a:lnTo>
                      <a:pt x="767" y="1417"/>
                    </a:lnTo>
                    <a:lnTo>
                      <a:pt x="767" y="1417"/>
                    </a:lnTo>
                    <a:lnTo>
                      <a:pt x="767" y="1417"/>
                    </a:lnTo>
                    <a:lnTo>
                      <a:pt x="767" y="1417"/>
                    </a:lnTo>
                    <a:cubicBezTo>
                      <a:pt x="767" y="1455"/>
                      <a:pt x="767" y="1531"/>
                      <a:pt x="767" y="1570"/>
                    </a:cubicBezTo>
                    <a:lnTo>
                      <a:pt x="767" y="1570"/>
                    </a:lnTo>
                    <a:lnTo>
                      <a:pt x="767" y="1570"/>
                    </a:lnTo>
                    <a:lnTo>
                      <a:pt x="767" y="1608"/>
                    </a:lnTo>
                    <a:lnTo>
                      <a:pt x="767" y="1608"/>
                    </a:lnTo>
                    <a:lnTo>
                      <a:pt x="767" y="1646"/>
                    </a:lnTo>
                    <a:lnTo>
                      <a:pt x="767" y="1646"/>
                    </a:lnTo>
                    <a:lnTo>
                      <a:pt x="767" y="1646"/>
                    </a:lnTo>
                    <a:lnTo>
                      <a:pt x="767" y="1685"/>
                    </a:lnTo>
                    <a:lnTo>
                      <a:pt x="767" y="1685"/>
                    </a:lnTo>
                    <a:lnTo>
                      <a:pt x="767" y="1685"/>
                    </a:lnTo>
                    <a:lnTo>
                      <a:pt x="767" y="1723"/>
                    </a:lnTo>
                    <a:lnTo>
                      <a:pt x="767" y="1723"/>
                    </a:lnTo>
                    <a:lnTo>
                      <a:pt x="767" y="1723"/>
                    </a:lnTo>
                    <a:lnTo>
                      <a:pt x="767" y="1761"/>
                    </a:lnTo>
                    <a:lnTo>
                      <a:pt x="767" y="1761"/>
                    </a:lnTo>
                    <a:lnTo>
                      <a:pt x="767" y="1799"/>
                    </a:lnTo>
                    <a:lnTo>
                      <a:pt x="767" y="1799"/>
                    </a:lnTo>
                    <a:lnTo>
                      <a:pt x="767" y="1838"/>
                    </a:lnTo>
                    <a:lnTo>
                      <a:pt x="767" y="1838"/>
                    </a:lnTo>
                    <a:lnTo>
                      <a:pt x="767" y="1838"/>
                    </a:lnTo>
                    <a:lnTo>
                      <a:pt x="767" y="1838"/>
                    </a:lnTo>
                    <a:lnTo>
                      <a:pt x="767" y="1876"/>
                    </a:lnTo>
                    <a:lnTo>
                      <a:pt x="767" y="1876"/>
                    </a:lnTo>
                    <a:lnTo>
                      <a:pt x="767" y="1914"/>
                    </a:lnTo>
                    <a:lnTo>
                      <a:pt x="767" y="1914"/>
                    </a:lnTo>
                    <a:lnTo>
                      <a:pt x="767" y="1953"/>
                    </a:lnTo>
                    <a:lnTo>
                      <a:pt x="767" y="1953"/>
                    </a:lnTo>
                    <a:lnTo>
                      <a:pt x="767" y="1953"/>
                    </a:lnTo>
                    <a:lnTo>
                      <a:pt x="767" y="1953"/>
                    </a:lnTo>
                    <a:lnTo>
                      <a:pt x="767" y="2029"/>
                    </a:lnTo>
                    <a:lnTo>
                      <a:pt x="767" y="2029"/>
                    </a:lnTo>
                    <a:lnTo>
                      <a:pt x="767" y="2029"/>
                    </a:lnTo>
                    <a:lnTo>
                      <a:pt x="767" y="2029"/>
                    </a:lnTo>
                    <a:lnTo>
                      <a:pt x="767" y="2067"/>
                    </a:lnTo>
                    <a:lnTo>
                      <a:pt x="767" y="2067"/>
                    </a:lnTo>
                    <a:lnTo>
                      <a:pt x="767" y="2106"/>
                    </a:lnTo>
                    <a:lnTo>
                      <a:pt x="767" y="2106"/>
                    </a:lnTo>
                    <a:lnTo>
                      <a:pt x="767" y="2106"/>
                    </a:lnTo>
                    <a:lnTo>
                      <a:pt x="767" y="2106"/>
                    </a:lnTo>
                    <a:lnTo>
                      <a:pt x="767" y="2144"/>
                    </a:lnTo>
                    <a:lnTo>
                      <a:pt x="767" y="2144"/>
                    </a:lnTo>
                    <a:lnTo>
                      <a:pt x="767" y="2144"/>
                    </a:lnTo>
                    <a:lnTo>
                      <a:pt x="767" y="2182"/>
                    </a:lnTo>
                    <a:lnTo>
                      <a:pt x="767" y="2182"/>
                    </a:lnTo>
                    <a:lnTo>
                      <a:pt x="767" y="2182"/>
                    </a:lnTo>
                    <a:lnTo>
                      <a:pt x="767" y="2221"/>
                    </a:lnTo>
                    <a:lnTo>
                      <a:pt x="767" y="2221"/>
                    </a:lnTo>
                    <a:lnTo>
                      <a:pt x="767" y="2221"/>
                    </a:lnTo>
                    <a:lnTo>
                      <a:pt x="767" y="2259"/>
                    </a:lnTo>
                    <a:lnTo>
                      <a:pt x="767" y="2259"/>
                    </a:lnTo>
                    <a:lnTo>
                      <a:pt x="767" y="2259"/>
                    </a:lnTo>
                    <a:lnTo>
                      <a:pt x="767" y="2297"/>
                    </a:lnTo>
                    <a:lnTo>
                      <a:pt x="767" y="2297"/>
                    </a:lnTo>
                    <a:lnTo>
                      <a:pt x="767" y="2335"/>
                    </a:lnTo>
                    <a:lnTo>
                      <a:pt x="767" y="2335"/>
                    </a:lnTo>
                    <a:lnTo>
                      <a:pt x="767" y="2335"/>
                    </a:lnTo>
                    <a:lnTo>
                      <a:pt x="767" y="2374"/>
                    </a:lnTo>
                    <a:lnTo>
                      <a:pt x="767" y="2374"/>
                    </a:lnTo>
                    <a:lnTo>
                      <a:pt x="767" y="2374"/>
                    </a:lnTo>
                    <a:lnTo>
                      <a:pt x="767" y="2374"/>
                    </a:lnTo>
                    <a:lnTo>
                      <a:pt x="767" y="2412"/>
                    </a:lnTo>
                    <a:lnTo>
                      <a:pt x="767" y="2412"/>
                    </a:lnTo>
                    <a:lnTo>
                      <a:pt x="767" y="2450"/>
                    </a:lnTo>
                    <a:lnTo>
                      <a:pt x="767" y="2450"/>
                    </a:lnTo>
                    <a:lnTo>
                      <a:pt x="767" y="2450"/>
                    </a:lnTo>
                    <a:lnTo>
                      <a:pt x="767" y="2450"/>
                    </a:lnTo>
                    <a:lnTo>
                      <a:pt x="767" y="2489"/>
                    </a:lnTo>
                    <a:lnTo>
                      <a:pt x="767" y="2489"/>
                    </a:lnTo>
                    <a:lnTo>
                      <a:pt x="767" y="2527"/>
                    </a:lnTo>
                    <a:lnTo>
                      <a:pt x="767" y="2527"/>
                    </a:lnTo>
                    <a:lnTo>
                      <a:pt x="767" y="2527"/>
                    </a:lnTo>
                    <a:lnTo>
                      <a:pt x="767" y="2527"/>
                    </a:lnTo>
                    <a:lnTo>
                      <a:pt x="767" y="2565"/>
                    </a:lnTo>
                    <a:lnTo>
                      <a:pt x="767" y="2565"/>
                    </a:lnTo>
                    <a:lnTo>
                      <a:pt x="767" y="2565"/>
                    </a:lnTo>
                    <a:cubicBezTo>
                      <a:pt x="843" y="4632"/>
                      <a:pt x="1035" y="6700"/>
                      <a:pt x="1035" y="8767"/>
                    </a:cubicBezTo>
                    <a:cubicBezTo>
                      <a:pt x="1111" y="13591"/>
                      <a:pt x="1035" y="18415"/>
                      <a:pt x="958" y="23200"/>
                    </a:cubicBezTo>
                    <a:cubicBezTo>
                      <a:pt x="920" y="27603"/>
                      <a:pt x="996" y="32005"/>
                      <a:pt x="996" y="36408"/>
                    </a:cubicBezTo>
                    <a:cubicBezTo>
                      <a:pt x="805" y="45826"/>
                      <a:pt x="690" y="55244"/>
                      <a:pt x="613" y="64661"/>
                    </a:cubicBezTo>
                    <a:cubicBezTo>
                      <a:pt x="575" y="68375"/>
                      <a:pt x="422" y="72088"/>
                      <a:pt x="575" y="75802"/>
                    </a:cubicBezTo>
                    <a:cubicBezTo>
                      <a:pt x="1379" y="92340"/>
                      <a:pt x="843" y="108879"/>
                      <a:pt x="1111" y="125379"/>
                    </a:cubicBezTo>
                    <a:cubicBezTo>
                      <a:pt x="1264" y="132730"/>
                      <a:pt x="1532" y="140042"/>
                      <a:pt x="1149" y="147354"/>
                    </a:cubicBezTo>
                    <a:cubicBezTo>
                      <a:pt x="1111" y="148388"/>
                      <a:pt x="1035" y="149460"/>
                      <a:pt x="1035" y="150493"/>
                    </a:cubicBez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532"/>
                    </a:lnTo>
                    <a:lnTo>
                      <a:pt x="1035" y="150532"/>
                    </a:lnTo>
                    <a:cubicBezTo>
                      <a:pt x="1035" y="150532"/>
                      <a:pt x="1035" y="150532"/>
                      <a:pt x="1035" y="150532"/>
                    </a:cubicBezTo>
                    <a:lnTo>
                      <a:pt x="1035" y="150532"/>
                    </a:lnTo>
                    <a:cubicBezTo>
                      <a:pt x="1035" y="150532"/>
                      <a:pt x="1035" y="150532"/>
                      <a:pt x="1073" y="150532"/>
                    </a:cubicBezTo>
                    <a:lnTo>
                      <a:pt x="1073" y="150532"/>
                    </a:lnTo>
                    <a:lnTo>
                      <a:pt x="1073" y="150532"/>
                    </a:lnTo>
                    <a:lnTo>
                      <a:pt x="1073" y="150532"/>
                    </a:lnTo>
                    <a:cubicBezTo>
                      <a:pt x="1073" y="150532"/>
                      <a:pt x="1073" y="150570"/>
                      <a:pt x="1073" y="150570"/>
                    </a:cubicBezTo>
                    <a:lnTo>
                      <a:pt x="1073" y="150570"/>
                    </a:lnTo>
                    <a:cubicBezTo>
                      <a:pt x="1073" y="150570"/>
                      <a:pt x="1073" y="150570"/>
                      <a:pt x="1073" y="150570"/>
                    </a:cubicBezTo>
                    <a:lnTo>
                      <a:pt x="1073" y="150570"/>
                    </a:lnTo>
                    <a:cubicBezTo>
                      <a:pt x="1073" y="150570"/>
                      <a:pt x="1073" y="150570"/>
                      <a:pt x="1111" y="150570"/>
                    </a:cubicBezTo>
                    <a:lnTo>
                      <a:pt x="1111" y="150570"/>
                    </a:lnTo>
                    <a:cubicBezTo>
                      <a:pt x="1111" y="150570"/>
                      <a:pt x="1111" y="150608"/>
                      <a:pt x="1111" y="150608"/>
                    </a:cubicBezTo>
                    <a:lnTo>
                      <a:pt x="1111" y="150608"/>
                    </a:lnTo>
                    <a:cubicBezTo>
                      <a:pt x="1111" y="150608"/>
                      <a:pt x="1111" y="150608"/>
                      <a:pt x="1111" y="150608"/>
                    </a:cubicBezTo>
                    <a:lnTo>
                      <a:pt x="1111" y="150608"/>
                    </a:lnTo>
                    <a:cubicBezTo>
                      <a:pt x="1111" y="150608"/>
                      <a:pt x="1111" y="150608"/>
                      <a:pt x="1111" y="150646"/>
                    </a:cubicBezTo>
                    <a:lnTo>
                      <a:pt x="1111" y="150646"/>
                    </a:lnTo>
                    <a:cubicBezTo>
                      <a:pt x="1111" y="150646"/>
                      <a:pt x="1111" y="150646"/>
                      <a:pt x="1111" y="150646"/>
                    </a:cubicBezTo>
                    <a:lnTo>
                      <a:pt x="1111" y="150646"/>
                    </a:lnTo>
                    <a:cubicBezTo>
                      <a:pt x="1111" y="150646"/>
                      <a:pt x="1111" y="150646"/>
                      <a:pt x="1111" y="150646"/>
                    </a:cubicBezTo>
                    <a:lnTo>
                      <a:pt x="1111" y="150646"/>
                    </a:lnTo>
                    <a:lnTo>
                      <a:pt x="1111" y="150646"/>
                    </a:lnTo>
                    <a:lnTo>
                      <a:pt x="1111" y="150685"/>
                    </a:lnTo>
                    <a:lnTo>
                      <a:pt x="1111" y="150685"/>
                    </a:lnTo>
                    <a:lnTo>
                      <a:pt x="1111" y="150685"/>
                    </a:lnTo>
                    <a:lnTo>
                      <a:pt x="1111" y="150685"/>
                    </a:lnTo>
                    <a:lnTo>
                      <a:pt x="1111" y="150723"/>
                    </a:lnTo>
                    <a:lnTo>
                      <a:pt x="1111" y="150723"/>
                    </a:lnTo>
                    <a:lnTo>
                      <a:pt x="1111" y="150723"/>
                    </a:lnTo>
                    <a:lnTo>
                      <a:pt x="1111" y="150723"/>
                    </a:lnTo>
                    <a:lnTo>
                      <a:pt x="1111" y="150761"/>
                    </a:lnTo>
                    <a:lnTo>
                      <a:pt x="1111" y="150761"/>
                    </a:lnTo>
                    <a:lnTo>
                      <a:pt x="1111" y="150761"/>
                    </a:lnTo>
                    <a:lnTo>
                      <a:pt x="1111" y="150761"/>
                    </a:lnTo>
                    <a:lnTo>
                      <a:pt x="1111" y="150800"/>
                    </a:lnTo>
                    <a:lnTo>
                      <a:pt x="1111" y="150800"/>
                    </a:lnTo>
                    <a:lnTo>
                      <a:pt x="1111" y="150800"/>
                    </a:lnTo>
                    <a:lnTo>
                      <a:pt x="1111" y="150800"/>
                    </a:lnTo>
                    <a:lnTo>
                      <a:pt x="1111" y="150838"/>
                    </a:lnTo>
                    <a:lnTo>
                      <a:pt x="1111" y="150838"/>
                    </a:lnTo>
                    <a:lnTo>
                      <a:pt x="1111" y="150838"/>
                    </a:lnTo>
                    <a:lnTo>
                      <a:pt x="1111" y="150838"/>
                    </a:lnTo>
                    <a:lnTo>
                      <a:pt x="1111" y="150838"/>
                    </a:lnTo>
                    <a:cubicBezTo>
                      <a:pt x="1111" y="150838"/>
                      <a:pt x="1111" y="150876"/>
                      <a:pt x="1111" y="150876"/>
                    </a:cubicBezTo>
                    <a:cubicBezTo>
                      <a:pt x="2451" y="151068"/>
                      <a:pt x="3829" y="150953"/>
                      <a:pt x="5169" y="151029"/>
                    </a:cubicBezTo>
                    <a:cubicBezTo>
                      <a:pt x="6586" y="151029"/>
                      <a:pt x="7964" y="151068"/>
                      <a:pt x="9380" y="151106"/>
                    </a:cubicBezTo>
                    <a:cubicBezTo>
                      <a:pt x="20598" y="151450"/>
                      <a:pt x="31776" y="151029"/>
                      <a:pt x="42994" y="151374"/>
                    </a:cubicBezTo>
                    <a:lnTo>
                      <a:pt x="43376" y="151374"/>
                    </a:lnTo>
                    <a:lnTo>
                      <a:pt x="43376" y="151374"/>
                    </a:lnTo>
                    <a:lnTo>
                      <a:pt x="43797" y="151374"/>
                    </a:lnTo>
                    <a:lnTo>
                      <a:pt x="43797" y="151374"/>
                    </a:lnTo>
                    <a:cubicBezTo>
                      <a:pt x="43912" y="151412"/>
                      <a:pt x="44065" y="151412"/>
                      <a:pt x="44180" y="151412"/>
                    </a:cubicBezTo>
                    <a:lnTo>
                      <a:pt x="44219" y="151412"/>
                    </a:lnTo>
                    <a:lnTo>
                      <a:pt x="44333" y="151412"/>
                    </a:lnTo>
                    <a:lnTo>
                      <a:pt x="44601" y="151412"/>
                    </a:lnTo>
                    <a:lnTo>
                      <a:pt x="44601" y="15141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82" name="Google Shape;1882;p42"/>
            <p:cNvGrpSpPr/>
            <p:nvPr/>
          </p:nvGrpSpPr>
          <p:grpSpPr>
            <a:xfrm>
              <a:off x="3799353" y="1423603"/>
              <a:ext cx="287321" cy="11252"/>
              <a:chOff x="5752683" y="4210965"/>
              <a:chExt cx="554353" cy="21710"/>
            </a:xfrm>
          </p:grpSpPr>
          <p:sp>
            <p:nvSpPr>
              <p:cNvPr id="1883" name="Google Shape;1883;p42"/>
              <p:cNvSpPr/>
              <p:nvPr/>
            </p:nvSpPr>
            <p:spPr>
              <a:xfrm>
                <a:off x="5752683" y="4210965"/>
                <a:ext cx="409995" cy="17353"/>
              </a:xfrm>
              <a:custGeom>
                <a:avLst/>
                <a:gdLst/>
                <a:ahLst/>
                <a:cxnLst/>
                <a:rect l="l" t="t" r="r" b="b"/>
                <a:pathLst>
                  <a:path w="11199" h="474" extrusionOk="0">
                    <a:moveTo>
                      <a:pt x="10962" y="474"/>
                    </a:moveTo>
                    <a:cubicBezTo>
                      <a:pt x="7394" y="356"/>
                      <a:pt x="3806" y="395"/>
                      <a:pt x="237" y="415"/>
                    </a:cubicBezTo>
                    <a:cubicBezTo>
                      <a:pt x="1" y="395"/>
                      <a:pt x="1" y="40"/>
                      <a:pt x="237" y="40"/>
                    </a:cubicBezTo>
                    <a:cubicBezTo>
                      <a:pt x="3372" y="21"/>
                      <a:pt x="6507" y="1"/>
                      <a:pt x="9641" y="80"/>
                    </a:cubicBezTo>
                    <a:cubicBezTo>
                      <a:pt x="10075" y="80"/>
                      <a:pt x="10529" y="99"/>
                      <a:pt x="10962" y="99"/>
                    </a:cubicBezTo>
                    <a:cubicBezTo>
                      <a:pt x="11199" y="99"/>
                      <a:pt x="11199" y="454"/>
                      <a:pt x="10962" y="4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42"/>
              <p:cNvSpPr/>
              <p:nvPr/>
            </p:nvSpPr>
            <p:spPr>
              <a:xfrm>
                <a:off x="6216061" y="4215322"/>
                <a:ext cx="90976" cy="17353"/>
              </a:xfrm>
              <a:custGeom>
                <a:avLst/>
                <a:gdLst/>
                <a:ahLst/>
                <a:cxnLst/>
                <a:rect l="l" t="t" r="r" b="b"/>
                <a:pathLst>
                  <a:path w="2485" h="474" extrusionOk="0">
                    <a:moveTo>
                      <a:pt x="1" y="296"/>
                    </a:moveTo>
                    <a:cubicBezTo>
                      <a:pt x="1" y="79"/>
                      <a:pt x="237" y="118"/>
                      <a:pt x="375" y="99"/>
                    </a:cubicBezTo>
                    <a:cubicBezTo>
                      <a:pt x="651" y="79"/>
                      <a:pt x="927" y="79"/>
                      <a:pt x="1203" y="59"/>
                    </a:cubicBezTo>
                    <a:cubicBezTo>
                      <a:pt x="1558" y="40"/>
                      <a:pt x="1933" y="20"/>
                      <a:pt x="2307" y="0"/>
                    </a:cubicBezTo>
                    <a:cubicBezTo>
                      <a:pt x="2406" y="0"/>
                      <a:pt x="2485" y="79"/>
                      <a:pt x="2485" y="178"/>
                    </a:cubicBezTo>
                    <a:cubicBezTo>
                      <a:pt x="2485" y="296"/>
                      <a:pt x="2406" y="355"/>
                      <a:pt x="2307" y="375"/>
                    </a:cubicBezTo>
                    <a:cubicBezTo>
                      <a:pt x="1755" y="394"/>
                      <a:pt x="1203" y="414"/>
                      <a:pt x="671" y="454"/>
                    </a:cubicBezTo>
                    <a:cubicBezTo>
                      <a:pt x="513" y="454"/>
                      <a:pt x="336" y="473"/>
                      <a:pt x="178" y="473"/>
                    </a:cubicBezTo>
                    <a:cubicBezTo>
                      <a:pt x="80" y="473"/>
                      <a:pt x="1" y="394"/>
                      <a:pt x="1" y="29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85" name="Google Shape;1885;p42"/>
          <p:cNvGrpSpPr/>
          <p:nvPr/>
        </p:nvGrpSpPr>
        <p:grpSpPr>
          <a:xfrm>
            <a:off x="4659881" y="1423603"/>
            <a:ext cx="690642" cy="1513728"/>
            <a:chOff x="4659881" y="1423603"/>
            <a:chExt cx="690642" cy="1513728"/>
          </a:xfrm>
        </p:grpSpPr>
        <p:grpSp>
          <p:nvGrpSpPr>
            <p:cNvPr id="1886" name="Google Shape;1886;p42"/>
            <p:cNvGrpSpPr/>
            <p:nvPr/>
          </p:nvGrpSpPr>
          <p:grpSpPr>
            <a:xfrm>
              <a:off x="4659881" y="1442575"/>
              <a:ext cx="690642" cy="1494756"/>
              <a:chOff x="5605500" y="936125"/>
              <a:chExt cx="1759150" cy="3807325"/>
            </a:xfrm>
          </p:grpSpPr>
          <p:sp>
            <p:nvSpPr>
              <p:cNvPr id="1887" name="Google Shape;1887;p42"/>
              <p:cNvSpPr/>
              <p:nvPr/>
            </p:nvSpPr>
            <p:spPr>
              <a:xfrm>
                <a:off x="5613150" y="939950"/>
                <a:ext cx="1739075" cy="3788175"/>
              </a:xfrm>
              <a:custGeom>
                <a:avLst/>
                <a:gdLst/>
                <a:ahLst/>
                <a:cxnLst/>
                <a:rect l="l" t="t" r="r" b="b"/>
                <a:pathLst>
                  <a:path w="69563" h="151527" extrusionOk="0">
                    <a:moveTo>
                      <a:pt x="15927" y="151489"/>
                    </a:moveTo>
                    <a:cubicBezTo>
                      <a:pt x="14472" y="151489"/>
                      <a:pt x="13017" y="151412"/>
                      <a:pt x="11524" y="151336"/>
                    </a:cubicBezTo>
                    <a:cubicBezTo>
                      <a:pt x="9993" y="151221"/>
                      <a:pt x="8461" y="151144"/>
                      <a:pt x="6930" y="151144"/>
                    </a:cubicBezTo>
                    <a:cubicBezTo>
                      <a:pt x="6394" y="151068"/>
                      <a:pt x="5552" y="151144"/>
                      <a:pt x="4671" y="151221"/>
                    </a:cubicBezTo>
                    <a:cubicBezTo>
                      <a:pt x="3216" y="151336"/>
                      <a:pt x="1647" y="151450"/>
                      <a:pt x="1073" y="150991"/>
                    </a:cubicBezTo>
                    <a:cubicBezTo>
                      <a:pt x="1" y="150570"/>
                      <a:pt x="39" y="149651"/>
                      <a:pt x="498" y="149000"/>
                    </a:cubicBezTo>
                    <a:cubicBezTo>
                      <a:pt x="537" y="144330"/>
                      <a:pt x="307" y="139659"/>
                      <a:pt x="537" y="135027"/>
                    </a:cubicBezTo>
                    <a:cubicBezTo>
                      <a:pt x="498" y="134874"/>
                      <a:pt x="460" y="134720"/>
                      <a:pt x="460" y="134529"/>
                    </a:cubicBezTo>
                    <a:cubicBezTo>
                      <a:pt x="1073" y="127025"/>
                      <a:pt x="575" y="119522"/>
                      <a:pt x="575" y="112018"/>
                    </a:cubicBezTo>
                    <a:cubicBezTo>
                      <a:pt x="498" y="98619"/>
                      <a:pt x="537" y="85220"/>
                      <a:pt x="383" y="71859"/>
                    </a:cubicBezTo>
                    <a:cubicBezTo>
                      <a:pt x="345" y="62785"/>
                      <a:pt x="766" y="53750"/>
                      <a:pt x="651" y="44715"/>
                    </a:cubicBezTo>
                    <a:cubicBezTo>
                      <a:pt x="460" y="37212"/>
                      <a:pt x="383" y="29708"/>
                      <a:pt x="651" y="22205"/>
                    </a:cubicBezTo>
                    <a:cubicBezTo>
                      <a:pt x="498" y="22090"/>
                      <a:pt x="383" y="21898"/>
                      <a:pt x="345" y="21707"/>
                    </a:cubicBezTo>
                    <a:cubicBezTo>
                      <a:pt x="192" y="19869"/>
                      <a:pt x="345" y="17955"/>
                      <a:pt x="422" y="16079"/>
                    </a:cubicBezTo>
                    <a:cubicBezTo>
                      <a:pt x="192" y="13131"/>
                      <a:pt x="575" y="10184"/>
                      <a:pt x="613" y="7236"/>
                    </a:cubicBezTo>
                    <a:cubicBezTo>
                      <a:pt x="651" y="5704"/>
                      <a:pt x="728" y="4173"/>
                      <a:pt x="651" y="2642"/>
                    </a:cubicBezTo>
                    <a:cubicBezTo>
                      <a:pt x="537" y="1838"/>
                      <a:pt x="230" y="728"/>
                      <a:pt x="1302" y="460"/>
                    </a:cubicBezTo>
                    <a:cubicBezTo>
                      <a:pt x="1455" y="421"/>
                      <a:pt x="1570" y="421"/>
                      <a:pt x="1723" y="421"/>
                    </a:cubicBezTo>
                    <a:cubicBezTo>
                      <a:pt x="1877" y="306"/>
                      <a:pt x="2106" y="230"/>
                      <a:pt x="2374" y="192"/>
                    </a:cubicBezTo>
                    <a:cubicBezTo>
                      <a:pt x="3752" y="115"/>
                      <a:pt x="5131" y="77"/>
                      <a:pt x="6509" y="0"/>
                    </a:cubicBezTo>
                    <a:cubicBezTo>
                      <a:pt x="6624" y="153"/>
                      <a:pt x="6815" y="268"/>
                      <a:pt x="7007" y="268"/>
                    </a:cubicBezTo>
                    <a:cubicBezTo>
                      <a:pt x="7236" y="306"/>
                      <a:pt x="7504" y="306"/>
                      <a:pt x="7734" y="306"/>
                    </a:cubicBezTo>
                    <a:cubicBezTo>
                      <a:pt x="7849" y="345"/>
                      <a:pt x="7964" y="421"/>
                      <a:pt x="8078" y="421"/>
                    </a:cubicBezTo>
                    <a:cubicBezTo>
                      <a:pt x="8385" y="421"/>
                      <a:pt x="8691" y="421"/>
                      <a:pt x="8959" y="421"/>
                    </a:cubicBezTo>
                    <a:lnTo>
                      <a:pt x="9304" y="421"/>
                    </a:lnTo>
                    <a:lnTo>
                      <a:pt x="10529" y="421"/>
                    </a:lnTo>
                    <a:lnTo>
                      <a:pt x="11639" y="421"/>
                    </a:lnTo>
                    <a:cubicBezTo>
                      <a:pt x="11715" y="460"/>
                      <a:pt x="11792" y="460"/>
                      <a:pt x="11869" y="460"/>
                    </a:cubicBezTo>
                    <a:cubicBezTo>
                      <a:pt x="12213" y="460"/>
                      <a:pt x="12596" y="421"/>
                      <a:pt x="12941" y="421"/>
                    </a:cubicBezTo>
                    <a:cubicBezTo>
                      <a:pt x="13323" y="421"/>
                      <a:pt x="13706" y="421"/>
                      <a:pt x="14089" y="421"/>
                    </a:cubicBezTo>
                    <a:cubicBezTo>
                      <a:pt x="14280" y="421"/>
                      <a:pt x="14434" y="421"/>
                      <a:pt x="14625" y="421"/>
                    </a:cubicBezTo>
                    <a:cubicBezTo>
                      <a:pt x="14778" y="421"/>
                      <a:pt x="14931" y="421"/>
                      <a:pt x="15084" y="421"/>
                    </a:cubicBezTo>
                    <a:cubicBezTo>
                      <a:pt x="15161" y="460"/>
                      <a:pt x="15276" y="460"/>
                      <a:pt x="15391" y="460"/>
                    </a:cubicBezTo>
                    <a:cubicBezTo>
                      <a:pt x="15697" y="460"/>
                      <a:pt x="16003" y="421"/>
                      <a:pt x="16309" y="421"/>
                    </a:cubicBezTo>
                    <a:cubicBezTo>
                      <a:pt x="16463" y="421"/>
                      <a:pt x="16616" y="421"/>
                      <a:pt x="16807" y="421"/>
                    </a:cubicBezTo>
                    <a:cubicBezTo>
                      <a:pt x="17573" y="421"/>
                      <a:pt x="18377" y="460"/>
                      <a:pt x="19181" y="498"/>
                    </a:cubicBezTo>
                    <a:cubicBezTo>
                      <a:pt x="19219" y="498"/>
                      <a:pt x="19257" y="498"/>
                      <a:pt x="19334" y="498"/>
                    </a:cubicBezTo>
                    <a:cubicBezTo>
                      <a:pt x="19564" y="498"/>
                      <a:pt x="19832" y="536"/>
                      <a:pt x="20100" y="536"/>
                    </a:cubicBezTo>
                    <a:cubicBezTo>
                      <a:pt x="20597" y="574"/>
                      <a:pt x="21095" y="574"/>
                      <a:pt x="21593" y="574"/>
                    </a:cubicBezTo>
                    <a:cubicBezTo>
                      <a:pt x="21708" y="574"/>
                      <a:pt x="21822" y="536"/>
                      <a:pt x="21937" y="498"/>
                    </a:cubicBezTo>
                    <a:cubicBezTo>
                      <a:pt x="22014" y="498"/>
                      <a:pt x="22090" y="498"/>
                      <a:pt x="22167" y="498"/>
                    </a:cubicBezTo>
                    <a:cubicBezTo>
                      <a:pt x="22320" y="498"/>
                      <a:pt x="22511" y="498"/>
                      <a:pt x="22665" y="498"/>
                    </a:cubicBezTo>
                    <a:cubicBezTo>
                      <a:pt x="23009" y="498"/>
                      <a:pt x="23354" y="536"/>
                      <a:pt x="23698" y="536"/>
                    </a:cubicBezTo>
                    <a:lnTo>
                      <a:pt x="24770" y="574"/>
                    </a:lnTo>
                    <a:cubicBezTo>
                      <a:pt x="24923" y="574"/>
                      <a:pt x="25115" y="574"/>
                      <a:pt x="25268" y="574"/>
                    </a:cubicBezTo>
                    <a:cubicBezTo>
                      <a:pt x="25459" y="574"/>
                      <a:pt x="25689" y="613"/>
                      <a:pt x="25880" y="574"/>
                    </a:cubicBezTo>
                    <a:cubicBezTo>
                      <a:pt x="25957" y="574"/>
                      <a:pt x="26034" y="574"/>
                      <a:pt x="26148" y="536"/>
                    </a:cubicBezTo>
                    <a:cubicBezTo>
                      <a:pt x="26302" y="536"/>
                      <a:pt x="26493" y="536"/>
                      <a:pt x="26646" y="536"/>
                    </a:cubicBezTo>
                    <a:cubicBezTo>
                      <a:pt x="27220" y="574"/>
                      <a:pt x="27756" y="613"/>
                      <a:pt x="28292" y="613"/>
                    </a:cubicBezTo>
                    <a:cubicBezTo>
                      <a:pt x="29135" y="651"/>
                      <a:pt x="29977" y="651"/>
                      <a:pt x="30781" y="651"/>
                    </a:cubicBezTo>
                    <a:cubicBezTo>
                      <a:pt x="31317" y="651"/>
                      <a:pt x="31853" y="651"/>
                      <a:pt x="32350" y="651"/>
                    </a:cubicBezTo>
                    <a:cubicBezTo>
                      <a:pt x="33001" y="613"/>
                      <a:pt x="33614" y="613"/>
                      <a:pt x="34226" y="574"/>
                    </a:cubicBezTo>
                    <a:cubicBezTo>
                      <a:pt x="34609" y="536"/>
                      <a:pt x="34992" y="498"/>
                      <a:pt x="35337" y="460"/>
                    </a:cubicBezTo>
                    <a:cubicBezTo>
                      <a:pt x="35643" y="421"/>
                      <a:pt x="35949" y="345"/>
                      <a:pt x="36294" y="345"/>
                    </a:cubicBezTo>
                    <a:cubicBezTo>
                      <a:pt x="36523" y="306"/>
                      <a:pt x="36753" y="268"/>
                      <a:pt x="37021" y="268"/>
                    </a:cubicBezTo>
                    <a:cubicBezTo>
                      <a:pt x="38935" y="268"/>
                      <a:pt x="40811" y="268"/>
                      <a:pt x="42725" y="230"/>
                    </a:cubicBezTo>
                    <a:cubicBezTo>
                      <a:pt x="46707" y="230"/>
                      <a:pt x="50727" y="306"/>
                      <a:pt x="54708" y="383"/>
                    </a:cubicBezTo>
                    <a:cubicBezTo>
                      <a:pt x="58766" y="421"/>
                      <a:pt x="62786" y="498"/>
                      <a:pt x="66844" y="498"/>
                    </a:cubicBezTo>
                    <a:cubicBezTo>
                      <a:pt x="68452" y="268"/>
                      <a:pt x="69294" y="842"/>
                      <a:pt x="69103" y="2565"/>
                    </a:cubicBezTo>
                    <a:cubicBezTo>
                      <a:pt x="69103" y="2757"/>
                      <a:pt x="69065" y="2910"/>
                      <a:pt x="69026" y="3025"/>
                    </a:cubicBezTo>
                    <a:lnTo>
                      <a:pt x="69026" y="3369"/>
                    </a:lnTo>
                    <a:cubicBezTo>
                      <a:pt x="69179" y="3561"/>
                      <a:pt x="69256" y="3790"/>
                      <a:pt x="69256" y="4020"/>
                    </a:cubicBezTo>
                    <a:cubicBezTo>
                      <a:pt x="69562" y="16194"/>
                      <a:pt x="69141" y="28368"/>
                      <a:pt x="69103" y="40543"/>
                    </a:cubicBezTo>
                    <a:cubicBezTo>
                      <a:pt x="69103" y="41193"/>
                      <a:pt x="69141" y="41806"/>
                      <a:pt x="69141" y="42457"/>
                    </a:cubicBezTo>
                    <a:cubicBezTo>
                      <a:pt x="69103" y="42840"/>
                      <a:pt x="69065" y="43222"/>
                      <a:pt x="69026" y="43644"/>
                    </a:cubicBezTo>
                    <a:cubicBezTo>
                      <a:pt x="68988" y="44256"/>
                      <a:pt x="68988" y="44869"/>
                      <a:pt x="68950" y="45481"/>
                    </a:cubicBezTo>
                    <a:cubicBezTo>
                      <a:pt x="68873" y="46783"/>
                      <a:pt x="68911" y="48123"/>
                      <a:pt x="68911" y="49424"/>
                    </a:cubicBezTo>
                    <a:lnTo>
                      <a:pt x="68911" y="49348"/>
                    </a:lnTo>
                    <a:cubicBezTo>
                      <a:pt x="68911" y="50190"/>
                      <a:pt x="68873" y="51032"/>
                      <a:pt x="68873" y="51875"/>
                    </a:cubicBezTo>
                    <a:lnTo>
                      <a:pt x="68873" y="51951"/>
                    </a:lnTo>
                    <a:lnTo>
                      <a:pt x="68873" y="51989"/>
                    </a:lnTo>
                    <a:cubicBezTo>
                      <a:pt x="68873" y="52181"/>
                      <a:pt x="68835" y="52334"/>
                      <a:pt x="68835" y="52525"/>
                    </a:cubicBezTo>
                    <a:cubicBezTo>
                      <a:pt x="68835" y="52870"/>
                      <a:pt x="68835" y="53214"/>
                      <a:pt x="68797" y="53559"/>
                    </a:cubicBezTo>
                    <a:cubicBezTo>
                      <a:pt x="68797" y="54401"/>
                      <a:pt x="68758" y="55282"/>
                      <a:pt x="68797" y="56162"/>
                    </a:cubicBezTo>
                    <a:lnTo>
                      <a:pt x="68797" y="56201"/>
                    </a:lnTo>
                    <a:lnTo>
                      <a:pt x="68797" y="56162"/>
                    </a:lnTo>
                    <a:lnTo>
                      <a:pt x="68797" y="56124"/>
                    </a:lnTo>
                    <a:cubicBezTo>
                      <a:pt x="68797" y="56277"/>
                      <a:pt x="68797" y="56392"/>
                      <a:pt x="68797" y="56545"/>
                    </a:cubicBezTo>
                    <a:cubicBezTo>
                      <a:pt x="68758" y="56737"/>
                      <a:pt x="68758" y="56928"/>
                      <a:pt x="68758" y="57119"/>
                    </a:cubicBezTo>
                    <a:cubicBezTo>
                      <a:pt x="68758" y="57311"/>
                      <a:pt x="68758" y="57541"/>
                      <a:pt x="68758" y="57732"/>
                    </a:cubicBezTo>
                    <a:cubicBezTo>
                      <a:pt x="68758" y="57962"/>
                      <a:pt x="68758" y="58153"/>
                      <a:pt x="68797" y="58344"/>
                    </a:cubicBezTo>
                    <a:lnTo>
                      <a:pt x="68797" y="58383"/>
                    </a:lnTo>
                    <a:cubicBezTo>
                      <a:pt x="68758" y="58880"/>
                      <a:pt x="68758" y="59378"/>
                      <a:pt x="68720" y="59876"/>
                    </a:cubicBezTo>
                    <a:cubicBezTo>
                      <a:pt x="68720" y="60450"/>
                      <a:pt x="68643" y="61063"/>
                      <a:pt x="68643" y="61675"/>
                    </a:cubicBezTo>
                    <a:cubicBezTo>
                      <a:pt x="68643" y="61637"/>
                      <a:pt x="68643" y="61599"/>
                      <a:pt x="68643" y="61560"/>
                    </a:cubicBezTo>
                    <a:cubicBezTo>
                      <a:pt x="68605" y="62211"/>
                      <a:pt x="68567" y="62862"/>
                      <a:pt x="68490" y="63513"/>
                    </a:cubicBezTo>
                    <a:cubicBezTo>
                      <a:pt x="68452" y="64087"/>
                      <a:pt x="68452" y="64661"/>
                      <a:pt x="68452" y="65274"/>
                    </a:cubicBezTo>
                    <a:cubicBezTo>
                      <a:pt x="68452" y="66499"/>
                      <a:pt x="68567" y="67762"/>
                      <a:pt x="68682" y="68987"/>
                    </a:cubicBezTo>
                    <a:lnTo>
                      <a:pt x="68682" y="68949"/>
                    </a:lnTo>
                    <a:cubicBezTo>
                      <a:pt x="68682" y="68949"/>
                      <a:pt x="68682" y="68987"/>
                      <a:pt x="68682" y="69026"/>
                    </a:cubicBezTo>
                    <a:lnTo>
                      <a:pt x="68682" y="68987"/>
                    </a:lnTo>
                    <a:lnTo>
                      <a:pt x="68682" y="68987"/>
                    </a:lnTo>
                    <a:lnTo>
                      <a:pt x="68682" y="68987"/>
                    </a:lnTo>
                    <a:lnTo>
                      <a:pt x="68682" y="69026"/>
                    </a:lnTo>
                    <a:lnTo>
                      <a:pt x="68682" y="69026"/>
                    </a:lnTo>
                    <a:lnTo>
                      <a:pt x="68682" y="69026"/>
                    </a:lnTo>
                    <a:lnTo>
                      <a:pt x="68682" y="69026"/>
                    </a:lnTo>
                    <a:lnTo>
                      <a:pt x="68682" y="69026"/>
                    </a:lnTo>
                    <a:lnTo>
                      <a:pt x="68682" y="69026"/>
                    </a:lnTo>
                    <a:lnTo>
                      <a:pt x="68682" y="69026"/>
                    </a:lnTo>
                    <a:lnTo>
                      <a:pt x="68682" y="69026"/>
                    </a:lnTo>
                    <a:lnTo>
                      <a:pt x="68682" y="69026"/>
                    </a:lnTo>
                    <a:cubicBezTo>
                      <a:pt x="68797" y="69868"/>
                      <a:pt x="68873" y="70710"/>
                      <a:pt x="68950" y="71552"/>
                    </a:cubicBezTo>
                    <a:cubicBezTo>
                      <a:pt x="68988" y="72012"/>
                      <a:pt x="69065" y="72433"/>
                      <a:pt x="69103" y="72892"/>
                    </a:cubicBezTo>
                    <a:cubicBezTo>
                      <a:pt x="69141" y="73084"/>
                      <a:pt x="69141" y="73275"/>
                      <a:pt x="69179" y="73467"/>
                    </a:cubicBezTo>
                    <a:cubicBezTo>
                      <a:pt x="69218" y="73658"/>
                      <a:pt x="69218" y="73888"/>
                      <a:pt x="69294" y="74079"/>
                    </a:cubicBezTo>
                    <a:cubicBezTo>
                      <a:pt x="69294" y="84033"/>
                      <a:pt x="69256" y="93987"/>
                      <a:pt x="69294" y="103979"/>
                    </a:cubicBezTo>
                    <a:cubicBezTo>
                      <a:pt x="69447" y="112975"/>
                      <a:pt x="69294" y="121972"/>
                      <a:pt x="69141" y="131007"/>
                    </a:cubicBezTo>
                    <a:cubicBezTo>
                      <a:pt x="69103" y="136137"/>
                      <a:pt x="69218" y="141267"/>
                      <a:pt x="69103" y="146397"/>
                    </a:cubicBezTo>
                    <a:cubicBezTo>
                      <a:pt x="69065" y="147163"/>
                      <a:pt x="69103" y="148617"/>
                      <a:pt x="68835" y="149613"/>
                    </a:cubicBezTo>
                    <a:cubicBezTo>
                      <a:pt x="68950" y="150302"/>
                      <a:pt x="68452" y="151068"/>
                      <a:pt x="67533" y="150914"/>
                    </a:cubicBezTo>
                    <a:cubicBezTo>
                      <a:pt x="65160" y="150570"/>
                      <a:pt x="62748" y="150761"/>
                      <a:pt x="60374" y="150838"/>
                    </a:cubicBezTo>
                    <a:cubicBezTo>
                      <a:pt x="56010" y="151029"/>
                      <a:pt x="51645" y="151221"/>
                      <a:pt x="47281" y="151221"/>
                    </a:cubicBezTo>
                    <a:cubicBezTo>
                      <a:pt x="42687" y="151412"/>
                      <a:pt x="38093" y="151374"/>
                      <a:pt x="33499" y="151297"/>
                    </a:cubicBezTo>
                    <a:cubicBezTo>
                      <a:pt x="30934" y="151297"/>
                      <a:pt x="28331" y="151336"/>
                      <a:pt x="25766" y="151412"/>
                    </a:cubicBezTo>
                    <a:cubicBezTo>
                      <a:pt x="23430" y="151489"/>
                      <a:pt x="21133" y="151527"/>
                      <a:pt x="18798" y="151527"/>
                    </a:cubicBezTo>
                    <a:cubicBezTo>
                      <a:pt x="17841" y="151527"/>
                      <a:pt x="16884" y="151527"/>
                      <a:pt x="15927" y="15148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42"/>
              <p:cNvSpPr/>
              <p:nvPr/>
            </p:nvSpPr>
            <p:spPr>
              <a:xfrm>
                <a:off x="5725125" y="1518025"/>
                <a:ext cx="1587850" cy="2957450"/>
              </a:xfrm>
              <a:custGeom>
                <a:avLst/>
                <a:gdLst/>
                <a:ahLst/>
                <a:cxnLst/>
                <a:rect l="l" t="t" r="r" b="b"/>
                <a:pathLst>
                  <a:path w="63514" h="118298" extrusionOk="0">
                    <a:moveTo>
                      <a:pt x="62250" y="102294"/>
                    </a:moveTo>
                    <a:cubicBezTo>
                      <a:pt x="63514" y="103405"/>
                      <a:pt x="61829" y="104783"/>
                      <a:pt x="61102" y="105702"/>
                    </a:cubicBezTo>
                    <a:cubicBezTo>
                      <a:pt x="60221" y="106467"/>
                      <a:pt x="58345" y="109454"/>
                      <a:pt x="57158" y="108956"/>
                    </a:cubicBezTo>
                    <a:cubicBezTo>
                      <a:pt x="54364" y="111368"/>
                      <a:pt x="51033" y="112899"/>
                      <a:pt x="47588" y="114277"/>
                    </a:cubicBezTo>
                    <a:cubicBezTo>
                      <a:pt x="41615" y="116804"/>
                      <a:pt x="35107" y="118297"/>
                      <a:pt x="28599" y="117838"/>
                    </a:cubicBezTo>
                    <a:cubicBezTo>
                      <a:pt x="25574" y="117493"/>
                      <a:pt x="22588" y="116881"/>
                      <a:pt x="19755" y="115809"/>
                    </a:cubicBezTo>
                    <a:cubicBezTo>
                      <a:pt x="18683" y="115464"/>
                      <a:pt x="17611" y="114966"/>
                      <a:pt x="16501" y="115081"/>
                    </a:cubicBezTo>
                    <a:cubicBezTo>
                      <a:pt x="15927" y="114890"/>
                      <a:pt x="15621" y="114584"/>
                      <a:pt x="15544" y="114239"/>
                    </a:cubicBezTo>
                    <a:cubicBezTo>
                      <a:pt x="13553" y="113397"/>
                      <a:pt x="11448" y="112708"/>
                      <a:pt x="9687" y="111406"/>
                    </a:cubicBezTo>
                    <a:cubicBezTo>
                      <a:pt x="9036" y="110908"/>
                      <a:pt x="8538" y="110296"/>
                      <a:pt x="8040" y="109683"/>
                    </a:cubicBezTo>
                    <a:cubicBezTo>
                      <a:pt x="7275" y="108611"/>
                      <a:pt x="6203" y="107616"/>
                      <a:pt x="5820" y="106314"/>
                    </a:cubicBezTo>
                    <a:cubicBezTo>
                      <a:pt x="5590" y="105357"/>
                      <a:pt x="6509" y="104821"/>
                      <a:pt x="7198" y="104400"/>
                    </a:cubicBezTo>
                    <a:cubicBezTo>
                      <a:pt x="7849" y="103979"/>
                      <a:pt x="8385" y="103405"/>
                      <a:pt x="8921" y="102869"/>
                    </a:cubicBezTo>
                    <a:cubicBezTo>
                      <a:pt x="11716" y="99538"/>
                      <a:pt x="14051" y="95748"/>
                      <a:pt x="14893" y="91422"/>
                    </a:cubicBezTo>
                    <a:cubicBezTo>
                      <a:pt x="15544" y="89355"/>
                      <a:pt x="15429" y="87134"/>
                      <a:pt x="16042" y="85067"/>
                    </a:cubicBezTo>
                    <a:cubicBezTo>
                      <a:pt x="16195" y="84378"/>
                      <a:pt x="16118" y="83650"/>
                      <a:pt x="16195" y="82961"/>
                    </a:cubicBezTo>
                    <a:lnTo>
                      <a:pt x="16195" y="82961"/>
                    </a:lnTo>
                    <a:cubicBezTo>
                      <a:pt x="16042" y="81698"/>
                      <a:pt x="15697" y="80435"/>
                      <a:pt x="14855" y="79401"/>
                    </a:cubicBezTo>
                    <a:cubicBezTo>
                      <a:pt x="13209" y="77142"/>
                      <a:pt x="11448" y="74998"/>
                      <a:pt x="9916" y="72663"/>
                    </a:cubicBezTo>
                    <a:cubicBezTo>
                      <a:pt x="6394" y="67954"/>
                      <a:pt x="3753" y="62594"/>
                      <a:pt x="2030" y="56967"/>
                    </a:cubicBezTo>
                    <a:cubicBezTo>
                      <a:pt x="1111" y="55550"/>
                      <a:pt x="1111" y="53636"/>
                      <a:pt x="690" y="51990"/>
                    </a:cubicBezTo>
                    <a:cubicBezTo>
                      <a:pt x="575" y="50994"/>
                      <a:pt x="1" y="49884"/>
                      <a:pt x="460" y="48927"/>
                    </a:cubicBezTo>
                    <a:cubicBezTo>
                      <a:pt x="307" y="44601"/>
                      <a:pt x="881" y="40198"/>
                      <a:pt x="1915" y="35987"/>
                    </a:cubicBezTo>
                    <a:cubicBezTo>
                      <a:pt x="1609" y="34609"/>
                      <a:pt x="2413" y="33192"/>
                      <a:pt x="2566" y="31814"/>
                    </a:cubicBezTo>
                    <a:cubicBezTo>
                      <a:pt x="3140" y="29594"/>
                      <a:pt x="3255" y="27144"/>
                      <a:pt x="4097" y="25000"/>
                    </a:cubicBezTo>
                    <a:cubicBezTo>
                      <a:pt x="4557" y="22435"/>
                      <a:pt x="4518" y="19793"/>
                      <a:pt x="4557" y="17152"/>
                    </a:cubicBezTo>
                    <a:cubicBezTo>
                      <a:pt x="4174" y="16998"/>
                      <a:pt x="3906" y="16616"/>
                      <a:pt x="3906" y="16041"/>
                    </a:cubicBezTo>
                    <a:cubicBezTo>
                      <a:pt x="3944" y="14548"/>
                      <a:pt x="4825" y="13247"/>
                      <a:pt x="5437" y="11907"/>
                    </a:cubicBezTo>
                    <a:cubicBezTo>
                      <a:pt x="6126" y="10605"/>
                      <a:pt x="6930" y="9303"/>
                      <a:pt x="7772" y="8078"/>
                    </a:cubicBezTo>
                    <a:cubicBezTo>
                      <a:pt x="11027" y="3331"/>
                      <a:pt x="16769" y="958"/>
                      <a:pt x="22320" y="192"/>
                    </a:cubicBezTo>
                    <a:cubicBezTo>
                      <a:pt x="24043" y="0"/>
                      <a:pt x="25651" y="728"/>
                      <a:pt x="27335" y="881"/>
                    </a:cubicBezTo>
                    <a:cubicBezTo>
                      <a:pt x="29824" y="843"/>
                      <a:pt x="32351" y="154"/>
                      <a:pt x="34877" y="728"/>
                    </a:cubicBezTo>
                    <a:cubicBezTo>
                      <a:pt x="41539" y="2068"/>
                      <a:pt x="45559" y="5284"/>
                      <a:pt x="48659" y="11294"/>
                    </a:cubicBezTo>
                    <a:cubicBezTo>
                      <a:pt x="50344" y="14280"/>
                      <a:pt x="51454" y="17534"/>
                      <a:pt x="52143" y="20865"/>
                    </a:cubicBezTo>
                    <a:cubicBezTo>
                      <a:pt x="52871" y="23775"/>
                      <a:pt x="53483" y="26684"/>
                      <a:pt x="53866" y="29632"/>
                    </a:cubicBezTo>
                    <a:cubicBezTo>
                      <a:pt x="54708" y="33843"/>
                      <a:pt x="55129" y="38093"/>
                      <a:pt x="56125" y="42227"/>
                    </a:cubicBezTo>
                    <a:cubicBezTo>
                      <a:pt x="56890" y="45060"/>
                      <a:pt x="57618" y="47855"/>
                      <a:pt x="58537" y="50650"/>
                    </a:cubicBezTo>
                    <a:cubicBezTo>
                      <a:pt x="59073" y="52449"/>
                      <a:pt x="59494" y="54287"/>
                      <a:pt x="59800" y="56124"/>
                    </a:cubicBezTo>
                    <a:cubicBezTo>
                      <a:pt x="60413" y="56201"/>
                      <a:pt x="60987" y="56699"/>
                      <a:pt x="60795" y="57503"/>
                    </a:cubicBezTo>
                    <a:cubicBezTo>
                      <a:pt x="60566" y="58230"/>
                      <a:pt x="60298" y="58919"/>
                      <a:pt x="59953" y="59608"/>
                    </a:cubicBezTo>
                    <a:cubicBezTo>
                      <a:pt x="58805" y="62097"/>
                      <a:pt x="57235" y="64317"/>
                      <a:pt x="55780" y="66614"/>
                    </a:cubicBezTo>
                    <a:cubicBezTo>
                      <a:pt x="55474" y="67074"/>
                      <a:pt x="55206" y="67533"/>
                      <a:pt x="54938" y="68031"/>
                    </a:cubicBezTo>
                    <a:cubicBezTo>
                      <a:pt x="54976" y="68299"/>
                      <a:pt x="54861" y="68528"/>
                      <a:pt x="54708" y="68720"/>
                    </a:cubicBezTo>
                    <a:cubicBezTo>
                      <a:pt x="54670" y="69256"/>
                      <a:pt x="54402" y="69792"/>
                      <a:pt x="54479" y="70328"/>
                    </a:cubicBezTo>
                    <a:cubicBezTo>
                      <a:pt x="54402" y="71629"/>
                      <a:pt x="54364" y="72931"/>
                      <a:pt x="54364" y="74233"/>
                    </a:cubicBezTo>
                    <a:cubicBezTo>
                      <a:pt x="54479" y="74424"/>
                      <a:pt x="54517" y="74615"/>
                      <a:pt x="54479" y="74883"/>
                    </a:cubicBezTo>
                    <a:cubicBezTo>
                      <a:pt x="54402" y="75726"/>
                      <a:pt x="54440" y="76568"/>
                      <a:pt x="54479" y="77410"/>
                    </a:cubicBezTo>
                    <a:cubicBezTo>
                      <a:pt x="54632" y="82387"/>
                      <a:pt x="54861" y="87402"/>
                      <a:pt x="55933" y="92264"/>
                    </a:cubicBezTo>
                    <a:cubicBezTo>
                      <a:pt x="56355" y="94867"/>
                      <a:pt x="57312" y="97279"/>
                      <a:pt x="58613" y="99538"/>
                    </a:cubicBezTo>
                    <a:cubicBezTo>
                      <a:pt x="58690" y="99653"/>
                      <a:pt x="58766" y="99806"/>
                      <a:pt x="58843" y="99921"/>
                    </a:cubicBezTo>
                    <a:cubicBezTo>
                      <a:pt x="59915" y="100801"/>
                      <a:pt x="61025" y="101644"/>
                      <a:pt x="62250" y="102256"/>
                    </a:cubicBezTo>
                    <a:close/>
                  </a:path>
                </a:pathLst>
              </a:custGeom>
              <a:solidFill>
                <a:srgbClr val="F2AF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42"/>
              <p:cNvSpPr/>
              <p:nvPr/>
            </p:nvSpPr>
            <p:spPr>
              <a:xfrm>
                <a:off x="5727050" y="1522800"/>
                <a:ext cx="1562950" cy="2941175"/>
              </a:xfrm>
              <a:custGeom>
                <a:avLst/>
                <a:gdLst/>
                <a:ahLst/>
                <a:cxnLst/>
                <a:rect l="l" t="t" r="r" b="b"/>
                <a:pathLst>
                  <a:path w="62518" h="117647" extrusionOk="0">
                    <a:moveTo>
                      <a:pt x="33460" y="50497"/>
                    </a:moveTo>
                    <a:cubicBezTo>
                      <a:pt x="34685" y="51799"/>
                      <a:pt x="35183" y="54172"/>
                      <a:pt x="33499" y="55321"/>
                    </a:cubicBezTo>
                    <a:cubicBezTo>
                      <a:pt x="31814" y="56240"/>
                      <a:pt x="29785" y="55474"/>
                      <a:pt x="27986" y="56048"/>
                    </a:cubicBezTo>
                    <a:cubicBezTo>
                      <a:pt x="26186" y="56661"/>
                      <a:pt x="24502" y="57924"/>
                      <a:pt x="22511" y="57618"/>
                    </a:cubicBezTo>
                    <a:cubicBezTo>
                      <a:pt x="20635" y="57465"/>
                      <a:pt x="19334" y="56087"/>
                      <a:pt x="17955" y="54976"/>
                    </a:cubicBezTo>
                    <a:cubicBezTo>
                      <a:pt x="16348" y="54440"/>
                      <a:pt x="15352" y="53636"/>
                      <a:pt x="15390" y="51799"/>
                    </a:cubicBezTo>
                    <a:cubicBezTo>
                      <a:pt x="15429" y="51339"/>
                      <a:pt x="15276" y="50612"/>
                      <a:pt x="15773" y="50421"/>
                    </a:cubicBezTo>
                    <a:cubicBezTo>
                      <a:pt x="15429" y="49999"/>
                      <a:pt x="16041" y="49387"/>
                      <a:pt x="16462" y="49770"/>
                    </a:cubicBezTo>
                    <a:cubicBezTo>
                      <a:pt x="16884" y="50153"/>
                      <a:pt x="16998" y="50803"/>
                      <a:pt x="17496" y="51110"/>
                    </a:cubicBezTo>
                    <a:lnTo>
                      <a:pt x="17496" y="51110"/>
                    </a:lnTo>
                    <a:cubicBezTo>
                      <a:pt x="17802" y="51301"/>
                      <a:pt x="18262" y="51263"/>
                      <a:pt x="18530" y="51186"/>
                    </a:cubicBezTo>
                    <a:cubicBezTo>
                      <a:pt x="20444" y="50727"/>
                      <a:pt x="21746" y="53024"/>
                      <a:pt x="23698" y="52832"/>
                    </a:cubicBezTo>
                    <a:cubicBezTo>
                      <a:pt x="25115" y="52794"/>
                      <a:pt x="26148" y="51569"/>
                      <a:pt x="27488" y="51378"/>
                    </a:cubicBezTo>
                    <a:cubicBezTo>
                      <a:pt x="28675" y="51454"/>
                      <a:pt x="29938" y="51875"/>
                      <a:pt x="31087" y="51339"/>
                    </a:cubicBezTo>
                    <a:cubicBezTo>
                      <a:pt x="31584" y="51148"/>
                      <a:pt x="31891" y="50689"/>
                      <a:pt x="32197" y="50267"/>
                    </a:cubicBezTo>
                    <a:cubicBezTo>
                      <a:pt x="32503" y="49999"/>
                      <a:pt x="32810" y="50114"/>
                      <a:pt x="33001" y="50382"/>
                    </a:cubicBezTo>
                    <a:cubicBezTo>
                      <a:pt x="33154" y="50344"/>
                      <a:pt x="33307" y="50382"/>
                      <a:pt x="33460" y="50497"/>
                    </a:cubicBezTo>
                    <a:lnTo>
                      <a:pt x="33460" y="50497"/>
                    </a:lnTo>
                    <a:close/>
                    <a:moveTo>
                      <a:pt x="14548" y="113244"/>
                    </a:moveTo>
                    <a:cubicBezTo>
                      <a:pt x="14625" y="113206"/>
                      <a:pt x="14663" y="113129"/>
                      <a:pt x="14740" y="113129"/>
                    </a:cubicBezTo>
                    <a:cubicBezTo>
                      <a:pt x="13897" y="112823"/>
                      <a:pt x="12864" y="112440"/>
                      <a:pt x="11868" y="112057"/>
                    </a:cubicBezTo>
                    <a:lnTo>
                      <a:pt x="11868" y="112057"/>
                    </a:lnTo>
                    <a:cubicBezTo>
                      <a:pt x="12711" y="112555"/>
                      <a:pt x="13629" y="112938"/>
                      <a:pt x="14548" y="113244"/>
                    </a:cubicBezTo>
                    <a:lnTo>
                      <a:pt x="14548" y="113244"/>
                    </a:lnTo>
                    <a:close/>
                    <a:moveTo>
                      <a:pt x="17228" y="114010"/>
                    </a:moveTo>
                    <a:cubicBezTo>
                      <a:pt x="16960" y="113933"/>
                      <a:pt x="16730" y="113857"/>
                      <a:pt x="16501" y="113780"/>
                    </a:cubicBezTo>
                    <a:cubicBezTo>
                      <a:pt x="16309" y="113703"/>
                      <a:pt x="16003" y="113589"/>
                      <a:pt x="15620" y="113435"/>
                    </a:cubicBezTo>
                    <a:cubicBezTo>
                      <a:pt x="15735" y="113512"/>
                      <a:pt x="15850" y="113589"/>
                      <a:pt x="15965" y="113703"/>
                    </a:cubicBezTo>
                    <a:cubicBezTo>
                      <a:pt x="16386" y="113818"/>
                      <a:pt x="16807" y="113933"/>
                      <a:pt x="17228" y="114010"/>
                    </a:cubicBezTo>
                    <a:lnTo>
                      <a:pt x="17228" y="114010"/>
                    </a:lnTo>
                    <a:close/>
                    <a:moveTo>
                      <a:pt x="55320" y="108612"/>
                    </a:moveTo>
                    <a:cubicBezTo>
                      <a:pt x="55359" y="108612"/>
                      <a:pt x="55359" y="108573"/>
                      <a:pt x="55397" y="108573"/>
                    </a:cubicBezTo>
                    <a:cubicBezTo>
                      <a:pt x="55397" y="108535"/>
                      <a:pt x="55397" y="108535"/>
                      <a:pt x="55359" y="108535"/>
                    </a:cubicBezTo>
                    <a:cubicBezTo>
                      <a:pt x="55359" y="108573"/>
                      <a:pt x="55320" y="108573"/>
                      <a:pt x="55320" y="108612"/>
                    </a:cubicBezTo>
                    <a:close/>
                    <a:moveTo>
                      <a:pt x="60833" y="101644"/>
                    </a:moveTo>
                    <a:cubicBezTo>
                      <a:pt x="57885" y="99309"/>
                      <a:pt x="56431" y="95787"/>
                      <a:pt x="55627" y="92150"/>
                    </a:cubicBezTo>
                    <a:cubicBezTo>
                      <a:pt x="56124" y="91767"/>
                      <a:pt x="55129" y="88666"/>
                      <a:pt x="54823" y="87517"/>
                    </a:cubicBezTo>
                    <a:cubicBezTo>
                      <a:pt x="54976" y="87364"/>
                      <a:pt x="55091" y="87211"/>
                      <a:pt x="55244" y="87020"/>
                    </a:cubicBezTo>
                    <a:cubicBezTo>
                      <a:pt x="55512" y="86675"/>
                      <a:pt x="55129" y="86254"/>
                      <a:pt x="54784" y="86292"/>
                    </a:cubicBezTo>
                    <a:cubicBezTo>
                      <a:pt x="54823" y="86024"/>
                      <a:pt x="54784" y="85756"/>
                      <a:pt x="54784" y="85565"/>
                    </a:cubicBezTo>
                    <a:cubicBezTo>
                      <a:pt x="54746" y="84378"/>
                      <a:pt x="55014" y="80933"/>
                      <a:pt x="53751" y="80473"/>
                    </a:cubicBezTo>
                    <a:cubicBezTo>
                      <a:pt x="53751" y="77219"/>
                      <a:pt x="53827" y="73965"/>
                      <a:pt x="54325" y="70711"/>
                    </a:cubicBezTo>
                    <a:cubicBezTo>
                      <a:pt x="54516" y="70137"/>
                      <a:pt x="54019" y="69371"/>
                      <a:pt x="53483" y="69945"/>
                    </a:cubicBezTo>
                    <a:cubicBezTo>
                      <a:pt x="53330" y="70175"/>
                      <a:pt x="53215" y="70405"/>
                      <a:pt x="53062" y="70634"/>
                    </a:cubicBezTo>
                    <a:cubicBezTo>
                      <a:pt x="52296" y="71668"/>
                      <a:pt x="51492" y="72663"/>
                      <a:pt x="50726" y="73697"/>
                    </a:cubicBezTo>
                    <a:cubicBezTo>
                      <a:pt x="50918" y="73429"/>
                      <a:pt x="51109" y="73161"/>
                      <a:pt x="51301" y="72855"/>
                    </a:cubicBezTo>
                    <a:cubicBezTo>
                      <a:pt x="52985" y="70519"/>
                      <a:pt x="54593" y="68069"/>
                      <a:pt x="56086" y="65543"/>
                    </a:cubicBezTo>
                    <a:cubicBezTo>
                      <a:pt x="56584" y="65964"/>
                      <a:pt x="58421" y="62135"/>
                      <a:pt x="59264" y="59915"/>
                    </a:cubicBezTo>
                    <a:cubicBezTo>
                      <a:pt x="59493" y="60145"/>
                      <a:pt x="59723" y="60336"/>
                      <a:pt x="60029" y="60413"/>
                    </a:cubicBezTo>
                    <a:cubicBezTo>
                      <a:pt x="60757" y="60374"/>
                      <a:pt x="60527" y="59494"/>
                      <a:pt x="60336" y="59034"/>
                    </a:cubicBezTo>
                    <a:cubicBezTo>
                      <a:pt x="59953" y="57656"/>
                      <a:pt x="59723" y="56240"/>
                      <a:pt x="59493" y="54785"/>
                    </a:cubicBezTo>
                    <a:cubicBezTo>
                      <a:pt x="58153" y="47588"/>
                      <a:pt x="56163" y="40505"/>
                      <a:pt x="55014" y="33231"/>
                    </a:cubicBezTo>
                    <a:cubicBezTo>
                      <a:pt x="53483" y="22244"/>
                      <a:pt x="52143" y="9036"/>
                      <a:pt x="41577" y="2872"/>
                    </a:cubicBezTo>
                    <a:cubicBezTo>
                      <a:pt x="38973" y="1417"/>
                      <a:pt x="35987" y="1264"/>
                      <a:pt x="33116" y="1494"/>
                    </a:cubicBezTo>
                    <a:cubicBezTo>
                      <a:pt x="32963" y="1494"/>
                      <a:pt x="32848" y="1494"/>
                      <a:pt x="32733" y="1456"/>
                    </a:cubicBezTo>
                    <a:cubicBezTo>
                      <a:pt x="32733" y="1226"/>
                      <a:pt x="32542" y="996"/>
                      <a:pt x="32235" y="1035"/>
                    </a:cubicBezTo>
                    <a:cubicBezTo>
                      <a:pt x="31584" y="1111"/>
                      <a:pt x="30972" y="1226"/>
                      <a:pt x="30359" y="1379"/>
                    </a:cubicBezTo>
                    <a:cubicBezTo>
                      <a:pt x="30130" y="1379"/>
                      <a:pt x="29900" y="1379"/>
                      <a:pt x="29670" y="1341"/>
                    </a:cubicBezTo>
                    <a:cubicBezTo>
                      <a:pt x="29441" y="1303"/>
                      <a:pt x="29249" y="1379"/>
                      <a:pt x="29134" y="1571"/>
                    </a:cubicBezTo>
                    <a:cubicBezTo>
                      <a:pt x="28254" y="1532"/>
                      <a:pt x="27297" y="1417"/>
                      <a:pt x="26454" y="1685"/>
                    </a:cubicBezTo>
                    <a:cubicBezTo>
                      <a:pt x="26340" y="1724"/>
                      <a:pt x="26263" y="1839"/>
                      <a:pt x="26225" y="1953"/>
                    </a:cubicBezTo>
                    <a:cubicBezTo>
                      <a:pt x="26186" y="1953"/>
                      <a:pt x="26186" y="1915"/>
                      <a:pt x="26148" y="1915"/>
                    </a:cubicBezTo>
                    <a:cubicBezTo>
                      <a:pt x="25651" y="1"/>
                      <a:pt x="22090" y="460"/>
                      <a:pt x="20520" y="613"/>
                    </a:cubicBezTo>
                    <a:cubicBezTo>
                      <a:pt x="16577" y="1149"/>
                      <a:pt x="13055" y="3255"/>
                      <a:pt x="10414" y="6203"/>
                    </a:cubicBezTo>
                    <a:cubicBezTo>
                      <a:pt x="8729" y="7964"/>
                      <a:pt x="7006" y="9763"/>
                      <a:pt x="5781" y="11907"/>
                    </a:cubicBezTo>
                    <a:cubicBezTo>
                      <a:pt x="3944" y="14740"/>
                      <a:pt x="4403" y="18109"/>
                      <a:pt x="3944" y="21325"/>
                    </a:cubicBezTo>
                    <a:cubicBezTo>
                      <a:pt x="3522" y="24043"/>
                      <a:pt x="2910" y="26761"/>
                      <a:pt x="2527" y="29518"/>
                    </a:cubicBezTo>
                    <a:cubicBezTo>
                      <a:pt x="2527" y="29747"/>
                      <a:pt x="2719" y="29939"/>
                      <a:pt x="2948" y="29939"/>
                    </a:cubicBezTo>
                    <a:cubicBezTo>
                      <a:pt x="2948" y="29977"/>
                      <a:pt x="2948" y="30015"/>
                      <a:pt x="2987" y="30015"/>
                    </a:cubicBezTo>
                    <a:cubicBezTo>
                      <a:pt x="2719" y="30130"/>
                      <a:pt x="2680" y="30513"/>
                      <a:pt x="2833" y="30704"/>
                    </a:cubicBezTo>
                    <a:cubicBezTo>
                      <a:pt x="2833" y="30743"/>
                      <a:pt x="2833" y="30743"/>
                      <a:pt x="2872" y="30781"/>
                    </a:cubicBezTo>
                    <a:cubicBezTo>
                      <a:pt x="2565" y="32312"/>
                      <a:pt x="2259" y="33844"/>
                      <a:pt x="1991" y="35375"/>
                    </a:cubicBezTo>
                    <a:cubicBezTo>
                      <a:pt x="1647" y="35720"/>
                      <a:pt x="1723" y="36294"/>
                      <a:pt x="1570" y="36753"/>
                    </a:cubicBezTo>
                    <a:cubicBezTo>
                      <a:pt x="1379" y="37978"/>
                      <a:pt x="1149" y="39203"/>
                      <a:pt x="957" y="40467"/>
                    </a:cubicBezTo>
                    <a:cubicBezTo>
                      <a:pt x="115" y="45941"/>
                      <a:pt x="0" y="51684"/>
                      <a:pt x="1723" y="57005"/>
                    </a:cubicBezTo>
                    <a:cubicBezTo>
                      <a:pt x="2527" y="59647"/>
                      <a:pt x="3484" y="62250"/>
                      <a:pt x="4594" y="64739"/>
                    </a:cubicBezTo>
                    <a:cubicBezTo>
                      <a:pt x="5130" y="65734"/>
                      <a:pt x="5513" y="66997"/>
                      <a:pt x="6432" y="67648"/>
                    </a:cubicBezTo>
                    <a:lnTo>
                      <a:pt x="6547" y="67648"/>
                    </a:lnTo>
                    <a:cubicBezTo>
                      <a:pt x="7772" y="70251"/>
                      <a:pt x="8844" y="72931"/>
                      <a:pt x="10414" y="75343"/>
                    </a:cubicBezTo>
                    <a:cubicBezTo>
                      <a:pt x="10643" y="75688"/>
                      <a:pt x="11218" y="75535"/>
                      <a:pt x="11256" y="75152"/>
                    </a:cubicBezTo>
                    <a:cubicBezTo>
                      <a:pt x="11026" y="74233"/>
                      <a:pt x="10222" y="73467"/>
                      <a:pt x="9878" y="72587"/>
                    </a:cubicBezTo>
                    <a:cubicBezTo>
                      <a:pt x="9035" y="71055"/>
                      <a:pt x="8385" y="69409"/>
                      <a:pt x="7657" y="67840"/>
                    </a:cubicBezTo>
                    <a:cubicBezTo>
                      <a:pt x="6279" y="65236"/>
                      <a:pt x="5245" y="62403"/>
                      <a:pt x="4365" y="59570"/>
                    </a:cubicBezTo>
                    <a:cubicBezTo>
                      <a:pt x="3561" y="57235"/>
                      <a:pt x="2833" y="54900"/>
                      <a:pt x="2412" y="52488"/>
                    </a:cubicBezTo>
                    <a:cubicBezTo>
                      <a:pt x="1953" y="49617"/>
                      <a:pt x="2106" y="46784"/>
                      <a:pt x="2336" y="43912"/>
                    </a:cubicBezTo>
                    <a:cubicBezTo>
                      <a:pt x="2336" y="43836"/>
                      <a:pt x="2374" y="43721"/>
                      <a:pt x="2374" y="43644"/>
                    </a:cubicBezTo>
                    <a:cubicBezTo>
                      <a:pt x="3140" y="39471"/>
                      <a:pt x="4748" y="35452"/>
                      <a:pt x="5130" y="31202"/>
                    </a:cubicBezTo>
                    <a:cubicBezTo>
                      <a:pt x="5130" y="30972"/>
                      <a:pt x="5169" y="30743"/>
                      <a:pt x="5169" y="30513"/>
                    </a:cubicBezTo>
                    <a:cubicBezTo>
                      <a:pt x="7542" y="30436"/>
                      <a:pt x="9916" y="31087"/>
                      <a:pt x="12251" y="31355"/>
                    </a:cubicBezTo>
                    <a:cubicBezTo>
                      <a:pt x="13591" y="31547"/>
                      <a:pt x="15046" y="31700"/>
                      <a:pt x="16309" y="31126"/>
                    </a:cubicBezTo>
                    <a:cubicBezTo>
                      <a:pt x="16730" y="30896"/>
                      <a:pt x="17687" y="30475"/>
                      <a:pt x="17649" y="29939"/>
                    </a:cubicBezTo>
                    <a:cubicBezTo>
                      <a:pt x="18032" y="29403"/>
                      <a:pt x="17534" y="28982"/>
                      <a:pt x="16271" y="29326"/>
                    </a:cubicBezTo>
                    <a:cubicBezTo>
                      <a:pt x="13515" y="30168"/>
                      <a:pt x="10720" y="29135"/>
                      <a:pt x="8002" y="28790"/>
                    </a:cubicBezTo>
                    <a:cubicBezTo>
                      <a:pt x="7083" y="28675"/>
                      <a:pt x="6202" y="28752"/>
                      <a:pt x="5322" y="28867"/>
                    </a:cubicBezTo>
                    <a:cubicBezTo>
                      <a:pt x="5705" y="24732"/>
                      <a:pt x="6547" y="20368"/>
                      <a:pt x="8117" y="16425"/>
                    </a:cubicBezTo>
                    <a:cubicBezTo>
                      <a:pt x="8691" y="15046"/>
                      <a:pt x="9342" y="13668"/>
                      <a:pt x="10069" y="12328"/>
                    </a:cubicBezTo>
                    <a:cubicBezTo>
                      <a:pt x="12098" y="8844"/>
                      <a:pt x="14893" y="5897"/>
                      <a:pt x="18721" y="3944"/>
                    </a:cubicBezTo>
                    <a:cubicBezTo>
                      <a:pt x="20635" y="3102"/>
                      <a:pt x="22664" y="2451"/>
                      <a:pt x="24770" y="2642"/>
                    </a:cubicBezTo>
                    <a:cubicBezTo>
                      <a:pt x="25229" y="2604"/>
                      <a:pt x="25918" y="3102"/>
                      <a:pt x="26340" y="2987"/>
                    </a:cubicBezTo>
                    <a:cubicBezTo>
                      <a:pt x="26416" y="2987"/>
                      <a:pt x="26493" y="2987"/>
                      <a:pt x="26569" y="2987"/>
                    </a:cubicBezTo>
                    <a:cubicBezTo>
                      <a:pt x="27565" y="2949"/>
                      <a:pt x="28560" y="2757"/>
                      <a:pt x="29517" y="2528"/>
                    </a:cubicBezTo>
                    <a:cubicBezTo>
                      <a:pt x="29632" y="2528"/>
                      <a:pt x="29709" y="2528"/>
                      <a:pt x="29785" y="2528"/>
                    </a:cubicBezTo>
                    <a:cubicBezTo>
                      <a:pt x="33116" y="2719"/>
                      <a:pt x="35949" y="4710"/>
                      <a:pt x="38322" y="6930"/>
                    </a:cubicBezTo>
                    <a:cubicBezTo>
                      <a:pt x="44448" y="13209"/>
                      <a:pt x="46553" y="21746"/>
                      <a:pt x="48353" y="30168"/>
                    </a:cubicBezTo>
                    <a:cubicBezTo>
                      <a:pt x="46592" y="29824"/>
                      <a:pt x="44486" y="29671"/>
                      <a:pt x="43261" y="29671"/>
                    </a:cubicBezTo>
                    <a:cubicBezTo>
                      <a:pt x="41462" y="29671"/>
                      <a:pt x="39777" y="30207"/>
                      <a:pt x="38016" y="30475"/>
                    </a:cubicBezTo>
                    <a:cubicBezTo>
                      <a:pt x="37442" y="30590"/>
                      <a:pt x="35566" y="30245"/>
                      <a:pt x="35298" y="30819"/>
                    </a:cubicBezTo>
                    <a:cubicBezTo>
                      <a:pt x="34877" y="30704"/>
                      <a:pt x="34456" y="30551"/>
                      <a:pt x="34073" y="30360"/>
                    </a:cubicBezTo>
                    <a:cubicBezTo>
                      <a:pt x="33958" y="30245"/>
                      <a:pt x="33843" y="30168"/>
                      <a:pt x="33728" y="30092"/>
                    </a:cubicBezTo>
                    <a:cubicBezTo>
                      <a:pt x="33422" y="29862"/>
                      <a:pt x="33231" y="29364"/>
                      <a:pt x="32771" y="29518"/>
                    </a:cubicBezTo>
                    <a:cubicBezTo>
                      <a:pt x="32388" y="29709"/>
                      <a:pt x="32427" y="29977"/>
                      <a:pt x="32618" y="30283"/>
                    </a:cubicBezTo>
                    <a:cubicBezTo>
                      <a:pt x="32618" y="30436"/>
                      <a:pt x="32695" y="30628"/>
                      <a:pt x="32886" y="30704"/>
                    </a:cubicBezTo>
                    <a:cubicBezTo>
                      <a:pt x="33192" y="30934"/>
                      <a:pt x="33537" y="31126"/>
                      <a:pt x="33882" y="31317"/>
                    </a:cubicBezTo>
                    <a:cubicBezTo>
                      <a:pt x="34188" y="31470"/>
                      <a:pt x="34456" y="31623"/>
                      <a:pt x="34609" y="31662"/>
                    </a:cubicBezTo>
                    <a:cubicBezTo>
                      <a:pt x="35107" y="31891"/>
                      <a:pt x="35643" y="31968"/>
                      <a:pt x="36179" y="31968"/>
                    </a:cubicBezTo>
                    <a:cubicBezTo>
                      <a:pt x="37710" y="32197"/>
                      <a:pt x="39318" y="32121"/>
                      <a:pt x="40811" y="32121"/>
                    </a:cubicBezTo>
                    <a:cubicBezTo>
                      <a:pt x="43452" y="32044"/>
                      <a:pt x="46171" y="31968"/>
                      <a:pt x="48812" y="32427"/>
                    </a:cubicBezTo>
                    <a:cubicBezTo>
                      <a:pt x="49195" y="34227"/>
                      <a:pt x="49578" y="35988"/>
                      <a:pt x="49961" y="37749"/>
                    </a:cubicBezTo>
                    <a:cubicBezTo>
                      <a:pt x="50344" y="39625"/>
                      <a:pt x="50803" y="41462"/>
                      <a:pt x="51301" y="43338"/>
                    </a:cubicBezTo>
                    <a:cubicBezTo>
                      <a:pt x="51454" y="44142"/>
                      <a:pt x="51607" y="44946"/>
                      <a:pt x="51798" y="45750"/>
                    </a:cubicBezTo>
                    <a:cubicBezTo>
                      <a:pt x="52602" y="49502"/>
                      <a:pt x="53253" y="53368"/>
                      <a:pt x="53138" y="57197"/>
                    </a:cubicBezTo>
                    <a:cubicBezTo>
                      <a:pt x="52832" y="58805"/>
                      <a:pt x="52449" y="60413"/>
                      <a:pt x="52105" y="62020"/>
                    </a:cubicBezTo>
                    <a:cubicBezTo>
                      <a:pt x="51798" y="63322"/>
                      <a:pt x="51415" y="64624"/>
                      <a:pt x="50956" y="65887"/>
                    </a:cubicBezTo>
                    <a:cubicBezTo>
                      <a:pt x="50880" y="66002"/>
                      <a:pt x="50841" y="66155"/>
                      <a:pt x="50803" y="66308"/>
                    </a:cubicBezTo>
                    <a:cubicBezTo>
                      <a:pt x="50765" y="66461"/>
                      <a:pt x="50726" y="66576"/>
                      <a:pt x="50650" y="66729"/>
                    </a:cubicBezTo>
                    <a:cubicBezTo>
                      <a:pt x="48736" y="71055"/>
                      <a:pt x="46171" y="75113"/>
                      <a:pt x="43529" y="78827"/>
                    </a:cubicBezTo>
                    <a:cubicBezTo>
                      <a:pt x="43414" y="78980"/>
                      <a:pt x="43338" y="79095"/>
                      <a:pt x="43223" y="79210"/>
                    </a:cubicBezTo>
                    <a:cubicBezTo>
                      <a:pt x="42993" y="79516"/>
                      <a:pt x="42725" y="79822"/>
                      <a:pt x="42419" y="80090"/>
                    </a:cubicBezTo>
                    <a:cubicBezTo>
                      <a:pt x="40198" y="82426"/>
                      <a:pt x="37480" y="84225"/>
                      <a:pt x="34571" y="85642"/>
                    </a:cubicBezTo>
                    <a:cubicBezTo>
                      <a:pt x="33920" y="85948"/>
                      <a:pt x="33269" y="86216"/>
                      <a:pt x="32618" y="86445"/>
                    </a:cubicBezTo>
                    <a:cubicBezTo>
                      <a:pt x="28560" y="87211"/>
                      <a:pt x="24311" y="86675"/>
                      <a:pt x="20176" y="84378"/>
                    </a:cubicBezTo>
                    <a:cubicBezTo>
                      <a:pt x="19066" y="83804"/>
                      <a:pt x="18415" y="82273"/>
                      <a:pt x="17228" y="81890"/>
                    </a:cubicBezTo>
                    <a:cubicBezTo>
                      <a:pt x="17037" y="81507"/>
                      <a:pt x="16769" y="81354"/>
                      <a:pt x="16348" y="81813"/>
                    </a:cubicBezTo>
                    <a:cubicBezTo>
                      <a:pt x="16118" y="82732"/>
                      <a:pt x="16348" y="83727"/>
                      <a:pt x="16309" y="84684"/>
                    </a:cubicBezTo>
                    <a:cubicBezTo>
                      <a:pt x="16348" y="86177"/>
                      <a:pt x="16386" y="87632"/>
                      <a:pt x="16041" y="89087"/>
                    </a:cubicBezTo>
                    <a:cubicBezTo>
                      <a:pt x="16041" y="89470"/>
                      <a:pt x="15697" y="90274"/>
                      <a:pt x="15697" y="90810"/>
                    </a:cubicBezTo>
                    <a:lnTo>
                      <a:pt x="15658" y="90810"/>
                    </a:lnTo>
                    <a:cubicBezTo>
                      <a:pt x="13323" y="91805"/>
                      <a:pt x="21631" y="96744"/>
                      <a:pt x="22703" y="97356"/>
                    </a:cubicBezTo>
                    <a:cubicBezTo>
                      <a:pt x="25000" y="98773"/>
                      <a:pt x="27680" y="99309"/>
                      <a:pt x="30359" y="99347"/>
                    </a:cubicBezTo>
                    <a:cubicBezTo>
                      <a:pt x="36638" y="99156"/>
                      <a:pt x="43031" y="96208"/>
                      <a:pt x="48544" y="92494"/>
                    </a:cubicBezTo>
                    <a:cubicBezTo>
                      <a:pt x="49310" y="97280"/>
                      <a:pt x="50612" y="102295"/>
                      <a:pt x="53445" y="106238"/>
                    </a:cubicBezTo>
                    <a:cubicBezTo>
                      <a:pt x="53406" y="106544"/>
                      <a:pt x="53368" y="106851"/>
                      <a:pt x="53330" y="107157"/>
                    </a:cubicBezTo>
                    <a:cubicBezTo>
                      <a:pt x="53330" y="107195"/>
                      <a:pt x="53291" y="107195"/>
                      <a:pt x="53291" y="107234"/>
                    </a:cubicBezTo>
                    <a:cubicBezTo>
                      <a:pt x="51339" y="109109"/>
                      <a:pt x="48889" y="110641"/>
                      <a:pt x="46209" y="111828"/>
                    </a:cubicBezTo>
                    <a:cubicBezTo>
                      <a:pt x="37059" y="114929"/>
                      <a:pt x="27105" y="115809"/>
                      <a:pt x="17879" y="113282"/>
                    </a:cubicBezTo>
                    <a:cubicBezTo>
                      <a:pt x="16309" y="112708"/>
                      <a:pt x="14778" y="112019"/>
                      <a:pt x="13285" y="111292"/>
                    </a:cubicBezTo>
                    <a:cubicBezTo>
                      <a:pt x="11179" y="110258"/>
                      <a:pt x="9265" y="108880"/>
                      <a:pt x="7810" y="107080"/>
                    </a:cubicBezTo>
                    <a:cubicBezTo>
                      <a:pt x="6853" y="105358"/>
                      <a:pt x="5781" y="106544"/>
                      <a:pt x="6662" y="107080"/>
                    </a:cubicBezTo>
                    <a:cubicBezTo>
                      <a:pt x="7313" y="107999"/>
                      <a:pt x="8040" y="108803"/>
                      <a:pt x="8882" y="109531"/>
                    </a:cubicBezTo>
                    <a:cubicBezTo>
                      <a:pt x="8614" y="109416"/>
                      <a:pt x="8346" y="109454"/>
                      <a:pt x="8193" y="109722"/>
                    </a:cubicBezTo>
                    <a:cubicBezTo>
                      <a:pt x="8117" y="110296"/>
                      <a:pt x="9495" y="111062"/>
                      <a:pt x="11218" y="111789"/>
                    </a:cubicBezTo>
                    <a:cubicBezTo>
                      <a:pt x="11141" y="111789"/>
                      <a:pt x="11064" y="111789"/>
                      <a:pt x="11026" y="111828"/>
                    </a:cubicBezTo>
                    <a:cubicBezTo>
                      <a:pt x="9839" y="112823"/>
                      <a:pt x="14051" y="113971"/>
                      <a:pt x="14740" y="114278"/>
                    </a:cubicBezTo>
                    <a:cubicBezTo>
                      <a:pt x="14931" y="114354"/>
                      <a:pt x="15161" y="114393"/>
                      <a:pt x="15352" y="114469"/>
                    </a:cubicBezTo>
                    <a:cubicBezTo>
                      <a:pt x="16194" y="115005"/>
                      <a:pt x="17419" y="115503"/>
                      <a:pt x="17955" y="115847"/>
                    </a:cubicBezTo>
                    <a:cubicBezTo>
                      <a:pt x="18300" y="116039"/>
                      <a:pt x="18721" y="115618"/>
                      <a:pt x="18568" y="115273"/>
                    </a:cubicBezTo>
                    <a:lnTo>
                      <a:pt x="18568" y="115273"/>
                    </a:lnTo>
                    <a:cubicBezTo>
                      <a:pt x="19678" y="115465"/>
                      <a:pt x="20788" y="115618"/>
                      <a:pt x="21899" y="115771"/>
                    </a:cubicBezTo>
                    <a:cubicBezTo>
                      <a:pt x="21975" y="115771"/>
                      <a:pt x="22052" y="115809"/>
                      <a:pt x="22128" y="115847"/>
                    </a:cubicBezTo>
                    <a:cubicBezTo>
                      <a:pt x="22779" y="116039"/>
                      <a:pt x="23430" y="116192"/>
                      <a:pt x="24081" y="116345"/>
                    </a:cubicBezTo>
                    <a:cubicBezTo>
                      <a:pt x="23851" y="116345"/>
                      <a:pt x="23698" y="116575"/>
                      <a:pt x="23698" y="116804"/>
                    </a:cubicBezTo>
                    <a:cubicBezTo>
                      <a:pt x="23889" y="117647"/>
                      <a:pt x="25229" y="117149"/>
                      <a:pt x="25880" y="117302"/>
                    </a:cubicBezTo>
                    <a:cubicBezTo>
                      <a:pt x="27948" y="117379"/>
                      <a:pt x="30015" y="117302"/>
                      <a:pt x="32082" y="117149"/>
                    </a:cubicBezTo>
                    <a:cubicBezTo>
                      <a:pt x="32274" y="117149"/>
                      <a:pt x="32503" y="117187"/>
                      <a:pt x="32695" y="117226"/>
                    </a:cubicBezTo>
                    <a:cubicBezTo>
                      <a:pt x="34379" y="117302"/>
                      <a:pt x="36025" y="116958"/>
                      <a:pt x="37633" y="116575"/>
                    </a:cubicBezTo>
                    <a:cubicBezTo>
                      <a:pt x="38361" y="116498"/>
                      <a:pt x="39050" y="116460"/>
                      <a:pt x="39739" y="116383"/>
                    </a:cubicBezTo>
                    <a:cubicBezTo>
                      <a:pt x="40275" y="116307"/>
                      <a:pt x="40811" y="116268"/>
                      <a:pt x="41347" y="116154"/>
                    </a:cubicBezTo>
                    <a:cubicBezTo>
                      <a:pt x="41385" y="116115"/>
                      <a:pt x="41462" y="116077"/>
                      <a:pt x="41500" y="116077"/>
                    </a:cubicBezTo>
                    <a:cubicBezTo>
                      <a:pt x="42304" y="115771"/>
                      <a:pt x="43184" y="115311"/>
                      <a:pt x="43720" y="115197"/>
                    </a:cubicBezTo>
                    <a:cubicBezTo>
                      <a:pt x="45405" y="114775"/>
                      <a:pt x="47013" y="114125"/>
                      <a:pt x="48582" y="113397"/>
                    </a:cubicBezTo>
                    <a:cubicBezTo>
                      <a:pt x="48812" y="114775"/>
                      <a:pt x="52909" y="111828"/>
                      <a:pt x="53751" y="111521"/>
                    </a:cubicBezTo>
                    <a:cubicBezTo>
                      <a:pt x="54210" y="111100"/>
                      <a:pt x="57924" y="109492"/>
                      <a:pt x="58115" y="108573"/>
                    </a:cubicBezTo>
                    <a:cubicBezTo>
                      <a:pt x="58460" y="108229"/>
                      <a:pt x="58804" y="107846"/>
                      <a:pt x="59149" y="107616"/>
                    </a:cubicBezTo>
                    <a:cubicBezTo>
                      <a:pt x="60450" y="106391"/>
                      <a:pt x="62097" y="105128"/>
                      <a:pt x="62518" y="103329"/>
                    </a:cubicBezTo>
                    <a:cubicBezTo>
                      <a:pt x="62365" y="102486"/>
                      <a:pt x="61331" y="102257"/>
                      <a:pt x="60833" y="101644"/>
                    </a:cubicBezTo>
                    <a:lnTo>
                      <a:pt x="60833" y="101644"/>
                    </a:lnTo>
                    <a:close/>
                    <a:moveTo>
                      <a:pt x="20980" y="36064"/>
                    </a:moveTo>
                    <a:cubicBezTo>
                      <a:pt x="21784" y="35911"/>
                      <a:pt x="21210" y="38897"/>
                      <a:pt x="21210" y="39471"/>
                    </a:cubicBezTo>
                    <a:cubicBezTo>
                      <a:pt x="21133" y="40582"/>
                      <a:pt x="19717" y="48353"/>
                      <a:pt x="17917" y="46860"/>
                    </a:cubicBezTo>
                    <a:cubicBezTo>
                      <a:pt x="17687" y="45980"/>
                      <a:pt x="18491" y="44793"/>
                      <a:pt x="18645" y="43874"/>
                    </a:cubicBezTo>
                    <a:cubicBezTo>
                      <a:pt x="19027" y="42343"/>
                      <a:pt x="19410" y="40850"/>
                      <a:pt x="19678" y="39318"/>
                    </a:cubicBezTo>
                    <a:cubicBezTo>
                      <a:pt x="19908" y="38208"/>
                      <a:pt x="20023" y="37098"/>
                      <a:pt x="20061" y="35988"/>
                    </a:cubicBezTo>
                    <a:cubicBezTo>
                      <a:pt x="20138" y="35452"/>
                      <a:pt x="20942" y="35490"/>
                      <a:pt x="20980" y="36064"/>
                    </a:cubicBezTo>
                    <a:close/>
                  </a:path>
                </a:pathLst>
              </a:custGeom>
              <a:solidFill>
                <a:srgbClr val="D790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42"/>
              <p:cNvSpPr/>
              <p:nvPr/>
            </p:nvSpPr>
            <p:spPr>
              <a:xfrm>
                <a:off x="6707100" y="2567000"/>
                <a:ext cx="455625" cy="428800"/>
              </a:xfrm>
              <a:custGeom>
                <a:avLst/>
                <a:gdLst/>
                <a:ahLst/>
                <a:cxnLst/>
                <a:rect l="l" t="t" r="r" b="b"/>
                <a:pathLst>
                  <a:path w="18225" h="17152" extrusionOk="0">
                    <a:moveTo>
                      <a:pt x="5973" y="16998"/>
                    </a:moveTo>
                    <a:cubicBezTo>
                      <a:pt x="2336" y="16424"/>
                      <a:pt x="1" y="12481"/>
                      <a:pt x="843" y="8959"/>
                    </a:cubicBezTo>
                    <a:cubicBezTo>
                      <a:pt x="1571" y="3561"/>
                      <a:pt x="7543" y="0"/>
                      <a:pt x="12711" y="728"/>
                    </a:cubicBezTo>
                    <a:cubicBezTo>
                      <a:pt x="16310" y="996"/>
                      <a:pt x="18224" y="4633"/>
                      <a:pt x="17803" y="7925"/>
                    </a:cubicBezTo>
                    <a:cubicBezTo>
                      <a:pt x="17229" y="12864"/>
                      <a:pt x="12520" y="17151"/>
                      <a:pt x="7543" y="17151"/>
                    </a:cubicBezTo>
                    <a:cubicBezTo>
                      <a:pt x="7007" y="17151"/>
                      <a:pt x="6509" y="17075"/>
                      <a:pt x="5973" y="16998"/>
                    </a:cubicBezTo>
                    <a:close/>
                  </a:path>
                </a:pathLst>
              </a:custGeom>
              <a:solidFill>
                <a:srgbClr val="ED8F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42"/>
              <p:cNvSpPr/>
              <p:nvPr/>
            </p:nvSpPr>
            <p:spPr>
              <a:xfrm>
                <a:off x="5644725" y="2534450"/>
                <a:ext cx="395325" cy="424025"/>
              </a:xfrm>
              <a:custGeom>
                <a:avLst/>
                <a:gdLst/>
                <a:ahLst/>
                <a:cxnLst/>
                <a:rect l="l" t="t" r="r" b="b"/>
                <a:pathLst>
                  <a:path w="15813" h="16961" extrusionOk="0">
                    <a:moveTo>
                      <a:pt x="7849" y="16884"/>
                    </a:moveTo>
                    <a:cubicBezTo>
                      <a:pt x="4633" y="16692"/>
                      <a:pt x="1532" y="13400"/>
                      <a:pt x="1953" y="10223"/>
                    </a:cubicBezTo>
                    <a:cubicBezTo>
                      <a:pt x="1915" y="10146"/>
                      <a:pt x="1915" y="10069"/>
                      <a:pt x="1877" y="9993"/>
                    </a:cubicBezTo>
                    <a:cubicBezTo>
                      <a:pt x="1" y="5514"/>
                      <a:pt x="2145" y="1"/>
                      <a:pt x="7543" y="307"/>
                    </a:cubicBezTo>
                    <a:cubicBezTo>
                      <a:pt x="7926" y="307"/>
                      <a:pt x="8309" y="384"/>
                      <a:pt x="8653" y="460"/>
                    </a:cubicBezTo>
                    <a:cubicBezTo>
                      <a:pt x="9074" y="460"/>
                      <a:pt x="9495" y="613"/>
                      <a:pt x="9878" y="805"/>
                    </a:cubicBezTo>
                    <a:cubicBezTo>
                      <a:pt x="12864" y="2030"/>
                      <a:pt x="15276" y="5169"/>
                      <a:pt x="15621" y="8232"/>
                    </a:cubicBezTo>
                    <a:lnTo>
                      <a:pt x="15621" y="8232"/>
                    </a:lnTo>
                    <a:lnTo>
                      <a:pt x="15659" y="8347"/>
                    </a:lnTo>
                    <a:cubicBezTo>
                      <a:pt x="15697" y="8538"/>
                      <a:pt x="15736" y="8691"/>
                      <a:pt x="15736" y="8883"/>
                    </a:cubicBezTo>
                    <a:cubicBezTo>
                      <a:pt x="15774" y="9227"/>
                      <a:pt x="15812" y="9572"/>
                      <a:pt x="15812" y="9955"/>
                    </a:cubicBezTo>
                    <a:cubicBezTo>
                      <a:pt x="15736" y="13668"/>
                      <a:pt x="12328" y="16960"/>
                      <a:pt x="8615" y="16960"/>
                    </a:cubicBezTo>
                    <a:cubicBezTo>
                      <a:pt x="8385" y="16960"/>
                      <a:pt x="8117" y="16922"/>
                      <a:pt x="7849" y="16884"/>
                    </a:cubicBezTo>
                    <a:close/>
                  </a:path>
                </a:pathLst>
              </a:custGeom>
              <a:solidFill>
                <a:srgbClr val="ED8F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42"/>
              <p:cNvSpPr/>
              <p:nvPr/>
            </p:nvSpPr>
            <p:spPr>
              <a:xfrm>
                <a:off x="6113725" y="3032150"/>
                <a:ext cx="651800" cy="292900"/>
              </a:xfrm>
              <a:custGeom>
                <a:avLst/>
                <a:gdLst/>
                <a:ahLst/>
                <a:cxnLst/>
                <a:rect l="l" t="t" r="r" b="b"/>
                <a:pathLst>
                  <a:path w="26072" h="11716" extrusionOk="0">
                    <a:moveTo>
                      <a:pt x="3867" y="2986"/>
                    </a:moveTo>
                    <a:cubicBezTo>
                      <a:pt x="3867" y="2795"/>
                      <a:pt x="3943" y="2565"/>
                      <a:pt x="4096" y="2412"/>
                    </a:cubicBezTo>
                    <a:cubicBezTo>
                      <a:pt x="3790" y="2412"/>
                      <a:pt x="3254" y="2527"/>
                      <a:pt x="2680" y="2680"/>
                    </a:cubicBezTo>
                    <a:cubicBezTo>
                      <a:pt x="2527" y="2718"/>
                      <a:pt x="2374" y="2757"/>
                      <a:pt x="2220" y="2795"/>
                    </a:cubicBezTo>
                    <a:cubicBezTo>
                      <a:pt x="2527" y="2986"/>
                      <a:pt x="2718" y="3369"/>
                      <a:pt x="2450" y="3714"/>
                    </a:cubicBezTo>
                    <a:cubicBezTo>
                      <a:pt x="2603" y="4020"/>
                      <a:pt x="2718" y="4326"/>
                      <a:pt x="2871" y="4594"/>
                    </a:cubicBezTo>
                    <a:cubicBezTo>
                      <a:pt x="3254" y="4518"/>
                      <a:pt x="3675" y="4747"/>
                      <a:pt x="3675" y="5207"/>
                    </a:cubicBezTo>
                    <a:cubicBezTo>
                      <a:pt x="3637" y="5398"/>
                      <a:pt x="3599" y="5551"/>
                      <a:pt x="3637" y="5705"/>
                    </a:cubicBezTo>
                    <a:cubicBezTo>
                      <a:pt x="4671" y="5398"/>
                      <a:pt x="6355" y="7121"/>
                      <a:pt x="7542" y="7389"/>
                    </a:cubicBezTo>
                    <a:cubicBezTo>
                      <a:pt x="10260" y="7848"/>
                      <a:pt x="13246" y="7159"/>
                      <a:pt x="15926" y="6700"/>
                    </a:cubicBezTo>
                    <a:cubicBezTo>
                      <a:pt x="16462" y="6662"/>
                      <a:pt x="17113" y="6164"/>
                      <a:pt x="17534" y="6700"/>
                    </a:cubicBezTo>
                    <a:cubicBezTo>
                      <a:pt x="19257" y="5743"/>
                      <a:pt x="21018" y="4671"/>
                      <a:pt x="22473" y="3331"/>
                    </a:cubicBezTo>
                    <a:cubicBezTo>
                      <a:pt x="22817" y="3101"/>
                      <a:pt x="23200" y="2642"/>
                      <a:pt x="23621" y="2259"/>
                    </a:cubicBezTo>
                    <a:cubicBezTo>
                      <a:pt x="22817" y="2336"/>
                      <a:pt x="21975" y="2450"/>
                      <a:pt x="21133" y="2489"/>
                    </a:cubicBezTo>
                    <a:cubicBezTo>
                      <a:pt x="21018" y="2565"/>
                      <a:pt x="20865" y="2642"/>
                      <a:pt x="20673" y="2604"/>
                    </a:cubicBezTo>
                    <a:cubicBezTo>
                      <a:pt x="20520" y="2565"/>
                      <a:pt x="20367" y="2565"/>
                      <a:pt x="20214" y="2527"/>
                    </a:cubicBezTo>
                    <a:cubicBezTo>
                      <a:pt x="19410" y="2565"/>
                      <a:pt x="18568" y="2565"/>
                      <a:pt x="17725" y="2565"/>
                    </a:cubicBezTo>
                    <a:cubicBezTo>
                      <a:pt x="17687" y="3293"/>
                      <a:pt x="14395" y="3216"/>
                      <a:pt x="11945" y="3140"/>
                    </a:cubicBezTo>
                    <a:cubicBezTo>
                      <a:pt x="10873" y="3101"/>
                      <a:pt x="9954" y="3063"/>
                      <a:pt x="9571" y="3101"/>
                    </a:cubicBezTo>
                    <a:cubicBezTo>
                      <a:pt x="7925" y="3216"/>
                      <a:pt x="6240" y="3369"/>
                      <a:pt x="4594" y="3522"/>
                    </a:cubicBezTo>
                    <a:lnTo>
                      <a:pt x="4518" y="3522"/>
                    </a:lnTo>
                    <a:cubicBezTo>
                      <a:pt x="4211" y="3522"/>
                      <a:pt x="3943" y="3331"/>
                      <a:pt x="3867" y="2986"/>
                    </a:cubicBezTo>
                    <a:lnTo>
                      <a:pt x="3867" y="2986"/>
                    </a:lnTo>
                    <a:close/>
                    <a:moveTo>
                      <a:pt x="10490" y="11677"/>
                    </a:moveTo>
                    <a:cubicBezTo>
                      <a:pt x="5513" y="11677"/>
                      <a:pt x="2259" y="9686"/>
                      <a:pt x="804" y="5092"/>
                    </a:cubicBezTo>
                    <a:cubicBezTo>
                      <a:pt x="498" y="4441"/>
                      <a:pt x="268" y="3752"/>
                      <a:pt x="77" y="3101"/>
                    </a:cubicBezTo>
                    <a:cubicBezTo>
                      <a:pt x="77" y="2986"/>
                      <a:pt x="77" y="2872"/>
                      <a:pt x="115" y="2795"/>
                    </a:cubicBezTo>
                    <a:cubicBezTo>
                      <a:pt x="0" y="2565"/>
                      <a:pt x="38" y="2374"/>
                      <a:pt x="153" y="2182"/>
                    </a:cubicBezTo>
                    <a:cubicBezTo>
                      <a:pt x="230" y="1838"/>
                      <a:pt x="574" y="1685"/>
                      <a:pt x="995" y="1608"/>
                    </a:cubicBezTo>
                    <a:cubicBezTo>
                      <a:pt x="2795" y="766"/>
                      <a:pt x="6623" y="307"/>
                      <a:pt x="7312" y="268"/>
                    </a:cubicBezTo>
                    <a:cubicBezTo>
                      <a:pt x="9341" y="0"/>
                      <a:pt x="11370" y="77"/>
                      <a:pt x="13361" y="307"/>
                    </a:cubicBezTo>
                    <a:cubicBezTo>
                      <a:pt x="16117" y="268"/>
                      <a:pt x="18874" y="498"/>
                      <a:pt x="21554" y="728"/>
                    </a:cubicBezTo>
                    <a:cubicBezTo>
                      <a:pt x="22128" y="804"/>
                      <a:pt x="22702" y="804"/>
                      <a:pt x="23277" y="804"/>
                    </a:cubicBezTo>
                    <a:lnTo>
                      <a:pt x="23506" y="804"/>
                    </a:lnTo>
                    <a:cubicBezTo>
                      <a:pt x="23774" y="804"/>
                      <a:pt x="24042" y="843"/>
                      <a:pt x="24349" y="843"/>
                    </a:cubicBezTo>
                    <a:cubicBezTo>
                      <a:pt x="24540" y="843"/>
                      <a:pt x="24770" y="843"/>
                      <a:pt x="24961" y="843"/>
                    </a:cubicBezTo>
                    <a:cubicBezTo>
                      <a:pt x="25038" y="881"/>
                      <a:pt x="25076" y="881"/>
                      <a:pt x="25152" y="881"/>
                    </a:cubicBezTo>
                    <a:cubicBezTo>
                      <a:pt x="25191" y="919"/>
                      <a:pt x="25229" y="919"/>
                      <a:pt x="25267" y="957"/>
                    </a:cubicBezTo>
                    <a:cubicBezTo>
                      <a:pt x="25420" y="881"/>
                      <a:pt x="25612" y="919"/>
                      <a:pt x="25842" y="1034"/>
                    </a:cubicBezTo>
                    <a:cubicBezTo>
                      <a:pt x="25995" y="1187"/>
                      <a:pt x="26071" y="1302"/>
                      <a:pt x="26071" y="1417"/>
                    </a:cubicBezTo>
                    <a:cubicBezTo>
                      <a:pt x="26071" y="1493"/>
                      <a:pt x="26033" y="1532"/>
                      <a:pt x="25995" y="1570"/>
                    </a:cubicBezTo>
                    <a:cubicBezTo>
                      <a:pt x="25842" y="1876"/>
                      <a:pt x="25688" y="2144"/>
                      <a:pt x="25497" y="2412"/>
                    </a:cubicBezTo>
                    <a:lnTo>
                      <a:pt x="25497" y="2412"/>
                    </a:lnTo>
                    <a:lnTo>
                      <a:pt x="25497" y="2450"/>
                    </a:lnTo>
                    <a:lnTo>
                      <a:pt x="25497" y="2450"/>
                    </a:lnTo>
                    <a:lnTo>
                      <a:pt x="25497" y="2450"/>
                    </a:lnTo>
                    <a:lnTo>
                      <a:pt x="25497" y="2450"/>
                    </a:lnTo>
                    <a:lnTo>
                      <a:pt x="25497" y="2450"/>
                    </a:lnTo>
                    <a:lnTo>
                      <a:pt x="25497" y="2489"/>
                    </a:lnTo>
                    <a:lnTo>
                      <a:pt x="25497" y="2489"/>
                    </a:lnTo>
                    <a:lnTo>
                      <a:pt x="25497" y="2489"/>
                    </a:lnTo>
                    <a:lnTo>
                      <a:pt x="25459" y="2489"/>
                    </a:lnTo>
                    <a:lnTo>
                      <a:pt x="25459" y="2489"/>
                    </a:lnTo>
                    <a:lnTo>
                      <a:pt x="25459" y="2489"/>
                    </a:lnTo>
                    <a:lnTo>
                      <a:pt x="25459" y="2527"/>
                    </a:lnTo>
                    <a:lnTo>
                      <a:pt x="25459" y="2527"/>
                    </a:lnTo>
                    <a:lnTo>
                      <a:pt x="25459" y="2527"/>
                    </a:lnTo>
                    <a:lnTo>
                      <a:pt x="25459" y="2527"/>
                    </a:lnTo>
                    <a:lnTo>
                      <a:pt x="25459" y="2527"/>
                    </a:lnTo>
                    <a:cubicBezTo>
                      <a:pt x="25344" y="2718"/>
                      <a:pt x="25229" y="2910"/>
                      <a:pt x="25114" y="3101"/>
                    </a:cubicBezTo>
                    <a:cubicBezTo>
                      <a:pt x="25076" y="3101"/>
                      <a:pt x="25076" y="3140"/>
                      <a:pt x="25076" y="3140"/>
                    </a:cubicBezTo>
                    <a:cubicBezTo>
                      <a:pt x="23162" y="5743"/>
                      <a:pt x="20635" y="8078"/>
                      <a:pt x="17725" y="9571"/>
                    </a:cubicBezTo>
                    <a:cubicBezTo>
                      <a:pt x="15543" y="10873"/>
                      <a:pt x="13093" y="11715"/>
                      <a:pt x="10490" y="11639"/>
                    </a:cubicBezTo>
                    <a:close/>
                  </a:path>
                </a:pathLst>
              </a:custGeom>
              <a:solidFill>
                <a:srgbClr val="E979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42"/>
              <p:cNvSpPr/>
              <p:nvPr/>
            </p:nvSpPr>
            <p:spPr>
              <a:xfrm>
                <a:off x="5946225" y="2388975"/>
                <a:ext cx="833650" cy="318750"/>
              </a:xfrm>
              <a:custGeom>
                <a:avLst/>
                <a:gdLst/>
                <a:ahLst/>
                <a:cxnLst/>
                <a:rect l="l" t="t" r="r" b="b"/>
                <a:pathLst>
                  <a:path w="33346" h="12750" extrusionOk="0">
                    <a:moveTo>
                      <a:pt x="5743" y="11294"/>
                    </a:moveTo>
                    <a:cubicBezTo>
                      <a:pt x="5896" y="11294"/>
                      <a:pt x="6049" y="11409"/>
                      <a:pt x="6049" y="11601"/>
                    </a:cubicBezTo>
                    <a:cubicBezTo>
                      <a:pt x="6049" y="11792"/>
                      <a:pt x="5896" y="11907"/>
                      <a:pt x="5743" y="11907"/>
                    </a:cubicBezTo>
                    <a:cubicBezTo>
                      <a:pt x="5552" y="11907"/>
                      <a:pt x="5398" y="11792"/>
                      <a:pt x="5398" y="11601"/>
                    </a:cubicBezTo>
                    <a:cubicBezTo>
                      <a:pt x="5398" y="11409"/>
                      <a:pt x="5552" y="11294"/>
                      <a:pt x="5743" y="11294"/>
                    </a:cubicBezTo>
                    <a:close/>
                    <a:moveTo>
                      <a:pt x="33039" y="8155"/>
                    </a:moveTo>
                    <a:cubicBezTo>
                      <a:pt x="33192" y="8155"/>
                      <a:pt x="33346" y="8308"/>
                      <a:pt x="33346" y="8461"/>
                    </a:cubicBezTo>
                    <a:cubicBezTo>
                      <a:pt x="33346" y="8653"/>
                      <a:pt x="33192" y="8806"/>
                      <a:pt x="33039" y="8806"/>
                    </a:cubicBezTo>
                    <a:cubicBezTo>
                      <a:pt x="32848" y="8806"/>
                      <a:pt x="32695" y="8653"/>
                      <a:pt x="32695" y="8461"/>
                    </a:cubicBezTo>
                    <a:cubicBezTo>
                      <a:pt x="32695" y="8308"/>
                      <a:pt x="32848" y="8155"/>
                      <a:pt x="33039" y="8155"/>
                    </a:cubicBezTo>
                    <a:close/>
                    <a:moveTo>
                      <a:pt x="29019" y="12098"/>
                    </a:moveTo>
                    <a:cubicBezTo>
                      <a:pt x="29211" y="12098"/>
                      <a:pt x="29326" y="12251"/>
                      <a:pt x="29326" y="12443"/>
                    </a:cubicBezTo>
                    <a:cubicBezTo>
                      <a:pt x="29326" y="12596"/>
                      <a:pt x="29211" y="12749"/>
                      <a:pt x="29019" y="12749"/>
                    </a:cubicBezTo>
                    <a:cubicBezTo>
                      <a:pt x="28866" y="12749"/>
                      <a:pt x="28713" y="12596"/>
                      <a:pt x="28713" y="12443"/>
                    </a:cubicBezTo>
                    <a:cubicBezTo>
                      <a:pt x="28713" y="12251"/>
                      <a:pt x="28866" y="12098"/>
                      <a:pt x="29019" y="12098"/>
                    </a:cubicBezTo>
                    <a:close/>
                    <a:moveTo>
                      <a:pt x="29862" y="8308"/>
                    </a:moveTo>
                    <a:cubicBezTo>
                      <a:pt x="30053" y="8308"/>
                      <a:pt x="30168" y="8461"/>
                      <a:pt x="30168" y="8653"/>
                    </a:cubicBezTo>
                    <a:cubicBezTo>
                      <a:pt x="30168" y="8806"/>
                      <a:pt x="30053" y="8959"/>
                      <a:pt x="29862" y="8959"/>
                    </a:cubicBezTo>
                    <a:cubicBezTo>
                      <a:pt x="29670" y="8959"/>
                      <a:pt x="29555" y="8806"/>
                      <a:pt x="29555" y="8653"/>
                    </a:cubicBezTo>
                    <a:cubicBezTo>
                      <a:pt x="29555" y="8461"/>
                      <a:pt x="29670" y="8308"/>
                      <a:pt x="29862" y="8308"/>
                    </a:cubicBezTo>
                    <a:close/>
                    <a:moveTo>
                      <a:pt x="26531" y="6088"/>
                    </a:moveTo>
                    <a:cubicBezTo>
                      <a:pt x="26799" y="6088"/>
                      <a:pt x="26990" y="6279"/>
                      <a:pt x="26990" y="6547"/>
                    </a:cubicBezTo>
                    <a:cubicBezTo>
                      <a:pt x="26990" y="6777"/>
                      <a:pt x="26799" y="7007"/>
                      <a:pt x="26531" y="7007"/>
                    </a:cubicBezTo>
                    <a:cubicBezTo>
                      <a:pt x="26301" y="7007"/>
                      <a:pt x="26072" y="6777"/>
                      <a:pt x="26072" y="6547"/>
                    </a:cubicBezTo>
                    <a:cubicBezTo>
                      <a:pt x="26072" y="6279"/>
                      <a:pt x="26301" y="6088"/>
                      <a:pt x="26531" y="6088"/>
                    </a:cubicBezTo>
                    <a:close/>
                    <a:moveTo>
                      <a:pt x="26416" y="8002"/>
                    </a:moveTo>
                    <a:cubicBezTo>
                      <a:pt x="26569" y="8002"/>
                      <a:pt x="26722" y="8155"/>
                      <a:pt x="26722" y="8346"/>
                    </a:cubicBezTo>
                    <a:cubicBezTo>
                      <a:pt x="26722" y="8500"/>
                      <a:pt x="26569" y="8653"/>
                      <a:pt x="26416" y="8653"/>
                    </a:cubicBezTo>
                    <a:cubicBezTo>
                      <a:pt x="26225" y="8653"/>
                      <a:pt x="26110" y="8500"/>
                      <a:pt x="26110" y="8346"/>
                    </a:cubicBezTo>
                    <a:cubicBezTo>
                      <a:pt x="26110" y="8155"/>
                      <a:pt x="26225" y="8002"/>
                      <a:pt x="26416" y="8002"/>
                    </a:cubicBezTo>
                    <a:close/>
                    <a:moveTo>
                      <a:pt x="25421" y="9686"/>
                    </a:moveTo>
                    <a:cubicBezTo>
                      <a:pt x="25574" y="9686"/>
                      <a:pt x="25727" y="9801"/>
                      <a:pt x="25727" y="9993"/>
                    </a:cubicBezTo>
                    <a:cubicBezTo>
                      <a:pt x="25727" y="10184"/>
                      <a:pt x="25612" y="10299"/>
                      <a:pt x="25421" y="10299"/>
                    </a:cubicBezTo>
                    <a:cubicBezTo>
                      <a:pt x="25229" y="10299"/>
                      <a:pt x="25115" y="10184"/>
                      <a:pt x="25115" y="9993"/>
                    </a:cubicBezTo>
                    <a:cubicBezTo>
                      <a:pt x="25115" y="9801"/>
                      <a:pt x="25229" y="9686"/>
                      <a:pt x="25421" y="9686"/>
                    </a:cubicBezTo>
                    <a:close/>
                    <a:moveTo>
                      <a:pt x="21363" y="11447"/>
                    </a:moveTo>
                    <a:cubicBezTo>
                      <a:pt x="21554" y="11447"/>
                      <a:pt x="21669" y="11562"/>
                      <a:pt x="21669" y="11754"/>
                    </a:cubicBezTo>
                    <a:cubicBezTo>
                      <a:pt x="21669" y="11945"/>
                      <a:pt x="21554" y="12060"/>
                      <a:pt x="21363" y="12060"/>
                    </a:cubicBezTo>
                    <a:cubicBezTo>
                      <a:pt x="21171" y="12060"/>
                      <a:pt x="21056" y="11945"/>
                      <a:pt x="21056" y="11754"/>
                    </a:cubicBezTo>
                    <a:cubicBezTo>
                      <a:pt x="21056" y="11562"/>
                      <a:pt x="21171" y="11447"/>
                      <a:pt x="21363" y="11447"/>
                    </a:cubicBezTo>
                    <a:close/>
                    <a:moveTo>
                      <a:pt x="22052" y="9686"/>
                    </a:moveTo>
                    <a:cubicBezTo>
                      <a:pt x="22205" y="9686"/>
                      <a:pt x="22358" y="9840"/>
                      <a:pt x="22358" y="10031"/>
                    </a:cubicBezTo>
                    <a:cubicBezTo>
                      <a:pt x="22358" y="10184"/>
                      <a:pt x="22243" y="10337"/>
                      <a:pt x="22052" y="10337"/>
                    </a:cubicBezTo>
                    <a:cubicBezTo>
                      <a:pt x="21860" y="10337"/>
                      <a:pt x="21746" y="10184"/>
                      <a:pt x="21746" y="10031"/>
                    </a:cubicBezTo>
                    <a:cubicBezTo>
                      <a:pt x="21746" y="9840"/>
                      <a:pt x="21860" y="9686"/>
                      <a:pt x="22052" y="9686"/>
                    </a:cubicBezTo>
                    <a:close/>
                    <a:moveTo>
                      <a:pt x="22703" y="7581"/>
                    </a:moveTo>
                    <a:cubicBezTo>
                      <a:pt x="22932" y="7581"/>
                      <a:pt x="23162" y="7772"/>
                      <a:pt x="23162" y="8040"/>
                    </a:cubicBezTo>
                    <a:cubicBezTo>
                      <a:pt x="23162" y="8270"/>
                      <a:pt x="22932" y="8500"/>
                      <a:pt x="22703" y="8500"/>
                    </a:cubicBezTo>
                    <a:cubicBezTo>
                      <a:pt x="22435" y="8500"/>
                      <a:pt x="22243" y="8270"/>
                      <a:pt x="22243" y="8040"/>
                    </a:cubicBezTo>
                    <a:cubicBezTo>
                      <a:pt x="22243" y="7772"/>
                      <a:pt x="22435" y="7581"/>
                      <a:pt x="22703" y="7581"/>
                    </a:cubicBezTo>
                    <a:close/>
                    <a:moveTo>
                      <a:pt x="23507" y="5246"/>
                    </a:moveTo>
                    <a:cubicBezTo>
                      <a:pt x="23698" y="5246"/>
                      <a:pt x="23851" y="5399"/>
                      <a:pt x="23851" y="5590"/>
                    </a:cubicBezTo>
                    <a:cubicBezTo>
                      <a:pt x="23851" y="5743"/>
                      <a:pt x="23698" y="5896"/>
                      <a:pt x="23507" y="5896"/>
                    </a:cubicBezTo>
                    <a:cubicBezTo>
                      <a:pt x="23353" y="5896"/>
                      <a:pt x="23200" y="5743"/>
                      <a:pt x="23200" y="5590"/>
                    </a:cubicBezTo>
                    <a:cubicBezTo>
                      <a:pt x="23200" y="5399"/>
                      <a:pt x="23353" y="5246"/>
                      <a:pt x="23507" y="5246"/>
                    </a:cubicBezTo>
                    <a:close/>
                    <a:moveTo>
                      <a:pt x="20865" y="7581"/>
                    </a:moveTo>
                    <a:cubicBezTo>
                      <a:pt x="21056" y="7581"/>
                      <a:pt x="21210" y="7734"/>
                      <a:pt x="21210" y="7925"/>
                    </a:cubicBezTo>
                    <a:cubicBezTo>
                      <a:pt x="21210" y="8078"/>
                      <a:pt x="21056" y="8232"/>
                      <a:pt x="20865" y="8232"/>
                    </a:cubicBezTo>
                    <a:cubicBezTo>
                      <a:pt x="20712" y="8232"/>
                      <a:pt x="20559" y="8078"/>
                      <a:pt x="20559" y="7925"/>
                    </a:cubicBezTo>
                    <a:cubicBezTo>
                      <a:pt x="20559" y="7734"/>
                      <a:pt x="20712" y="7581"/>
                      <a:pt x="20865" y="7581"/>
                    </a:cubicBezTo>
                    <a:close/>
                    <a:moveTo>
                      <a:pt x="19104" y="8653"/>
                    </a:moveTo>
                    <a:cubicBezTo>
                      <a:pt x="19372" y="8653"/>
                      <a:pt x="19602" y="8844"/>
                      <a:pt x="19602" y="9112"/>
                    </a:cubicBezTo>
                    <a:cubicBezTo>
                      <a:pt x="19602" y="9342"/>
                      <a:pt x="19372" y="9572"/>
                      <a:pt x="19104" y="9572"/>
                    </a:cubicBezTo>
                    <a:cubicBezTo>
                      <a:pt x="18874" y="9572"/>
                      <a:pt x="18645" y="9342"/>
                      <a:pt x="18645" y="9112"/>
                    </a:cubicBezTo>
                    <a:cubicBezTo>
                      <a:pt x="18645" y="8844"/>
                      <a:pt x="18874" y="8653"/>
                      <a:pt x="19104" y="8653"/>
                    </a:cubicBezTo>
                    <a:close/>
                    <a:moveTo>
                      <a:pt x="20520" y="4518"/>
                    </a:moveTo>
                    <a:cubicBezTo>
                      <a:pt x="20788" y="4518"/>
                      <a:pt x="20980" y="4710"/>
                      <a:pt x="20980" y="4978"/>
                    </a:cubicBezTo>
                    <a:cubicBezTo>
                      <a:pt x="20980" y="5207"/>
                      <a:pt x="20788" y="5437"/>
                      <a:pt x="20520" y="5437"/>
                    </a:cubicBezTo>
                    <a:cubicBezTo>
                      <a:pt x="20291" y="5437"/>
                      <a:pt x="20061" y="5207"/>
                      <a:pt x="20061" y="4978"/>
                    </a:cubicBezTo>
                    <a:cubicBezTo>
                      <a:pt x="20061" y="4710"/>
                      <a:pt x="20291" y="4518"/>
                      <a:pt x="20520" y="4518"/>
                    </a:cubicBezTo>
                    <a:close/>
                    <a:moveTo>
                      <a:pt x="19678" y="1455"/>
                    </a:moveTo>
                    <a:cubicBezTo>
                      <a:pt x="19870" y="1455"/>
                      <a:pt x="19984" y="1609"/>
                      <a:pt x="19984" y="1762"/>
                    </a:cubicBezTo>
                    <a:cubicBezTo>
                      <a:pt x="19984" y="1953"/>
                      <a:pt x="19870" y="2106"/>
                      <a:pt x="19678" y="2106"/>
                    </a:cubicBezTo>
                    <a:cubicBezTo>
                      <a:pt x="19525" y="2106"/>
                      <a:pt x="19372" y="1953"/>
                      <a:pt x="19372" y="1762"/>
                    </a:cubicBezTo>
                    <a:cubicBezTo>
                      <a:pt x="19372" y="1609"/>
                      <a:pt x="19525" y="1455"/>
                      <a:pt x="19678" y="1455"/>
                    </a:cubicBezTo>
                    <a:close/>
                    <a:moveTo>
                      <a:pt x="17381" y="3944"/>
                    </a:moveTo>
                    <a:cubicBezTo>
                      <a:pt x="17534" y="3944"/>
                      <a:pt x="17687" y="4097"/>
                      <a:pt x="17687" y="4288"/>
                    </a:cubicBezTo>
                    <a:cubicBezTo>
                      <a:pt x="17687" y="4442"/>
                      <a:pt x="17534" y="4595"/>
                      <a:pt x="17381" y="4595"/>
                    </a:cubicBezTo>
                    <a:cubicBezTo>
                      <a:pt x="17190" y="4595"/>
                      <a:pt x="17037" y="4442"/>
                      <a:pt x="17037" y="4288"/>
                    </a:cubicBezTo>
                    <a:cubicBezTo>
                      <a:pt x="17037" y="4097"/>
                      <a:pt x="17190" y="3944"/>
                      <a:pt x="17381" y="3944"/>
                    </a:cubicBezTo>
                    <a:close/>
                    <a:moveTo>
                      <a:pt x="17879" y="5705"/>
                    </a:moveTo>
                    <a:cubicBezTo>
                      <a:pt x="18147" y="5705"/>
                      <a:pt x="18338" y="5935"/>
                      <a:pt x="18338" y="6164"/>
                    </a:cubicBezTo>
                    <a:cubicBezTo>
                      <a:pt x="18338" y="6432"/>
                      <a:pt x="18147" y="6624"/>
                      <a:pt x="17879" y="6624"/>
                    </a:cubicBezTo>
                    <a:cubicBezTo>
                      <a:pt x="17649" y="6624"/>
                      <a:pt x="17419" y="6432"/>
                      <a:pt x="17419" y="6164"/>
                    </a:cubicBezTo>
                    <a:cubicBezTo>
                      <a:pt x="17419" y="5935"/>
                      <a:pt x="17649" y="5705"/>
                      <a:pt x="17879" y="5705"/>
                    </a:cubicBezTo>
                    <a:close/>
                    <a:moveTo>
                      <a:pt x="16654" y="9495"/>
                    </a:moveTo>
                    <a:cubicBezTo>
                      <a:pt x="16845" y="9495"/>
                      <a:pt x="16998" y="9648"/>
                      <a:pt x="16998" y="9840"/>
                    </a:cubicBezTo>
                    <a:cubicBezTo>
                      <a:pt x="16998" y="9993"/>
                      <a:pt x="16845" y="10146"/>
                      <a:pt x="16654" y="10146"/>
                    </a:cubicBezTo>
                    <a:cubicBezTo>
                      <a:pt x="16501" y="10146"/>
                      <a:pt x="16348" y="9993"/>
                      <a:pt x="16348" y="9840"/>
                    </a:cubicBezTo>
                    <a:cubicBezTo>
                      <a:pt x="16348" y="9648"/>
                      <a:pt x="16501" y="9495"/>
                      <a:pt x="16654" y="9495"/>
                    </a:cubicBezTo>
                    <a:close/>
                    <a:moveTo>
                      <a:pt x="13706" y="9572"/>
                    </a:moveTo>
                    <a:cubicBezTo>
                      <a:pt x="13859" y="9572"/>
                      <a:pt x="14012" y="9725"/>
                      <a:pt x="14012" y="9916"/>
                    </a:cubicBezTo>
                    <a:cubicBezTo>
                      <a:pt x="14012" y="10069"/>
                      <a:pt x="13859" y="10222"/>
                      <a:pt x="13706" y="10222"/>
                    </a:cubicBezTo>
                    <a:cubicBezTo>
                      <a:pt x="13515" y="10222"/>
                      <a:pt x="13361" y="10069"/>
                      <a:pt x="13361" y="9916"/>
                    </a:cubicBezTo>
                    <a:cubicBezTo>
                      <a:pt x="13361" y="9725"/>
                      <a:pt x="13515" y="9572"/>
                      <a:pt x="13706" y="9572"/>
                    </a:cubicBezTo>
                    <a:close/>
                    <a:moveTo>
                      <a:pt x="14893" y="6279"/>
                    </a:moveTo>
                    <a:cubicBezTo>
                      <a:pt x="15046" y="6279"/>
                      <a:pt x="15199" y="6432"/>
                      <a:pt x="15199" y="6585"/>
                    </a:cubicBezTo>
                    <a:cubicBezTo>
                      <a:pt x="15199" y="6777"/>
                      <a:pt x="15046" y="6930"/>
                      <a:pt x="14893" y="6930"/>
                    </a:cubicBezTo>
                    <a:cubicBezTo>
                      <a:pt x="14701" y="6930"/>
                      <a:pt x="14548" y="6777"/>
                      <a:pt x="14548" y="6585"/>
                    </a:cubicBezTo>
                    <a:cubicBezTo>
                      <a:pt x="14548" y="6432"/>
                      <a:pt x="14701" y="6279"/>
                      <a:pt x="14893" y="6279"/>
                    </a:cubicBezTo>
                    <a:close/>
                    <a:moveTo>
                      <a:pt x="16539" y="1609"/>
                    </a:moveTo>
                    <a:cubicBezTo>
                      <a:pt x="16807" y="1609"/>
                      <a:pt x="16998" y="1838"/>
                      <a:pt x="16998" y="2068"/>
                    </a:cubicBezTo>
                    <a:cubicBezTo>
                      <a:pt x="16998" y="2336"/>
                      <a:pt x="16807" y="2527"/>
                      <a:pt x="16539" y="2527"/>
                    </a:cubicBezTo>
                    <a:cubicBezTo>
                      <a:pt x="16309" y="2527"/>
                      <a:pt x="16080" y="2336"/>
                      <a:pt x="16080" y="2068"/>
                    </a:cubicBezTo>
                    <a:cubicBezTo>
                      <a:pt x="16080" y="1838"/>
                      <a:pt x="16309" y="1609"/>
                      <a:pt x="16539" y="1609"/>
                    </a:cubicBezTo>
                    <a:close/>
                    <a:moveTo>
                      <a:pt x="14778" y="1"/>
                    </a:moveTo>
                    <a:cubicBezTo>
                      <a:pt x="14969" y="1"/>
                      <a:pt x="15122" y="154"/>
                      <a:pt x="15122" y="307"/>
                    </a:cubicBezTo>
                    <a:cubicBezTo>
                      <a:pt x="15122" y="498"/>
                      <a:pt x="14969" y="651"/>
                      <a:pt x="14778" y="651"/>
                    </a:cubicBezTo>
                    <a:cubicBezTo>
                      <a:pt x="14625" y="651"/>
                      <a:pt x="14472" y="498"/>
                      <a:pt x="14472" y="307"/>
                    </a:cubicBezTo>
                    <a:cubicBezTo>
                      <a:pt x="14472" y="154"/>
                      <a:pt x="14625" y="1"/>
                      <a:pt x="14778" y="1"/>
                    </a:cubicBezTo>
                    <a:close/>
                    <a:moveTo>
                      <a:pt x="14816" y="3293"/>
                    </a:moveTo>
                    <a:cubicBezTo>
                      <a:pt x="14969" y="3293"/>
                      <a:pt x="15122" y="3446"/>
                      <a:pt x="15122" y="3638"/>
                    </a:cubicBezTo>
                    <a:cubicBezTo>
                      <a:pt x="15122" y="3791"/>
                      <a:pt x="14969" y="3944"/>
                      <a:pt x="14816" y="3944"/>
                    </a:cubicBezTo>
                    <a:cubicBezTo>
                      <a:pt x="14625" y="3944"/>
                      <a:pt x="14472" y="3791"/>
                      <a:pt x="14472" y="3638"/>
                    </a:cubicBezTo>
                    <a:cubicBezTo>
                      <a:pt x="14472" y="3446"/>
                      <a:pt x="14625" y="3293"/>
                      <a:pt x="14816" y="3293"/>
                    </a:cubicBezTo>
                    <a:close/>
                    <a:moveTo>
                      <a:pt x="9533" y="8232"/>
                    </a:moveTo>
                    <a:cubicBezTo>
                      <a:pt x="9801" y="8232"/>
                      <a:pt x="9992" y="8423"/>
                      <a:pt x="9992" y="8691"/>
                    </a:cubicBezTo>
                    <a:cubicBezTo>
                      <a:pt x="9992" y="8921"/>
                      <a:pt x="9801" y="9150"/>
                      <a:pt x="9533" y="9150"/>
                    </a:cubicBezTo>
                    <a:cubicBezTo>
                      <a:pt x="9303" y="9150"/>
                      <a:pt x="9074" y="8921"/>
                      <a:pt x="9074" y="8691"/>
                    </a:cubicBezTo>
                    <a:cubicBezTo>
                      <a:pt x="9074" y="8423"/>
                      <a:pt x="9303" y="8232"/>
                      <a:pt x="9533" y="8232"/>
                    </a:cubicBezTo>
                    <a:close/>
                    <a:moveTo>
                      <a:pt x="8920" y="5705"/>
                    </a:moveTo>
                    <a:cubicBezTo>
                      <a:pt x="9150" y="5705"/>
                      <a:pt x="9380" y="5935"/>
                      <a:pt x="9380" y="6164"/>
                    </a:cubicBezTo>
                    <a:cubicBezTo>
                      <a:pt x="9380" y="6432"/>
                      <a:pt x="9150" y="6624"/>
                      <a:pt x="8920" y="6624"/>
                    </a:cubicBezTo>
                    <a:cubicBezTo>
                      <a:pt x="8652" y="6624"/>
                      <a:pt x="8461" y="6432"/>
                      <a:pt x="8461" y="6164"/>
                    </a:cubicBezTo>
                    <a:cubicBezTo>
                      <a:pt x="8461" y="5935"/>
                      <a:pt x="8652" y="5705"/>
                      <a:pt x="8920" y="5705"/>
                    </a:cubicBezTo>
                    <a:close/>
                    <a:moveTo>
                      <a:pt x="9648" y="2527"/>
                    </a:moveTo>
                    <a:cubicBezTo>
                      <a:pt x="9801" y="2527"/>
                      <a:pt x="9954" y="2642"/>
                      <a:pt x="9954" y="2834"/>
                    </a:cubicBezTo>
                    <a:cubicBezTo>
                      <a:pt x="9954" y="3025"/>
                      <a:pt x="9801" y="3140"/>
                      <a:pt x="9648" y="3140"/>
                    </a:cubicBezTo>
                    <a:cubicBezTo>
                      <a:pt x="9456" y="3140"/>
                      <a:pt x="9303" y="3025"/>
                      <a:pt x="9303" y="2834"/>
                    </a:cubicBezTo>
                    <a:cubicBezTo>
                      <a:pt x="9303" y="2642"/>
                      <a:pt x="9456" y="2527"/>
                      <a:pt x="9648" y="2527"/>
                    </a:cubicBezTo>
                    <a:close/>
                    <a:moveTo>
                      <a:pt x="7083" y="4442"/>
                    </a:moveTo>
                    <a:cubicBezTo>
                      <a:pt x="7274" y="4442"/>
                      <a:pt x="7427" y="4556"/>
                      <a:pt x="7427" y="4748"/>
                    </a:cubicBezTo>
                    <a:cubicBezTo>
                      <a:pt x="7427" y="4939"/>
                      <a:pt x="7274" y="5054"/>
                      <a:pt x="7083" y="5054"/>
                    </a:cubicBezTo>
                    <a:cubicBezTo>
                      <a:pt x="6930" y="5054"/>
                      <a:pt x="6777" y="4939"/>
                      <a:pt x="6777" y="4748"/>
                    </a:cubicBezTo>
                    <a:cubicBezTo>
                      <a:pt x="6777" y="4556"/>
                      <a:pt x="6930" y="4442"/>
                      <a:pt x="7083" y="4442"/>
                    </a:cubicBezTo>
                    <a:close/>
                    <a:moveTo>
                      <a:pt x="345" y="6203"/>
                    </a:moveTo>
                    <a:cubicBezTo>
                      <a:pt x="498" y="6203"/>
                      <a:pt x="651" y="6356"/>
                      <a:pt x="651" y="6509"/>
                    </a:cubicBezTo>
                    <a:cubicBezTo>
                      <a:pt x="651" y="6700"/>
                      <a:pt x="498" y="6853"/>
                      <a:pt x="345" y="6853"/>
                    </a:cubicBezTo>
                    <a:cubicBezTo>
                      <a:pt x="153" y="6853"/>
                      <a:pt x="0" y="6700"/>
                      <a:pt x="0" y="6509"/>
                    </a:cubicBezTo>
                    <a:cubicBezTo>
                      <a:pt x="0" y="6356"/>
                      <a:pt x="153" y="6203"/>
                      <a:pt x="345" y="6203"/>
                    </a:cubicBezTo>
                    <a:close/>
                    <a:moveTo>
                      <a:pt x="3676" y="5935"/>
                    </a:moveTo>
                    <a:cubicBezTo>
                      <a:pt x="3944" y="5935"/>
                      <a:pt x="4135" y="6126"/>
                      <a:pt x="4135" y="6394"/>
                    </a:cubicBezTo>
                    <a:cubicBezTo>
                      <a:pt x="4135" y="6624"/>
                      <a:pt x="3944" y="6853"/>
                      <a:pt x="3676" y="6853"/>
                    </a:cubicBezTo>
                    <a:cubicBezTo>
                      <a:pt x="3446" y="6853"/>
                      <a:pt x="3216" y="6624"/>
                      <a:pt x="3216" y="6394"/>
                    </a:cubicBezTo>
                    <a:cubicBezTo>
                      <a:pt x="3216" y="6126"/>
                      <a:pt x="3446" y="5935"/>
                      <a:pt x="3676" y="5935"/>
                    </a:cubicBezTo>
                    <a:close/>
                    <a:moveTo>
                      <a:pt x="4748" y="7236"/>
                    </a:moveTo>
                    <a:cubicBezTo>
                      <a:pt x="4901" y="7236"/>
                      <a:pt x="5054" y="7351"/>
                      <a:pt x="5054" y="7543"/>
                    </a:cubicBezTo>
                    <a:cubicBezTo>
                      <a:pt x="5054" y="7734"/>
                      <a:pt x="4901" y="7849"/>
                      <a:pt x="4748" y="7849"/>
                    </a:cubicBezTo>
                    <a:cubicBezTo>
                      <a:pt x="4556" y="7849"/>
                      <a:pt x="4403" y="7734"/>
                      <a:pt x="4403" y="7543"/>
                    </a:cubicBezTo>
                    <a:cubicBezTo>
                      <a:pt x="4403" y="7351"/>
                      <a:pt x="4556" y="7236"/>
                      <a:pt x="4748" y="7236"/>
                    </a:cubicBezTo>
                    <a:close/>
                    <a:moveTo>
                      <a:pt x="3561" y="9304"/>
                    </a:moveTo>
                    <a:cubicBezTo>
                      <a:pt x="3752" y="9304"/>
                      <a:pt x="3867" y="9457"/>
                      <a:pt x="3867" y="9648"/>
                    </a:cubicBezTo>
                    <a:cubicBezTo>
                      <a:pt x="3867" y="9801"/>
                      <a:pt x="3752" y="9954"/>
                      <a:pt x="3561" y="9954"/>
                    </a:cubicBezTo>
                    <a:cubicBezTo>
                      <a:pt x="3369" y="9954"/>
                      <a:pt x="3254" y="9801"/>
                      <a:pt x="3254" y="9648"/>
                    </a:cubicBezTo>
                    <a:cubicBezTo>
                      <a:pt x="3254" y="9457"/>
                      <a:pt x="3369" y="9304"/>
                      <a:pt x="3561" y="9304"/>
                    </a:cubicBezTo>
                    <a:close/>
                    <a:moveTo>
                      <a:pt x="7045" y="8423"/>
                    </a:moveTo>
                    <a:cubicBezTo>
                      <a:pt x="7274" y="8423"/>
                      <a:pt x="7504" y="8653"/>
                      <a:pt x="7504" y="8882"/>
                    </a:cubicBezTo>
                    <a:cubicBezTo>
                      <a:pt x="7504" y="9150"/>
                      <a:pt x="7274" y="9342"/>
                      <a:pt x="7045" y="9342"/>
                    </a:cubicBezTo>
                    <a:cubicBezTo>
                      <a:pt x="6777" y="9342"/>
                      <a:pt x="6585" y="9150"/>
                      <a:pt x="6585" y="8882"/>
                    </a:cubicBezTo>
                    <a:cubicBezTo>
                      <a:pt x="6585" y="8653"/>
                      <a:pt x="6777" y="8423"/>
                      <a:pt x="7045" y="8423"/>
                    </a:cubicBezTo>
                    <a:close/>
                  </a:path>
                </a:pathLst>
              </a:custGeom>
              <a:solidFill>
                <a:srgbClr val="DC7D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42"/>
              <p:cNvSpPr/>
              <p:nvPr/>
            </p:nvSpPr>
            <p:spPr>
              <a:xfrm>
                <a:off x="5609325" y="936125"/>
                <a:ext cx="1755325" cy="3316325"/>
              </a:xfrm>
              <a:custGeom>
                <a:avLst/>
                <a:gdLst/>
                <a:ahLst/>
                <a:cxnLst/>
                <a:rect l="l" t="t" r="r" b="b"/>
                <a:pathLst>
                  <a:path w="70213" h="132653" extrusionOk="0">
                    <a:moveTo>
                      <a:pt x="69486" y="12519"/>
                    </a:moveTo>
                    <a:cubicBezTo>
                      <a:pt x="69600" y="13706"/>
                      <a:pt x="69677" y="14892"/>
                      <a:pt x="69677" y="16079"/>
                    </a:cubicBezTo>
                    <a:cubicBezTo>
                      <a:pt x="69677" y="16309"/>
                      <a:pt x="69600" y="16500"/>
                      <a:pt x="69486" y="16653"/>
                    </a:cubicBezTo>
                    <a:cubicBezTo>
                      <a:pt x="69524" y="17113"/>
                      <a:pt x="69524" y="17572"/>
                      <a:pt x="69524" y="18032"/>
                    </a:cubicBezTo>
                    <a:cubicBezTo>
                      <a:pt x="69562" y="20367"/>
                      <a:pt x="69562" y="22702"/>
                      <a:pt x="69524" y="25038"/>
                    </a:cubicBezTo>
                    <a:cubicBezTo>
                      <a:pt x="69524" y="25191"/>
                      <a:pt x="69486" y="25344"/>
                      <a:pt x="69447" y="25459"/>
                    </a:cubicBezTo>
                    <a:cubicBezTo>
                      <a:pt x="69447" y="26990"/>
                      <a:pt x="69371" y="28483"/>
                      <a:pt x="69294" y="29976"/>
                    </a:cubicBezTo>
                    <a:cubicBezTo>
                      <a:pt x="69179" y="36255"/>
                      <a:pt x="68605" y="42533"/>
                      <a:pt x="68682" y="48812"/>
                    </a:cubicBezTo>
                    <a:cubicBezTo>
                      <a:pt x="68873" y="53674"/>
                      <a:pt x="69103" y="58574"/>
                      <a:pt x="68835" y="63436"/>
                    </a:cubicBezTo>
                    <a:cubicBezTo>
                      <a:pt x="69103" y="66384"/>
                      <a:pt x="68605" y="69370"/>
                      <a:pt x="68796" y="72318"/>
                    </a:cubicBezTo>
                    <a:cubicBezTo>
                      <a:pt x="68988" y="75917"/>
                      <a:pt x="69141" y="79477"/>
                      <a:pt x="69026" y="83076"/>
                    </a:cubicBezTo>
                    <a:cubicBezTo>
                      <a:pt x="69103" y="84416"/>
                      <a:pt x="69332" y="85794"/>
                      <a:pt x="69218" y="87134"/>
                    </a:cubicBezTo>
                    <a:cubicBezTo>
                      <a:pt x="69179" y="87210"/>
                      <a:pt x="69141" y="87287"/>
                      <a:pt x="69103" y="87363"/>
                    </a:cubicBezTo>
                    <a:cubicBezTo>
                      <a:pt x="69141" y="87440"/>
                      <a:pt x="69179" y="87478"/>
                      <a:pt x="69218" y="87555"/>
                    </a:cubicBezTo>
                    <a:cubicBezTo>
                      <a:pt x="69562" y="88320"/>
                      <a:pt x="69409" y="89163"/>
                      <a:pt x="69447" y="89967"/>
                    </a:cubicBezTo>
                    <a:cubicBezTo>
                      <a:pt x="69332" y="96475"/>
                      <a:pt x="68988" y="102983"/>
                      <a:pt x="69026" y="109491"/>
                    </a:cubicBezTo>
                    <a:cubicBezTo>
                      <a:pt x="69141" y="114085"/>
                      <a:pt x="69332" y="118679"/>
                      <a:pt x="69332" y="123273"/>
                    </a:cubicBezTo>
                    <a:cubicBezTo>
                      <a:pt x="69371" y="123427"/>
                      <a:pt x="69409" y="123618"/>
                      <a:pt x="69371" y="123771"/>
                    </a:cubicBezTo>
                    <a:cubicBezTo>
                      <a:pt x="70213" y="124499"/>
                      <a:pt x="69409" y="126106"/>
                      <a:pt x="68222" y="125609"/>
                    </a:cubicBezTo>
                    <a:cubicBezTo>
                      <a:pt x="67648" y="125417"/>
                      <a:pt x="67150" y="125226"/>
                      <a:pt x="66576" y="125111"/>
                    </a:cubicBezTo>
                    <a:cubicBezTo>
                      <a:pt x="66040" y="125111"/>
                      <a:pt x="65504" y="125149"/>
                      <a:pt x="65006" y="124920"/>
                    </a:cubicBezTo>
                    <a:cubicBezTo>
                      <a:pt x="63513" y="124001"/>
                      <a:pt x="62748" y="121934"/>
                      <a:pt x="62058" y="120364"/>
                    </a:cubicBezTo>
                    <a:cubicBezTo>
                      <a:pt x="61140" y="117952"/>
                      <a:pt x="60565" y="115464"/>
                      <a:pt x="60029" y="112937"/>
                    </a:cubicBezTo>
                    <a:cubicBezTo>
                      <a:pt x="59417" y="110640"/>
                      <a:pt x="59340" y="108266"/>
                      <a:pt x="59264" y="105893"/>
                    </a:cubicBezTo>
                    <a:cubicBezTo>
                      <a:pt x="58919" y="105433"/>
                      <a:pt x="59034" y="104859"/>
                      <a:pt x="58996" y="104323"/>
                    </a:cubicBezTo>
                    <a:cubicBezTo>
                      <a:pt x="58957" y="103213"/>
                      <a:pt x="58957" y="102103"/>
                      <a:pt x="58957" y="100992"/>
                    </a:cubicBezTo>
                    <a:cubicBezTo>
                      <a:pt x="58996" y="98542"/>
                      <a:pt x="58728" y="96130"/>
                      <a:pt x="58728" y="93718"/>
                    </a:cubicBezTo>
                    <a:cubicBezTo>
                      <a:pt x="58689" y="92915"/>
                      <a:pt x="58919" y="92111"/>
                      <a:pt x="59455" y="91536"/>
                    </a:cubicBezTo>
                    <a:cubicBezTo>
                      <a:pt x="59991" y="90924"/>
                      <a:pt x="60374" y="90196"/>
                      <a:pt x="60757" y="89507"/>
                    </a:cubicBezTo>
                    <a:cubicBezTo>
                      <a:pt x="62097" y="87172"/>
                      <a:pt x="63322" y="84760"/>
                      <a:pt x="64585" y="82386"/>
                    </a:cubicBezTo>
                    <a:cubicBezTo>
                      <a:pt x="64585" y="81468"/>
                      <a:pt x="64394" y="80549"/>
                      <a:pt x="64317" y="79630"/>
                    </a:cubicBezTo>
                    <a:cubicBezTo>
                      <a:pt x="64241" y="79439"/>
                      <a:pt x="64164" y="79247"/>
                      <a:pt x="64088" y="79056"/>
                    </a:cubicBezTo>
                    <a:cubicBezTo>
                      <a:pt x="63896" y="78941"/>
                      <a:pt x="63705" y="78750"/>
                      <a:pt x="63590" y="78482"/>
                    </a:cubicBezTo>
                    <a:cubicBezTo>
                      <a:pt x="63130" y="77218"/>
                      <a:pt x="60833" y="72892"/>
                      <a:pt x="61599" y="71897"/>
                    </a:cubicBezTo>
                    <a:cubicBezTo>
                      <a:pt x="60183" y="67762"/>
                      <a:pt x="58996" y="63551"/>
                      <a:pt x="58192" y="59263"/>
                    </a:cubicBezTo>
                    <a:cubicBezTo>
                      <a:pt x="57656" y="56736"/>
                      <a:pt x="57618" y="54171"/>
                      <a:pt x="57082" y="51645"/>
                    </a:cubicBezTo>
                    <a:cubicBezTo>
                      <a:pt x="56622" y="50917"/>
                      <a:pt x="56469" y="49884"/>
                      <a:pt x="56507" y="49041"/>
                    </a:cubicBezTo>
                    <a:cubicBezTo>
                      <a:pt x="56239" y="47242"/>
                      <a:pt x="55818" y="45481"/>
                      <a:pt x="55397" y="43758"/>
                    </a:cubicBezTo>
                    <a:cubicBezTo>
                      <a:pt x="54555" y="42954"/>
                      <a:pt x="54593" y="41155"/>
                      <a:pt x="54249" y="40083"/>
                    </a:cubicBezTo>
                    <a:cubicBezTo>
                      <a:pt x="54019" y="39241"/>
                      <a:pt x="53789" y="38399"/>
                      <a:pt x="53559" y="37595"/>
                    </a:cubicBezTo>
                    <a:cubicBezTo>
                      <a:pt x="53445" y="37441"/>
                      <a:pt x="53330" y="37288"/>
                      <a:pt x="53291" y="37097"/>
                    </a:cubicBezTo>
                    <a:cubicBezTo>
                      <a:pt x="52985" y="36484"/>
                      <a:pt x="52641" y="35872"/>
                      <a:pt x="52334" y="35221"/>
                    </a:cubicBezTo>
                    <a:cubicBezTo>
                      <a:pt x="52028" y="34494"/>
                      <a:pt x="51109" y="33537"/>
                      <a:pt x="51224" y="32733"/>
                    </a:cubicBezTo>
                    <a:cubicBezTo>
                      <a:pt x="51186" y="32694"/>
                      <a:pt x="51186" y="32656"/>
                      <a:pt x="51148" y="32618"/>
                    </a:cubicBezTo>
                    <a:cubicBezTo>
                      <a:pt x="49578" y="30550"/>
                      <a:pt x="47587" y="28866"/>
                      <a:pt x="45328" y="27717"/>
                    </a:cubicBezTo>
                    <a:lnTo>
                      <a:pt x="45328" y="27679"/>
                    </a:lnTo>
                    <a:cubicBezTo>
                      <a:pt x="44754" y="27181"/>
                      <a:pt x="44065" y="26760"/>
                      <a:pt x="43414" y="26454"/>
                    </a:cubicBezTo>
                    <a:cubicBezTo>
                      <a:pt x="43223" y="26339"/>
                      <a:pt x="43031" y="26263"/>
                      <a:pt x="42840" y="26224"/>
                    </a:cubicBezTo>
                    <a:cubicBezTo>
                      <a:pt x="42610" y="26148"/>
                      <a:pt x="42381" y="26109"/>
                      <a:pt x="42151" y="26109"/>
                    </a:cubicBezTo>
                    <a:cubicBezTo>
                      <a:pt x="41347" y="25574"/>
                      <a:pt x="40505" y="25076"/>
                      <a:pt x="39624" y="24770"/>
                    </a:cubicBezTo>
                    <a:lnTo>
                      <a:pt x="39509" y="24770"/>
                    </a:lnTo>
                    <a:cubicBezTo>
                      <a:pt x="37710" y="24808"/>
                      <a:pt x="35911" y="24846"/>
                      <a:pt x="34150" y="25038"/>
                    </a:cubicBezTo>
                    <a:cubicBezTo>
                      <a:pt x="33614" y="24999"/>
                      <a:pt x="32848" y="25191"/>
                      <a:pt x="32121" y="25267"/>
                    </a:cubicBezTo>
                    <a:cubicBezTo>
                      <a:pt x="31929" y="25535"/>
                      <a:pt x="31623" y="25727"/>
                      <a:pt x="31240" y="25727"/>
                    </a:cubicBezTo>
                    <a:cubicBezTo>
                      <a:pt x="30436" y="25650"/>
                      <a:pt x="29824" y="24999"/>
                      <a:pt x="29020" y="24923"/>
                    </a:cubicBezTo>
                    <a:cubicBezTo>
                      <a:pt x="20827" y="23583"/>
                      <a:pt x="13936" y="30244"/>
                      <a:pt x="10529" y="37020"/>
                    </a:cubicBezTo>
                    <a:cubicBezTo>
                      <a:pt x="9993" y="38092"/>
                      <a:pt x="9533" y="39126"/>
                      <a:pt x="9150" y="40236"/>
                    </a:cubicBezTo>
                    <a:cubicBezTo>
                      <a:pt x="9150" y="40351"/>
                      <a:pt x="9150" y="40504"/>
                      <a:pt x="9112" y="40657"/>
                    </a:cubicBezTo>
                    <a:cubicBezTo>
                      <a:pt x="8959" y="43682"/>
                      <a:pt x="8767" y="46668"/>
                      <a:pt x="8499" y="49692"/>
                    </a:cubicBezTo>
                    <a:cubicBezTo>
                      <a:pt x="8499" y="50190"/>
                      <a:pt x="8385" y="50764"/>
                      <a:pt x="8078" y="51109"/>
                    </a:cubicBezTo>
                    <a:cubicBezTo>
                      <a:pt x="7810" y="53099"/>
                      <a:pt x="7504" y="55090"/>
                      <a:pt x="7121" y="57043"/>
                    </a:cubicBezTo>
                    <a:cubicBezTo>
                      <a:pt x="6815" y="58459"/>
                      <a:pt x="6547" y="59876"/>
                      <a:pt x="6279" y="61292"/>
                    </a:cubicBezTo>
                    <a:cubicBezTo>
                      <a:pt x="6241" y="61560"/>
                      <a:pt x="6202" y="61866"/>
                      <a:pt x="6088" y="62173"/>
                    </a:cubicBezTo>
                    <a:cubicBezTo>
                      <a:pt x="6088" y="62402"/>
                      <a:pt x="6049" y="62594"/>
                      <a:pt x="6049" y="62785"/>
                    </a:cubicBezTo>
                    <a:cubicBezTo>
                      <a:pt x="5207" y="67494"/>
                      <a:pt x="4977" y="72318"/>
                      <a:pt x="5973" y="76988"/>
                    </a:cubicBezTo>
                    <a:cubicBezTo>
                      <a:pt x="6662" y="80472"/>
                      <a:pt x="8346" y="83650"/>
                      <a:pt x="9418" y="86981"/>
                    </a:cubicBezTo>
                    <a:cubicBezTo>
                      <a:pt x="9457" y="87019"/>
                      <a:pt x="9457" y="87057"/>
                      <a:pt x="9457" y="87095"/>
                    </a:cubicBezTo>
                    <a:cubicBezTo>
                      <a:pt x="10031" y="88129"/>
                      <a:pt x="10529" y="89163"/>
                      <a:pt x="10988" y="90273"/>
                    </a:cubicBezTo>
                    <a:cubicBezTo>
                      <a:pt x="11218" y="90656"/>
                      <a:pt x="11409" y="91039"/>
                      <a:pt x="11600" y="91421"/>
                    </a:cubicBezTo>
                    <a:cubicBezTo>
                      <a:pt x="11754" y="91536"/>
                      <a:pt x="11868" y="91728"/>
                      <a:pt x="11907" y="91957"/>
                    </a:cubicBezTo>
                    <a:cubicBezTo>
                      <a:pt x="12596" y="93068"/>
                      <a:pt x="13285" y="94216"/>
                      <a:pt x="13936" y="95326"/>
                    </a:cubicBezTo>
                    <a:cubicBezTo>
                      <a:pt x="14204" y="95480"/>
                      <a:pt x="14433" y="95709"/>
                      <a:pt x="14587" y="96054"/>
                    </a:cubicBezTo>
                    <a:cubicBezTo>
                      <a:pt x="15735" y="98006"/>
                      <a:pt x="17113" y="99844"/>
                      <a:pt x="18377" y="101681"/>
                    </a:cubicBezTo>
                    <a:cubicBezTo>
                      <a:pt x="18492" y="101758"/>
                      <a:pt x="18568" y="101835"/>
                      <a:pt x="18606" y="101949"/>
                    </a:cubicBezTo>
                    <a:cubicBezTo>
                      <a:pt x="18645" y="102026"/>
                      <a:pt x="18721" y="102103"/>
                      <a:pt x="18760" y="102217"/>
                    </a:cubicBezTo>
                    <a:cubicBezTo>
                      <a:pt x="18836" y="102332"/>
                      <a:pt x="18951" y="102485"/>
                      <a:pt x="19028" y="102639"/>
                    </a:cubicBezTo>
                    <a:cubicBezTo>
                      <a:pt x="19602" y="103366"/>
                      <a:pt x="20291" y="103978"/>
                      <a:pt x="20597" y="104821"/>
                    </a:cubicBezTo>
                    <a:cubicBezTo>
                      <a:pt x="20635" y="105012"/>
                      <a:pt x="20635" y="105204"/>
                      <a:pt x="20635" y="105357"/>
                    </a:cubicBezTo>
                    <a:cubicBezTo>
                      <a:pt x="20942" y="107156"/>
                      <a:pt x="21095" y="110640"/>
                      <a:pt x="20482" y="111291"/>
                    </a:cubicBezTo>
                    <a:cubicBezTo>
                      <a:pt x="20444" y="111367"/>
                      <a:pt x="20406" y="111406"/>
                      <a:pt x="20329" y="111444"/>
                    </a:cubicBezTo>
                    <a:cubicBezTo>
                      <a:pt x="20138" y="117110"/>
                      <a:pt x="18032" y="122048"/>
                      <a:pt x="13897" y="126413"/>
                    </a:cubicBezTo>
                    <a:cubicBezTo>
                      <a:pt x="13247" y="127217"/>
                      <a:pt x="12328" y="127600"/>
                      <a:pt x="11294" y="127638"/>
                    </a:cubicBezTo>
                    <a:cubicBezTo>
                      <a:pt x="10299" y="127868"/>
                      <a:pt x="9342" y="128250"/>
                      <a:pt x="8423" y="128671"/>
                    </a:cubicBezTo>
                    <a:cubicBezTo>
                      <a:pt x="6815" y="129207"/>
                      <a:pt x="5131" y="132653"/>
                      <a:pt x="3331" y="131045"/>
                    </a:cubicBezTo>
                    <a:cubicBezTo>
                      <a:pt x="2259" y="129590"/>
                      <a:pt x="3561" y="122546"/>
                      <a:pt x="4671" y="121168"/>
                    </a:cubicBezTo>
                    <a:cubicBezTo>
                      <a:pt x="5628" y="118450"/>
                      <a:pt x="6088" y="115502"/>
                      <a:pt x="5245" y="112707"/>
                    </a:cubicBezTo>
                    <a:cubicBezTo>
                      <a:pt x="4441" y="110793"/>
                      <a:pt x="2948" y="109300"/>
                      <a:pt x="1991" y="107501"/>
                    </a:cubicBezTo>
                    <a:cubicBezTo>
                      <a:pt x="804" y="105050"/>
                      <a:pt x="345" y="102294"/>
                      <a:pt x="307" y="99576"/>
                    </a:cubicBezTo>
                    <a:cubicBezTo>
                      <a:pt x="307" y="92991"/>
                      <a:pt x="575" y="86445"/>
                      <a:pt x="804" y="79898"/>
                    </a:cubicBezTo>
                    <a:cubicBezTo>
                      <a:pt x="0" y="79056"/>
                      <a:pt x="498" y="76223"/>
                      <a:pt x="383" y="74998"/>
                    </a:cubicBezTo>
                    <a:cubicBezTo>
                      <a:pt x="383" y="72280"/>
                      <a:pt x="345" y="69561"/>
                      <a:pt x="345" y="66843"/>
                    </a:cubicBezTo>
                    <a:cubicBezTo>
                      <a:pt x="460" y="61598"/>
                      <a:pt x="307" y="56354"/>
                      <a:pt x="422" y="51109"/>
                    </a:cubicBezTo>
                    <a:cubicBezTo>
                      <a:pt x="575" y="50113"/>
                      <a:pt x="307" y="48735"/>
                      <a:pt x="575" y="47701"/>
                    </a:cubicBezTo>
                    <a:cubicBezTo>
                      <a:pt x="536" y="47663"/>
                      <a:pt x="536" y="47587"/>
                      <a:pt x="536" y="47548"/>
                    </a:cubicBezTo>
                    <a:cubicBezTo>
                      <a:pt x="460" y="41576"/>
                      <a:pt x="460" y="35566"/>
                      <a:pt x="345" y="29555"/>
                    </a:cubicBezTo>
                    <a:cubicBezTo>
                      <a:pt x="307" y="27603"/>
                      <a:pt x="192" y="25650"/>
                      <a:pt x="268" y="23698"/>
                    </a:cubicBezTo>
                    <a:cubicBezTo>
                      <a:pt x="154" y="21860"/>
                      <a:pt x="536" y="20022"/>
                      <a:pt x="1838" y="18606"/>
                    </a:cubicBezTo>
                    <a:cubicBezTo>
                      <a:pt x="6126" y="13055"/>
                      <a:pt x="11294" y="8116"/>
                      <a:pt x="17228" y="4326"/>
                    </a:cubicBezTo>
                    <a:cubicBezTo>
                      <a:pt x="20903" y="2067"/>
                      <a:pt x="23583" y="574"/>
                      <a:pt x="27718" y="421"/>
                    </a:cubicBezTo>
                    <a:cubicBezTo>
                      <a:pt x="28943" y="421"/>
                      <a:pt x="30168" y="421"/>
                      <a:pt x="31393" y="459"/>
                    </a:cubicBezTo>
                    <a:cubicBezTo>
                      <a:pt x="32542" y="498"/>
                      <a:pt x="33690" y="574"/>
                      <a:pt x="34877" y="613"/>
                    </a:cubicBezTo>
                    <a:cubicBezTo>
                      <a:pt x="35872" y="613"/>
                      <a:pt x="36868" y="651"/>
                      <a:pt x="37863" y="651"/>
                    </a:cubicBezTo>
                    <a:cubicBezTo>
                      <a:pt x="38399" y="766"/>
                      <a:pt x="38935" y="881"/>
                      <a:pt x="39433" y="1072"/>
                    </a:cubicBezTo>
                    <a:cubicBezTo>
                      <a:pt x="40313" y="1416"/>
                      <a:pt x="41959" y="2144"/>
                      <a:pt x="42227" y="3139"/>
                    </a:cubicBezTo>
                    <a:cubicBezTo>
                      <a:pt x="42342" y="3331"/>
                      <a:pt x="42457" y="3522"/>
                      <a:pt x="42610" y="3675"/>
                    </a:cubicBezTo>
                    <a:cubicBezTo>
                      <a:pt x="44103" y="2795"/>
                      <a:pt x="45596" y="1838"/>
                      <a:pt x="47128" y="995"/>
                    </a:cubicBezTo>
                    <a:cubicBezTo>
                      <a:pt x="49731" y="0"/>
                      <a:pt x="52602" y="345"/>
                      <a:pt x="55321" y="536"/>
                    </a:cubicBezTo>
                    <a:cubicBezTo>
                      <a:pt x="56124" y="613"/>
                      <a:pt x="56928" y="766"/>
                      <a:pt x="57732" y="919"/>
                    </a:cubicBezTo>
                    <a:cubicBezTo>
                      <a:pt x="57924" y="804"/>
                      <a:pt x="58154" y="766"/>
                      <a:pt x="58422" y="804"/>
                    </a:cubicBezTo>
                    <a:cubicBezTo>
                      <a:pt x="59225" y="995"/>
                      <a:pt x="60527" y="1416"/>
                      <a:pt x="61101" y="2144"/>
                    </a:cubicBezTo>
                    <a:cubicBezTo>
                      <a:pt x="61255" y="2220"/>
                      <a:pt x="61369" y="2259"/>
                      <a:pt x="61484" y="2335"/>
                    </a:cubicBezTo>
                    <a:cubicBezTo>
                      <a:pt x="63054" y="3254"/>
                      <a:pt x="64241" y="4594"/>
                      <a:pt x="65351" y="6011"/>
                    </a:cubicBezTo>
                    <a:cubicBezTo>
                      <a:pt x="65657" y="6049"/>
                      <a:pt x="66002" y="6202"/>
                      <a:pt x="66308" y="6547"/>
                    </a:cubicBezTo>
                    <a:cubicBezTo>
                      <a:pt x="67112" y="7427"/>
                      <a:pt x="67801" y="8461"/>
                      <a:pt x="68375" y="9533"/>
                    </a:cubicBezTo>
                    <a:cubicBezTo>
                      <a:pt x="68605" y="9839"/>
                      <a:pt x="68720" y="10222"/>
                      <a:pt x="68911" y="10566"/>
                    </a:cubicBezTo>
                    <a:cubicBezTo>
                      <a:pt x="69486" y="10987"/>
                      <a:pt x="69371" y="11906"/>
                      <a:pt x="69486" y="1255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42"/>
              <p:cNvSpPr/>
              <p:nvPr/>
            </p:nvSpPr>
            <p:spPr>
              <a:xfrm>
                <a:off x="5782550" y="2189900"/>
                <a:ext cx="406800" cy="84250"/>
              </a:xfrm>
              <a:custGeom>
                <a:avLst/>
                <a:gdLst/>
                <a:ahLst/>
                <a:cxnLst/>
                <a:rect l="l" t="t" r="r" b="b"/>
                <a:pathLst>
                  <a:path w="16272" h="3370" extrusionOk="0">
                    <a:moveTo>
                      <a:pt x="13324" y="3255"/>
                    </a:moveTo>
                    <a:cubicBezTo>
                      <a:pt x="10682" y="3216"/>
                      <a:pt x="8117" y="2298"/>
                      <a:pt x="5475" y="2068"/>
                    </a:cubicBezTo>
                    <a:cubicBezTo>
                      <a:pt x="4021" y="2068"/>
                      <a:pt x="2451" y="1915"/>
                      <a:pt x="1035" y="2336"/>
                    </a:cubicBezTo>
                    <a:cubicBezTo>
                      <a:pt x="269" y="2680"/>
                      <a:pt x="1" y="1494"/>
                      <a:pt x="805" y="1379"/>
                    </a:cubicBezTo>
                    <a:cubicBezTo>
                      <a:pt x="231" y="843"/>
                      <a:pt x="843" y="345"/>
                      <a:pt x="1417" y="422"/>
                    </a:cubicBezTo>
                    <a:cubicBezTo>
                      <a:pt x="2145" y="383"/>
                      <a:pt x="3178" y="1"/>
                      <a:pt x="3829" y="269"/>
                    </a:cubicBezTo>
                    <a:lnTo>
                      <a:pt x="3868" y="269"/>
                    </a:lnTo>
                    <a:cubicBezTo>
                      <a:pt x="4135" y="269"/>
                      <a:pt x="4365" y="269"/>
                      <a:pt x="4633" y="269"/>
                    </a:cubicBezTo>
                    <a:cubicBezTo>
                      <a:pt x="4863" y="77"/>
                      <a:pt x="5169" y="192"/>
                      <a:pt x="5437" y="154"/>
                    </a:cubicBezTo>
                    <a:cubicBezTo>
                      <a:pt x="6471" y="230"/>
                      <a:pt x="7504" y="269"/>
                      <a:pt x="8538" y="383"/>
                    </a:cubicBezTo>
                    <a:cubicBezTo>
                      <a:pt x="9648" y="192"/>
                      <a:pt x="10835" y="498"/>
                      <a:pt x="11945" y="613"/>
                    </a:cubicBezTo>
                    <a:cubicBezTo>
                      <a:pt x="13017" y="728"/>
                      <a:pt x="15008" y="613"/>
                      <a:pt x="15276" y="1953"/>
                    </a:cubicBezTo>
                    <a:cubicBezTo>
                      <a:pt x="16271" y="3063"/>
                      <a:pt x="14051" y="3370"/>
                      <a:pt x="13324" y="3255"/>
                    </a:cubicBezTo>
                    <a:close/>
                  </a:path>
                </a:pathLst>
              </a:custGeom>
              <a:solidFill>
                <a:srgbClr val="EE8F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42"/>
              <p:cNvSpPr/>
              <p:nvPr/>
            </p:nvSpPr>
            <p:spPr>
              <a:xfrm>
                <a:off x="6538675" y="2207125"/>
                <a:ext cx="522575" cy="116800"/>
              </a:xfrm>
              <a:custGeom>
                <a:avLst/>
                <a:gdLst/>
                <a:ahLst/>
                <a:cxnLst/>
                <a:rect l="l" t="t" r="r" b="b"/>
                <a:pathLst>
                  <a:path w="20903" h="4672" extrusionOk="0">
                    <a:moveTo>
                      <a:pt x="20061" y="4518"/>
                    </a:moveTo>
                    <a:cubicBezTo>
                      <a:pt x="19142" y="4250"/>
                      <a:pt x="18376" y="3599"/>
                      <a:pt x="17534" y="3178"/>
                    </a:cubicBezTo>
                    <a:cubicBezTo>
                      <a:pt x="17151" y="3446"/>
                      <a:pt x="16692" y="3140"/>
                      <a:pt x="16309" y="3102"/>
                    </a:cubicBezTo>
                    <a:cubicBezTo>
                      <a:pt x="15428" y="2872"/>
                      <a:pt x="14433" y="2910"/>
                      <a:pt x="13552" y="2527"/>
                    </a:cubicBezTo>
                    <a:cubicBezTo>
                      <a:pt x="12289" y="2374"/>
                      <a:pt x="11026" y="2642"/>
                      <a:pt x="9762" y="2757"/>
                    </a:cubicBezTo>
                    <a:cubicBezTo>
                      <a:pt x="9265" y="2757"/>
                      <a:pt x="8614" y="3102"/>
                      <a:pt x="8231" y="2642"/>
                    </a:cubicBezTo>
                    <a:cubicBezTo>
                      <a:pt x="6661" y="2795"/>
                      <a:pt x="5130" y="3025"/>
                      <a:pt x="3599" y="3063"/>
                    </a:cubicBezTo>
                    <a:cubicBezTo>
                      <a:pt x="3178" y="3408"/>
                      <a:pt x="2603" y="3102"/>
                      <a:pt x="2144" y="3025"/>
                    </a:cubicBezTo>
                    <a:cubicBezTo>
                      <a:pt x="1685" y="2949"/>
                      <a:pt x="957" y="2949"/>
                      <a:pt x="842" y="2413"/>
                    </a:cubicBezTo>
                    <a:cubicBezTo>
                      <a:pt x="0" y="1800"/>
                      <a:pt x="881" y="690"/>
                      <a:pt x="1531" y="1379"/>
                    </a:cubicBezTo>
                    <a:cubicBezTo>
                      <a:pt x="3139" y="1034"/>
                      <a:pt x="4709" y="537"/>
                      <a:pt x="6355" y="422"/>
                    </a:cubicBezTo>
                    <a:cubicBezTo>
                      <a:pt x="7618" y="1"/>
                      <a:pt x="9035" y="154"/>
                      <a:pt x="10375" y="154"/>
                    </a:cubicBezTo>
                    <a:cubicBezTo>
                      <a:pt x="10834" y="192"/>
                      <a:pt x="11332" y="230"/>
                      <a:pt x="11830" y="230"/>
                    </a:cubicBezTo>
                    <a:cubicBezTo>
                      <a:pt x="12174" y="269"/>
                      <a:pt x="12672" y="116"/>
                      <a:pt x="12902" y="460"/>
                    </a:cubicBezTo>
                    <a:lnTo>
                      <a:pt x="13055" y="498"/>
                    </a:lnTo>
                    <a:cubicBezTo>
                      <a:pt x="13552" y="230"/>
                      <a:pt x="14203" y="537"/>
                      <a:pt x="14739" y="613"/>
                    </a:cubicBezTo>
                    <a:cubicBezTo>
                      <a:pt x="16041" y="920"/>
                      <a:pt x="17343" y="1379"/>
                      <a:pt x="18491" y="2106"/>
                    </a:cubicBezTo>
                    <a:cubicBezTo>
                      <a:pt x="18874" y="2298"/>
                      <a:pt x="19525" y="2374"/>
                      <a:pt x="19448" y="2910"/>
                    </a:cubicBezTo>
                    <a:cubicBezTo>
                      <a:pt x="19908" y="3217"/>
                      <a:pt x="20558" y="3408"/>
                      <a:pt x="20788" y="3944"/>
                    </a:cubicBezTo>
                    <a:cubicBezTo>
                      <a:pt x="20903" y="4327"/>
                      <a:pt x="20444" y="4671"/>
                      <a:pt x="20061" y="4518"/>
                    </a:cubicBezTo>
                    <a:close/>
                  </a:path>
                </a:pathLst>
              </a:custGeom>
              <a:solidFill>
                <a:srgbClr val="EE8F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42"/>
              <p:cNvSpPr/>
              <p:nvPr/>
            </p:nvSpPr>
            <p:spPr>
              <a:xfrm>
                <a:off x="5620800" y="1001200"/>
                <a:ext cx="1734300" cy="3219675"/>
              </a:xfrm>
              <a:custGeom>
                <a:avLst/>
                <a:gdLst/>
                <a:ahLst/>
                <a:cxnLst/>
                <a:rect l="l" t="t" r="r" b="b"/>
                <a:pathLst>
                  <a:path w="69372" h="128787" extrusionOk="0">
                    <a:moveTo>
                      <a:pt x="47588" y="22013"/>
                    </a:moveTo>
                    <a:cubicBezTo>
                      <a:pt x="47434" y="21975"/>
                      <a:pt x="47281" y="21975"/>
                      <a:pt x="47128" y="22052"/>
                    </a:cubicBezTo>
                    <a:cubicBezTo>
                      <a:pt x="47013" y="22052"/>
                      <a:pt x="46899" y="22013"/>
                      <a:pt x="46784" y="22052"/>
                    </a:cubicBezTo>
                    <a:cubicBezTo>
                      <a:pt x="46669" y="22090"/>
                      <a:pt x="46554" y="22167"/>
                      <a:pt x="46439" y="22243"/>
                    </a:cubicBezTo>
                    <a:cubicBezTo>
                      <a:pt x="46286" y="22167"/>
                      <a:pt x="46133" y="22128"/>
                      <a:pt x="45980" y="22052"/>
                    </a:cubicBezTo>
                    <a:cubicBezTo>
                      <a:pt x="45673" y="21899"/>
                      <a:pt x="45061" y="21822"/>
                      <a:pt x="45291" y="21363"/>
                    </a:cubicBezTo>
                    <a:cubicBezTo>
                      <a:pt x="45367" y="21209"/>
                      <a:pt x="45559" y="21171"/>
                      <a:pt x="45673" y="21248"/>
                    </a:cubicBezTo>
                    <a:cubicBezTo>
                      <a:pt x="45941" y="21363"/>
                      <a:pt x="46209" y="21439"/>
                      <a:pt x="46516" y="21554"/>
                    </a:cubicBezTo>
                    <a:cubicBezTo>
                      <a:pt x="46860" y="21707"/>
                      <a:pt x="47243" y="21860"/>
                      <a:pt x="47588" y="22013"/>
                    </a:cubicBezTo>
                    <a:close/>
                    <a:moveTo>
                      <a:pt x="68223" y="122700"/>
                    </a:moveTo>
                    <a:cubicBezTo>
                      <a:pt x="68108" y="122661"/>
                      <a:pt x="68069" y="122585"/>
                      <a:pt x="67993" y="122508"/>
                    </a:cubicBezTo>
                    <a:cubicBezTo>
                      <a:pt x="67687" y="122240"/>
                      <a:pt x="67227" y="122202"/>
                      <a:pt x="66844" y="122164"/>
                    </a:cubicBezTo>
                    <a:cubicBezTo>
                      <a:pt x="66576" y="122125"/>
                      <a:pt x="66347" y="122164"/>
                      <a:pt x="66117" y="122240"/>
                    </a:cubicBezTo>
                    <a:cubicBezTo>
                      <a:pt x="65887" y="122317"/>
                      <a:pt x="65772" y="122432"/>
                      <a:pt x="65543" y="122470"/>
                    </a:cubicBezTo>
                    <a:cubicBezTo>
                      <a:pt x="65160" y="122508"/>
                      <a:pt x="64968" y="122125"/>
                      <a:pt x="64700" y="121896"/>
                    </a:cubicBezTo>
                    <a:cubicBezTo>
                      <a:pt x="64509" y="121704"/>
                      <a:pt x="64356" y="121513"/>
                      <a:pt x="64164" y="121283"/>
                    </a:cubicBezTo>
                    <a:cubicBezTo>
                      <a:pt x="63552" y="120709"/>
                      <a:pt x="63016" y="119981"/>
                      <a:pt x="62595" y="119254"/>
                    </a:cubicBezTo>
                    <a:cubicBezTo>
                      <a:pt x="62480" y="118948"/>
                      <a:pt x="62097" y="118603"/>
                      <a:pt x="62289" y="118259"/>
                    </a:cubicBezTo>
                    <a:cubicBezTo>
                      <a:pt x="62212" y="118220"/>
                      <a:pt x="62174" y="118182"/>
                      <a:pt x="62135" y="118105"/>
                    </a:cubicBezTo>
                    <a:cubicBezTo>
                      <a:pt x="62021" y="117952"/>
                      <a:pt x="61791" y="117837"/>
                      <a:pt x="61867" y="117608"/>
                    </a:cubicBezTo>
                    <a:cubicBezTo>
                      <a:pt x="61867" y="117569"/>
                      <a:pt x="61867" y="117531"/>
                      <a:pt x="61906" y="117531"/>
                    </a:cubicBezTo>
                    <a:cubicBezTo>
                      <a:pt x="61638" y="117225"/>
                      <a:pt x="61408" y="116919"/>
                      <a:pt x="61255" y="116574"/>
                    </a:cubicBezTo>
                    <a:cubicBezTo>
                      <a:pt x="61217" y="116459"/>
                      <a:pt x="61255" y="116306"/>
                      <a:pt x="61370" y="116230"/>
                    </a:cubicBezTo>
                    <a:cubicBezTo>
                      <a:pt x="61446" y="116383"/>
                      <a:pt x="61523" y="116498"/>
                      <a:pt x="61638" y="116651"/>
                    </a:cubicBezTo>
                    <a:cubicBezTo>
                      <a:pt x="61867" y="116995"/>
                      <a:pt x="62097" y="117302"/>
                      <a:pt x="62365" y="117608"/>
                    </a:cubicBezTo>
                    <a:cubicBezTo>
                      <a:pt x="62863" y="118182"/>
                      <a:pt x="63399" y="118718"/>
                      <a:pt x="64050" y="119177"/>
                    </a:cubicBezTo>
                    <a:cubicBezTo>
                      <a:pt x="64318" y="119369"/>
                      <a:pt x="64586" y="119560"/>
                      <a:pt x="64892" y="119713"/>
                    </a:cubicBezTo>
                    <a:cubicBezTo>
                      <a:pt x="65160" y="119867"/>
                      <a:pt x="65466" y="119981"/>
                      <a:pt x="65772" y="120096"/>
                    </a:cubicBezTo>
                    <a:cubicBezTo>
                      <a:pt x="66040" y="120135"/>
                      <a:pt x="66308" y="120211"/>
                      <a:pt x="66576" y="120211"/>
                    </a:cubicBezTo>
                    <a:cubicBezTo>
                      <a:pt x="66691" y="120211"/>
                      <a:pt x="66844" y="120211"/>
                      <a:pt x="66959" y="120173"/>
                    </a:cubicBezTo>
                    <a:cubicBezTo>
                      <a:pt x="67265" y="120096"/>
                      <a:pt x="67610" y="119981"/>
                      <a:pt x="67878" y="119790"/>
                    </a:cubicBezTo>
                    <a:cubicBezTo>
                      <a:pt x="68414" y="119445"/>
                      <a:pt x="68720" y="118909"/>
                      <a:pt x="68873" y="118297"/>
                    </a:cubicBezTo>
                    <a:cubicBezTo>
                      <a:pt x="69027" y="118373"/>
                      <a:pt x="69103" y="118527"/>
                      <a:pt x="69065" y="118680"/>
                    </a:cubicBezTo>
                    <a:cubicBezTo>
                      <a:pt x="68950" y="119024"/>
                      <a:pt x="68835" y="119331"/>
                      <a:pt x="68644" y="119560"/>
                    </a:cubicBezTo>
                    <a:lnTo>
                      <a:pt x="68644" y="119560"/>
                    </a:lnTo>
                    <a:cubicBezTo>
                      <a:pt x="68605" y="119675"/>
                      <a:pt x="68605" y="119828"/>
                      <a:pt x="68644" y="119943"/>
                    </a:cubicBezTo>
                    <a:cubicBezTo>
                      <a:pt x="68644" y="120556"/>
                      <a:pt x="68682" y="121168"/>
                      <a:pt x="68682" y="121781"/>
                    </a:cubicBezTo>
                    <a:cubicBezTo>
                      <a:pt x="68720" y="122087"/>
                      <a:pt x="68797" y="122738"/>
                      <a:pt x="68376" y="122738"/>
                    </a:cubicBezTo>
                    <a:cubicBezTo>
                      <a:pt x="68337" y="122738"/>
                      <a:pt x="68299" y="122738"/>
                      <a:pt x="68223" y="122738"/>
                    </a:cubicBezTo>
                    <a:lnTo>
                      <a:pt x="68223" y="122738"/>
                    </a:lnTo>
                    <a:close/>
                    <a:moveTo>
                      <a:pt x="3753" y="128787"/>
                    </a:moveTo>
                    <a:cubicBezTo>
                      <a:pt x="3408" y="128672"/>
                      <a:pt x="3293" y="128251"/>
                      <a:pt x="3217" y="127830"/>
                    </a:cubicBezTo>
                    <a:cubicBezTo>
                      <a:pt x="3064" y="127447"/>
                      <a:pt x="2987" y="127026"/>
                      <a:pt x="2910" y="126643"/>
                    </a:cubicBezTo>
                    <a:cubicBezTo>
                      <a:pt x="2604" y="124843"/>
                      <a:pt x="2987" y="123006"/>
                      <a:pt x="3523" y="121283"/>
                    </a:cubicBezTo>
                    <a:cubicBezTo>
                      <a:pt x="3293" y="120938"/>
                      <a:pt x="3332" y="120096"/>
                      <a:pt x="3906" y="120364"/>
                    </a:cubicBezTo>
                    <a:cubicBezTo>
                      <a:pt x="4059" y="120441"/>
                      <a:pt x="4097" y="120632"/>
                      <a:pt x="4021" y="120785"/>
                    </a:cubicBezTo>
                    <a:cubicBezTo>
                      <a:pt x="4174" y="121436"/>
                      <a:pt x="4825" y="121934"/>
                      <a:pt x="5475" y="122049"/>
                    </a:cubicBezTo>
                    <a:cubicBezTo>
                      <a:pt x="7619" y="122164"/>
                      <a:pt x="9074" y="121092"/>
                      <a:pt x="10491" y="119637"/>
                    </a:cubicBezTo>
                    <a:cubicBezTo>
                      <a:pt x="11984" y="118220"/>
                      <a:pt x="13056" y="116383"/>
                      <a:pt x="13592" y="114430"/>
                    </a:cubicBezTo>
                    <a:cubicBezTo>
                      <a:pt x="13821" y="113588"/>
                      <a:pt x="14013" y="112707"/>
                      <a:pt x="14204" y="111865"/>
                    </a:cubicBezTo>
                    <a:cubicBezTo>
                      <a:pt x="14472" y="109415"/>
                      <a:pt x="14472" y="106927"/>
                      <a:pt x="14204" y="104476"/>
                    </a:cubicBezTo>
                    <a:cubicBezTo>
                      <a:pt x="14089" y="102907"/>
                      <a:pt x="13860" y="101299"/>
                      <a:pt x="13477" y="99768"/>
                    </a:cubicBezTo>
                    <a:cubicBezTo>
                      <a:pt x="13324" y="99385"/>
                      <a:pt x="13170" y="99040"/>
                      <a:pt x="13017" y="98696"/>
                    </a:cubicBezTo>
                    <a:cubicBezTo>
                      <a:pt x="12175" y="97126"/>
                      <a:pt x="11295" y="95327"/>
                      <a:pt x="9572" y="94599"/>
                    </a:cubicBezTo>
                    <a:cubicBezTo>
                      <a:pt x="7543" y="93719"/>
                      <a:pt x="5054" y="94714"/>
                      <a:pt x="4097" y="96705"/>
                    </a:cubicBezTo>
                    <a:cubicBezTo>
                      <a:pt x="2872" y="99193"/>
                      <a:pt x="3255" y="102792"/>
                      <a:pt x="3868" y="105663"/>
                    </a:cubicBezTo>
                    <a:lnTo>
                      <a:pt x="3868" y="105778"/>
                    </a:lnTo>
                    <a:cubicBezTo>
                      <a:pt x="3868" y="105931"/>
                      <a:pt x="3906" y="106123"/>
                      <a:pt x="3906" y="106276"/>
                    </a:cubicBezTo>
                    <a:cubicBezTo>
                      <a:pt x="3944" y="106391"/>
                      <a:pt x="3982" y="106544"/>
                      <a:pt x="3982" y="106659"/>
                    </a:cubicBezTo>
                    <a:cubicBezTo>
                      <a:pt x="4021" y="106850"/>
                      <a:pt x="4059" y="107003"/>
                      <a:pt x="4097" y="107195"/>
                    </a:cubicBezTo>
                    <a:cubicBezTo>
                      <a:pt x="4174" y="107539"/>
                      <a:pt x="4250" y="107922"/>
                      <a:pt x="4365" y="108267"/>
                    </a:cubicBezTo>
                    <a:cubicBezTo>
                      <a:pt x="4404" y="108420"/>
                      <a:pt x="4442" y="108535"/>
                      <a:pt x="4480" y="108688"/>
                    </a:cubicBezTo>
                    <a:cubicBezTo>
                      <a:pt x="4442" y="108726"/>
                      <a:pt x="4365" y="108764"/>
                      <a:pt x="4289" y="108764"/>
                    </a:cubicBezTo>
                    <a:cubicBezTo>
                      <a:pt x="3868" y="108726"/>
                      <a:pt x="3829" y="108190"/>
                      <a:pt x="3753" y="107884"/>
                    </a:cubicBezTo>
                    <a:cubicBezTo>
                      <a:pt x="3676" y="107692"/>
                      <a:pt x="3600" y="107463"/>
                      <a:pt x="3561" y="107271"/>
                    </a:cubicBezTo>
                    <a:cubicBezTo>
                      <a:pt x="3217" y="106620"/>
                      <a:pt x="2757" y="106084"/>
                      <a:pt x="2298" y="105548"/>
                    </a:cubicBezTo>
                    <a:cubicBezTo>
                      <a:pt x="1762" y="104859"/>
                      <a:pt x="958" y="104323"/>
                      <a:pt x="690" y="103481"/>
                    </a:cubicBezTo>
                    <a:cubicBezTo>
                      <a:pt x="460" y="102294"/>
                      <a:pt x="652" y="101031"/>
                      <a:pt x="613" y="99844"/>
                    </a:cubicBezTo>
                    <a:cubicBezTo>
                      <a:pt x="613" y="94638"/>
                      <a:pt x="231" y="89469"/>
                      <a:pt x="460" y="84263"/>
                    </a:cubicBezTo>
                    <a:cubicBezTo>
                      <a:pt x="499" y="83306"/>
                      <a:pt x="499" y="82387"/>
                      <a:pt x="537" y="81430"/>
                    </a:cubicBezTo>
                    <a:cubicBezTo>
                      <a:pt x="231" y="81047"/>
                      <a:pt x="384" y="80051"/>
                      <a:pt x="384" y="79592"/>
                    </a:cubicBezTo>
                    <a:cubicBezTo>
                      <a:pt x="422" y="77640"/>
                      <a:pt x="422" y="75649"/>
                      <a:pt x="345" y="73696"/>
                    </a:cubicBezTo>
                    <a:cubicBezTo>
                      <a:pt x="384" y="73505"/>
                      <a:pt x="345" y="73237"/>
                      <a:pt x="384" y="73046"/>
                    </a:cubicBezTo>
                    <a:cubicBezTo>
                      <a:pt x="384" y="73046"/>
                      <a:pt x="384" y="73007"/>
                      <a:pt x="384" y="72969"/>
                    </a:cubicBezTo>
                    <a:cubicBezTo>
                      <a:pt x="384" y="72892"/>
                      <a:pt x="384" y="72778"/>
                      <a:pt x="384" y="72701"/>
                    </a:cubicBezTo>
                    <a:cubicBezTo>
                      <a:pt x="116" y="72012"/>
                      <a:pt x="269" y="70289"/>
                      <a:pt x="231" y="69715"/>
                    </a:cubicBezTo>
                    <a:cubicBezTo>
                      <a:pt x="345" y="67380"/>
                      <a:pt x="345" y="65083"/>
                      <a:pt x="499" y="62786"/>
                    </a:cubicBezTo>
                    <a:cubicBezTo>
                      <a:pt x="307" y="62518"/>
                      <a:pt x="422" y="62173"/>
                      <a:pt x="384" y="61867"/>
                    </a:cubicBezTo>
                    <a:cubicBezTo>
                      <a:pt x="384" y="61407"/>
                      <a:pt x="422" y="60910"/>
                      <a:pt x="422" y="60412"/>
                    </a:cubicBezTo>
                    <a:cubicBezTo>
                      <a:pt x="422" y="58574"/>
                      <a:pt x="422" y="56737"/>
                      <a:pt x="460" y="54899"/>
                    </a:cubicBezTo>
                    <a:cubicBezTo>
                      <a:pt x="422" y="53904"/>
                      <a:pt x="384" y="52908"/>
                      <a:pt x="460" y="51951"/>
                    </a:cubicBezTo>
                    <a:cubicBezTo>
                      <a:pt x="345" y="50803"/>
                      <a:pt x="345" y="49693"/>
                      <a:pt x="307" y="48582"/>
                    </a:cubicBezTo>
                    <a:cubicBezTo>
                      <a:pt x="345" y="44141"/>
                      <a:pt x="307" y="39739"/>
                      <a:pt x="345" y="35336"/>
                    </a:cubicBezTo>
                    <a:cubicBezTo>
                      <a:pt x="231" y="32082"/>
                      <a:pt x="269" y="28828"/>
                      <a:pt x="116" y="25574"/>
                    </a:cubicBezTo>
                    <a:cubicBezTo>
                      <a:pt x="1" y="23660"/>
                      <a:pt x="39" y="21707"/>
                      <a:pt x="154" y="19755"/>
                    </a:cubicBezTo>
                    <a:cubicBezTo>
                      <a:pt x="154" y="18951"/>
                      <a:pt x="307" y="18108"/>
                      <a:pt x="805" y="17458"/>
                    </a:cubicBezTo>
                    <a:cubicBezTo>
                      <a:pt x="1456" y="16615"/>
                      <a:pt x="2145" y="15773"/>
                      <a:pt x="2757" y="14931"/>
                    </a:cubicBezTo>
                    <a:cubicBezTo>
                      <a:pt x="3600" y="13821"/>
                      <a:pt x="4442" y="12672"/>
                      <a:pt x="5361" y="11639"/>
                    </a:cubicBezTo>
                    <a:cubicBezTo>
                      <a:pt x="6241" y="10681"/>
                      <a:pt x="7237" y="9763"/>
                      <a:pt x="8194" y="8844"/>
                    </a:cubicBezTo>
                    <a:cubicBezTo>
                      <a:pt x="8730" y="8308"/>
                      <a:pt x="9342" y="7772"/>
                      <a:pt x="9916" y="7236"/>
                    </a:cubicBezTo>
                    <a:cubicBezTo>
                      <a:pt x="10414" y="6777"/>
                      <a:pt x="10912" y="6355"/>
                      <a:pt x="11448" y="5934"/>
                    </a:cubicBezTo>
                    <a:cubicBezTo>
                      <a:pt x="11524" y="5896"/>
                      <a:pt x="11563" y="5896"/>
                      <a:pt x="11639" y="5896"/>
                    </a:cubicBezTo>
                    <a:cubicBezTo>
                      <a:pt x="12137" y="5437"/>
                      <a:pt x="12558" y="4862"/>
                      <a:pt x="13132" y="4518"/>
                    </a:cubicBezTo>
                    <a:cubicBezTo>
                      <a:pt x="13285" y="4479"/>
                      <a:pt x="13477" y="4556"/>
                      <a:pt x="13515" y="4747"/>
                    </a:cubicBezTo>
                    <a:cubicBezTo>
                      <a:pt x="13592" y="4977"/>
                      <a:pt x="13400" y="5092"/>
                      <a:pt x="13247" y="5207"/>
                    </a:cubicBezTo>
                    <a:cubicBezTo>
                      <a:pt x="10797" y="7504"/>
                      <a:pt x="8576" y="10069"/>
                      <a:pt x="6930" y="13017"/>
                    </a:cubicBezTo>
                    <a:cubicBezTo>
                      <a:pt x="6011" y="14548"/>
                      <a:pt x="5207" y="16194"/>
                      <a:pt x="4825" y="17994"/>
                    </a:cubicBezTo>
                    <a:cubicBezTo>
                      <a:pt x="4595" y="19180"/>
                      <a:pt x="4442" y="20520"/>
                      <a:pt x="4825" y="21707"/>
                    </a:cubicBezTo>
                    <a:cubicBezTo>
                      <a:pt x="5475" y="23698"/>
                      <a:pt x="7543" y="24923"/>
                      <a:pt x="9572" y="24655"/>
                    </a:cubicBezTo>
                    <a:cubicBezTo>
                      <a:pt x="10529" y="24578"/>
                      <a:pt x="11409" y="24387"/>
                      <a:pt x="12328" y="24119"/>
                    </a:cubicBezTo>
                    <a:cubicBezTo>
                      <a:pt x="12481" y="24081"/>
                      <a:pt x="12673" y="24042"/>
                      <a:pt x="12826" y="23966"/>
                    </a:cubicBezTo>
                    <a:cubicBezTo>
                      <a:pt x="13017" y="23889"/>
                      <a:pt x="13285" y="23774"/>
                      <a:pt x="13477" y="23966"/>
                    </a:cubicBezTo>
                    <a:cubicBezTo>
                      <a:pt x="13821" y="24387"/>
                      <a:pt x="13017" y="24808"/>
                      <a:pt x="12788" y="25076"/>
                    </a:cubicBezTo>
                    <a:cubicBezTo>
                      <a:pt x="12137" y="25727"/>
                      <a:pt x="11486" y="26416"/>
                      <a:pt x="10950" y="27182"/>
                    </a:cubicBezTo>
                    <a:cubicBezTo>
                      <a:pt x="10338" y="28101"/>
                      <a:pt x="9227" y="30551"/>
                      <a:pt x="11180" y="30512"/>
                    </a:cubicBezTo>
                    <a:cubicBezTo>
                      <a:pt x="11409" y="30474"/>
                      <a:pt x="11639" y="30436"/>
                      <a:pt x="11869" y="30321"/>
                    </a:cubicBezTo>
                    <a:cubicBezTo>
                      <a:pt x="11945" y="30283"/>
                      <a:pt x="12060" y="30244"/>
                      <a:pt x="12137" y="30244"/>
                    </a:cubicBezTo>
                    <a:cubicBezTo>
                      <a:pt x="12443" y="30283"/>
                      <a:pt x="12520" y="30666"/>
                      <a:pt x="12290" y="30857"/>
                    </a:cubicBezTo>
                    <a:cubicBezTo>
                      <a:pt x="11295" y="32044"/>
                      <a:pt x="10261" y="33154"/>
                      <a:pt x="9572" y="34532"/>
                    </a:cubicBezTo>
                    <a:cubicBezTo>
                      <a:pt x="8194" y="37135"/>
                      <a:pt x="8347" y="40122"/>
                      <a:pt x="8270" y="42955"/>
                    </a:cubicBezTo>
                    <a:cubicBezTo>
                      <a:pt x="8194" y="44256"/>
                      <a:pt x="8002" y="45558"/>
                      <a:pt x="7772" y="46860"/>
                    </a:cubicBezTo>
                    <a:cubicBezTo>
                      <a:pt x="7619" y="47625"/>
                      <a:pt x="7505" y="48391"/>
                      <a:pt x="7351" y="49157"/>
                    </a:cubicBezTo>
                    <a:cubicBezTo>
                      <a:pt x="7428" y="49080"/>
                      <a:pt x="7581" y="49042"/>
                      <a:pt x="7696" y="49003"/>
                    </a:cubicBezTo>
                    <a:cubicBezTo>
                      <a:pt x="7428" y="48812"/>
                      <a:pt x="7581" y="48506"/>
                      <a:pt x="7772" y="48353"/>
                    </a:cubicBezTo>
                    <a:cubicBezTo>
                      <a:pt x="7887" y="48238"/>
                      <a:pt x="7926" y="48046"/>
                      <a:pt x="8079" y="47970"/>
                    </a:cubicBezTo>
                    <a:cubicBezTo>
                      <a:pt x="8155" y="47931"/>
                      <a:pt x="8270" y="47931"/>
                      <a:pt x="8347" y="47970"/>
                    </a:cubicBezTo>
                    <a:cubicBezTo>
                      <a:pt x="8768" y="47855"/>
                      <a:pt x="9151" y="47740"/>
                      <a:pt x="9572" y="47625"/>
                    </a:cubicBezTo>
                    <a:cubicBezTo>
                      <a:pt x="9763" y="47549"/>
                      <a:pt x="9993" y="47434"/>
                      <a:pt x="10146" y="47549"/>
                    </a:cubicBezTo>
                    <a:cubicBezTo>
                      <a:pt x="10452" y="47395"/>
                      <a:pt x="10797" y="47740"/>
                      <a:pt x="10605" y="48046"/>
                    </a:cubicBezTo>
                    <a:cubicBezTo>
                      <a:pt x="10567" y="48276"/>
                      <a:pt x="10682" y="48506"/>
                      <a:pt x="10912" y="48621"/>
                    </a:cubicBezTo>
                    <a:cubicBezTo>
                      <a:pt x="12175" y="48544"/>
                      <a:pt x="13400" y="48812"/>
                      <a:pt x="14625" y="49003"/>
                    </a:cubicBezTo>
                    <a:cubicBezTo>
                      <a:pt x="16271" y="49233"/>
                      <a:pt x="17918" y="49693"/>
                      <a:pt x="19564" y="49693"/>
                    </a:cubicBezTo>
                    <a:cubicBezTo>
                      <a:pt x="20062" y="49654"/>
                      <a:pt x="20483" y="49578"/>
                      <a:pt x="20942" y="49386"/>
                    </a:cubicBezTo>
                    <a:cubicBezTo>
                      <a:pt x="21095" y="49310"/>
                      <a:pt x="21248" y="49195"/>
                      <a:pt x="21440" y="49233"/>
                    </a:cubicBezTo>
                    <a:cubicBezTo>
                      <a:pt x="21631" y="49233"/>
                      <a:pt x="21746" y="49386"/>
                      <a:pt x="21746" y="49578"/>
                    </a:cubicBezTo>
                    <a:cubicBezTo>
                      <a:pt x="22052" y="49961"/>
                      <a:pt x="21440" y="50305"/>
                      <a:pt x="21172" y="50496"/>
                    </a:cubicBezTo>
                    <a:cubicBezTo>
                      <a:pt x="20598" y="50879"/>
                      <a:pt x="19908" y="51032"/>
                      <a:pt x="19219" y="51032"/>
                    </a:cubicBezTo>
                    <a:cubicBezTo>
                      <a:pt x="18951" y="50994"/>
                      <a:pt x="18262" y="50994"/>
                      <a:pt x="18033" y="50726"/>
                    </a:cubicBezTo>
                    <a:cubicBezTo>
                      <a:pt x="17497" y="50726"/>
                      <a:pt x="17267" y="50573"/>
                      <a:pt x="17190" y="50382"/>
                    </a:cubicBezTo>
                    <a:cubicBezTo>
                      <a:pt x="16157" y="50305"/>
                      <a:pt x="15123" y="50114"/>
                      <a:pt x="14089" y="49961"/>
                    </a:cubicBezTo>
                    <a:cubicBezTo>
                      <a:pt x="12979" y="49769"/>
                      <a:pt x="11792" y="49769"/>
                      <a:pt x="10720" y="49271"/>
                    </a:cubicBezTo>
                    <a:cubicBezTo>
                      <a:pt x="9725" y="49425"/>
                      <a:pt x="8653" y="49501"/>
                      <a:pt x="7658" y="49693"/>
                    </a:cubicBezTo>
                    <a:cubicBezTo>
                      <a:pt x="7505" y="49731"/>
                      <a:pt x="7351" y="49693"/>
                      <a:pt x="7275" y="49578"/>
                    </a:cubicBezTo>
                    <a:cubicBezTo>
                      <a:pt x="6586" y="53329"/>
                      <a:pt x="5935" y="57120"/>
                      <a:pt x="5169" y="60833"/>
                    </a:cubicBezTo>
                    <a:cubicBezTo>
                      <a:pt x="4863" y="62403"/>
                      <a:pt x="4595" y="64011"/>
                      <a:pt x="4518" y="65580"/>
                    </a:cubicBezTo>
                    <a:cubicBezTo>
                      <a:pt x="4442" y="66882"/>
                      <a:pt x="4404" y="68222"/>
                      <a:pt x="4442" y="69523"/>
                    </a:cubicBezTo>
                    <a:cubicBezTo>
                      <a:pt x="4518" y="70672"/>
                      <a:pt x="4863" y="71820"/>
                      <a:pt x="5169" y="72931"/>
                    </a:cubicBezTo>
                    <a:lnTo>
                      <a:pt x="5858" y="75036"/>
                    </a:lnTo>
                    <a:cubicBezTo>
                      <a:pt x="5935" y="75228"/>
                      <a:pt x="6050" y="75457"/>
                      <a:pt x="6126" y="75649"/>
                    </a:cubicBezTo>
                    <a:cubicBezTo>
                      <a:pt x="6165" y="75764"/>
                      <a:pt x="6165" y="75879"/>
                      <a:pt x="6165" y="75993"/>
                    </a:cubicBezTo>
                    <a:cubicBezTo>
                      <a:pt x="6126" y="76108"/>
                      <a:pt x="6050" y="76185"/>
                      <a:pt x="5935" y="76223"/>
                    </a:cubicBezTo>
                    <a:cubicBezTo>
                      <a:pt x="5973" y="76300"/>
                      <a:pt x="6011" y="76415"/>
                      <a:pt x="6050" y="76529"/>
                    </a:cubicBezTo>
                    <a:cubicBezTo>
                      <a:pt x="6433" y="77640"/>
                      <a:pt x="6777" y="78788"/>
                      <a:pt x="7198" y="79898"/>
                    </a:cubicBezTo>
                    <a:cubicBezTo>
                      <a:pt x="7734" y="81162"/>
                      <a:pt x="8385" y="82463"/>
                      <a:pt x="8998" y="83727"/>
                    </a:cubicBezTo>
                    <a:cubicBezTo>
                      <a:pt x="10184" y="86177"/>
                      <a:pt x="11486" y="88589"/>
                      <a:pt x="12941" y="90924"/>
                    </a:cubicBezTo>
                    <a:cubicBezTo>
                      <a:pt x="13898" y="92455"/>
                      <a:pt x="14740" y="94102"/>
                      <a:pt x="15774" y="95595"/>
                    </a:cubicBezTo>
                    <a:cubicBezTo>
                      <a:pt x="16539" y="96743"/>
                      <a:pt x="17305" y="97815"/>
                      <a:pt x="18224" y="98849"/>
                    </a:cubicBezTo>
                    <a:cubicBezTo>
                      <a:pt x="18683" y="99385"/>
                      <a:pt x="19219" y="99921"/>
                      <a:pt x="19717" y="100457"/>
                    </a:cubicBezTo>
                    <a:cubicBezTo>
                      <a:pt x="20176" y="100954"/>
                      <a:pt x="20444" y="101643"/>
                      <a:pt x="20444" y="102294"/>
                    </a:cubicBezTo>
                    <a:cubicBezTo>
                      <a:pt x="20483" y="103022"/>
                      <a:pt x="20483" y="103749"/>
                      <a:pt x="20521" y="104438"/>
                    </a:cubicBezTo>
                    <a:cubicBezTo>
                      <a:pt x="20521" y="105587"/>
                      <a:pt x="20444" y="106735"/>
                      <a:pt x="20330" y="107845"/>
                    </a:cubicBezTo>
                    <a:cubicBezTo>
                      <a:pt x="20253" y="108267"/>
                      <a:pt x="20291" y="109262"/>
                      <a:pt x="19794" y="109262"/>
                    </a:cubicBezTo>
                    <a:lnTo>
                      <a:pt x="19755" y="109262"/>
                    </a:lnTo>
                    <a:lnTo>
                      <a:pt x="19755" y="109262"/>
                    </a:lnTo>
                    <a:cubicBezTo>
                      <a:pt x="19679" y="110104"/>
                      <a:pt x="19602" y="110946"/>
                      <a:pt x="19449" y="111789"/>
                    </a:cubicBezTo>
                    <a:cubicBezTo>
                      <a:pt x="19411" y="112018"/>
                      <a:pt x="19372" y="112248"/>
                      <a:pt x="19334" y="112439"/>
                    </a:cubicBezTo>
                    <a:cubicBezTo>
                      <a:pt x="19334" y="112593"/>
                      <a:pt x="19296" y="112746"/>
                      <a:pt x="19258" y="112899"/>
                    </a:cubicBezTo>
                    <a:cubicBezTo>
                      <a:pt x="19181" y="113397"/>
                      <a:pt x="19028" y="113856"/>
                      <a:pt x="18913" y="114354"/>
                    </a:cubicBezTo>
                    <a:cubicBezTo>
                      <a:pt x="18339" y="116268"/>
                      <a:pt x="17573" y="118182"/>
                      <a:pt x="16348" y="119790"/>
                    </a:cubicBezTo>
                    <a:cubicBezTo>
                      <a:pt x="15621" y="120862"/>
                      <a:pt x="14740" y="121819"/>
                      <a:pt x="13860" y="122776"/>
                    </a:cubicBezTo>
                    <a:cubicBezTo>
                      <a:pt x="13285" y="123389"/>
                      <a:pt x="12711" y="124001"/>
                      <a:pt x="12060" y="124499"/>
                    </a:cubicBezTo>
                    <a:cubicBezTo>
                      <a:pt x="12022" y="124537"/>
                      <a:pt x="12022" y="124537"/>
                      <a:pt x="11984" y="124575"/>
                    </a:cubicBezTo>
                    <a:cubicBezTo>
                      <a:pt x="11907" y="124767"/>
                      <a:pt x="11831" y="124958"/>
                      <a:pt x="11754" y="125150"/>
                    </a:cubicBezTo>
                    <a:cubicBezTo>
                      <a:pt x="11677" y="125341"/>
                      <a:pt x="11486" y="125418"/>
                      <a:pt x="11333" y="125341"/>
                    </a:cubicBezTo>
                    <a:cubicBezTo>
                      <a:pt x="11180" y="125303"/>
                      <a:pt x="11065" y="125111"/>
                      <a:pt x="11141" y="124958"/>
                    </a:cubicBezTo>
                    <a:cubicBezTo>
                      <a:pt x="11180" y="124843"/>
                      <a:pt x="11218" y="124729"/>
                      <a:pt x="11256" y="124614"/>
                    </a:cubicBezTo>
                    <a:cubicBezTo>
                      <a:pt x="11027" y="124575"/>
                      <a:pt x="10797" y="124499"/>
                      <a:pt x="10567" y="124575"/>
                    </a:cubicBezTo>
                    <a:cubicBezTo>
                      <a:pt x="10491" y="124575"/>
                      <a:pt x="10452" y="124575"/>
                      <a:pt x="10414" y="124614"/>
                    </a:cubicBezTo>
                    <a:cubicBezTo>
                      <a:pt x="10031" y="124767"/>
                      <a:pt x="9648" y="124882"/>
                      <a:pt x="9266" y="125035"/>
                    </a:cubicBezTo>
                    <a:cubicBezTo>
                      <a:pt x="8959" y="125188"/>
                      <a:pt x="8615" y="125341"/>
                      <a:pt x="8308" y="125494"/>
                    </a:cubicBezTo>
                    <a:lnTo>
                      <a:pt x="8270" y="125494"/>
                    </a:lnTo>
                    <a:cubicBezTo>
                      <a:pt x="7313" y="126107"/>
                      <a:pt x="6356" y="126681"/>
                      <a:pt x="5475" y="127370"/>
                    </a:cubicBezTo>
                    <a:cubicBezTo>
                      <a:pt x="5131" y="127715"/>
                      <a:pt x="5016" y="128289"/>
                      <a:pt x="4518" y="128557"/>
                    </a:cubicBezTo>
                    <a:cubicBezTo>
                      <a:pt x="4404" y="128595"/>
                      <a:pt x="4250" y="128672"/>
                      <a:pt x="4136" y="128672"/>
                    </a:cubicBezTo>
                    <a:cubicBezTo>
                      <a:pt x="4021" y="128748"/>
                      <a:pt x="3868" y="128787"/>
                      <a:pt x="3753" y="128787"/>
                    </a:cubicBezTo>
                    <a:lnTo>
                      <a:pt x="3753" y="128787"/>
                    </a:lnTo>
                    <a:close/>
                    <a:moveTo>
                      <a:pt x="11945" y="122814"/>
                    </a:moveTo>
                    <a:lnTo>
                      <a:pt x="11945" y="122814"/>
                    </a:lnTo>
                    <a:lnTo>
                      <a:pt x="11984" y="122776"/>
                    </a:lnTo>
                    <a:lnTo>
                      <a:pt x="11945" y="122814"/>
                    </a:lnTo>
                    <a:lnTo>
                      <a:pt x="11945" y="122814"/>
                    </a:lnTo>
                    <a:close/>
                    <a:moveTo>
                      <a:pt x="18722" y="112401"/>
                    </a:moveTo>
                    <a:cubicBezTo>
                      <a:pt x="18798" y="111942"/>
                      <a:pt x="18875" y="111482"/>
                      <a:pt x="18951" y="111023"/>
                    </a:cubicBezTo>
                    <a:cubicBezTo>
                      <a:pt x="19143" y="109760"/>
                      <a:pt x="19219" y="108496"/>
                      <a:pt x="19143" y="107195"/>
                    </a:cubicBezTo>
                    <a:cubicBezTo>
                      <a:pt x="18875" y="106008"/>
                      <a:pt x="18569" y="104859"/>
                      <a:pt x="18033" y="103749"/>
                    </a:cubicBezTo>
                    <a:cubicBezTo>
                      <a:pt x="17688" y="103137"/>
                      <a:pt x="17305" y="102486"/>
                      <a:pt x="16654" y="102141"/>
                    </a:cubicBezTo>
                    <a:cubicBezTo>
                      <a:pt x="16157" y="101873"/>
                      <a:pt x="15468" y="101988"/>
                      <a:pt x="15161" y="102486"/>
                    </a:cubicBezTo>
                    <a:cubicBezTo>
                      <a:pt x="15161" y="102524"/>
                      <a:pt x="15123" y="102562"/>
                      <a:pt x="15123" y="102601"/>
                    </a:cubicBezTo>
                    <a:cubicBezTo>
                      <a:pt x="15161" y="103481"/>
                      <a:pt x="15200" y="104362"/>
                      <a:pt x="15238" y="105242"/>
                    </a:cubicBezTo>
                    <a:cubicBezTo>
                      <a:pt x="15314" y="106582"/>
                      <a:pt x="15391" y="107960"/>
                      <a:pt x="15353" y="109339"/>
                    </a:cubicBezTo>
                    <a:cubicBezTo>
                      <a:pt x="15276" y="111176"/>
                      <a:pt x="15085" y="113052"/>
                      <a:pt x="14740" y="114851"/>
                    </a:cubicBezTo>
                    <a:cubicBezTo>
                      <a:pt x="14740" y="114928"/>
                      <a:pt x="14740" y="115043"/>
                      <a:pt x="14740" y="115119"/>
                    </a:cubicBezTo>
                    <a:cubicBezTo>
                      <a:pt x="14702" y="115923"/>
                      <a:pt x="14855" y="116957"/>
                      <a:pt x="15927" y="116651"/>
                    </a:cubicBezTo>
                    <a:cubicBezTo>
                      <a:pt x="16616" y="116421"/>
                      <a:pt x="17075" y="115770"/>
                      <a:pt x="17420" y="115196"/>
                    </a:cubicBezTo>
                    <a:cubicBezTo>
                      <a:pt x="17956" y="114277"/>
                      <a:pt x="18147" y="113243"/>
                      <a:pt x="18683" y="112363"/>
                    </a:cubicBezTo>
                    <a:lnTo>
                      <a:pt x="18683" y="112363"/>
                    </a:lnTo>
                    <a:close/>
                    <a:moveTo>
                      <a:pt x="10146" y="48697"/>
                    </a:moveTo>
                    <a:cubicBezTo>
                      <a:pt x="10146" y="48697"/>
                      <a:pt x="10108" y="48697"/>
                      <a:pt x="10108" y="48697"/>
                    </a:cubicBezTo>
                    <a:cubicBezTo>
                      <a:pt x="10108" y="48697"/>
                      <a:pt x="10070" y="48697"/>
                      <a:pt x="10070" y="48735"/>
                    </a:cubicBezTo>
                    <a:cubicBezTo>
                      <a:pt x="10070" y="48735"/>
                      <a:pt x="10108" y="48735"/>
                      <a:pt x="10108" y="48697"/>
                    </a:cubicBezTo>
                    <a:lnTo>
                      <a:pt x="10146" y="48697"/>
                    </a:lnTo>
                    <a:lnTo>
                      <a:pt x="10146" y="48697"/>
                    </a:lnTo>
                    <a:close/>
                    <a:moveTo>
                      <a:pt x="56776" y="52985"/>
                    </a:moveTo>
                    <a:cubicBezTo>
                      <a:pt x="56010" y="52755"/>
                      <a:pt x="55359" y="52296"/>
                      <a:pt x="54632" y="52028"/>
                    </a:cubicBezTo>
                    <a:cubicBezTo>
                      <a:pt x="53675" y="51683"/>
                      <a:pt x="52718" y="51415"/>
                      <a:pt x="51761" y="51186"/>
                    </a:cubicBezTo>
                    <a:cubicBezTo>
                      <a:pt x="50995" y="50994"/>
                      <a:pt x="50153" y="50764"/>
                      <a:pt x="49349" y="50688"/>
                    </a:cubicBezTo>
                    <a:cubicBezTo>
                      <a:pt x="48085" y="50573"/>
                      <a:pt x="46822" y="50650"/>
                      <a:pt x="45597" y="50841"/>
                    </a:cubicBezTo>
                    <a:cubicBezTo>
                      <a:pt x="44984" y="50918"/>
                      <a:pt x="44333" y="50956"/>
                      <a:pt x="43721" y="50994"/>
                    </a:cubicBezTo>
                    <a:cubicBezTo>
                      <a:pt x="42458" y="51109"/>
                      <a:pt x="41194" y="51339"/>
                      <a:pt x="39931" y="51300"/>
                    </a:cubicBezTo>
                    <a:cubicBezTo>
                      <a:pt x="39510" y="51262"/>
                      <a:pt x="37596" y="51186"/>
                      <a:pt x="37213" y="50688"/>
                    </a:cubicBezTo>
                    <a:cubicBezTo>
                      <a:pt x="37213" y="50650"/>
                      <a:pt x="37174" y="50573"/>
                      <a:pt x="37174" y="50496"/>
                    </a:cubicBezTo>
                    <a:cubicBezTo>
                      <a:pt x="37174" y="50496"/>
                      <a:pt x="37174" y="50458"/>
                      <a:pt x="37174" y="50420"/>
                    </a:cubicBezTo>
                    <a:cubicBezTo>
                      <a:pt x="37174" y="50382"/>
                      <a:pt x="37213" y="50343"/>
                      <a:pt x="37213" y="50305"/>
                    </a:cubicBezTo>
                    <a:cubicBezTo>
                      <a:pt x="37174" y="49922"/>
                      <a:pt x="37596" y="49769"/>
                      <a:pt x="37825" y="50037"/>
                    </a:cubicBezTo>
                    <a:cubicBezTo>
                      <a:pt x="38170" y="50228"/>
                      <a:pt x="38553" y="50343"/>
                      <a:pt x="38974" y="50382"/>
                    </a:cubicBezTo>
                    <a:cubicBezTo>
                      <a:pt x="40199" y="50420"/>
                      <a:pt x="41462" y="50267"/>
                      <a:pt x="42687" y="50114"/>
                    </a:cubicBezTo>
                    <a:cubicBezTo>
                      <a:pt x="44295" y="49961"/>
                      <a:pt x="45903" y="49731"/>
                      <a:pt x="47511" y="49654"/>
                    </a:cubicBezTo>
                    <a:cubicBezTo>
                      <a:pt x="47970" y="49616"/>
                      <a:pt x="48392" y="49616"/>
                      <a:pt x="48851" y="49616"/>
                    </a:cubicBezTo>
                    <a:cubicBezTo>
                      <a:pt x="49578" y="49616"/>
                      <a:pt x="50344" y="49616"/>
                      <a:pt x="51071" y="49425"/>
                    </a:cubicBezTo>
                    <a:cubicBezTo>
                      <a:pt x="51416" y="49386"/>
                      <a:pt x="51607" y="49003"/>
                      <a:pt x="51990" y="49003"/>
                    </a:cubicBezTo>
                    <a:cubicBezTo>
                      <a:pt x="52871" y="49042"/>
                      <a:pt x="53713" y="49310"/>
                      <a:pt x="54479" y="49654"/>
                    </a:cubicBezTo>
                    <a:cubicBezTo>
                      <a:pt x="55359" y="50075"/>
                      <a:pt x="56201" y="50611"/>
                      <a:pt x="56776" y="51377"/>
                    </a:cubicBezTo>
                    <a:cubicBezTo>
                      <a:pt x="57044" y="51722"/>
                      <a:pt x="57618" y="52372"/>
                      <a:pt x="57427" y="52832"/>
                    </a:cubicBezTo>
                    <a:cubicBezTo>
                      <a:pt x="57312" y="52985"/>
                      <a:pt x="57159" y="53023"/>
                      <a:pt x="57005" y="53023"/>
                    </a:cubicBezTo>
                    <a:cubicBezTo>
                      <a:pt x="56929" y="53023"/>
                      <a:pt x="56852" y="53023"/>
                      <a:pt x="56776" y="52985"/>
                    </a:cubicBezTo>
                    <a:lnTo>
                      <a:pt x="56776" y="52985"/>
                    </a:lnTo>
                    <a:close/>
                    <a:moveTo>
                      <a:pt x="45137" y="8499"/>
                    </a:moveTo>
                    <a:cubicBezTo>
                      <a:pt x="45444" y="8538"/>
                      <a:pt x="45712" y="8882"/>
                      <a:pt x="45444" y="9150"/>
                    </a:cubicBezTo>
                    <a:cubicBezTo>
                      <a:pt x="45329" y="9303"/>
                      <a:pt x="45099" y="9303"/>
                      <a:pt x="44908" y="9380"/>
                    </a:cubicBezTo>
                    <a:cubicBezTo>
                      <a:pt x="42534" y="9954"/>
                      <a:pt x="40084" y="10605"/>
                      <a:pt x="38017" y="12021"/>
                    </a:cubicBezTo>
                    <a:cubicBezTo>
                      <a:pt x="36409" y="13170"/>
                      <a:pt x="35031" y="14586"/>
                      <a:pt x="33920" y="16233"/>
                    </a:cubicBezTo>
                    <a:cubicBezTo>
                      <a:pt x="33652" y="16654"/>
                      <a:pt x="33423" y="17075"/>
                      <a:pt x="33155" y="17534"/>
                    </a:cubicBezTo>
                    <a:cubicBezTo>
                      <a:pt x="32963" y="17917"/>
                      <a:pt x="32772" y="18338"/>
                      <a:pt x="32619" y="18721"/>
                    </a:cubicBezTo>
                    <a:cubicBezTo>
                      <a:pt x="32580" y="18798"/>
                      <a:pt x="32504" y="18836"/>
                      <a:pt x="32466" y="18874"/>
                    </a:cubicBezTo>
                    <a:cubicBezTo>
                      <a:pt x="32274" y="19257"/>
                      <a:pt x="32083" y="19602"/>
                      <a:pt x="31930" y="19984"/>
                    </a:cubicBezTo>
                    <a:cubicBezTo>
                      <a:pt x="31930" y="20176"/>
                      <a:pt x="31738" y="20329"/>
                      <a:pt x="31585" y="20291"/>
                    </a:cubicBezTo>
                    <a:cubicBezTo>
                      <a:pt x="31087" y="20176"/>
                      <a:pt x="31355" y="19640"/>
                      <a:pt x="31508" y="19372"/>
                    </a:cubicBezTo>
                    <a:cubicBezTo>
                      <a:pt x="31853" y="18644"/>
                      <a:pt x="32236" y="17879"/>
                      <a:pt x="32619" y="17190"/>
                    </a:cubicBezTo>
                    <a:cubicBezTo>
                      <a:pt x="33499" y="15237"/>
                      <a:pt x="34609" y="13400"/>
                      <a:pt x="35681" y="11524"/>
                    </a:cubicBezTo>
                    <a:cubicBezTo>
                      <a:pt x="36332" y="10337"/>
                      <a:pt x="36945" y="9150"/>
                      <a:pt x="37672" y="8040"/>
                    </a:cubicBezTo>
                    <a:cubicBezTo>
                      <a:pt x="38706" y="6279"/>
                      <a:pt x="39931" y="4671"/>
                      <a:pt x="41233" y="3140"/>
                    </a:cubicBezTo>
                    <a:cubicBezTo>
                      <a:pt x="41998" y="2221"/>
                      <a:pt x="42649" y="1187"/>
                      <a:pt x="43530" y="383"/>
                    </a:cubicBezTo>
                    <a:cubicBezTo>
                      <a:pt x="43683" y="230"/>
                      <a:pt x="43912" y="0"/>
                      <a:pt x="44142" y="115"/>
                    </a:cubicBezTo>
                    <a:cubicBezTo>
                      <a:pt x="44257" y="192"/>
                      <a:pt x="44333" y="307"/>
                      <a:pt x="44333" y="383"/>
                    </a:cubicBezTo>
                    <a:cubicBezTo>
                      <a:pt x="44257" y="804"/>
                      <a:pt x="43874" y="1149"/>
                      <a:pt x="43721" y="1532"/>
                    </a:cubicBezTo>
                    <a:cubicBezTo>
                      <a:pt x="43300" y="2527"/>
                      <a:pt x="42726" y="3752"/>
                      <a:pt x="43376" y="4786"/>
                    </a:cubicBezTo>
                    <a:cubicBezTo>
                      <a:pt x="43491" y="5054"/>
                      <a:pt x="43300" y="5360"/>
                      <a:pt x="43070" y="5513"/>
                    </a:cubicBezTo>
                    <a:cubicBezTo>
                      <a:pt x="42381" y="6011"/>
                      <a:pt x="41883" y="7006"/>
                      <a:pt x="42649" y="7657"/>
                    </a:cubicBezTo>
                    <a:cubicBezTo>
                      <a:pt x="43338" y="8270"/>
                      <a:pt x="44295" y="8346"/>
                      <a:pt x="45137" y="8538"/>
                    </a:cubicBezTo>
                    <a:lnTo>
                      <a:pt x="45137" y="8538"/>
                    </a:lnTo>
                    <a:close/>
                    <a:moveTo>
                      <a:pt x="68491" y="7159"/>
                    </a:moveTo>
                    <a:cubicBezTo>
                      <a:pt x="68299" y="6777"/>
                      <a:pt x="68069" y="6432"/>
                      <a:pt x="67840" y="6087"/>
                    </a:cubicBezTo>
                    <a:cubicBezTo>
                      <a:pt x="67725" y="5896"/>
                      <a:pt x="67419" y="5743"/>
                      <a:pt x="67227" y="5934"/>
                    </a:cubicBezTo>
                    <a:cubicBezTo>
                      <a:pt x="67074" y="6126"/>
                      <a:pt x="67151" y="6355"/>
                      <a:pt x="67227" y="6585"/>
                    </a:cubicBezTo>
                    <a:cubicBezTo>
                      <a:pt x="67304" y="6853"/>
                      <a:pt x="67342" y="7159"/>
                      <a:pt x="67419" y="7427"/>
                    </a:cubicBezTo>
                    <a:cubicBezTo>
                      <a:pt x="67878" y="9954"/>
                      <a:pt x="67572" y="12864"/>
                      <a:pt x="65811" y="14854"/>
                    </a:cubicBezTo>
                    <a:cubicBezTo>
                      <a:pt x="65504" y="15199"/>
                      <a:pt x="65198" y="15543"/>
                      <a:pt x="64815" y="15811"/>
                    </a:cubicBezTo>
                    <a:cubicBezTo>
                      <a:pt x="64164" y="16194"/>
                      <a:pt x="63437" y="16347"/>
                      <a:pt x="62710" y="16386"/>
                    </a:cubicBezTo>
                    <a:cubicBezTo>
                      <a:pt x="62289" y="16424"/>
                      <a:pt x="61753" y="16309"/>
                      <a:pt x="61331" y="16156"/>
                    </a:cubicBezTo>
                    <a:cubicBezTo>
                      <a:pt x="61140" y="16079"/>
                      <a:pt x="60910" y="16003"/>
                      <a:pt x="60719" y="16003"/>
                    </a:cubicBezTo>
                    <a:cubicBezTo>
                      <a:pt x="60642" y="16003"/>
                      <a:pt x="60604" y="16003"/>
                      <a:pt x="60528" y="16041"/>
                    </a:cubicBezTo>
                    <a:cubicBezTo>
                      <a:pt x="60604" y="16118"/>
                      <a:pt x="60642" y="16194"/>
                      <a:pt x="60681" y="16271"/>
                    </a:cubicBezTo>
                    <a:cubicBezTo>
                      <a:pt x="61102" y="16883"/>
                      <a:pt x="61408" y="17573"/>
                      <a:pt x="61676" y="18262"/>
                    </a:cubicBezTo>
                    <a:cubicBezTo>
                      <a:pt x="61906" y="18951"/>
                      <a:pt x="62021" y="19678"/>
                      <a:pt x="62174" y="20405"/>
                    </a:cubicBezTo>
                    <a:cubicBezTo>
                      <a:pt x="62250" y="21018"/>
                      <a:pt x="62327" y="21669"/>
                      <a:pt x="62289" y="22281"/>
                    </a:cubicBezTo>
                    <a:cubicBezTo>
                      <a:pt x="62250" y="22894"/>
                      <a:pt x="62097" y="23545"/>
                      <a:pt x="61906" y="24119"/>
                    </a:cubicBezTo>
                    <a:cubicBezTo>
                      <a:pt x="61753" y="24425"/>
                      <a:pt x="61599" y="24732"/>
                      <a:pt x="61408" y="25038"/>
                    </a:cubicBezTo>
                    <a:cubicBezTo>
                      <a:pt x="61331" y="25153"/>
                      <a:pt x="61217" y="25268"/>
                      <a:pt x="61140" y="25382"/>
                    </a:cubicBezTo>
                    <a:cubicBezTo>
                      <a:pt x="60872" y="25842"/>
                      <a:pt x="60528" y="26225"/>
                      <a:pt x="60068" y="26454"/>
                    </a:cubicBezTo>
                    <a:cubicBezTo>
                      <a:pt x="59034" y="26914"/>
                      <a:pt x="57809" y="26952"/>
                      <a:pt x="56699" y="26799"/>
                    </a:cubicBezTo>
                    <a:cubicBezTo>
                      <a:pt x="54440" y="26186"/>
                      <a:pt x="52564" y="24693"/>
                      <a:pt x="50612" y="23506"/>
                    </a:cubicBezTo>
                    <a:cubicBezTo>
                      <a:pt x="49693" y="22971"/>
                      <a:pt x="48774" y="22511"/>
                      <a:pt x="47817" y="22090"/>
                    </a:cubicBezTo>
                    <a:cubicBezTo>
                      <a:pt x="47932" y="22167"/>
                      <a:pt x="48009" y="22281"/>
                      <a:pt x="48085" y="22396"/>
                    </a:cubicBezTo>
                    <a:cubicBezTo>
                      <a:pt x="48277" y="22703"/>
                      <a:pt x="48468" y="23124"/>
                      <a:pt x="48430" y="23506"/>
                    </a:cubicBezTo>
                    <a:cubicBezTo>
                      <a:pt x="48583" y="23813"/>
                      <a:pt x="48506" y="24004"/>
                      <a:pt x="48315" y="24081"/>
                    </a:cubicBezTo>
                    <a:cubicBezTo>
                      <a:pt x="48238" y="24234"/>
                      <a:pt x="48162" y="24425"/>
                      <a:pt x="48009" y="24540"/>
                    </a:cubicBezTo>
                    <a:cubicBezTo>
                      <a:pt x="47626" y="24961"/>
                      <a:pt x="47090" y="25153"/>
                      <a:pt x="46554" y="25153"/>
                    </a:cubicBezTo>
                    <a:cubicBezTo>
                      <a:pt x="46439" y="25153"/>
                      <a:pt x="46286" y="25153"/>
                      <a:pt x="46171" y="25114"/>
                    </a:cubicBezTo>
                    <a:cubicBezTo>
                      <a:pt x="47013" y="25803"/>
                      <a:pt x="47894" y="26493"/>
                      <a:pt x="48583" y="27335"/>
                    </a:cubicBezTo>
                    <a:cubicBezTo>
                      <a:pt x="49961" y="28981"/>
                      <a:pt x="51071" y="30819"/>
                      <a:pt x="52029" y="32733"/>
                    </a:cubicBezTo>
                    <a:cubicBezTo>
                      <a:pt x="52258" y="33269"/>
                      <a:pt x="52526" y="33843"/>
                      <a:pt x="52756" y="34456"/>
                    </a:cubicBezTo>
                    <a:cubicBezTo>
                      <a:pt x="52909" y="34877"/>
                      <a:pt x="53024" y="35298"/>
                      <a:pt x="53177" y="35719"/>
                    </a:cubicBezTo>
                    <a:cubicBezTo>
                      <a:pt x="53254" y="35949"/>
                      <a:pt x="53560" y="36025"/>
                      <a:pt x="53751" y="35872"/>
                    </a:cubicBezTo>
                    <a:cubicBezTo>
                      <a:pt x="54134" y="37135"/>
                      <a:pt x="54402" y="38475"/>
                      <a:pt x="54747" y="39777"/>
                    </a:cubicBezTo>
                    <a:cubicBezTo>
                      <a:pt x="55053" y="40926"/>
                      <a:pt x="55397" y="42074"/>
                      <a:pt x="55665" y="43223"/>
                    </a:cubicBezTo>
                    <a:cubicBezTo>
                      <a:pt x="55742" y="43682"/>
                      <a:pt x="55819" y="44180"/>
                      <a:pt x="55933" y="44639"/>
                    </a:cubicBezTo>
                    <a:cubicBezTo>
                      <a:pt x="55933" y="44869"/>
                      <a:pt x="56048" y="45098"/>
                      <a:pt x="56278" y="45098"/>
                    </a:cubicBezTo>
                    <a:cubicBezTo>
                      <a:pt x="56967" y="48276"/>
                      <a:pt x="57312" y="51607"/>
                      <a:pt x="57809" y="54823"/>
                    </a:cubicBezTo>
                    <a:cubicBezTo>
                      <a:pt x="58230" y="57656"/>
                      <a:pt x="58575" y="60527"/>
                      <a:pt x="59226" y="63322"/>
                    </a:cubicBezTo>
                    <a:cubicBezTo>
                      <a:pt x="59685" y="65312"/>
                      <a:pt x="60451" y="67226"/>
                      <a:pt x="61102" y="69141"/>
                    </a:cubicBezTo>
                    <a:cubicBezTo>
                      <a:pt x="61867" y="71553"/>
                      <a:pt x="62633" y="73964"/>
                      <a:pt x="63552" y="76338"/>
                    </a:cubicBezTo>
                    <a:cubicBezTo>
                      <a:pt x="63514" y="76491"/>
                      <a:pt x="63590" y="76683"/>
                      <a:pt x="63667" y="76797"/>
                    </a:cubicBezTo>
                    <a:cubicBezTo>
                      <a:pt x="63896" y="77257"/>
                      <a:pt x="64126" y="77678"/>
                      <a:pt x="64356" y="78137"/>
                    </a:cubicBezTo>
                    <a:cubicBezTo>
                      <a:pt x="64394" y="78214"/>
                      <a:pt x="64432" y="78329"/>
                      <a:pt x="64509" y="78444"/>
                    </a:cubicBezTo>
                    <a:cubicBezTo>
                      <a:pt x="64471" y="78482"/>
                      <a:pt x="64509" y="78558"/>
                      <a:pt x="64509" y="78635"/>
                    </a:cubicBezTo>
                    <a:cubicBezTo>
                      <a:pt x="64356" y="79554"/>
                      <a:pt x="63935" y="80396"/>
                      <a:pt x="63552" y="81277"/>
                    </a:cubicBezTo>
                    <a:cubicBezTo>
                      <a:pt x="63246" y="81966"/>
                      <a:pt x="62901" y="82655"/>
                      <a:pt x="62518" y="83344"/>
                    </a:cubicBezTo>
                    <a:cubicBezTo>
                      <a:pt x="61561" y="85028"/>
                      <a:pt x="60642" y="86713"/>
                      <a:pt x="59609" y="88359"/>
                    </a:cubicBezTo>
                    <a:cubicBezTo>
                      <a:pt x="59456" y="88627"/>
                      <a:pt x="59302" y="88895"/>
                      <a:pt x="59111" y="89125"/>
                    </a:cubicBezTo>
                    <a:cubicBezTo>
                      <a:pt x="58958" y="89393"/>
                      <a:pt x="58728" y="89622"/>
                      <a:pt x="58652" y="89929"/>
                    </a:cubicBezTo>
                    <a:cubicBezTo>
                      <a:pt x="58537" y="90771"/>
                      <a:pt x="58728" y="91575"/>
                      <a:pt x="58805" y="92379"/>
                    </a:cubicBezTo>
                    <a:cubicBezTo>
                      <a:pt x="58728" y="92455"/>
                      <a:pt x="58652" y="92532"/>
                      <a:pt x="58652" y="92609"/>
                    </a:cubicBezTo>
                    <a:cubicBezTo>
                      <a:pt x="58652" y="92915"/>
                      <a:pt x="58652" y="93183"/>
                      <a:pt x="58652" y="93451"/>
                    </a:cubicBezTo>
                    <a:cubicBezTo>
                      <a:pt x="58652" y="93757"/>
                      <a:pt x="58652" y="94102"/>
                      <a:pt x="58652" y="94408"/>
                    </a:cubicBezTo>
                    <a:cubicBezTo>
                      <a:pt x="58613" y="97815"/>
                      <a:pt x="58345" y="101261"/>
                      <a:pt x="59034" y="104591"/>
                    </a:cubicBezTo>
                    <a:cubicBezTo>
                      <a:pt x="58958" y="104783"/>
                      <a:pt x="58881" y="104974"/>
                      <a:pt x="58843" y="105127"/>
                    </a:cubicBezTo>
                    <a:cubicBezTo>
                      <a:pt x="58766" y="105319"/>
                      <a:pt x="58766" y="105548"/>
                      <a:pt x="58881" y="105702"/>
                    </a:cubicBezTo>
                    <a:cubicBezTo>
                      <a:pt x="59111" y="105970"/>
                      <a:pt x="59532" y="105702"/>
                      <a:pt x="59417" y="105395"/>
                    </a:cubicBezTo>
                    <a:cubicBezTo>
                      <a:pt x="59456" y="105280"/>
                      <a:pt x="59494" y="105204"/>
                      <a:pt x="59494" y="105127"/>
                    </a:cubicBezTo>
                    <a:cubicBezTo>
                      <a:pt x="59647" y="105089"/>
                      <a:pt x="59724" y="104936"/>
                      <a:pt x="59724" y="104783"/>
                    </a:cubicBezTo>
                    <a:cubicBezTo>
                      <a:pt x="59724" y="104783"/>
                      <a:pt x="59724" y="104744"/>
                      <a:pt x="59724" y="104706"/>
                    </a:cubicBezTo>
                    <a:cubicBezTo>
                      <a:pt x="59953" y="104362"/>
                      <a:pt x="60298" y="104094"/>
                      <a:pt x="60642" y="103864"/>
                    </a:cubicBezTo>
                    <a:cubicBezTo>
                      <a:pt x="62174" y="102945"/>
                      <a:pt x="63935" y="104094"/>
                      <a:pt x="65045" y="105166"/>
                    </a:cubicBezTo>
                    <a:cubicBezTo>
                      <a:pt x="66538" y="106582"/>
                      <a:pt x="67265" y="108573"/>
                      <a:pt x="67840" y="110487"/>
                    </a:cubicBezTo>
                    <a:cubicBezTo>
                      <a:pt x="67955" y="110946"/>
                      <a:pt x="68069" y="111482"/>
                      <a:pt x="68184" y="111980"/>
                    </a:cubicBezTo>
                    <a:cubicBezTo>
                      <a:pt x="68223" y="112171"/>
                      <a:pt x="68223" y="112401"/>
                      <a:pt x="68337" y="112554"/>
                    </a:cubicBezTo>
                    <a:cubicBezTo>
                      <a:pt x="68491" y="112707"/>
                      <a:pt x="68720" y="112669"/>
                      <a:pt x="68835" y="112516"/>
                    </a:cubicBezTo>
                    <a:cubicBezTo>
                      <a:pt x="68950" y="112363"/>
                      <a:pt x="68912" y="112210"/>
                      <a:pt x="68912" y="112018"/>
                    </a:cubicBezTo>
                    <a:cubicBezTo>
                      <a:pt x="68912" y="111597"/>
                      <a:pt x="68873" y="111176"/>
                      <a:pt x="68835" y="110755"/>
                    </a:cubicBezTo>
                    <a:cubicBezTo>
                      <a:pt x="68720" y="108803"/>
                      <a:pt x="68644" y="106850"/>
                      <a:pt x="68644" y="104898"/>
                    </a:cubicBezTo>
                    <a:cubicBezTo>
                      <a:pt x="68682" y="101682"/>
                      <a:pt x="68644" y="98389"/>
                      <a:pt x="68644" y="95174"/>
                    </a:cubicBezTo>
                    <a:cubicBezTo>
                      <a:pt x="68720" y="91919"/>
                      <a:pt x="68988" y="88627"/>
                      <a:pt x="68873" y="85335"/>
                    </a:cubicBezTo>
                    <a:cubicBezTo>
                      <a:pt x="68835" y="84837"/>
                      <a:pt x="68759" y="84339"/>
                      <a:pt x="68720" y="83842"/>
                    </a:cubicBezTo>
                    <a:cubicBezTo>
                      <a:pt x="68759" y="83803"/>
                      <a:pt x="68759" y="83727"/>
                      <a:pt x="68797" y="83688"/>
                    </a:cubicBezTo>
                    <a:cubicBezTo>
                      <a:pt x="68797" y="83612"/>
                      <a:pt x="68797" y="83497"/>
                      <a:pt x="68797" y="83420"/>
                    </a:cubicBezTo>
                    <a:cubicBezTo>
                      <a:pt x="68759" y="83076"/>
                      <a:pt x="68720" y="82731"/>
                      <a:pt x="68720" y="82425"/>
                    </a:cubicBezTo>
                    <a:cubicBezTo>
                      <a:pt x="68644" y="81277"/>
                      <a:pt x="68682" y="80128"/>
                      <a:pt x="68682" y="79018"/>
                    </a:cubicBezTo>
                    <a:cubicBezTo>
                      <a:pt x="68682" y="77601"/>
                      <a:pt x="68491" y="76261"/>
                      <a:pt x="68452" y="74883"/>
                    </a:cubicBezTo>
                    <a:cubicBezTo>
                      <a:pt x="68337" y="69830"/>
                      <a:pt x="69027" y="64776"/>
                      <a:pt x="68759" y="59723"/>
                    </a:cubicBezTo>
                    <a:cubicBezTo>
                      <a:pt x="68414" y="54823"/>
                      <a:pt x="68452" y="49884"/>
                      <a:pt x="68491" y="44945"/>
                    </a:cubicBezTo>
                    <a:cubicBezTo>
                      <a:pt x="68452" y="43376"/>
                      <a:pt x="68414" y="41844"/>
                      <a:pt x="68414" y="40275"/>
                    </a:cubicBezTo>
                    <a:cubicBezTo>
                      <a:pt x="68452" y="38858"/>
                      <a:pt x="68491" y="37442"/>
                      <a:pt x="68491" y="36025"/>
                    </a:cubicBezTo>
                    <a:cubicBezTo>
                      <a:pt x="68491" y="33805"/>
                      <a:pt x="68682" y="31623"/>
                      <a:pt x="68759" y="29440"/>
                    </a:cubicBezTo>
                    <a:cubicBezTo>
                      <a:pt x="68797" y="26454"/>
                      <a:pt x="68797" y="23468"/>
                      <a:pt x="68912" y="20482"/>
                    </a:cubicBezTo>
                    <a:cubicBezTo>
                      <a:pt x="68835" y="17687"/>
                      <a:pt x="69103" y="14969"/>
                      <a:pt x="69295" y="12213"/>
                    </a:cubicBezTo>
                    <a:cubicBezTo>
                      <a:pt x="69371" y="10490"/>
                      <a:pt x="69218" y="8729"/>
                      <a:pt x="68491" y="7159"/>
                    </a:cubicBezTo>
                    <a:close/>
                  </a:path>
                </a:pathLst>
              </a:custGeom>
              <a:solidFill>
                <a:srgbClr val="000000">
                  <a:alpha val="8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42"/>
              <p:cNvSpPr/>
              <p:nvPr/>
            </p:nvSpPr>
            <p:spPr>
              <a:xfrm>
                <a:off x="5929950" y="1019375"/>
                <a:ext cx="377125" cy="410625"/>
              </a:xfrm>
              <a:custGeom>
                <a:avLst/>
                <a:gdLst/>
                <a:ahLst/>
                <a:cxnLst/>
                <a:rect l="l" t="t" r="r" b="b"/>
                <a:pathLst>
                  <a:path w="15085" h="16425" extrusionOk="0">
                    <a:moveTo>
                      <a:pt x="575" y="16271"/>
                    </a:moveTo>
                    <a:cubicBezTo>
                      <a:pt x="1" y="15506"/>
                      <a:pt x="2719" y="13132"/>
                      <a:pt x="3408" y="12787"/>
                    </a:cubicBezTo>
                    <a:cubicBezTo>
                      <a:pt x="3025" y="12902"/>
                      <a:pt x="2680" y="13017"/>
                      <a:pt x="2336" y="13055"/>
                    </a:cubicBezTo>
                    <a:cubicBezTo>
                      <a:pt x="2106" y="13094"/>
                      <a:pt x="1915" y="13132"/>
                      <a:pt x="1723" y="13017"/>
                    </a:cubicBezTo>
                    <a:cubicBezTo>
                      <a:pt x="1187" y="12634"/>
                      <a:pt x="1762" y="12022"/>
                      <a:pt x="2068" y="11715"/>
                    </a:cubicBezTo>
                    <a:cubicBezTo>
                      <a:pt x="3293" y="10490"/>
                      <a:pt x="4824" y="9686"/>
                      <a:pt x="6394" y="8997"/>
                    </a:cubicBezTo>
                    <a:cubicBezTo>
                      <a:pt x="5896" y="9036"/>
                      <a:pt x="5437" y="9112"/>
                      <a:pt x="4939" y="9150"/>
                    </a:cubicBezTo>
                    <a:cubicBezTo>
                      <a:pt x="4633" y="9150"/>
                      <a:pt x="4288" y="9227"/>
                      <a:pt x="4020" y="9036"/>
                    </a:cubicBezTo>
                    <a:cubicBezTo>
                      <a:pt x="3523" y="8615"/>
                      <a:pt x="4097" y="8079"/>
                      <a:pt x="4441" y="7772"/>
                    </a:cubicBezTo>
                    <a:cubicBezTo>
                      <a:pt x="5207" y="7121"/>
                      <a:pt x="6088" y="6624"/>
                      <a:pt x="6968" y="6203"/>
                    </a:cubicBezTo>
                    <a:cubicBezTo>
                      <a:pt x="6585" y="6164"/>
                      <a:pt x="6011" y="5973"/>
                      <a:pt x="6164" y="5475"/>
                    </a:cubicBezTo>
                    <a:cubicBezTo>
                      <a:pt x="6470" y="4556"/>
                      <a:pt x="8385" y="3791"/>
                      <a:pt x="9265" y="3370"/>
                    </a:cubicBezTo>
                    <a:cubicBezTo>
                      <a:pt x="8959" y="3255"/>
                      <a:pt x="8729" y="2949"/>
                      <a:pt x="8806" y="2642"/>
                    </a:cubicBezTo>
                    <a:cubicBezTo>
                      <a:pt x="9074" y="1991"/>
                      <a:pt x="10069" y="1685"/>
                      <a:pt x="10643" y="1341"/>
                    </a:cubicBezTo>
                    <a:cubicBezTo>
                      <a:pt x="11333" y="1034"/>
                      <a:pt x="13553" y="1"/>
                      <a:pt x="14204" y="345"/>
                    </a:cubicBezTo>
                    <a:cubicBezTo>
                      <a:pt x="14969" y="919"/>
                      <a:pt x="12979" y="1915"/>
                      <a:pt x="12979" y="2604"/>
                    </a:cubicBezTo>
                    <a:cubicBezTo>
                      <a:pt x="12979" y="2757"/>
                      <a:pt x="13170" y="2757"/>
                      <a:pt x="13285" y="2795"/>
                    </a:cubicBezTo>
                    <a:cubicBezTo>
                      <a:pt x="13400" y="2872"/>
                      <a:pt x="13515" y="2910"/>
                      <a:pt x="13591" y="3025"/>
                    </a:cubicBezTo>
                    <a:cubicBezTo>
                      <a:pt x="13821" y="3293"/>
                      <a:pt x="13591" y="3599"/>
                      <a:pt x="13362" y="3752"/>
                    </a:cubicBezTo>
                    <a:cubicBezTo>
                      <a:pt x="12979" y="4020"/>
                      <a:pt x="12596" y="4288"/>
                      <a:pt x="12290" y="4633"/>
                    </a:cubicBezTo>
                    <a:cubicBezTo>
                      <a:pt x="12902" y="4710"/>
                      <a:pt x="13515" y="4633"/>
                      <a:pt x="14051" y="4939"/>
                    </a:cubicBezTo>
                    <a:cubicBezTo>
                      <a:pt x="14357" y="5131"/>
                      <a:pt x="14472" y="5552"/>
                      <a:pt x="14242" y="5858"/>
                    </a:cubicBezTo>
                    <a:cubicBezTo>
                      <a:pt x="14012" y="6164"/>
                      <a:pt x="13668" y="6317"/>
                      <a:pt x="13362" y="6509"/>
                    </a:cubicBezTo>
                    <a:cubicBezTo>
                      <a:pt x="12634" y="7007"/>
                      <a:pt x="11792" y="7351"/>
                      <a:pt x="11218" y="8040"/>
                    </a:cubicBezTo>
                    <a:cubicBezTo>
                      <a:pt x="11792" y="8155"/>
                      <a:pt x="13553" y="7964"/>
                      <a:pt x="13668" y="8691"/>
                    </a:cubicBezTo>
                    <a:cubicBezTo>
                      <a:pt x="13668" y="8844"/>
                      <a:pt x="13553" y="8997"/>
                      <a:pt x="13438" y="9112"/>
                    </a:cubicBezTo>
                    <a:cubicBezTo>
                      <a:pt x="12634" y="9572"/>
                      <a:pt x="11677" y="9725"/>
                      <a:pt x="10950" y="10261"/>
                    </a:cubicBezTo>
                    <a:cubicBezTo>
                      <a:pt x="11486" y="10299"/>
                      <a:pt x="15084" y="10222"/>
                      <a:pt x="14204" y="11333"/>
                    </a:cubicBezTo>
                    <a:cubicBezTo>
                      <a:pt x="13898" y="11524"/>
                      <a:pt x="13438" y="11524"/>
                      <a:pt x="13055" y="11601"/>
                    </a:cubicBezTo>
                    <a:cubicBezTo>
                      <a:pt x="12596" y="11677"/>
                      <a:pt x="12175" y="11792"/>
                      <a:pt x="11715" y="11869"/>
                    </a:cubicBezTo>
                    <a:cubicBezTo>
                      <a:pt x="11715" y="11907"/>
                      <a:pt x="11715" y="11907"/>
                      <a:pt x="11715" y="11907"/>
                    </a:cubicBezTo>
                    <a:cubicBezTo>
                      <a:pt x="11218" y="12022"/>
                      <a:pt x="10758" y="12137"/>
                      <a:pt x="10261" y="12251"/>
                    </a:cubicBezTo>
                    <a:cubicBezTo>
                      <a:pt x="8806" y="12596"/>
                      <a:pt x="7389" y="13094"/>
                      <a:pt x="6011" y="13630"/>
                    </a:cubicBezTo>
                    <a:cubicBezTo>
                      <a:pt x="5322" y="13859"/>
                      <a:pt x="4633" y="14127"/>
                      <a:pt x="3944" y="14434"/>
                    </a:cubicBezTo>
                    <a:cubicBezTo>
                      <a:pt x="3944" y="14434"/>
                      <a:pt x="3944" y="14472"/>
                      <a:pt x="3944" y="14472"/>
                    </a:cubicBezTo>
                    <a:cubicBezTo>
                      <a:pt x="3905" y="14472"/>
                      <a:pt x="3867" y="14510"/>
                      <a:pt x="3829" y="14510"/>
                    </a:cubicBezTo>
                    <a:cubicBezTo>
                      <a:pt x="3791" y="14548"/>
                      <a:pt x="3752" y="14548"/>
                      <a:pt x="3714" y="14548"/>
                    </a:cubicBezTo>
                    <a:cubicBezTo>
                      <a:pt x="3676" y="14587"/>
                      <a:pt x="3637" y="14587"/>
                      <a:pt x="3637" y="14625"/>
                    </a:cubicBezTo>
                    <a:cubicBezTo>
                      <a:pt x="3370" y="14740"/>
                      <a:pt x="3140" y="14855"/>
                      <a:pt x="2910" y="14970"/>
                    </a:cubicBezTo>
                    <a:cubicBezTo>
                      <a:pt x="2489" y="15238"/>
                      <a:pt x="2030" y="15506"/>
                      <a:pt x="1647" y="15850"/>
                    </a:cubicBezTo>
                    <a:cubicBezTo>
                      <a:pt x="1417" y="16003"/>
                      <a:pt x="1187" y="16195"/>
                      <a:pt x="996" y="16386"/>
                    </a:cubicBezTo>
                    <a:lnTo>
                      <a:pt x="958" y="16424"/>
                    </a:lnTo>
                    <a:cubicBezTo>
                      <a:pt x="804" y="16424"/>
                      <a:pt x="651" y="16348"/>
                      <a:pt x="575" y="16233"/>
                    </a:cubicBezTo>
                    <a:close/>
                  </a:path>
                </a:pathLst>
              </a:custGeom>
              <a:solidFill>
                <a:srgbClr val="FFFFFF">
                  <a:alpha val="214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42"/>
              <p:cNvSpPr/>
              <p:nvPr/>
            </p:nvSpPr>
            <p:spPr>
              <a:xfrm>
                <a:off x="6131900" y="3072350"/>
                <a:ext cx="598200" cy="160800"/>
              </a:xfrm>
              <a:custGeom>
                <a:avLst/>
                <a:gdLst/>
                <a:ahLst/>
                <a:cxnLst/>
                <a:rect l="l" t="t" r="r" b="b"/>
                <a:pathLst>
                  <a:path w="23928" h="6432" extrusionOk="0">
                    <a:moveTo>
                      <a:pt x="22435" y="306"/>
                    </a:moveTo>
                    <a:cubicBezTo>
                      <a:pt x="23047" y="0"/>
                      <a:pt x="23928" y="38"/>
                      <a:pt x="23698" y="957"/>
                    </a:cubicBezTo>
                    <a:cubicBezTo>
                      <a:pt x="23583" y="1187"/>
                      <a:pt x="23315" y="1340"/>
                      <a:pt x="23124" y="1455"/>
                    </a:cubicBezTo>
                    <a:cubicBezTo>
                      <a:pt x="21171" y="2795"/>
                      <a:pt x="19181" y="4173"/>
                      <a:pt x="16884" y="4862"/>
                    </a:cubicBezTo>
                    <a:cubicBezTo>
                      <a:pt x="14204" y="5704"/>
                      <a:pt x="11371" y="6432"/>
                      <a:pt x="8499" y="6279"/>
                    </a:cubicBezTo>
                    <a:cubicBezTo>
                      <a:pt x="6394" y="6011"/>
                      <a:pt x="4058" y="5781"/>
                      <a:pt x="2489" y="4211"/>
                    </a:cubicBezTo>
                    <a:cubicBezTo>
                      <a:pt x="2144" y="3790"/>
                      <a:pt x="1532" y="3407"/>
                      <a:pt x="1493" y="2833"/>
                    </a:cubicBezTo>
                    <a:cubicBezTo>
                      <a:pt x="1187" y="2680"/>
                      <a:pt x="766" y="2603"/>
                      <a:pt x="690" y="2221"/>
                    </a:cubicBezTo>
                    <a:cubicBezTo>
                      <a:pt x="0" y="1991"/>
                      <a:pt x="0" y="957"/>
                      <a:pt x="804" y="957"/>
                    </a:cubicBezTo>
                    <a:cubicBezTo>
                      <a:pt x="1608" y="1072"/>
                      <a:pt x="2374" y="1034"/>
                      <a:pt x="3178" y="1034"/>
                    </a:cubicBezTo>
                    <a:cubicBezTo>
                      <a:pt x="5169" y="1072"/>
                      <a:pt x="7198" y="1340"/>
                      <a:pt x="9189" y="1455"/>
                    </a:cubicBezTo>
                    <a:cubicBezTo>
                      <a:pt x="12787" y="1608"/>
                      <a:pt x="16501" y="1838"/>
                      <a:pt x="20061" y="881"/>
                    </a:cubicBezTo>
                    <a:cubicBezTo>
                      <a:pt x="20827" y="728"/>
                      <a:pt x="21631" y="536"/>
                      <a:pt x="22435" y="3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42"/>
              <p:cNvSpPr/>
              <p:nvPr/>
            </p:nvSpPr>
            <p:spPr>
              <a:xfrm>
                <a:off x="6114675" y="3065650"/>
                <a:ext cx="619250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4770" h="3752" extrusionOk="0">
                    <a:moveTo>
                      <a:pt x="8576" y="3675"/>
                    </a:moveTo>
                    <a:cubicBezTo>
                      <a:pt x="7198" y="3599"/>
                      <a:pt x="1647" y="3178"/>
                      <a:pt x="919" y="2259"/>
                    </a:cubicBezTo>
                    <a:cubicBezTo>
                      <a:pt x="0" y="1991"/>
                      <a:pt x="345" y="613"/>
                      <a:pt x="1264" y="804"/>
                    </a:cubicBezTo>
                    <a:cubicBezTo>
                      <a:pt x="3216" y="1187"/>
                      <a:pt x="5207" y="1264"/>
                      <a:pt x="7198" y="1417"/>
                    </a:cubicBezTo>
                    <a:cubicBezTo>
                      <a:pt x="11332" y="1532"/>
                      <a:pt x="15505" y="1761"/>
                      <a:pt x="19602" y="1034"/>
                    </a:cubicBezTo>
                    <a:cubicBezTo>
                      <a:pt x="20903" y="804"/>
                      <a:pt x="22167" y="498"/>
                      <a:pt x="23430" y="192"/>
                    </a:cubicBezTo>
                    <a:cubicBezTo>
                      <a:pt x="23813" y="0"/>
                      <a:pt x="24311" y="77"/>
                      <a:pt x="24502" y="460"/>
                    </a:cubicBezTo>
                    <a:cubicBezTo>
                      <a:pt x="24770" y="957"/>
                      <a:pt x="24425" y="1493"/>
                      <a:pt x="23928" y="1608"/>
                    </a:cubicBezTo>
                    <a:cubicBezTo>
                      <a:pt x="23353" y="1800"/>
                      <a:pt x="22856" y="2029"/>
                      <a:pt x="22281" y="2259"/>
                    </a:cubicBezTo>
                    <a:cubicBezTo>
                      <a:pt x="20520" y="2910"/>
                      <a:pt x="18606" y="3178"/>
                      <a:pt x="16692" y="3331"/>
                    </a:cubicBezTo>
                    <a:cubicBezTo>
                      <a:pt x="13974" y="3561"/>
                      <a:pt x="11294" y="3752"/>
                      <a:pt x="8576" y="3675"/>
                    </a:cubicBezTo>
                    <a:close/>
                  </a:path>
                </a:pathLst>
              </a:custGeom>
              <a:solidFill>
                <a:srgbClr val="E9DF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42"/>
              <p:cNvSpPr/>
              <p:nvPr/>
            </p:nvSpPr>
            <p:spPr>
              <a:xfrm>
                <a:off x="5883050" y="2374625"/>
                <a:ext cx="1016450" cy="128275"/>
              </a:xfrm>
              <a:custGeom>
                <a:avLst/>
                <a:gdLst/>
                <a:ahLst/>
                <a:cxnLst/>
                <a:rect l="l" t="t" r="r" b="b"/>
                <a:pathLst>
                  <a:path w="40658" h="5131" extrusionOk="0">
                    <a:moveTo>
                      <a:pt x="383" y="1034"/>
                    </a:moveTo>
                    <a:cubicBezTo>
                      <a:pt x="575" y="689"/>
                      <a:pt x="1073" y="613"/>
                      <a:pt x="1417" y="881"/>
                    </a:cubicBezTo>
                    <a:cubicBezTo>
                      <a:pt x="1877" y="0"/>
                      <a:pt x="4059" y="77"/>
                      <a:pt x="4978" y="0"/>
                    </a:cubicBezTo>
                    <a:cubicBezTo>
                      <a:pt x="6088" y="39"/>
                      <a:pt x="7734" y="115"/>
                      <a:pt x="8346" y="1149"/>
                    </a:cubicBezTo>
                    <a:cubicBezTo>
                      <a:pt x="8614" y="1340"/>
                      <a:pt x="8768" y="1493"/>
                      <a:pt x="8882" y="1647"/>
                    </a:cubicBezTo>
                    <a:cubicBezTo>
                      <a:pt x="8997" y="1647"/>
                      <a:pt x="9074" y="1685"/>
                      <a:pt x="9150" y="1723"/>
                    </a:cubicBezTo>
                    <a:cubicBezTo>
                      <a:pt x="10108" y="2565"/>
                      <a:pt x="8461" y="3408"/>
                      <a:pt x="7696" y="3561"/>
                    </a:cubicBezTo>
                    <a:cubicBezTo>
                      <a:pt x="6662" y="3829"/>
                      <a:pt x="5552" y="3829"/>
                      <a:pt x="4480" y="3637"/>
                    </a:cubicBezTo>
                    <a:cubicBezTo>
                      <a:pt x="3216" y="3331"/>
                      <a:pt x="843" y="2795"/>
                      <a:pt x="77" y="1723"/>
                    </a:cubicBezTo>
                    <a:cubicBezTo>
                      <a:pt x="1" y="1417"/>
                      <a:pt x="154" y="1149"/>
                      <a:pt x="383" y="1034"/>
                    </a:cubicBezTo>
                    <a:lnTo>
                      <a:pt x="383" y="1034"/>
                    </a:lnTo>
                    <a:close/>
                    <a:moveTo>
                      <a:pt x="34724" y="3790"/>
                    </a:moveTo>
                    <a:cubicBezTo>
                      <a:pt x="35183" y="3829"/>
                      <a:pt x="35643" y="3829"/>
                      <a:pt x="36064" y="3790"/>
                    </a:cubicBezTo>
                    <a:cubicBezTo>
                      <a:pt x="35605" y="3790"/>
                      <a:pt x="35183" y="3790"/>
                      <a:pt x="34724" y="3790"/>
                    </a:cubicBezTo>
                    <a:close/>
                    <a:moveTo>
                      <a:pt x="37672" y="1876"/>
                    </a:moveTo>
                    <a:cubicBezTo>
                      <a:pt x="37787" y="1876"/>
                      <a:pt x="37902" y="1876"/>
                      <a:pt x="38016" y="1915"/>
                    </a:cubicBezTo>
                    <a:cubicBezTo>
                      <a:pt x="38552" y="2259"/>
                      <a:pt x="39777" y="2604"/>
                      <a:pt x="40275" y="3216"/>
                    </a:cubicBezTo>
                    <a:cubicBezTo>
                      <a:pt x="40505" y="3408"/>
                      <a:pt x="40658" y="3676"/>
                      <a:pt x="40467" y="4020"/>
                    </a:cubicBezTo>
                    <a:cubicBezTo>
                      <a:pt x="40428" y="4058"/>
                      <a:pt x="40390" y="4135"/>
                      <a:pt x="40313" y="4173"/>
                    </a:cubicBezTo>
                    <a:cubicBezTo>
                      <a:pt x="40313" y="4173"/>
                      <a:pt x="40313" y="4212"/>
                      <a:pt x="40275" y="4212"/>
                    </a:cubicBezTo>
                    <a:cubicBezTo>
                      <a:pt x="39165" y="4901"/>
                      <a:pt x="37787" y="4977"/>
                      <a:pt x="36485" y="4977"/>
                    </a:cubicBezTo>
                    <a:cubicBezTo>
                      <a:pt x="35834" y="5054"/>
                      <a:pt x="35183" y="5130"/>
                      <a:pt x="34533" y="5092"/>
                    </a:cubicBezTo>
                    <a:cubicBezTo>
                      <a:pt x="32963" y="5092"/>
                      <a:pt x="31432" y="4748"/>
                      <a:pt x="29939" y="4365"/>
                    </a:cubicBezTo>
                    <a:cubicBezTo>
                      <a:pt x="29479" y="4288"/>
                      <a:pt x="28790" y="4326"/>
                      <a:pt x="28790" y="3714"/>
                    </a:cubicBezTo>
                    <a:cubicBezTo>
                      <a:pt x="28790" y="3216"/>
                      <a:pt x="29288" y="3025"/>
                      <a:pt x="29709" y="3101"/>
                    </a:cubicBezTo>
                    <a:cubicBezTo>
                      <a:pt x="29785" y="2642"/>
                      <a:pt x="30360" y="2527"/>
                      <a:pt x="30743" y="2412"/>
                    </a:cubicBezTo>
                    <a:cubicBezTo>
                      <a:pt x="31738" y="1187"/>
                      <a:pt x="35337" y="1187"/>
                      <a:pt x="37672" y="1876"/>
                    </a:cubicBezTo>
                    <a:lnTo>
                      <a:pt x="37672" y="1876"/>
                    </a:lnTo>
                    <a:close/>
                    <a:moveTo>
                      <a:pt x="6356" y="1953"/>
                    </a:moveTo>
                    <a:lnTo>
                      <a:pt x="6394" y="1953"/>
                    </a:lnTo>
                    <a:cubicBezTo>
                      <a:pt x="6432" y="1953"/>
                      <a:pt x="6432" y="1953"/>
                      <a:pt x="6892" y="1915"/>
                    </a:cubicBezTo>
                    <a:cubicBezTo>
                      <a:pt x="5705" y="1685"/>
                      <a:pt x="4480" y="1723"/>
                      <a:pt x="3293" y="1723"/>
                    </a:cubicBezTo>
                    <a:cubicBezTo>
                      <a:pt x="4288" y="1991"/>
                      <a:pt x="5360" y="2029"/>
                      <a:pt x="6394" y="1953"/>
                    </a:cubicBezTo>
                    <a:lnTo>
                      <a:pt x="6356" y="1953"/>
                    </a:lnTo>
                    <a:close/>
                  </a:path>
                </a:pathLst>
              </a:custGeom>
              <a:solidFill>
                <a:srgbClr val="F5E9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42"/>
              <p:cNvSpPr/>
              <p:nvPr/>
            </p:nvSpPr>
            <p:spPr>
              <a:xfrm>
                <a:off x="5612200" y="4046650"/>
                <a:ext cx="1732350" cy="676700"/>
              </a:xfrm>
              <a:custGeom>
                <a:avLst/>
                <a:gdLst/>
                <a:ahLst/>
                <a:cxnLst/>
                <a:rect l="l" t="t" r="r" b="b"/>
                <a:pathLst>
                  <a:path w="69294" h="27068" extrusionOk="0">
                    <a:moveTo>
                      <a:pt x="2374" y="9840"/>
                    </a:moveTo>
                    <a:cubicBezTo>
                      <a:pt x="2374" y="9840"/>
                      <a:pt x="2374" y="9802"/>
                      <a:pt x="2374" y="9802"/>
                    </a:cubicBezTo>
                    <a:cubicBezTo>
                      <a:pt x="2336" y="9878"/>
                      <a:pt x="2297" y="9916"/>
                      <a:pt x="2259" y="9993"/>
                    </a:cubicBezTo>
                    <a:cubicBezTo>
                      <a:pt x="2297" y="9955"/>
                      <a:pt x="2336" y="9878"/>
                      <a:pt x="2374" y="9840"/>
                    </a:cubicBezTo>
                    <a:lnTo>
                      <a:pt x="2374" y="9840"/>
                    </a:lnTo>
                    <a:close/>
                    <a:moveTo>
                      <a:pt x="67839" y="422"/>
                    </a:moveTo>
                    <a:cubicBezTo>
                      <a:pt x="68796" y="537"/>
                      <a:pt x="69294" y="1226"/>
                      <a:pt x="69141" y="2183"/>
                    </a:cubicBezTo>
                    <a:cubicBezTo>
                      <a:pt x="68988" y="3638"/>
                      <a:pt x="69103" y="5093"/>
                      <a:pt x="69103" y="6547"/>
                    </a:cubicBezTo>
                    <a:cubicBezTo>
                      <a:pt x="69179" y="10644"/>
                      <a:pt x="69179" y="14740"/>
                      <a:pt x="68988" y="18875"/>
                    </a:cubicBezTo>
                    <a:cubicBezTo>
                      <a:pt x="68949" y="19602"/>
                      <a:pt x="68911" y="20330"/>
                      <a:pt x="68911" y="21057"/>
                    </a:cubicBezTo>
                    <a:cubicBezTo>
                      <a:pt x="68988" y="21555"/>
                      <a:pt x="68873" y="22091"/>
                      <a:pt x="68911" y="22588"/>
                    </a:cubicBezTo>
                    <a:cubicBezTo>
                      <a:pt x="68911" y="23316"/>
                      <a:pt x="68949" y="24081"/>
                      <a:pt x="68988" y="24847"/>
                    </a:cubicBezTo>
                    <a:cubicBezTo>
                      <a:pt x="69026" y="25230"/>
                      <a:pt x="69026" y="25689"/>
                      <a:pt x="68873" y="26034"/>
                    </a:cubicBezTo>
                    <a:cubicBezTo>
                      <a:pt x="68835" y="26417"/>
                      <a:pt x="68452" y="26723"/>
                      <a:pt x="68031" y="26685"/>
                    </a:cubicBezTo>
                    <a:cubicBezTo>
                      <a:pt x="66308" y="26455"/>
                      <a:pt x="64547" y="26455"/>
                      <a:pt x="62824" y="26455"/>
                    </a:cubicBezTo>
                    <a:cubicBezTo>
                      <a:pt x="49693" y="26723"/>
                      <a:pt x="36561" y="26991"/>
                      <a:pt x="23392" y="27068"/>
                    </a:cubicBezTo>
                    <a:cubicBezTo>
                      <a:pt x="21363" y="27068"/>
                      <a:pt x="19334" y="26991"/>
                      <a:pt x="17305" y="26914"/>
                    </a:cubicBezTo>
                    <a:cubicBezTo>
                      <a:pt x="17266" y="26953"/>
                      <a:pt x="17190" y="26953"/>
                      <a:pt x="17113" y="26953"/>
                    </a:cubicBezTo>
                    <a:cubicBezTo>
                      <a:pt x="14127" y="26838"/>
                      <a:pt x="11179" y="26914"/>
                      <a:pt x="8231" y="26723"/>
                    </a:cubicBezTo>
                    <a:cubicBezTo>
                      <a:pt x="8078" y="26685"/>
                      <a:pt x="7925" y="26685"/>
                      <a:pt x="7734" y="26646"/>
                    </a:cubicBezTo>
                    <a:cubicBezTo>
                      <a:pt x="6968" y="26646"/>
                      <a:pt x="6202" y="26608"/>
                      <a:pt x="5398" y="26608"/>
                    </a:cubicBezTo>
                    <a:cubicBezTo>
                      <a:pt x="4403" y="26570"/>
                      <a:pt x="3408" y="26685"/>
                      <a:pt x="2412" y="26723"/>
                    </a:cubicBezTo>
                    <a:cubicBezTo>
                      <a:pt x="1991" y="26723"/>
                      <a:pt x="1455" y="26838"/>
                      <a:pt x="1149" y="26493"/>
                    </a:cubicBezTo>
                    <a:cubicBezTo>
                      <a:pt x="498" y="26378"/>
                      <a:pt x="345" y="25881"/>
                      <a:pt x="460" y="25460"/>
                    </a:cubicBezTo>
                    <a:cubicBezTo>
                      <a:pt x="536" y="20215"/>
                      <a:pt x="0" y="14932"/>
                      <a:pt x="613" y="9687"/>
                    </a:cubicBezTo>
                    <a:cubicBezTo>
                      <a:pt x="460" y="8998"/>
                      <a:pt x="957" y="8232"/>
                      <a:pt x="1608" y="8500"/>
                    </a:cubicBezTo>
                    <a:cubicBezTo>
                      <a:pt x="2029" y="7734"/>
                      <a:pt x="4862" y="7045"/>
                      <a:pt x="5628" y="6509"/>
                    </a:cubicBezTo>
                    <a:cubicBezTo>
                      <a:pt x="5819" y="5820"/>
                      <a:pt x="6279" y="5284"/>
                      <a:pt x="6930" y="4978"/>
                    </a:cubicBezTo>
                    <a:cubicBezTo>
                      <a:pt x="8078" y="4250"/>
                      <a:pt x="9265" y="3638"/>
                      <a:pt x="10414" y="2949"/>
                    </a:cubicBezTo>
                    <a:cubicBezTo>
                      <a:pt x="10949" y="2604"/>
                      <a:pt x="11485" y="3064"/>
                      <a:pt x="11524" y="3523"/>
                    </a:cubicBezTo>
                    <a:cubicBezTo>
                      <a:pt x="11600" y="3791"/>
                      <a:pt x="11524" y="4097"/>
                      <a:pt x="11256" y="4289"/>
                    </a:cubicBezTo>
                    <a:cubicBezTo>
                      <a:pt x="10720" y="4595"/>
                      <a:pt x="10796" y="5016"/>
                      <a:pt x="10988" y="5437"/>
                    </a:cubicBezTo>
                    <a:cubicBezTo>
                      <a:pt x="11141" y="5552"/>
                      <a:pt x="11217" y="5667"/>
                      <a:pt x="11256" y="5820"/>
                    </a:cubicBezTo>
                    <a:cubicBezTo>
                      <a:pt x="11600" y="6241"/>
                      <a:pt x="11983" y="6624"/>
                      <a:pt x="12328" y="7045"/>
                    </a:cubicBezTo>
                    <a:cubicBezTo>
                      <a:pt x="13055" y="7811"/>
                      <a:pt x="13821" y="8538"/>
                      <a:pt x="14625" y="9189"/>
                    </a:cubicBezTo>
                    <a:lnTo>
                      <a:pt x="14625" y="9189"/>
                    </a:lnTo>
                    <a:cubicBezTo>
                      <a:pt x="17037" y="10950"/>
                      <a:pt x="19755" y="12290"/>
                      <a:pt x="22473" y="13553"/>
                    </a:cubicBezTo>
                    <a:cubicBezTo>
                      <a:pt x="22817" y="13668"/>
                      <a:pt x="23162" y="13783"/>
                      <a:pt x="23507" y="13860"/>
                    </a:cubicBezTo>
                    <a:cubicBezTo>
                      <a:pt x="23583" y="13860"/>
                      <a:pt x="23736" y="13860"/>
                      <a:pt x="23851" y="13898"/>
                    </a:cubicBezTo>
                    <a:cubicBezTo>
                      <a:pt x="25536" y="14434"/>
                      <a:pt x="27258" y="14855"/>
                      <a:pt x="28981" y="15200"/>
                    </a:cubicBezTo>
                    <a:cubicBezTo>
                      <a:pt x="29632" y="15276"/>
                      <a:pt x="30283" y="15353"/>
                      <a:pt x="30895" y="15429"/>
                    </a:cubicBezTo>
                    <a:cubicBezTo>
                      <a:pt x="33269" y="15736"/>
                      <a:pt x="35604" y="15927"/>
                      <a:pt x="37978" y="15736"/>
                    </a:cubicBezTo>
                    <a:cubicBezTo>
                      <a:pt x="41462" y="15659"/>
                      <a:pt x="44945" y="15468"/>
                      <a:pt x="48276" y="14357"/>
                    </a:cubicBezTo>
                    <a:cubicBezTo>
                      <a:pt x="49310" y="14051"/>
                      <a:pt x="50343" y="13745"/>
                      <a:pt x="51377" y="13400"/>
                    </a:cubicBezTo>
                    <a:cubicBezTo>
                      <a:pt x="51454" y="13400"/>
                      <a:pt x="51530" y="13362"/>
                      <a:pt x="51607" y="13362"/>
                    </a:cubicBezTo>
                    <a:cubicBezTo>
                      <a:pt x="53138" y="12788"/>
                      <a:pt x="54670" y="12137"/>
                      <a:pt x="56086" y="11410"/>
                    </a:cubicBezTo>
                    <a:cubicBezTo>
                      <a:pt x="56316" y="11295"/>
                      <a:pt x="56507" y="11256"/>
                      <a:pt x="56660" y="11333"/>
                    </a:cubicBezTo>
                    <a:cubicBezTo>
                      <a:pt x="57809" y="10720"/>
                      <a:pt x="58881" y="10070"/>
                      <a:pt x="59914" y="9304"/>
                    </a:cubicBezTo>
                    <a:cubicBezTo>
                      <a:pt x="60029" y="9227"/>
                      <a:pt x="60144" y="9189"/>
                      <a:pt x="60259" y="9151"/>
                    </a:cubicBezTo>
                    <a:cubicBezTo>
                      <a:pt x="61293" y="8423"/>
                      <a:pt x="62326" y="7696"/>
                      <a:pt x="63283" y="6892"/>
                    </a:cubicBezTo>
                    <a:lnTo>
                      <a:pt x="63437" y="6739"/>
                    </a:lnTo>
                    <a:cubicBezTo>
                      <a:pt x="64432" y="5744"/>
                      <a:pt x="65312" y="4863"/>
                      <a:pt x="66078" y="3753"/>
                    </a:cubicBezTo>
                    <a:cubicBezTo>
                      <a:pt x="66193" y="3561"/>
                      <a:pt x="66384" y="3447"/>
                      <a:pt x="66538" y="3408"/>
                    </a:cubicBezTo>
                    <a:cubicBezTo>
                      <a:pt x="66614" y="2757"/>
                      <a:pt x="66729" y="2107"/>
                      <a:pt x="66270" y="1724"/>
                    </a:cubicBezTo>
                    <a:cubicBezTo>
                      <a:pt x="65159" y="1226"/>
                      <a:pt x="65810" y="1"/>
                      <a:pt x="66691" y="269"/>
                    </a:cubicBezTo>
                    <a:cubicBezTo>
                      <a:pt x="67073" y="192"/>
                      <a:pt x="67456" y="384"/>
                      <a:pt x="67801" y="46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42"/>
              <p:cNvSpPr/>
              <p:nvPr/>
            </p:nvSpPr>
            <p:spPr>
              <a:xfrm>
                <a:off x="5615075" y="4100250"/>
                <a:ext cx="312025" cy="376175"/>
              </a:xfrm>
              <a:custGeom>
                <a:avLst/>
                <a:gdLst/>
                <a:ahLst/>
                <a:cxnLst/>
                <a:rect l="l" t="t" r="r" b="b"/>
                <a:pathLst>
                  <a:path w="12481" h="15047" extrusionOk="0">
                    <a:moveTo>
                      <a:pt x="306" y="11792"/>
                    </a:moveTo>
                    <a:cubicBezTo>
                      <a:pt x="306" y="11409"/>
                      <a:pt x="345" y="11027"/>
                      <a:pt x="345" y="10644"/>
                    </a:cubicBezTo>
                    <a:lnTo>
                      <a:pt x="345" y="10261"/>
                    </a:lnTo>
                    <a:cubicBezTo>
                      <a:pt x="421" y="10184"/>
                      <a:pt x="460" y="10108"/>
                      <a:pt x="536" y="10031"/>
                    </a:cubicBezTo>
                    <a:cubicBezTo>
                      <a:pt x="460" y="9993"/>
                      <a:pt x="383" y="9955"/>
                      <a:pt x="345" y="9916"/>
                    </a:cubicBezTo>
                    <a:cubicBezTo>
                      <a:pt x="345" y="9725"/>
                      <a:pt x="306" y="9572"/>
                      <a:pt x="230" y="9419"/>
                    </a:cubicBezTo>
                    <a:cubicBezTo>
                      <a:pt x="192" y="9304"/>
                      <a:pt x="153" y="9227"/>
                      <a:pt x="77" y="9151"/>
                    </a:cubicBezTo>
                    <a:cubicBezTo>
                      <a:pt x="77" y="8806"/>
                      <a:pt x="230" y="8385"/>
                      <a:pt x="268" y="8079"/>
                    </a:cubicBezTo>
                    <a:cubicBezTo>
                      <a:pt x="383" y="7619"/>
                      <a:pt x="421" y="7122"/>
                      <a:pt x="689" y="6739"/>
                    </a:cubicBezTo>
                    <a:cubicBezTo>
                      <a:pt x="1149" y="6165"/>
                      <a:pt x="1953" y="5973"/>
                      <a:pt x="2603" y="5667"/>
                    </a:cubicBezTo>
                    <a:cubicBezTo>
                      <a:pt x="3484" y="5093"/>
                      <a:pt x="4403" y="4595"/>
                      <a:pt x="5283" y="4059"/>
                    </a:cubicBezTo>
                    <a:cubicBezTo>
                      <a:pt x="6164" y="3523"/>
                      <a:pt x="7006" y="2987"/>
                      <a:pt x="7925" y="2528"/>
                    </a:cubicBezTo>
                    <a:cubicBezTo>
                      <a:pt x="8691" y="1877"/>
                      <a:pt x="9456" y="1111"/>
                      <a:pt x="10452" y="805"/>
                    </a:cubicBezTo>
                    <a:cubicBezTo>
                      <a:pt x="11562" y="1"/>
                      <a:pt x="12481" y="1456"/>
                      <a:pt x="11102" y="1915"/>
                    </a:cubicBezTo>
                    <a:cubicBezTo>
                      <a:pt x="10681" y="2566"/>
                      <a:pt x="10720" y="2796"/>
                      <a:pt x="10796" y="3064"/>
                    </a:cubicBezTo>
                    <a:cubicBezTo>
                      <a:pt x="10375" y="3217"/>
                      <a:pt x="9954" y="3408"/>
                      <a:pt x="9571" y="3676"/>
                    </a:cubicBezTo>
                    <a:cubicBezTo>
                      <a:pt x="9380" y="3791"/>
                      <a:pt x="9188" y="3944"/>
                      <a:pt x="8997" y="4059"/>
                    </a:cubicBezTo>
                    <a:cubicBezTo>
                      <a:pt x="8805" y="4212"/>
                      <a:pt x="8576" y="4365"/>
                      <a:pt x="8384" y="4557"/>
                    </a:cubicBezTo>
                    <a:cubicBezTo>
                      <a:pt x="7963" y="4901"/>
                      <a:pt x="7619" y="5322"/>
                      <a:pt x="7274" y="5743"/>
                    </a:cubicBezTo>
                    <a:cubicBezTo>
                      <a:pt x="7274" y="5743"/>
                      <a:pt x="7312" y="5743"/>
                      <a:pt x="7312" y="5705"/>
                    </a:cubicBezTo>
                    <a:cubicBezTo>
                      <a:pt x="7312" y="5743"/>
                      <a:pt x="7274" y="5743"/>
                      <a:pt x="7274" y="5743"/>
                    </a:cubicBezTo>
                    <a:lnTo>
                      <a:pt x="7274" y="5743"/>
                    </a:lnTo>
                    <a:lnTo>
                      <a:pt x="7274" y="5743"/>
                    </a:lnTo>
                    <a:cubicBezTo>
                      <a:pt x="7274" y="5743"/>
                      <a:pt x="7274" y="5782"/>
                      <a:pt x="7274" y="5782"/>
                    </a:cubicBezTo>
                    <a:lnTo>
                      <a:pt x="7274" y="5782"/>
                    </a:lnTo>
                    <a:lnTo>
                      <a:pt x="7274" y="5782"/>
                    </a:lnTo>
                    <a:lnTo>
                      <a:pt x="7274" y="5782"/>
                    </a:lnTo>
                    <a:lnTo>
                      <a:pt x="7236" y="5782"/>
                    </a:lnTo>
                    <a:lnTo>
                      <a:pt x="7236" y="5782"/>
                    </a:lnTo>
                    <a:cubicBezTo>
                      <a:pt x="7236" y="5782"/>
                      <a:pt x="7236" y="5782"/>
                      <a:pt x="7236" y="5820"/>
                    </a:cubicBezTo>
                    <a:lnTo>
                      <a:pt x="7236" y="5820"/>
                    </a:lnTo>
                    <a:lnTo>
                      <a:pt x="7236" y="5820"/>
                    </a:lnTo>
                    <a:cubicBezTo>
                      <a:pt x="7236" y="5820"/>
                      <a:pt x="7236" y="5820"/>
                      <a:pt x="7236" y="5820"/>
                    </a:cubicBezTo>
                    <a:cubicBezTo>
                      <a:pt x="7236" y="5820"/>
                      <a:pt x="7236" y="5820"/>
                      <a:pt x="7236" y="5858"/>
                    </a:cubicBezTo>
                    <a:lnTo>
                      <a:pt x="7236" y="5858"/>
                    </a:lnTo>
                    <a:lnTo>
                      <a:pt x="7236" y="5858"/>
                    </a:lnTo>
                    <a:lnTo>
                      <a:pt x="7236" y="5858"/>
                    </a:lnTo>
                    <a:lnTo>
                      <a:pt x="7236" y="5858"/>
                    </a:lnTo>
                    <a:lnTo>
                      <a:pt x="7236" y="5858"/>
                    </a:lnTo>
                    <a:lnTo>
                      <a:pt x="7236" y="5858"/>
                    </a:lnTo>
                    <a:lnTo>
                      <a:pt x="7236" y="5858"/>
                    </a:lnTo>
                    <a:lnTo>
                      <a:pt x="7236" y="5820"/>
                    </a:lnTo>
                    <a:lnTo>
                      <a:pt x="7236" y="5858"/>
                    </a:lnTo>
                    <a:lnTo>
                      <a:pt x="7236" y="5858"/>
                    </a:lnTo>
                    <a:cubicBezTo>
                      <a:pt x="7083" y="6088"/>
                      <a:pt x="6930" y="6318"/>
                      <a:pt x="6776" y="6547"/>
                    </a:cubicBezTo>
                    <a:cubicBezTo>
                      <a:pt x="6585" y="6701"/>
                      <a:pt x="6355" y="6854"/>
                      <a:pt x="6126" y="7007"/>
                    </a:cubicBezTo>
                    <a:cubicBezTo>
                      <a:pt x="6011" y="7045"/>
                      <a:pt x="5896" y="7122"/>
                      <a:pt x="5781" y="7198"/>
                    </a:cubicBezTo>
                    <a:cubicBezTo>
                      <a:pt x="5743" y="7236"/>
                      <a:pt x="5704" y="7275"/>
                      <a:pt x="5628" y="7313"/>
                    </a:cubicBezTo>
                    <a:lnTo>
                      <a:pt x="5628" y="7313"/>
                    </a:lnTo>
                    <a:cubicBezTo>
                      <a:pt x="5245" y="7581"/>
                      <a:pt x="4901" y="7926"/>
                      <a:pt x="4594" y="8308"/>
                    </a:cubicBezTo>
                    <a:cubicBezTo>
                      <a:pt x="4556" y="8347"/>
                      <a:pt x="4556" y="8385"/>
                      <a:pt x="4518" y="8385"/>
                    </a:cubicBezTo>
                    <a:cubicBezTo>
                      <a:pt x="4135" y="8768"/>
                      <a:pt x="3752" y="9151"/>
                      <a:pt x="3407" y="9572"/>
                    </a:cubicBezTo>
                    <a:cubicBezTo>
                      <a:pt x="2986" y="10069"/>
                      <a:pt x="2565" y="10605"/>
                      <a:pt x="2221" y="11141"/>
                    </a:cubicBezTo>
                    <a:cubicBezTo>
                      <a:pt x="1838" y="11639"/>
                      <a:pt x="1493" y="12137"/>
                      <a:pt x="1149" y="12673"/>
                    </a:cubicBezTo>
                    <a:cubicBezTo>
                      <a:pt x="996" y="12941"/>
                      <a:pt x="804" y="13247"/>
                      <a:pt x="651" y="13553"/>
                    </a:cubicBezTo>
                    <a:cubicBezTo>
                      <a:pt x="498" y="13860"/>
                      <a:pt x="345" y="14204"/>
                      <a:pt x="230" y="14510"/>
                    </a:cubicBezTo>
                    <a:cubicBezTo>
                      <a:pt x="192" y="14625"/>
                      <a:pt x="153" y="14740"/>
                      <a:pt x="153" y="14855"/>
                    </a:cubicBezTo>
                    <a:cubicBezTo>
                      <a:pt x="153" y="14893"/>
                      <a:pt x="153" y="14970"/>
                      <a:pt x="115" y="15046"/>
                    </a:cubicBezTo>
                    <a:cubicBezTo>
                      <a:pt x="115" y="14778"/>
                      <a:pt x="115" y="14510"/>
                      <a:pt x="77" y="14242"/>
                    </a:cubicBezTo>
                    <a:cubicBezTo>
                      <a:pt x="77" y="13745"/>
                      <a:pt x="38" y="13285"/>
                      <a:pt x="0" y="12826"/>
                    </a:cubicBezTo>
                    <a:cubicBezTo>
                      <a:pt x="0" y="12711"/>
                      <a:pt x="38" y="12634"/>
                      <a:pt x="38" y="12558"/>
                    </a:cubicBezTo>
                    <a:cubicBezTo>
                      <a:pt x="38" y="12443"/>
                      <a:pt x="38" y="12367"/>
                      <a:pt x="38" y="12290"/>
                    </a:cubicBezTo>
                    <a:cubicBezTo>
                      <a:pt x="153" y="12099"/>
                      <a:pt x="230" y="11945"/>
                      <a:pt x="306" y="11831"/>
                    </a:cubicBezTo>
                    <a:lnTo>
                      <a:pt x="306" y="11792"/>
                    </a:lnTo>
                    <a:lnTo>
                      <a:pt x="306" y="11792"/>
                    </a:lnTo>
                    <a:close/>
                    <a:moveTo>
                      <a:pt x="0" y="13285"/>
                    </a:moveTo>
                    <a:lnTo>
                      <a:pt x="0" y="13285"/>
                    </a:lnTo>
                    <a:close/>
                    <a:moveTo>
                      <a:pt x="1800" y="7466"/>
                    </a:moveTo>
                    <a:cubicBezTo>
                      <a:pt x="1800" y="7466"/>
                      <a:pt x="1761" y="7466"/>
                      <a:pt x="1723" y="7504"/>
                    </a:cubicBezTo>
                    <a:cubicBezTo>
                      <a:pt x="1723" y="7504"/>
                      <a:pt x="1723" y="7504"/>
                      <a:pt x="1723" y="7543"/>
                    </a:cubicBezTo>
                    <a:cubicBezTo>
                      <a:pt x="1723" y="7543"/>
                      <a:pt x="1723" y="7543"/>
                      <a:pt x="1723" y="7504"/>
                    </a:cubicBezTo>
                    <a:cubicBezTo>
                      <a:pt x="1800" y="7466"/>
                      <a:pt x="1838" y="7428"/>
                      <a:pt x="1876" y="7390"/>
                    </a:cubicBezTo>
                    <a:lnTo>
                      <a:pt x="1800" y="7466"/>
                    </a:lnTo>
                    <a:close/>
                  </a:path>
                </a:pathLst>
              </a:custGeom>
              <a:solidFill>
                <a:srgbClr val="6279C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42"/>
              <p:cNvSpPr/>
              <p:nvPr/>
            </p:nvSpPr>
            <p:spPr>
              <a:xfrm>
                <a:off x="5698325" y="4234250"/>
                <a:ext cx="357975" cy="485275"/>
              </a:xfrm>
              <a:custGeom>
                <a:avLst/>
                <a:gdLst/>
                <a:ahLst/>
                <a:cxnLst/>
                <a:rect l="l" t="t" r="r" b="b"/>
                <a:pathLst>
                  <a:path w="14319" h="19411" extrusionOk="0">
                    <a:moveTo>
                      <a:pt x="6394" y="19219"/>
                    </a:moveTo>
                    <a:cubicBezTo>
                      <a:pt x="5552" y="18913"/>
                      <a:pt x="4748" y="19028"/>
                      <a:pt x="4021" y="19181"/>
                    </a:cubicBezTo>
                    <a:cubicBezTo>
                      <a:pt x="3332" y="19296"/>
                      <a:pt x="2757" y="19410"/>
                      <a:pt x="2298" y="19181"/>
                    </a:cubicBezTo>
                    <a:cubicBezTo>
                      <a:pt x="2030" y="19219"/>
                      <a:pt x="1724" y="19257"/>
                      <a:pt x="1379" y="19296"/>
                    </a:cubicBezTo>
                    <a:cubicBezTo>
                      <a:pt x="1" y="19219"/>
                      <a:pt x="958" y="16654"/>
                      <a:pt x="996" y="15812"/>
                    </a:cubicBezTo>
                    <a:cubicBezTo>
                      <a:pt x="1724" y="12366"/>
                      <a:pt x="2910" y="8959"/>
                      <a:pt x="4939" y="6049"/>
                    </a:cubicBezTo>
                    <a:cubicBezTo>
                      <a:pt x="5093" y="5858"/>
                      <a:pt x="5246" y="5628"/>
                      <a:pt x="5399" y="5399"/>
                    </a:cubicBezTo>
                    <a:cubicBezTo>
                      <a:pt x="5361" y="4556"/>
                      <a:pt x="5514" y="3714"/>
                      <a:pt x="6165" y="3102"/>
                    </a:cubicBezTo>
                    <a:cubicBezTo>
                      <a:pt x="7083" y="2106"/>
                      <a:pt x="8232" y="1341"/>
                      <a:pt x="9227" y="383"/>
                    </a:cubicBezTo>
                    <a:cubicBezTo>
                      <a:pt x="9304" y="192"/>
                      <a:pt x="9495" y="39"/>
                      <a:pt x="9687" y="1"/>
                    </a:cubicBezTo>
                    <a:cubicBezTo>
                      <a:pt x="9763" y="154"/>
                      <a:pt x="9878" y="307"/>
                      <a:pt x="9993" y="460"/>
                    </a:cubicBezTo>
                    <a:cubicBezTo>
                      <a:pt x="10299" y="766"/>
                      <a:pt x="10644" y="1073"/>
                      <a:pt x="10988" y="1341"/>
                    </a:cubicBezTo>
                    <a:cubicBezTo>
                      <a:pt x="11524" y="1876"/>
                      <a:pt x="12328" y="2374"/>
                      <a:pt x="12902" y="2948"/>
                    </a:cubicBezTo>
                    <a:cubicBezTo>
                      <a:pt x="13094" y="2834"/>
                      <a:pt x="13362" y="2872"/>
                      <a:pt x="13553" y="3025"/>
                    </a:cubicBezTo>
                    <a:cubicBezTo>
                      <a:pt x="13553" y="3063"/>
                      <a:pt x="13553" y="3063"/>
                      <a:pt x="13592" y="3063"/>
                    </a:cubicBezTo>
                    <a:cubicBezTo>
                      <a:pt x="13706" y="3102"/>
                      <a:pt x="13821" y="3140"/>
                      <a:pt x="13936" y="3255"/>
                    </a:cubicBezTo>
                    <a:cubicBezTo>
                      <a:pt x="14319" y="3714"/>
                      <a:pt x="13974" y="4135"/>
                      <a:pt x="13630" y="4441"/>
                    </a:cubicBezTo>
                    <a:cubicBezTo>
                      <a:pt x="13592" y="4556"/>
                      <a:pt x="13553" y="4671"/>
                      <a:pt x="13477" y="4786"/>
                    </a:cubicBezTo>
                    <a:cubicBezTo>
                      <a:pt x="12749" y="5896"/>
                      <a:pt x="12596" y="7274"/>
                      <a:pt x="11945" y="8423"/>
                    </a:cubicBezTo>
                    <a:cubicBezTo>
                      <a:pt x="10912" y="9457"/>
                      <a:pt x="9878" y="10567"/>
                      <a:pt x="9457" y="11983"/>
                    </a:cubicBezTo>
                    <a:cubicBezTo>
                      <a:pt x="8883" y="13630"/>
                      <a:pt x="8538" y="15352"/>
                      <a:pt x="8270" y="17037"/>
                    </a:cubicBezTo>
                    <a:cubicBezTo>
                      <a:pt x="8155" y="18070"/>
                      <a:pt x="8040" y="19334"/>
                      <a:pt x="7007" y="19334"/>
                    </a:cubicBezTo>
                    <a:cubicBezTo>
                      <a:pt x="6815" y="19334"/>
                      <a:pt x="6624" y="19296"/>
                      <a:pt x="6394" y="1921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42"/>
              <p:cNvSpPr/>
              <p:nvPr/>
            </p:nvSpPr>
            <p:spPr>
              <a:xfrm>
                <a:off x="5879225" y="4323250"/>
                <a:ext cx="313950" cy="400100"/>
              </a:xfrm>
              <a:custGeom>
                <a:avLst/>
                <a:gdLst/>
                <a:ahLst/>
                <a:cxnLst/>
                <a:rect l="l" t="t" r="r" b="b"/>
                <a:pathLst>
                  <a:path w="12558" h="16004" extrusionOk="0">
                    <a:moveTo>
                      <a:pt x="11294" y="1762"/>
                    </a:moveTo>
                    <a:cubicBezTo>
                      <a:pt x="12558" y="2413"/>
                      <a:pt x="11141" y="3676"/>
                      <a:pt x="10950" y="4557"/>
                    </a:cubicBezTo>
                    <a:cubicBezTo>
                      <a:pt x="10605" y="5514"/>
                      <a:pt x="10490" y="6509"/>
                      <a:pt x="10452" y="7505"/>
                    </a:cubicBezTo>
                    <a:cubicBezTo>
                      <a:pt x="10337" y="8079"/>
                      <a:pt x="9993" y="8577"/>
                      <a:pt x="9725" y="9074"/>
                    </a:cubicBezTo>
                    <a:cubicBezTo>
                      <a:pt x="8959" y="10644"/>
                      <a:pt x="8614" y="12367"/>
                      <a:pt x="8117" y="14013"/>
                    </a:cubicBezTo>
                    <a:cubicBezTo>
                      <a:pt x="7925" y="14587"/>
                      <a:pt x="7887" y="15314"/>
                      <a:pt x="7351" y="15659"/>
                    </a:cubicBezTo>
                    <a:cubicBezTo>
                      <a:pt x="6394" y="15927"/>
                      <a:pt x="5322" y="15774"/>
                      <a:pt x="4365" y="15850"/>
                    </a:cubicBezTo>
                    <a:cubicBezTo>
                      <a:pt x="3408" y="15850"/>
                      <a:pt x="2412" y="16004"/>
                      <a:pt x="1455" y="15889"/>
                    </a:cubicBezTo>
                    <a:cubicBezTo>
                      <a:pt x="1" y="15621"/>
                      <a:pt x="804" y="13936"/>
                      <a:pt x="958" y="12979"/>
                    </a:cubicBezTo>
                    <a:cubicBezTo>
                      <a:pt x="1264" y="11716"/>
                      <a:pt x="1570" y="10414"/>
                      <a:pt x="1915" y="9151"/>
                    </a:cubicBezTo>
                    <a:cubicBezTo>
                      <a:pt x="2374" y="7466"/>
                      <a:pt x="3293" y="5973"/>
                      <a:pt x="4441" y="4672"/>
                    </a:cubicBezTo>
                    <a:cubicBezTo>
                      <a:pt x="4977" y="3600"/>
                      <a:pt x="5284" y="2451"/>
                      <a:pt x="5934" y="1417"/>
                    </a:cubicBezTo>
                    <a:cubicBezTo>
                      <a:pt x="6585" y="39"/>
                      <a:pt x="7045" y="1"/>
                      <a:pt x="8270" y="843"/>
                    </a:cubicBezTo>
                    <a:cubicBezTo>
                      <a:pt x="9189" y="1341"/>
                      <a:pt x="10299" y="1456"/>
                      <a:pt x="11294" y="17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42"/>
              <p:cNvSpPr/>
              <p:nvPr/>
            </p:nvSpPr>
            <p:spPr>
              <a:xfrm>
                <a:off x="6061075" y="4361550"/>
                <a:ext cx="251750" cy="381900"/>
              </a:xfrm>
              <a:custGeom>
                <a:avLst/>
                <a:gdLst/>
                <a:ahLst/>
                <a:cxnLst/>
                <a:rect l="l" t="t" r="r" b="b"/>
                <a:pathLst>
                  <a:path w="10070" h="15276" extrusionOk="0">
                    <a:moveTo>
                      <a:pt x="8997" y="1800"/>
                    </a:moveTo>
                    <a:cubicBezTo>
                      <a:pt x="10069" y="1953"/>
                      <a:pt x="10069" y="2872"/>
                      <a:pt x="9648" y="3676"/>
                    </a:cubicBezTo>
                    <a:cubicBezTo>
                      <a:pt x="9150" y="4939"/>
                      <a:pt x="9380" y="6355"/>
                      <a:pt x="9189" y="7695"/>
                    </a:cubicBezTo>
                    <a:cubicBezTo>
                      <a:pt x="8997" y="8078"/>
                      <a:pt x="8691" y="8423"/>
                      <a:pt x="8576" y="8844"/>
                    </a:cubicBezTo>
                    <a:cubicBezTo>
                      <a:pt x="6624" y="15276"/>
                      <a:pt x="9303" y="14472"/>
                      <a:pt x="1915" y="14586"/>
                    </a:cubicBezTo>
                    <a:cubicBezTo>
                      <a:pt x="0" y="14625"/>
                      <a:pt x="422" y="13553"/>
                      <a:pt x="766" y="12251"/>
                    </a:cubicBezTo>
                    <a:cubicBezTo>
                      <a:pt x="1187" y="10299"/>
                      <a:pt x="1991" y="8499"/>
                      <a:pt x="2833" y="6738"/>
                    </a:cubicBezTo>
                    <a:cubicBezTo>
                      <a:pt x="3408" y="5705"/>
                      <a:pt x="3101" y="4480"/>
                      <a:pt x="3523" y="3369"/>
                    </a:cubicBezTo>
                    <a:cubicBezTo>
                      <a:pt x="3791" y="2489"/>
                      <a:pt x="4594" y="0"/>
                      <a:pt x="5781" y="1264"/>
                    </a:cubicBezTo>
                    <a:cubicBezTo>
                      <a:pt x="6509" y="957"/>
                      <a:pt x="8117" y="1723"/>
                      <a:pt x="8997" y="180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42"/>
              <p:cNvSpPr/>
              <p:nvPr/>
            </p:nvSpPr>
            <p:spPr>
              <a:xfrm>
                <a:off x="6233350" y="4409400"/>
                <a:ext cx="235475" cy="323525"/>
              </a:xfrm>
              <a:custGeom>
                <a:avLst/>
                <a:gdLst/>
                <a:ahLst/>
                <a:cxnLst/>
                <a:rect l="l" t="t" r="r" b="b"/>
                <a:pathLst>
                  <a:path w="9419" h="12941" extrusionOk="0">
                    <a:moveTo>
                      <a:pt x="5628" y="536"/>
                    </a:moveTo>
                    <a:cubicBezTo>
                      <a:pt x="6700" y="728"/>
                      <a:pt x="9418" y="115"/>
                      <a:pt x="8959" y="1991"/>
                    </a:cubicBezTo>
                    <a:cubicBezTo>
                      <a:pt x="8614" y="3599"/>
                      <a:pt x="9150" y="5399"/>
                      <a:pt x="8576" y="6968"/>
                    </a:cubicBezTo>
                    <a:cubicBezTo>
                      <a:pt x="8117" y="8423"/>
                      <a:pt x="7849" y="9954"/>
                      <a:pt x="7581" y="11486"/>
                    </a:cubicBezTo>
                    <a:cubicBezTo>
                      <a:pt x="7542" y="12443"/>
                      <a:pt x="6662" y="12940"/>
                      <a:pt x="5781" y="12787"/>
                    </a:cubicBezTo>
                    <a:cubicBezTo>
                      <a:pt x="4556" y="12558"/>
                      <a:pt x="3331" y="12940"/>
                      <a:pt x="2106" y="12864"/>
                    </a:cubicBezTo>
                    <a:cubicBezTo>
                      <a:pt x="766" y="12826"/>
                      <a:pt x="0" y="12404"/>
                      <a:pt x="536" y="10988"/>
                    </a:cubicBezTo>
                    <a:cubicBezTo>
                      <a:pt x="919" y="9112"/>
                      <a:pt x="1111" y="7160"/>
                      <a:pt x="2183" y="5552"/>
                    </a:cubicBezTo>
                    <a:cubicBezTo>
                      <a:pt x="1953" y="4556"/>
                      <a:pt x="2336" y="1"/>
                      <a:pt x="3905" y="498"/>
                    </a:cubicBezTo>
                    <a:cubicBezTo>
                      <a:pt x="4403" y="192"/>
                      <a:pt x="5054" y="575"/>
                      <a:pt x="5628" y="53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42"/>
              <p:cNvSpPr/>
              <p:nvPr/>
            </p:nvSpPr>
            <p:spPr>
              <a:xfrm>
                <a:off x="6414250" y="4424725"/>
                <a:ext cx="232600" cy="304375"/>
              </a:xfrm>
              <a:custGeom>
                <a:avLst/>
                <a:gdLst/>
                <a:ahLst/>
                <a:cxnLst/>
                <a:rect l="l" t="t" r="r" b="b"/>
                <a:pathLst>
                  <a:path w="9304" h="12175" extrusionOk="0">
                    <a:moveTo>
                      <a:pt x="38" y="11102"/>
                    </a:moveTo>
                    <a:cubicBezTo>
                      <a:pt x="115" y="9150"/>
                      <a:pt x="613" y="7197"/>
                      <a:pt x="1417" y="5398"/>
                    </a:cubicBezTo>
                    <a:cubicBezTo>
                      <a:pt x="1417" y="4250"/>
                      <a:pt x="1340" y="3024"/>
                      <a:pt x="1455" y="1876"/>
                    </a:cubicBezTo>
                    <a:cubicBezTo>
                      <a:pt x="1417" y="995"/>
                      <a:pt x="1914" y="153"/>
                      <a:pt x="2871" y="459"/>
                    </a:cubicBezTo>
                    <a:lnTo>
                      <a:pt x="2910" y="459"/>
                    </a:lnTo>
                    <a:cubicBezTo>
                      <a:pt x="3522" y="230"/>
                      <a:pt x="4211" y="230"/>
                      <a:pt x="4939" y="268"/>
                    </a:cubicBezTo>
                    <a:cubicBezTo>
                      <a:pt x="5398" y="268"/>
                      <a:pt x="5896" y="268"/>
                      <a:pt x="6355" y="191"/>
                    </a:cubicBezTo>
                    <a:cubicBezTo>
                      <a:pt x="6929" y="191"/>
                      <a:pt x="7619" y="0"/>
                      <a:pt x="8078" y="421"/>
                    </a:cubicBezTo>
                    <a:cubicBezTo>
                      <a:pt x="9303" y="2182"/>
                      <a:pt x="8499" y="4977"/>
                      <a:pt x="8537" y="7006"/>
                    </a:cubicBezTo>
                    <a:cubicBezTo>
                      <a:pt x="8461" y="8537"/>
                      <a:pt x="8959" y="10298"/>
                      <a:pt x="8231" y="11677"/>
                    </a:cubicBezTo>
                    <a:cubicBezTo>
                      <a:pt x="8001" y="12021"/>
                      <a:pt x="7657" y="12098"/>
                      <a:pt x="7274" y="12098"/>
                    </a:cubicBezTo>
                    <a:cubicBezTo>
                      <a:pt x="7274" y="12098"/>
                      <a:pt x="7236" y="12059"/>
                      <a:pt x="7236" y="12059"/>
                    </a:cubicBezTo>
                    <a:cubicBezTo>
                      <a:pt x="7121" y="11983"/>
                      <a:pt x="7006" y="11983"/>
                      <a:pt x="6891" y="12021"/>
                    </a:cubicBezTo>
                    <a:cubicBezTo>
                      <a:pt x="6815" y="12021"/>
                      <a:pt x="6776" y="12021"/>
                      <a:pt x="6700" y="12021"/>
                    </a:cubicBezTo>
                    <a:cubicBezTo>
                      <a:pt x="6585" y="12021"/>
                      <a:pt x="6470" y="12021"/>
                      <a:pt x="6317" y="12021"/>
                    </a:cubicBezTo>
                    <a:cubicBezTo>
                      <a:pt x="5972" y="12059"/>
                      <a:pt x="5628" y="12098"/>
                      <a:pt x="5283" y="12098"/>
                    </a:cubicBezTo>
                    <a:cubicBezTo>
                      <a:pt x="5130" y="12098"/>
                      <a:pt x="4939" y="12098"/>
                      <a:pt x="4786" y="12098"/>
                    </a:cubicBezTo>
                    <a:cubicBezTo>
                      <a:pt x="4671" y="12098"/>
                      <a:pt x="4556" y="12098"/>
                      <a:pt x="4441" y="12136"/>
                    </a:cubicBezTo>
                    <a:lnTo>
                      <a:pt x="3675" y="12136"/>
                    </a:lnTo>
                    <a:cubicBezTo>
                      <a:pt x="3637" y="12059"/>
                      <a:pt x="3561" y="12021"/>
                      <a:pt x="3484" y="11983"/>
                    </a:cubicBezTo>
                    <a:cubicBezTo>
                      <a:pt x="3369" y="11983"/>
                      <a:pt x="3293" y="11983"/>
                      <a:pt x="3178" y="11983"/>
                    </a:cubicBezTo>
                    <a:cubicBezTo>
                      <a:pt x="3139" y="11983"/>
                      <a:pt x="3063" y="11983"/>
                      <a:pt x="3025" y="12021"/>
                    </a:cubicBezTo>
                    <a:cubicBezTo>
                      <a:pt x="2871" y="12021"/>
                      <a:pt x="2757" y="12021"/>
                      <a:pt x="2642" y="12059"/>
                    </a:cubicBezTo>
                    <a:lnTo>
                      <a:pt x="1953" y="12098"/>
                    </a:lnTo>
                    <a:cubicBezTo>
                      <a:pt x="1838" y="12136"/>
                      <a:pt x="1761" y="12136"/>
                      <a:pt x="1646" y="12136"/>
                    </a:cubicBezTo>
                    <a:cubicBezTo>
                      <a:pt x="1531" y="12136"/>
                      <a:pt x="1417" y="12136"/>
                      <a:pt x="1302" y="12174"/>
                    </a:cubicBezTo>
                    <a:lnTo>
                      <a:pt x="1187" y="12174"/>
                    </a:lnTo>
                    <a:cubicBezTo>
                      <a:pt x="613" y="12021"/>
                      <a:pt x="115" y="11715"/>
                      <a:pt x="0" y="1110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42"/>
              <p:cNvSpPr/>
              <p:nvPr/>
            </p:nvSpPr>
            <p:spPr>
              <a:xfrm>
                <a:off x="6608525" y="4395050"/>
                <a:ext cx="234525" cy="334050"/>
              </a:xfrm>
              <a:custGeom>
                <a:avLst/>
                <a:gdLst/>
                <a:ahLst/>
                <a:cxnLst/>
                <a:rect l="l" t="t" r="r" b="b"/>
                <a:pathLst>
                  <a:path w="9381" h="13362" extrusionOk="0">
                    <a:moveTo>
                      <a:pt x="3867" y="13208"/>
                    </a:moveTo>
                    <a:cubicBezTo>
                      <a:pt x="3408" y="13132"/>
                      <a:pt x="2949" y="13093"/>
                      <a:pt x="2489" y="13055"/>
                    </a:cubicBezTo>
                    <a:cubicBezTo>
                      <a:pt x="2298" y="13055"/>
                      <a:pt x="2068" y="13017"/>
                      <a:pt x="1877" y="13017"/>
                    </a:cubicBezTo>
                    <a:cubicBezTo>
                      <a:pt x="1609" y="13017"/>
                      <a:pt x="1302" y="12978"/>
                      <a:pt x="1073" y="13132"/>
                    </a:cubicBezTo>
                    <a:cubicBezTo>
                      <a:pt x="1034" y="13170"/>
                      <a:pt x="996" y="13208"/>
                      <a:pt x="996" y="13208"/>
                    </a:cubicBezTo>
                    <a:cubicBezTo>
                      <a:pt x="154" y="12787"/>
                      <a:pt x="460" y="11830"/>
                      <a:pt x="537" y="10873"/>
                    </a:cubicBezTo>
                    <a:cubicBezTo>
                      <a:pt x="652" y="9533"/>
                      <a:pt x="498" y="8155"/>
                      <a:pt x="537" y="6776"/>
                    </a:cubicBezTo>
                    <a:cubicBezTo>
                      <a:pt x="766" y="5475"/>
                      <a:pt x="460" y="4173"/>
                      <a:pt x="384" y="2872"/>
                    </a:cubicBezTo>
                    <a:cubicBezTo>
                      <a:pt x="1" y="1378"/>
                      <a:pt x="2068" y="1455"/>
                      <a:pt x="3025" y="1110"/>
                    </a:cubicBezTo>
                    <a:cubicBezTo>
                      <a:pt x="4327" y="996"/>
                      <a:pt x="5935" y="0"/>
                      <a:pt x="7083" y="957"/>
                    </a:cubicBezTo>
                    <a:cubicBezTo>
                      <a:pt x="8385" y="2412"/>
                      <a:pt x="8538" y="4441"/>
                      <a:pt x="8844" y="6279"/>
                    </a:cubicBezTo>
                    <a:cubicBezTo>
                      <a:pt x="9380" y="8231"/>
                      <a:pt x="9151" y="10375"/>
                      <a:pt x="8844" y="12366"/>
                    </a:cubicBezTo>
                    <a:cubicBezTo>
                      <a:pt x="8691" y="13323"/>
                      <a:pt x="7849" y="13285"/>
                      <a:pt x="7083" y="13246"/>
                    </a:cubicBezTo>
                    <a:cubicBezTo>
                      <a:pt x="6815" y="13246"/>
                      <a:pt x="6586" y="13208"/>
                      <a:pt x="6394" y="13246"/>
                    </a:cubicBezTo>
                    <a:cubicBezTo>
                      <a:pt x="5858" y="13246"/>
                      <a:pt x="5322" y="13323"/>
                      <a:pt x="4786" y="13361"/>
                    </a:cubicBezTo>
                    <a:cubicBezTo>
                      <a:pt x="4480" y="13285"/>
                      <a:pt x="4174" y="13246"/>
                      <a:pt x="3867" y="13208"/>
                    </a:cubicBezTo>
                    <a:close/>
                  </a:path>
                </a:pathLst>
              </a:custGeom>
              <a:solidFill>
                <a:srgbClr val="6279C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42"/>
              <p:cNvSpPr/>
              <p:nvPr/>
            </p:nvSpPr>
            <p:spPr>
              <a:xfrm>
                <a:off x="6895650" y="4320400"/>
                <a:ext cx="289075" cy="405825"/>
              </a:xfrm>
              <a:custGeom>
                <a:avLst/>
                <a:gdLst/>
                <a:ahLst/>
                <a:cxnLst/>
                <a:rect l="l" t="t" r="r" b="b"/>
                <a:pathLst>
                  <a:path w="11563" h="16233" extrusionOk="0">
                    <a:moveTo>
                      <a:pt x="4748" y="13897"/>
                    </a:moveTo>
                    <a:cubicBezTo>
                      <a:pt x="4518" y="11868"/>
                      <a:pt x="4365" y="9494"/>
                      <a:pt x="2796" y="7963"/>
                    </a:cubicBezTo>
                    <a:cubicBezTo>
                      <a:pt x="2489" y="7542"/>
                      <a:pt x="2528" y="6968"/>
                      <a:pt x="2413" y="6470"/>
                    </a:cubicBezTo>
                    <a:cubicBezTo>
                      <a:pt x="2221" y="5513"/>
                      <a:pt x="1762" y="4671"/>
                      <a:pt x="1226" y="3867"/>
                    </a:cubicBezTo>
                    <a:cubicBezTo>
                      <a:pt x="920" y="3369"/>
                      <a:pt x="575" y="3063"/>
                      <a:pt x="269" y="2603"/>
                    </a:cubicBezTo>
                    <a:cubicBezTo>
                      <a:pt x="1" y="2029"/>
                      <a:pt x="728" y="1340"/>
                      <a:pt x="1303" y="1646"/>
                    </a:cubicBezTo>
                    <a:cubicBezTo>
                      <a:pt x="2451" y="1110"/>
                      <a:pt x="3523" y="268"/>
                      <a:pt x="4786" y="0"/>
                    </a:cubicBezTo>
                    <a:cubicBezTo>
                      <a:pt x="6777" y="383"/>
                      <a:pt x="8079" y="3828"/>
                      <a:pt x="8998" y="5398"/>
                    </a:cubicBezTo>
                    <a:cubicBezTo>
                      <a:pt x="10873" y="7887"/>
                      <a:pt x="11563" y="12749"/>
                      <a:pt x="10567" y="15696"/>
                    </a:cubicBezTo>
                    <a:cubicBezTo>
                      <a:pt x="9840" y="15735"/>
                      <a:pt x="9151" y="15773"/>
                      <a:pt x="8423" y="15811"/>
                    </a:cubicBezTo>
                    <a:cubicBezTo>
                      <a:pt x="7696" y="15888"/>
                      <a:pt x="6892" y="15926"/>
                      <a:pt x="6165" y="16041"/>
                    </a:cubicBezTo>
                    <a:cubicBezTo>
                      <a:pt x="5820" y="16118"/>
                      <a:pt x="5475" y="16156"/>
                      <a:pt x="5131" y="16232"/>
                    </a:cubicBezTo>
                    <a:cubicBezTo>
                      <a:pt x="4595" y="15735"/>
                      <a:pt x="4825" y="14624"/>
                      <a:pt x="4710" y="1389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42"/>
              <p:cNvSpPr/>
              <p:nvPr/>
            </p:nvSpPr>
            <p:spPr>
              <a:xfrm>
                <a:off x="7032525" y="4240950"/>
                <a:ext cx="324475" cy="487175"/>
              </a:xfrm>
              <a:custGeom>
                <a:avLst/>
                <a:gdLst/>
                <a:ahLst/>
                <a:cxnLst/>
                <a:rect l="l" t="t" r="r" b="b"/>
                <a:pathLst>
                  <a:path w="12979" h="19487" extrusionOk="0">
                    <a:moveTo>
                      <a:pt x="1494" y="4059"/>
                    </a:moveTo>
                    <a:lnTo>
                      <a:pt x="1494" y="4059"/>
                    </a:lnTo>
                    <a:cubicBezTo>
                      <a:pt x="1455" y="4097"/>
                      <a:pt x="1417" y="4135"/>
                      <a:pt x="1379" y="4135"/>
                    </a:cubicBezTo>
                    <a:cubicBezTo>
                      <a:pt x="1379" y="4173"/>
                      <a:pt x="1340" y="4212"/>
                      <a:pt x="1302" y="4212"/>
                    </a:cubicBezTo>
                    <a:cubicBezTo>
                      <a:pt x="1302" y="4212"/>
                      <a:pt x="1302" y="4212"/>
                      <a:pt x="1302" y="4212"/>
                    </a:cubicBezTo>
                    <a:cubicBezTo>
                      <a:pt x="1340" y="4212"/>
                      <a:pt x="1379" y="4173"/>
                      <a:pt x="1379" y="4135"/>
                    </a:cubicBezTo>
                    <a:cubicBezTo>
                      <a:pt x="1417" y="4135"/>
                      <a:pt x="1455" y="4097"/>
                      <a:pt x="1494" y="4059"/>
                    </a:cubicBezTo>
                    <a:lnTo>
                      <a:pt x="1494" y="4059"/>
                    </a:lnTo>
                    <a:close/>
                    <a:moveTo>
                      <a:pt x="12022" y="13285"/>
                    </a:moveTo>
                    <a:cubicBezTo>
                      <a:pt x="12175" y="14127"/>
                      <a:pt x="12979" y="17037"/>
                      <a:pt x="12136" y="17764"/>
                    </a:cubicBezTo>
                    <a:cubicBezTo>
                      <a:pt x="12251" y="18721"/>
                      <a:pt x="11983" y="19487"/>
                      <a:pt x="10528" y="19181"/>
                    </a:cubicBezTo>
                    <a:cubicBezTo>
                      <a:pt x="9112" y="18836"/>
                      <a:pt x="7695" y="19066"/>
                      <a:pt x="6279" y="19142"/>
                    </a:cubicBezTo>
                    <a:cubicBezTo>
                      <a:pt x="5513" y="19219"/>
                      <a:pt x="5092" y="18530"/>
                      <a:pt x="5322" y="17879"/>
                    </a:cubicBezTo>
                    <a:cubicBezTo>
                      <a:pt x="5437" y="17075"/>
                      <a:pt x="5475" y="16233"/>
                      <a:pt x="5398" y="15429"/>
                    </a:cubicBezTo>
                    <a:cubicBezTo>
                      <a:pt x="5092" y="13285"/>
                      <a:pt x="4518" y="11141"/>
                      <a:pt x="3561" y="9189"/>
                    </a:cubicBezTo>
                    <a:cubicBezTo>
                      <a:pt x="3140" y="7045"/>
                      <a:pt x="1455" y="5552"/>
                      <a:pt x="192" y="3867"/>
                    </a:cubicBezTo>
                    <a:cubicBezTo>
                      <a:pt x="0" y="3370"/>
                      <a:pt x="383" y="2948"/>
                      <a:pt x="804" y="2872"/>
                    </a:cubicBezTo>
                    <a:cubicBezTo>
                      <a:pt x="1187" y="2374"/>
                      <a:pt x="2144" y="2144"/>
                      <a:pt x="2565" y="1800"/>
                    </a:cubicBezTo>
                    <a:cubicBezTo>
                      <a:pt x="3523" y="1379"/>
                      <a:pt x="4288" y="1"/>
                      <a:pt x="5398" y="1111"/>
                    </a:cubicBezTo>
                    <a:cubicBezTo>
                      <a:pt x="6279" y="1838"/>
                      <a:pt x="7045" y="2757"/>
                      <a:pt x="7695" y="3714"/>
                    </a:cubicBezTo>
                    <a:cubicBezTo>
                      <a:pt x="8385" y="4748"/>
                      <a:pt x="8423" y="6011"/>
                      <a:pt x="9189" y="6968"/>
                    </a:cubicBezTo>
                    <a:cubicBezTo>
                      <a:pt x="10452" y="8921"/>
                      <a:pt x="11371" y="11065"/>
                      <a:pt x="12022" y="13285"/>
                    </a:cubicBezTo>
                    <a:close/>
                  </a:path>
                </a:pathLst>
              </a:custGeom>
              <a:solidFill>
                <a:srgbClr val="FAA0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42"/>
              <p:cNvSpPr/>
              <p:nvPr/>
            </p:nvSpPr>
            <p:spPr>
              <a:xfrm>
                <a:off x="7144500" y="4153850"/>
                <a:ext cx="206750" cy="416375"/>
              </a:xfrm>
              <a:custGeom>
                <a:avLst/>
                <a:gdLst/>
                <a:ahLst/>
                <a:cxnLst/>
                <a:rect l="l" t="t" r="r" b="b"/>
                <a:pathLst>
                  <a:path w="8270" h="16655" extrusionOk="0">
                    <a:moveTo>
                      <a:pt x="7466" y="2374"/>
                    </a:moveTo>
                    <a:cubicBezTo>
                      <a:pt x="8079" y="3331"/>
                      <a:pt x="8270" y="4518"/>
                      <a:pt x="8232" y="5667"/>
                    </a:cubicBezTo>
                    <a:cubicBezTo>
                      <a:pt x="7925" y="8347"/>
                      <a:pt x="7925" y="11065"/>
                      <a:pt x="7964" y="13783"/>
                    </a:cubicBezTo>
                    <a:cubicBezTo>
                      <a:pt x="7887" y="14089"/>
                      <a:pt x="8040" y="14702"/>
                      <a:pt x="8079" y="15276"/>
                    </a:cubicBezTo>
                    <a:cubicBezTo>
                      <a:pt x="8079" y="15429"/>
                      <a:pt x="8079" y="15582"/>
                      <a:pt x="8079" y="15735"/>
                    </a:cubicBezTo>
                    <a:lnTo>
                      <a:pt x="8079" y="15735"/>
                    </a:lnTo>
                    <a:cubicBezTo>
                      <a:pt x="8079" y="16233"/>
                      <a:pt x="7925" y="16654"/>
                      <a:pt x="7428" y="16539"/>
                    </a:cubicBezTo>
                    <a:cubicBezTo>
                      <a:pt x="7198" y="16501"/>
                      <a:pt x="7045" y="16310"/>
                      <a:pt x="7007" y="16080"/>
                    </a:cubicBezTo>
                    <a:cubicBezTo>
                      <a:pt x="7007" y="16080"/>
                      <a:pt x="7007" y="16042"/>
                      <a:pt x="7007" y="16042"/>
                    </a:cubicBezTo>
                    <a:cubicBezTo>
                      <a:pt x="6777" y="15046"/>
                      <a:pt x="6317" y="14013"/>
                      <a:pt x="5896" y="13132"/>
                    </a:cubicBezTo>
                    <a:cubicBezTo>
                      <a:pt x="5590" y="12520"/>
                      <a:pt x="5246" y="11945"/>
                      <a:pt x="4901" y="11333"/>
                    </a:cubicBezTo>
                    <a:cubicBezTo>
                      <a:pt x="4901" y="11333"/>
                      <a:pt x="4863" y="11333"/>
                      <a:pt x="4863" y="11333"/>
                    </a:cubicBezTo>
                    <a:cubicBezTo>
                      <a:pt x="4327" y="10452"/>
                      <a:pt x="3791" y="9610"/>
                      <a:pt x="3293" y="8729"/>
                    </a:cubicBezTo>
                    <a:cubicBezTo>
                      <a:pt x="2795" y="7734"/>
                      <a:pt x="2374" y="6662"/>
                      <a:pt x="1570" y="5820"/>
                    </a:cubicBezTo>
                    <a:cubicBezTo>
                      <a:pt x="1570" y="5782"/>
                      <a:pt x="1532" y="5743"/>
                      <a:pt x="1494" y="5705"/>
                    </a:cubicBezTo>
                    <a:cubicBezTo>
                      <a:pt x="1149" y="5360"/>
                      <a:pt x="805" y="5016"/>
                      <a:pt x="422" y="4710"/>
                    </a:cubicBezTo>
                    <a:cubicBezTo>
                      <a:pt x="1" y="4518"/>
                      <a:pt x="77" y="3867"/>
                      <a:pt x="498" y="3753"/>
                    </a:cubicBezTo>
                    <a:cubicBezTo>
                      <a:pt x="498" y="3676"/>
                      <a:pt x="537" y="3638"/>
                      <a:pt x="537" y="3561"/>
                    </a:cubicBezTo>
                    <a:cubicBezTo>
                      <a:pt x="728" y="3102"/>
                      <a:pt x="1417" y="3025"/>
                      <a:pt x="1723" y="2642"/>
                    </a:cubicBezTo>
                    <a:cubicBezTo>
                      <a:pt x="2145" y="2259"/>
                      <a:pt x="2527" y="1877"/>
                      <a:pt x="2872" y="1456"/>
                    </a:cubicBezTo>
                    <a:lnTo>
                      <a:pt x="2872" y="1456"/>
                    </a:lnTo>
                    <a:cubicBezTo>
                      <a:pt x="3140" y="1149"/>
                      <a:pt x="3408" y="805"/>
                      <a:pt x="3638" y="460"/>
                    </a:cubicBezTo>
                    <a:cubicBezTo>
                      <a:pt x="3638" y="460"/>
                      <a:pt x="3676" y="460"/>
                      <a:pt x="3676" y="460"/>
                    </a:cubicBezTo>
                    <a:cubicBezTo>
                      <a:pt x="3829" y="230"/>
                      <a:pt x="4020" y="39"/>
                      <a:pt x="4288" y="1"/>
                    </a:cubicBezTo>
                    <a:cubicBezTo>
                      <a:pt x="4518" y="39"/>
                      <a:pt x="4748" y="116"/>
                      <a:pt x="4978" y="230"/>
                    </a:cubicBezTo>
                    <a:cubicBezTo>
                      <a:pt x="5590" y="537"/>
                      <a:pt x="6126" y="1111"/>
                      <a:pt x="6662" y="1494"/>
                    </a:cubicBezTo>
                    <a:cubicBezTo>
                      <a:pt x="7007" y="1762"/>
                      <a:pt x="7275" y="2068"/>
                      <a:pt x="7466" y="237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42"/>
              <p:cNvSpPr/>
              <p:nvPr/>
            </p:nvSpPr>
            <p:spPr>
              <a:xfrm>
                <a:off x="7246925" y="4050500"/>
                <a:ext cx="103375" cy="166550"/>
              </a:xfrm>
              <a:custGeom>
                <a:avLst/>
                <a:gdLst/>
                <a:ahLst/>
                <a:cxnLst/>
                <a:rect l="l" t="t" r="r" b="b"/>
                <a:pathLst>
                  <a:path w="4135" h="6662" extrusionOk="0">
                    <a:moveTo>
                      <a:pt x="3446" y="1149"/>
                    </a:moveTo>
                    <a:cubicBezTo>
                      <a:pt x="4135" y="1646"/>
                      <a:pt x="3982" y="2642"/>
                      <a:pt x="3982" y="3407"/>
                    </a:cubicBezTo>
                    <a:cubicBezTo>
                      <a:pt x="3982" y="3637"/>
                      <a:pt x="3982" y="3867"/>
                      <a:pt x="3982" y="4135"/>
                    </a:cubicBezTo>
                    <a:cubicBezTo>
                      <a:pt x="3943" y="4250"/>
                      <a:pt x="3943" y="4364"/>
                      <a:pt x="3905" y="4518"/>
                    </a:cubicBezTo>
                    <a:cubicBezTo>
                      <a:pt x="3867" y="4786"/>
                      <a:pt x="3867" y="5015"/>
                      <a:pt x="3828" y="5283"/>
                    </a:cubicBezTo>
                    <a:cubicBezTo>
                      <a:pt x="3828" y="5743"/>
                      <a:pt x="3790" y="6202"/>
                      <a:pt x="3828" y="6661"/>
                    </a:cubicBezTo>
                    <a:cubicBezTo>
                      <a:pt x="3752" y="6661"/>
                      <a:pt x="3714" y="6661"/>
                      <a:pt x="3637" y="6661"/>
                    </a:cubicBezTo>
                    <a:cubicBezTo>
                      <a:pt x="3599" y="6661"/>
                      <a:pt x="3560" y="6661"/>
                      <a:pt x="3560" y="6661"/>
                    </a:cubicBezTo>
                    <a:cubicBezTo>
                      <a:pt x="3101" y="6623"/>
                      <a:pt x="3024" y="6202"/>
                      <a:pt x="2871" y="5896"/>
                    </a:cubicBezTo>
                    <a:cubicBezTo>
                      <a:pt x="2565" y="5590"/>
                      <a:pt x="2220" y="5322"/>
                      <a:pt x="1876" y="5092"/>
                    </a:cubicBezTo>
                    <a:cubicBezTo>
                      <a:pt x="1455" y="4709"/>
                      <a:pt x="766" y="4786"/>
                      <a:pt x="345" y="4403"/>
                    </a:cubicBezTo>
                    <a:cubicBezTo>
                      <a:pt x="0" y="4020"/>
                      <a:pt x="345" y="3369"/>
                      <a:pt x="842" y="3369"/>
                    </a:cubicBezTo>
                    <a:cubicBezTo>
                      <a:pt x="842" y="2795"/>
                      <a:pt x="1225" y="2106"/>
                      <a:pt x="919" y="1570"/>
                    </a:cubicBezTo>
                    <a:cubicBezTo>
                      <a:pt x="766" y="1340"/>
                      <a:pt x="498" y="1187"/>
                      <a:pt x="498" y="919"/>
                    </a:cubicBezTo>
                    <a:cubicBezTo>
                      <a:pt x="383" y="421"/>
                      <a:pt x="1034" y="0"/>
                      <a:pt x="1455" y="306"/>
                    </a:cubicBezTo>
                    <a:cubicBezTo>
                      <a:pt x="2182" y="192"/>
                      <a:pt x="2833" y="766"/>
                      <a:pt x="3407" y="114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42"/>
              <p:cNvSpPr/>
              <p:nvPr/>
            </p:nvSpPr>
            <p:spPr>
              <a:xfrm>
                <a:off x="6605650" y="4531900"/>
                <a:ext cx="303425" cy="128275"/>
              </a:xfrm>
              <a:custGeom>
                <a:avLst/>
                <a:gdLst/>
                <a:ahLst/>
                <a:cxnLst/>
                <a:rect l="l" t="t" r="r" b="b"/>
                <a:pathLst>
                  <a:path w="12137" h="5131" extrusionOk="0">
                    <a:moveTo>
                      <a:pt x="5820" y="4289"/>
                    </a:moveTo>
                    <a:cubicBezTo>
                      <a:pt x="3906" y="4097"/>
                      <a:pt x="1953" y="4021"/>
                      <a:pt x="1" y="3944"/>
                    </a:cubicBezTo>
                    <a:lnTo>
                      <a:pt x="39" y="3906"/>
                    </a:lnTo>
                    <a:lnTo>
                      <a:pt x="39" y="3829"/>
                    </a:lnTo>
                    <a:lnTo>
                      <a:pt x="39" y="3791"/>
                    </a:lnTo>
                    <a:lnTo>
                      <a:pt x="39" y="3714"/>
                    </a:lnTo>
                    <a:lnTo>
                      <a:pt x="39" y="3676"/>
                    </a:lnTo>
                    <a:lnTo>
                      <a:pt x="77" y="3599"/>
                    </a:lnTo>
                    <a:lnTo>
                      <a:pt x="77" y="3523"/>
                    </a:lnTo>
                    <a:lnTo>
                      <a:pt x="77" y="3485"/>
                    </a:lnTo>
                    <a:lnTo>
                      <a:pt x="77" y="3408"/>
                    </a:lnTo>
                    <a:lnTo>
                      <a:pt x="116" y="3370"/>
                    </a:lnTo>
                    <a:lnTo>
                      <a:pt x="116" y="3293"/>
                    </a:lnTo>
                    <a:lnTo>
                      <a:pt x="116" y="3217"/>
                    </a:lnTo>
                    <a:lnTo>
                      <a:pt x="116" y="3178"/>
                    </a:lnTo>
                    <a:lnTo>
                      <a:pt x="154" y="3102"/>
                    </a:lnTo>
                    <a:lnTo>
                      <a:pt x="154" y="3025"/>
                    </a:lnTo>
                    <a:lnTo>
                      <a:pt x="154" y="2987"/>
                    </a:lnTo>
                    <a:lnTo>
                      <a:pt x="154" y="2910"/>
                    </a:lnTo>
                    <a:lnTo>
                      <a:pt x="192" y="2872"/>
                    </a:lnTo>
                    <a:lnTo>
                      <a:pt x="192" y="2796"/>
                    </a:lnTo>
                    <a:lnTo>
                      <a:pt x="192" y="2757"/>
                    </a:lnTo>
                    <a:lnTo>
                      <a:pt x="192" y="2681"/>
                    </a:lnTo>
                    <a:lnTo>
                      <a:pt x="231" y="2642"/>
                    </a:lnTo>
                    <a:lnTo>
                      <a:pt x="231" y="2566"/>
                    </a:lnTo>
                    <a:lnTo>
                      <a:pt x="231" y="2528"/>
                    </a:lnTo>
                    <a:lnTo>
                      <a:pt x="231" y="2451"/>
                    </a:lnTo>
                    <a:lnTo>
                      <a:pt x="269" y="2413"/>
                    </a:lnTo>
                    <a:lnTo>
                      <a:pt x="269" y="2336"/>
                    </a:lnTo>
                    <a:lnTo>
                      <a:pt x="269" y="2298"/>
                    </a:lnTo>
                    <a:lnTo>
                      <a:pt x="269" y="2260"/>
                    </a:lnTo>
                    <a:lnTo>
                      <a:pt x="269" y="2221"/>
                    </a:lnTo>
                    <a:lnTo>
                      <a:pt x="269" y="2145"/>
                    </a:lnTo>
                    <a:lnTo>
                      <a:pt x="307" y="2106"/>
                    </a:lnTo>
                    <a:lnTo>
                      <a:pt x="307" y="2068"/>
                    </a:lnTo>
                    <a:lnTo>
                      <a:pt x="307" y="2030"/>
                    </a:lnTo>
                    <a:lnTo>
                      <a:pt x="307" y="1953"/>
                    </a:lnTo>
                    <a:lnTo>
                      <a:pt x="307" y="1915"/>
                    </a:lnTo>
                    <a:lnTo>
                      <a:pt x="307" y="1877"/>
                    </a:lnTo>
                    <a:lnTo>
                      <a:pt x="307" y="1800"/>
                    </a:lnTo>
                    <a:lnTo>
                      <a:pt x="307" y="1762"/>
                    </a:lnTo>
                    <a:lnTo>
                      <a:pt x="307" y="1724"/>
                    </a:lnTo>
                    <a:lnTo>
                      <a:pt x="307" y="1685"/>
                    </a:lnTo>
                    <a:cubicBezTo>
                      <a:pt x="4097" y="1417"/>
                      <a:pt x="7811" y="766"/>
                      <a:pt x="11524" y="1"/>
                    </a:cubicBezTo>
                    <a:lnTo>
                      <a:pt x="11563" y="154"/>
                    </a:lnTo>
                    <a:lnTo>
                      <a:pt x="11601" y="422"/>
                    </a:lnTo>
                    <a:lnTo>
                      <a:pt x="11639" y="690"/>
                    </a:lnTo>
                    <a:lnTo>
                      <a:pt x="11677" y="958"/>
                    </a:lnTo>
                    <a:lnTo>
                      <a:pt x="11716" y="1226"/>
                    </a:lnTo>
                    <a:lnTo>
                      <a:pt x="11754" y="1456"/>
                    </a:lnTo>
                    <a:lnTo>
                      <a:pt x="11792" y="1724"/>
                    </a:lnTo>
                    <a:lnTo>
                      <a:pt x="11831" y="1992"/>
                    </a:lnTo>
                    <a:lnTo>
                      <a:pt x="11869" y="2221"/>
                    </a:lnTo>
                    <a:lnTo>
                      <a:pt x="11907" y="2451"/>
                    </a:lnTo>
                    <a:lnTo>
                      <a:pt x="11945" y="2719"/>
                    </a:lnTo>
                    <a:lnTo>
                      <a:pt x="11945" y="2949"/>
                    </a:lnTo>
                    <a:lnTo>
                      <a:pt x="11984" y="3178"/>
                    </a:lnTo>
                    <a:lnTo>
                      <a:pt x="11984" y="3370"/>
                    </a:lnTo>
                    <a:lnTo>
                      <a:pt x="12022" y="3599"/>
                    </a:lnTo>
                    <a:lnTo>
                      <a:pt x="12022" y="3829"/>
                    </a:lnTo>
                    <a:lnTo>
                      <a:pt x="12060" y="4021"/>
                    </a:lnTo>
                    <a:lnTo>
                      <a:pt x="12060" y="4250"/>
                    </a:lnTo>
                    <a:lnTo>
                      <a:pt x="12099" y="4480"/>
                    </a:lnTo>
                    <a:lnTo>
                      <a:pt x="12099" y="4671"/>
                    </a:lnTo>
                    <a:lnTo>
                      <a:pt x="12099" y="4863"/>
                    </a:lnTo>
                    <a:lnTo>
                      <a:pt x="12137" y="5093"/>
                    </a:lnTo>
                    <a:lnTo>
                      <a:pt x="12137" y="5131"/>
                    </a:lnTo>
                    <a:cubicBezTo>
                      <a:pt x="10070" y="4748"/>
                      <a:pt x="7964" y="4480"/>
                      <a:pt x="5820" y="4250"/>
                    </a:cubicBezTo>
                    <a:close/>
                  </a:path>
                </a:pathLst>
              </a:custGeom>
              <a:solidFill>
                <a:srgbClr val="000000">
                  <a:alpha val="8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42"/>
              <p:cNvSpPr/>
              <p:nvPr/>
            </p:nvSpPr>
            <p:spPr>
              <a:xfrm>
                <a:off x="6422850" y="4572100"/>
                <a:ext cx="201025" cy="59375"/>
              </a:xfrm>
              <a:custGeom>
                <a:avLst/>
                <a:gdLst/>
                <a:ahLst/>
                <a:cxnLst/>
                <a:rect l="l" t="t" r="r" b="b"/>
                <a:pathLst>
                  <a:path w="8041" h="2375" extrusionOk="0">
                    <a:moveTo>
                      <a:pt x="1" y="1838"/>
                    </a:moveTo>
                    <a:lnTo>
                      <a:pt x="116" y="1570"/>
                    </a:lnTo>
                    <a:cubicBezTo>
                      <a:pt x="230" y="1302"/>
                      <a:pt x="307" y="1073"/>
                      <a:pt x="422" y="843"/>
                    </a:cubicBezTo>
                    <a:cubicBezTo>
                      <a:pt x="537" y="575"/>
                      <a:pt x="652" y="269"/>
                      <a:pt x="652" y="1"/>
                    </a:cubicBezTo>
                    <a:cubicBezTo>
                      <a:pt x="2183" y="77"/>
                      <a:pt x="3638" y="154"/>
                      <a:pt x="5092" y="154"/>
                    </a:cubicBezTo>
                    <a:cubicBezTo>
                      <a:pt x="6088" y="154"/>
                      <a:pt x="7045" y="116"/>
                      <a:pt x="8002" y="39"/>
                    </a:cubicBezTo>
                    <a:lnTo>
                      <a:pt x="8002" y="192"/>
                    </a:lnTo>
                    <a:cubicBezTo>
                      <a:pt x="8002" y="575"/>
                      <a:pt x="8040" y="920"/>
                      <a:pt x="8040" y="1302"/>
                    </a:cubicBezTo>
                    <a:lnTo>
                      <a:pt x="8040" y="1302"/>
                    </a:lnTo>
                    <a:lnTo>
                      <a:pt x="8040" y="1379"/>
                    </a:lnTo>
                    <a:lnTo>
                      <a:pt x="8040" y="1417"/>
                    </a:lnTo>
                    <a:lnTo>
                      <a:pt x="8040" y="2374"/>
                    </a:lnTo>
                    <a:cubicBezTo>
                      <a:pt x="5360" y="2259"/>
                      <a:pt x="2642" y="2145"/>
                      <a:pt x="1" y="1838"/>
                    </a:cubicBezTo>
                    <a:close/>
                  </a:path>
                </a:pathLst>
              </a:custGeom>
              <a:solidFill>
                <a:srgbClr val="000000">
                  <a:alpha val="8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42"/>
              <p:cNvSpPr/>
              <p:nvPr/>
            </p:nvSpPr>
            <p:spPr>
              <a:xfrm>
                <a:off x="5869650" y="4388350"/>
                <a:ext cx="574275" cy="229725"/>
              </a:xfrm>
              <a:custGeom>
                <a:avLst/>
                <a:gdLst/>
                <a:ahLst/>
                <a:cxnLst/>
                <a:rect l="l" t="t" r="r" b="b"/>
                <a:pathLst>
                  <a:path w="22971" h="9189" extrusionOk="0">
                    <a:moveTo>
                      <a:pt x="18492" y="8614"/>
                    </a:moveTo>
                    <a:lnTo>
                      <a:pt x="18492" y="8614"/>
                    </a:lnTo>
                    <a:cubicBezTo>
                      <a:pt x="17458" y="8461"/>
                      <a:pt x="16386" y="8231"/>
                      <a:pt x="15276" y="8002"/>
                    </a:cubicBezTo>
                    <a:cubicBezTo>
                      <a:pt x="15391" y="7695"/>
                      <a:pt x="15506" y="7389"/>
                      <a:pt x="15506" y="7083"/>
                    </a:cubicBezTo>
                    <a:cubicBezTo>
                      <a:pt x="15506" y="7006"/>
                      <a:pt x="15506" y="6930"/>
                      <a:pt x="15467" y="6853"/>
                    </a:cubicBezTo>
                    <a:cubicBezTo>
                      <a:pt x="15467" y="6776"/>
                      <a:pt x="15467" y="6700"/>
                      <a:pt x="15467" y="6623"/>
                    </a:cubicBezTo>
                    <a:cubicBezTo>
                      <a:pt x="15467" y="6547"/>
                      <a:pt x="15467" y="6432"/>
                      <a:pt x="15467" y="6355"/>
                    </a:cubicBezTo>
                    <a:cubicBezTo>
                      <a:pt x="17917" y="6853"/>
                      <a:pt x="20482" y="7159"/>
                      <a:pt x="22971" y="7351"/>
                    </a:cubicBezTo>
                    <a:cubicBezTo>
                      <a:pt x="22894" y="7542"/>
                      <a:pt x="22818" y="7772"/>
                      <a:pt x="22780" y="7963"/>
                    </a:cubicBezTo>
                    <a:cubicBezTo>
                      <a:pt x="22703" y="8270"/>
                      <a:pt x="22588" y="8576"/>
                      <a:pt x="22512" y="8844"/>
                    </a:cubicBezTo>
                    <a:cubicBezTo>
                      <a:pt x="22512" y="8959"/>
                      <a:pt x="22473" y="9073"/>
                      <a:pt x="22435" y="9188"/>
                    </a:cubicBezTo>
                    <a:cubicBezTo>
                      <a:pt x="21095" y="9073"/>
                      <a:pt x="19793" y="8844"/>
                      <a:pt x="18492" y="8576"/>
                    </a:cubicBezTo>
                    <a:lnTo>
                      <a:pt x="18492" y="8576"/>
                    </a:lnTo>
                    <a:close/>
                    <a:moveTo>
                      <a:pt x="1" y="689"/>
                    </a:moveTo>
                    <a:lnTo>
                      <a:pt x="269" y="115"/>
                    </a:lnTo>
                    <a:cubicBezTo>
                      <a:pt x="269" y="77"/>
                      <a:pt x="269" y="39"/>
                      <a:pt x="307" y="0"/>
                    </a:cubicBezTo>
                    <a:cubicBezTo>
                      <a:pt x="269" y="268"/>
                      <a:pt x="230" y="575"/>
                      <a:pt x="192" y="843"/>
                    </a:cubicBezTo>
                    <a:cubicBezTo>
                      <a:pt x="116" y="804"/>
                      <a:pt x="77" y="728"/>
                      <a:pt x="1" y="689"/>
                    </a:cubicBezTo>
                    <a:lnTo>
                      <a:pt x="1" y="689"/>
                    </a:lnTo>
                    <a:close/>
                    <a:moveTo>
                      <a:pt x="13553" y="6394"/>
                    </a:moveTo>
                    <a:cubicBezTo>
                      <a:pt x="13591" y="6241"/>
                      <a:pt x="13630" y="6126"/>
                      <a:pt x="13668" y="5973"/>
                    </a:cubicBezTo>
                    <a:lnTo>
                      <a:pt x="13668" y="5973"/>
                    </a:lnTo>
                    <a:cubicBezTo>
                      <a:pt x="13745" y="6011"/>
                      <a:pt x="13783" y="6011"/>
                      <a:pt x="13859" y="6049"/>
                    </a:cubicBezTo>
                    <a:cubicBezTo>
                      <a:pt x="13821" y="6087"/>
                      <a:pt x="13821" y="6126"/>
                      <a:pt x="13783" y="6164"/>
                    </a:cubicBezTo>
                    <a:cubicBezTo>
                      <a:pt x="13706" y="6241"/>
                      <a:pt x="13630" y="6317"/>
                      <a:pt x="13553" y="6432"/>
                    </a:cubicBezTo>
                    <a:cubicBezTo>
                      <a:pt x="13553" y="6394"/>
                      <a:pt x="13553" y="6394"/>
                      <a:pt x="13553" y="6394"/>
                    </a:cubicBezTo>
                    <a:close/>
                  </a:path>
                </a:pathLst>
              </a:custGeom>
              <a:solidFill>
                <a:srgbClr val="98B0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42"/>
              <p:cNvSpPr/>
              <p:nvPr/>
            </p:nvSpPr>
            <p:spPr>
              <a:xfrm>
                <a:off x="6108925" y="4511800"/>
                <a:ext cx="174225" cy="80425"/>
              </a:xfrm>
              <a:custGeom>
                <a:avLst/>
                <a:gdLst/>
                <a:ahLst/>
                <a:cxnLst/>
                <a:rect l="l" t="t" r="r" b="b"/>
                <a:pathLst>
                  <a:path w="6969" h="3217" extrusionOk="0">
                    <a:moveTo>
                      <a:pt x="1" y="1341"/>
                    </a:moveTo>
                    <a:cubicBezTo>
                      <a:pt x="77" y="1073"/>
                      <a:pt x="192" y="843"/>
                      <a:pt x="269" y="575"/>
                    </a:cubicBezTo>
                    <a:cubicBezTo>
                      <a:pt x="345" y="384"/>
                      <a:pt x="422" y="192"/>
                      <a:pt x="498" y="1"/>
                    </a:cubicBezTo>
                    <a:cubicBezTo>
                      <a:pt x="2566" y="728"/>
                      <a:pt x="4748" y="1264"/>
                      <a:pt x="6968" y="1647"/>
                    </a:cubicBezTo>
                    <a:lnTo>
                      <a:pt x="6930" y="1762"/>
                    </a:lnTo>
                    <a:cubicBezTo>
                      <a:pt x="6892" y="1800"/>
                      <a:pt x="6853" y="1838"/>
                      <a:pt x="6853" y="1915"/>
                    </a:cubicBezTo>
                    <a:cubicBezTo>
                      <a:pt x="6777" y="2030"/>
                      <a:pt x="6739" y="2183"/>
                      <a:pt x="6700" y="2336"/>
                    </a:cubicBezTo>
                    <a:cubicBezTo>
                      <a:pt x="6624" y="2528"/>
                      <a:pt x="6547" y="2757"/>
                      <a:pt x="6471" y="2987"/>
                    </a:cubicBezTo>
                    <a:lnTo>
                      <a:pt x="6394" y="3217"/>
                    </a:lnTo>
                    <a:cubicBezTo>
                      <a:pt x="4250" y="2757"/>
                      <a:pt x="2106" y="2145"/>
                      <a:pt x="1" y="1341"/>
                    </a:cubicBezTo>
                    <a:close/>
                  </a:path>
                </a:pathLst>
              </a:custGeom>
              <a:solidFill>
                <a:srgbClr val="EBA3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42"/>
              <p:cNvSpPr/>
              <p:nvPr/>
            </p:nvSpPr>
            <p:spPr>
              <a:xfrm>
                <a:off x="5847650" y="4255300"/>
                <a:ext cx="1498825" cy="465175"/>
              </a:xfrm>
              <a:custGeom>
                <a:avLst/>
                <a:gdLst/>
                <a:ahLst/>
                <a:cxnLst/>
                <a:rect l="l" t="t" r="r" b="b"/>
                <a:pathLst>
                  <a:path w="59953" h="18607" extrusionOk="0">
                    <a:moveTo>
                      <a:pt x="59914" y="16616"/>
                    </a:moveTo>
                    <a:cubicBezTo>
                      <a:pt x="59953" y="18147"/>
                      <a:pt x="58995" y="18607"/>
                      <a:pt x="57579" y="18454"/>
                    </a:cubicBezTo>
                    <a:cubicBezTo>
                      <a:pt x="56354" y="18454"/>
                      <a:pt x="55129" y="18224"/>
                      <a:pt x="53865" y="18109"/>
                    </a:cubicBezTo>
                    <a:cubicBezTo>
                      <a:pt x="53674" y="18109"/>
                      <a:pt x="53406" y="18109"/>
                      <a:pt x="53215" y="18032"/>
                    </a:cubicBezTo>
                    <a:lnTo>
                      <a:pt x="53176" y="18032"/>
                    </a:lnTo>
                    <a:cubicBezTo>
                      <a:pt x="52870" y="18032"/>
                      <a:pt x="52640" y="17803"/>
                      <a:pt x="52640" y="17535"/>
                    </a:cubicBezTo>
                    <a:cubicBezTo>
                      <a:pt x="52717" y="12481"/>
                      <a:pt x="50956" y="7466"/>
                      <a:pt x="47817" y="3561"/>
                    </a:cubicBezTo>
                    <a:cubicBezTo>
                      <a:pt x="47204" y="3140"/>
                      <a:pt x="47549" y="2489"/>
                      <a:pt x="48008" y="2451"/>
                    </a:cubicBezTo>
                    <a:cubicBezTo>
                      <a:pt x="48314" y="2030"/>
                      <a:pt x="48889" y="1915"/>
                      <a:pt x="49310" y="1647"/>
                    </a:cubicBezTo>
                    <a:cubicBezTo>
                      <a:pt x="49769" y="1417"/>
                      <a:pt x="50190" y="1188"/>
                      <a:pt x="50573" y="920"/>
                    </a:cubicBezTo>
                    <a:cubicBezTo>
                      <a:pt x="51109" y="690"/>
                      <a:pt x="51683" y="1"/>
                      <a:pt x="52296" y="307"/>
                    </a:cubicBezTo>
                    <a:cubicBezTo>
                      <a:pt x="53483" y="1264"/>
                      <a:pt x="54248" y="2642"/>
                      <a:pt x="54976" y="3944"/>
                    </a:cubicBezTo>
                    <a:cubicBezTo>
                      <a:pt x="56660" y="6624"/>
                      <a:pt x="58268" y="9419"/>
                      <a:pt x="59225" y="12443"/>
                    </a:cubicBezTo>
                    <a:cubicBezTo>
                      <a:pt x="59608" y="13821"/>
                      <a:pt x="59914" y="15199"/>
                      <a:pt x="59914" y="16616"/>
                    </a:cubicBezTo>
                    <a:lnTo>
                      <a:pt x="59914" y="16616"/>
                    </a:lnTo>
                    <a:close/>
                    <a:moveTo>
                      <a:pt x="0" y="5207"/>
                    </a:moveTo>
                    <a:cubicBezTo>
                      <a:pt x="38" y="5131"/>
                      <a:pt x="115" y="5093"/>
                      <a:pt x="192" y="5016"/>
                    </a:cubicBezTo>
                    <a:cubicBezTo>
                      <a:pt x="153" y="5054"/>
                      <a:pt x="153" y="5054"/>
                      <a:pt x="153" y="5054"/>
                    </a:cubicBezTo>
                    <a:cubicBezTo>
                      <a:pt x="153" y="5131"/>
                      <a:pt x="115" y="5207"/>
                      <a:pt x="77" y="5284"/>
                    </a:cubicBezTo>
                    <a:lnTo>
                      <a:pt x="0" y="5207"/>
                    </a:lnTo>
                    <a:lnTo>
                      <a:pt x="0" y="5207"/>
                    </a:lnTo>
                    <a:close/>
                    <a:moveTo>
                      <a:pt x="11638" y="10682"/>
                    </a:moveTo>
                    <a:lnTo>
                      <a:pt x="11638" y="10720"/>
                    </a:lnTo>
                    <a:cubicBezTo>
                      <a:pt x="11638" y="10720"/>
                      <a:pt x="11638" y="10682"/>
                      <a:pt x="11638" y="10682"/>
                    </a:cubicBezTo>
                    <a:close/>
                    <a:moveTo>
                      <a:pt x="4250" y="8538"/>
                    </a:moveTo>
                    <a:cubicBezTo>
                      <a:pt x="4288" y="8462"/>
                      <a:pt x="4364" y="8385"/>
                      <a:pt x="4403" y="8347"/>
                    </a:cubicBezTo>
                    <a:lnTo>
                      <a:pt x="4786" y="7772"/>
                    </a:lnTo>
                    <a:cubicBezTo>
                      <a:pt x="4862" y="7658"/>
                      <a:pt x="4939" y="7581"/>
                      <a:pt x="4977" y="7466"/>
                    </a:cubicBezTo>
                    <a:cubicBezTo>
                      <a:pt x="7044" y="8730"/>
                      <a:pt x="9303" y="9725"/>
                      <a:pt x="11638" y="10491"/>
                    </a:cubicBezTo>
                    <a:cubicBezTo>
                      <a:pt x="11638" y="10491"/>
                      <a:pt x="11638" y="10491"/>
                      <a:pt x="11638" y="10491"/>
                    </a:cubicBezTo>
                    <a:cubicBezTo>
                      <a:pt x="11485" y="10759"/>
                      <a:pt x="11370" y="10988"/>
                      <a:pt x="11256" y="11256"/>
                    </a:cubicBezTo>
                    <a:cubicBezTo>
                      <a:pt x="11141" y="11448"/>
                      <a:pt x="11064" y="11639"/>
                      <a:pt x="10988" y="11792"/>
                    </a:cubicBezTo>
                    <a:cubicBezTo>
                      <a:pt x="8614" y="10950"/>
                      <a:pt x="6317" y="9840"/>
                      <a:pt x="4250" y="8538"/>
                    </a:cubicBezTo>
                    <a:lnTo>
                      <a:pt x="4250" y="8538"/>
                    </a:lnTo>
                    <a:close/>
                    <a:moveTo>
                      <a:pt x="33460" y="12481"/>
                    </a:moveTo>
                    <a:cubicBezTo>
                      <a:pt x="33460" y="12481"/>
                      <a:pt x="33498" y="12481"/>
                      <a:pt x="33537" y="12481"/>
                    </a:cubicBezTo>
                    <a:cubicBezTo>
                      <a:pt x="33460" y="12558"/>
                      <a:pt x="33422" y="12634"/>
                      <a:pt x="33384" y="12711"/>
                    </a:cubicBezTo>
                    <a:cubicBezTo>
                      <a:pt x="33345" y="12788"/>
                      <a:pt x="33307" y="12826"/>
                      <a:pt x="33307" y="12864"/>
                    </a:cubicBezTo>
                    <a:cubicBezTo>
                      <a:pt x="33345" y="12711"/>
                      <a:pt x="33422" y="12596"/>
                      <a:pt x="33460" y="12481"/>
                    </a:cubicBezTo>
                    <a:lnTo>
                      <a:pt x="33460" y="12481"/>
                    </a:lnTo>
                    <a:close/>
                    <a:moveTo>
                      <a:pt x="24119" y="12979"/>
                    </a:moveTo>
                    <a:cubicBezTo>
                      <a:pt x="24157" y="12864"/>
                      <a:pt x="24195" y="12788"/>
                      <a:pt x="24234" y="12673"/>
                    </a:cubicBezTo>
                    <a:cubicBezTo>
                      <a:pt x="24272" y="12673"/>
                      <a:pt x="24310" y="12711"/>
                      <a:pt x="24349" y="12711"/>
                    </a:cubicBezTo>
                    <a:lnTo>
                      <a:pt x="24042" y="13170"/>
                    </a:lnTo>
                    <a:cubicBezTo>
                      <a:pt x="24081" y="13094"/>
                      <a:pt x="24119" y="13056"/>
                      <a:pt x="24119" y="12979"/>
                    </a:cubicBezTo>
                    <a:lnTo>
                      <a:pt x="24119" y="12979"/>
                    </a:lnTo>
                    <a:close/>
                    <a:moveTo>
                      <a:pt x="44869" y="10337"/>
                    </a:moveTo>
                    <a:cubicBezTo>
                      <a:pt x="45328" y="10223"/>
                      <a:pt x="45788" y="10108"/>
                      <a:pt x="46247" y="9993"/>
                    </a:cubicBezTo>
                    <a:lnTo>
                      <a:pt x="46285" y="10069"/>
                    </a:lnTo>
                    <a:lnTo>
                      <a:pt x="46209" y="10069"/>
                    </a:lnTo>
                    <a:lnTo>
                      <a:pt x="46132" y="10108"/>
                    </a:lnTo>
                    <a:lnTo>
                      <a:pt x="46017" y="10146"/>
                    </a:lnTo>
                    <a:lnTo>
                      <a:pt x="45902" y="10184"/>
                    </a:lnTo>
                    <a:lnTo>
                      <a:pt x="45826" y="10223"/>
                    </a:lnTo>
                    <a:lnTo>
                      <a:pt x="45711" y="10261"/>
                    </a:lnTo>
                    <a:lnTo>
                      <a:pt x="45596" y="10261"/>
                    </a:lnTo>
                    <a:lnTo>
                      <a:pt x="45520" y="10299"/>
                    </a:lnTo>
                    <a:lnTo>
                      <a:pt x="45405" y="10337"/>
                    </a:lnTo>
                    <a:lnTo>
                      <a:pt x="45290" y="10376"/>
                    </a:lnTo>
                    <a:lnTo>
                      <a:pt x="45175" y="10414"/>
                    </a:lnTo>
                    <a:lnTo>
                      <a:pt x="45060" y="10452"/>
                    </a:lnTo>
                    <a:lnTo>
                      <a:pt x="44945" y="10491"/>
                    </a:lnTo>
                    <a:lnTo>
                      <a:pt x="44907" y="10491"/>
                    </a:lnTo>
                    <a:cubicBezTo>
                      <a:pt x="44869" y="10452"/>
                      <a:pt x="44869" y="10376"/>
                      <a:pt x="44869" y="10337"/>
                    </a:cubicBezTo>
                    <a:close/>
                  </a:path>
                </a:pathLst>
              </a:custGeom>
              <a:solidFill>
                <a:srgbClr val="FFFFFF">
                  <a:alpha val="214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42"/>
              <p:cNvSpPr/>
              <p:nvPr/>
            </p:nvSpPr>
            <p:spPr>
              <a:xfrm>
                <a:off x="5768200" y="4258175"/>
                <a:ext cx="1255725" cy="458475"/>
              </a:xfrm>
              <a:custGeom>
                <a:avLst/>
                <a:gdLst/>
                <a:ahLst/>
                <a:cxnLst/>
                <a:rect l="l" t="t" r="r" b="b"/>
                <a:pathLst>
                  <a:path w="50229" h="18339" extrusionOk="0">
                    <a:moveTo>
                      <a:pt x="42610" y="15582"/>
                    </a:moveTo>
                    <a:cubicBezTo>
                      <a:pt x="42610" y="15084"/>
                      <a:pt x="42610" y="14548"/>
                      <a:pt x="42572" y="14051"/>
                    </a:cubicBezTo>
                    <a:cubicBezTo>
                      <a:pt x="42572" y="13400"/>
                      <a:pt x="42534" y="12787"/>
                      <a:pt x="42496" y="12137"/>
                    </a:cubicBezTo>
                    <a:cubicBezTo>
                      <a:pt x="42457" y="11907"/>
                      <a:pt x="42457" y="11677"/>
                      <a:pt x="42419" y="11448"/>
                    </a:cubicBezTo>
                    <a:cubicBezTo>
                      <a:pt x="43300" y="11294"/>
                      <a:pt x="44180" y="11141"/>
                      <a:pt x="45061" y="10950"/>
                    </a:cubicBezTo>
                    <a:cubicBezTo>
                      <a:pt x="45788" y="10758"/>
                      <a:pt x="46515" y="10605"/>
                      <a:pt x="47243" y="10452"/>
                    </a:cubicBezTo>
                    <a:cubicBezTo>
                      <a:pt x="47319" y="10222"/>
                      <a:pt x="47549" y="10031"/>
                      <a:pt x="47817" y="10069"/>
                    </a:cubicBezTo>
                    <a:cubicBezTo>
                      <a:pt x="48123" y="10108"/>
                      <a:pt x="48276" y="10414"/>
                      <a:pt x="48391" y="10644"/>
                    </a:cubicBezTo>
                    <a:cubicBezTo>
                      <a:pt x="49157" y="12060"/>
                      <a:pt x="49693" y="13591"/>
                      <a:pt x="49999" y="15161"/>
                    </a:cubicBezTo>
                    <a:cubicBezTo>
                      <a:pt x="50114" y="15888"/>
                      <a:pt x="50114" y="16616"/>
                      <a:pt x="50152" y="17343"/>
                    </a:cubicBezTo>
                    <a:cubicBezTo>
                      <a:pt x="50229" y="17726"/>
                      <a:pt x="50229" y="18262"/>
                      <a:pt x="49731" y="18300"/>
                    </a:cubicBezTo>
                    <a:cubicBezTo>
                      <a:pt x="49616" y="18339"/>
                      <a:pt x="49463" y="18300"/>
                      <a:pt x="49387" y="18224"/>
                    </a:cubicBezTo>
                    <a:cubicBezTo>
                      <a:pt x="49348" y="18224"/>
                      <a:pt x="49310" y="18224"/>
                      <a:pt x="49272" y="18224"/>
                    </a:cubicBezTo>
                    <a:cubicBezTo>
                      <a:pt x="48889" y="18185"/>
                      <a:pt x="48659" y="17803"/>
                      <a:pt x="48353" y="17611"/>
                    </a:cubicBezTo>
                    <a:cubicBezTo>
                      <a:pt x="46860" y="16692"/>
                      <a:pt x="45214" y="16118"/>
                      <a:pt x="43529" y="15850"/>
                    </a:cubicBezTo>
                    <a:cubicBezTo>
                      <a:pt x="43338" y="15850"/>
                      <a:pt x="43223" y="15774"/>
                      <a:pt x="43146" y="15697"/>
                    </a:cubicBezTo>
                    <a:cubicBezTo>
                      <a:pt x="42955" y="15659"/>
                      <a:pt x="42764" y="15620"/>
                      <a:pt x="42610" y="15620"/>
                    </a:cubicBezTo>
                    <a:lnTo>
                      <a:pt x="42610" y="15620"/>
                    </a:lnTo>
                    <a:close/>
                    <a:moveTo>
                      <a:pt x="1762" y="3523"/>
                    </a:moveTo>
                    <a:cubicBezTo>
                      <a:pt x="1302" y="2910"/>
                      <a:pt x="881" y="2221"/>
                      <a:pt x="422" y="1532"/>
                    </a:cubicBezTo>
                    <a:cubicBezTo>
                      <a:pt x="269" y="1264"/>
                      <a:pt x="1" y="958"/>
                      <a:pt x="1" y="613"/>
                    </a:cubicBezTo>
                    <a:cubicBezTo>
                      <a:pt x="1" y="269"/>
                      <a:pt x="383" y="1"/>
                      <a:pt x="728" y="154"/>
                    </a:cubicBezTo>
                    <a:cubicBezTo>
                      <a:pt x="919" y="192"/>
                      <a:pt x="1073" y="384"/>
                      <a:pt x="1073" y="575"/>
                    </a:cubicBezTo>
                    <a:cubicBezTo>
                      <a:pt x="1187" y="766"/>
                      <a:pt x="1302" y="919"/>
                      <a:pt x="1417" y="1073"/>
                    </a:cubicBezTo>
                    <a:cubicBezTo>
                      <a:pt x="1570" y="1149"/>
                      <a:pt x="1762" y="1302"/>
                      <a:pt x="1838" y="1609"/>
                    </a:cubicBezTo>
                    <a:cubicBezTo>
                      <a:pt x="1953" y="1762"/>
                      <a:pt x="2106" y="1915"/>
                      <a:pt x="2221" y="2106"/>
                    </a:cubicBezTo>
                    <a:cubicBezTo>
                      <a:pt x="2604" y="2489"/>
                      <a:pt x="2987" y="2872"/>
                      <a:pt x="3331" y="3255"/>
                    </a:cubicBezTo>
                    <a:cubicBezTo>
                      <a:pt x="3216" y="3484"/>
                      <a:pt x="3140" y="3676"/>
                      <a:pt x="3025" y="3906"/>
                    </a:cubicBezTo>
                    <a:cubicBezTo>
                      <a:pt x="2910" y="4135"/>
                      <a:pt x="2795" y="4365"/>
                      <a:pt x="2680" y="4595"/>
                    </a:cubicBezTo>
                    <a:cubicBezTo>
                      <a:pt x="2374" y="4250"/>
                      <a:pt x="2068" y="3906"/>
                      <a:pt x="1762" y="3523"/>
                    </a:cubicBezTo>
                    <a:lnTo>
                      <a:pt x="1762" y="3523"/>
                    </a:lnTo>
                    <a:close/>
                    <a:moveTo>
                      <a:pt x="460" y="1149"/>
                    </a:moveTo>
                    <a:cubicBezTo>
                      <a:pt x="460" y="1149"/>
                      <a:pt x="498" y="1149"/>
                      <a:pt x="498" y="1187"/>
                    </a:cubicBezTo>
                    <a:lnTo>
                      <a:pt x="575" y="1187"/>
                    </a:lnTo>
                    <a:lnTo>
                      <a:pt x="613" y="1187"/>
                    </a:lnTo>
                    <a:cubicBezTo>
                      <a:pt x="537" y="1187"/>
                      <a:pt x="460" y="1149"/>
                      <a:pt x="383" y="1149"/>
                    </a:cubicBezTo>
                    <a:cubicBezTo>
                      <a:pt x="383" y="1149"/>
                      <a:pt x="422" y="1149"/>
                      <a:pt x="422" y="1149"/>
                    </a:cubicBezTo>
                    <a:lnTo>
                      <a:pt x="422" y="1149"/>
                    </a:lnTo>
                    <a:close/>
                    <a:moveTo>
                      <a:pt x="19946" y="11677"/>
                    </a:moveTo>
                    <a:cubicBezTo>
                      <a:pt x="19946" y="11677"/>
                      <a:pt x="19985" y="11677"/>
                      <a:pt x="20023" y="11677"/>
                    </a:cubicBezTo>
                    <a:cubicBezTo>
                      <a:pt x="19985" y="11754"/>
                      <a:pt x="19908" y="11792"/>
                      <a:pt x="19870" y="11869"/>
                    </a:cubicBezTo>
                    <a:cubicBezTo>
                      <a:pt x="19832" y="11907"/>
                      <a:pt x="19793" y="11945"/>
                      <a:pt x="19755" y="11983"/>
                    </a:cubicBezTo>
                    <a:cubicBezTo>
                      <a:pt x="19832" y="11869"/>
                      <a:pt x="19908" y="11792"/>
                      <a:pt x="19946" y="11677"/>
                    </a:cubicBezTo>
                    <a:close/>
                    <a:moveTo>
                      <a:pt x="46630" y="4442"/>
                    </a:moveTo>
                    <a:lnTo>
                      <a:pt x="46630" y="4442"/>
                    </a:lnTo>
                    <a:lnTo>
                      <a:pt x="46668" y="4518"/>
                    </a:lnTo>
                    <a:lnTo>
                      <a:pt x="46707" y="4595"/>
                    </a:lnTo>
                    <a:lnTo>
                      <a:pt x="46745" y="4633"/>
                    </a:lnTo>
                    <a:cubicBezTo>
                      <a:pt x="46707" y="4595"/>
                      <a:pt x="46668" y="4518"/>
                      <a:pt x="46630" y="4442"/>
                    </a:cubicBezTo>
                    <a:close/>
                  </a:path>
                </a:pathLst>
              </a:custGeom>
              <a:solidFill>
                <a:srgbClr val="000000">
                  <a:alpha val="8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42"/>
              <p:cNvSpPr/>
              <p:nvPr/>
            </p:nvSpPr>
            <p:spPr>
              <a:xfrm>
                <a:off x="5832325" y="4325175"/>
                <a:ext cx="151250" cy="150300"/>
              </a:xfrm>
              <a:custGeom>
                <a:avLst/>
                <a:gdLst/>
                <a:ahLst/>
                <a:cxnLst/>
                <a:rect l="l" t="t" r="r" b="b"/>
                <a:pathLst>
                  <a:path w="6050" h="6012" extrusionOk="0">
                    <a:moveTo>
                      <a:pt x="1" y="1762"/>
                    </a:moveTo>
                    <a:cubicBezTo>
                      <a:pt x="154" y="1532"/>
                      <a:pt x="269" y="1302"/>
                      <a:pt x="383" y="1072"/>
                    </a:cubicBezTo>
                    <a:cubicBezTo>
                      <a:pt x="575" y="766"/>
                      <a:pt x="460" y="345"/>
                      <a:pt x="154" y="115"/>
                    </a:cubicBezTo>
                    <a:cubicBezTo>
                      <a:pt x="192" y="77"/>
                      <a:pt x="192" y="39"/>
                      <a:pt x="230" y="1"/>
                    </a:cubicBezTo>
                    <a:cubicBezTo>
                      <a:pt x="1570" y="1417"/>
                      <a:pt x="2872" y="2680"/>
                      <a:pt x="4250" y="3791"/>
                    </a:cubicBezTo>
                    <a:cubicBezTo>
                      <a:pt x="4824" y="4212"/>
                      <a:pt x="5437" y="4595"/>
                      <a:pt x="6049" y="4939"/>
                    </a:cubicBezTo>
                    <a:cubicBezTo>
                      <a:pt x="5896" y="5131"/>
                      <a:pt x="5781" y="5284"/>
                      <a:pt x="5667" y="5475"/>
                    </a:cubicBezTo>
                    <a:cubicBezTo>
                      <a:pt x="5552" y="5667"/>
                      <a:pt x="5399" y="5820"/>
                      <a:pt x="5284" y="6011"/>
                    </a:cubicBezTo>
                    <a:cubicBezTo>
                      <a:pt x="3293" y="4786"/>
                      <a:pt x="1494" y="3408"/>
                      <a:pt x="1" y="1762"/>
                    </a:cubicBezTo>
                    <a:close/>
                  </a:path>
                </a:pathLst>
              </a:custGeom>
              <a:solidFill>
                <a:srgbClr val="FFFFFF">
                  <a:alpha val="214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42"/>
              <p:cNvSpPr/>
              <p:nvPr/>
            </p:nvSpPr>
            <p:spPr>
              <a:xfrm>
                <a:off x="6945425" y="4322300"/>
                <a:ext cx="228775" cy="402000"/>
              </a:xfrm>
              <a:custGeom>
                <a:avLst/>
                <a:gdLst/>
                <a:ahLst/>
                <a:cxnLst/>
                <a:rect l="l" t="t" r="r" b="b"/>
                <a:pathLst>
                  <a:path w="9151" h="16080" extrusionOk="0">
                    <a:moveTo>
                      <a:pt x="3025" y="15352"/>
                    </a:moveTo>
                    <a:cubicBezTo>
                      <a:pt x="3025" y="15352"/>
                      <a:pt x="3025" y="15314"/>
                      <a:pt x="3025" y="15276"/>
                    </a:cubicBezTo>
                    <a:cubicBezTo>
                      <a:pt x="2795" y="12519"/>
                      <a:pt x="2183" y="10605"/>
                      <a:pt x="766" y="8232"/>
                    </a:cubicBezTo>
                    <a:cubicBezTo>
                      <a:pt x="728" y="8193"/>
                      <a:pt x="690" y="8117"/>
                      <a:pt x="651" y="8079"/>
                    </a:cubicBezTo>
                    <a:cubicBezTo>
                      <a:pt x="613" y="8079"/>
                      <a:pt x="575" y="8079"/>
                      <a:pt x="537" y="8079"/>
                    </a:cubicBezTo>
                    <a:cubicBezTo>
                      <a:pt x="1" y="7925"/>
                      <a:pt x="1" y="7236"/>
                      <a:pt x="422" y="7007"/>
                    </a:cubicBezTo>
                    <a:cubicBezTo>
                      <a:pt x="805" y="6662"/>
                      <a:pt x="1111" y="6241"/>
                      <a:pt x="1417" y="5858"/>
                    </a:cubicBezTo>
                    <a:cubicBezTo>
                      <a:pt x="2374" y="4403"/>
                      <a:pt x="2834" y="2604"/>
                      <a:pt x="2872" y="843"/>
                    </a:cubicBezTo>
                    <a:cubicBezTo>
                      <a:pt x="2795" y="307"/>
                      <a:pt x="3561" y="1"/>
                      <a:pt x="3867" y="460"/>
                    </a:cubicBezTo>
                    <a:cubicBezTo>
                      <a:pt x="4365" y="1302"/>
                      <a:pt x="4863" y="2106"/>
                      <a:pt x="5360" y="2872"/>
                    </a:cubicBezTo>
                    <a:cubicBezTo>
                      <a:pt x="5667" y="3370"/>
                      <a:pt x="6471" y="4403"/>
                      <a:pt x="6662" y="5207"/>
                    </a:cubicBezTo>
                    <a:cubicBezTo>
                      <a:pt x="7045" y="5705"/>
                      <a:pt x="7275" y="6279"/>
                      <a:pt x="7504" y="6853"/>
                    </a:cubicBezTo>
                    <a:cubicBezTo>
                      <a:pt x="8193" y="8883"/>
                      <a:pt x="8959" y="10873"/>
                      <a:pt x="8921" y="13017"/>
                    </a:cubicBezTo>
                    <a:cubicBezTo>
                      <a:pt x="8882" y="13706"/>
                      <a:pt x="9150" y="15276"/>
                      <a:pt x="8653" y="15927"/>
                    </a:cubicBezTo>
                    <a:lnTo>
                      <a:pt x="8614" y="15927"/>
                    </a:lnTo>
                    <a:cubicBezTo>
                      <a:pt x="8040" y="15888"/>
                      <a:pt x="7466" y="15927"/>
                      <a:pt x="6892" y="16003"/>
                    </a:cubicBezTo>
                    <a:cubicBezTo>
                      <a:pt x="6509" y="16042"/>
                      <a:pt x="6126" y="16080"/>
                      <a:pt x="5705" y="16080"/>
                    </a:cubicBezTo>
                    <a:lnTo>
                      <a:pt x="5705" y="16080"/>
                    </a:lnTo>
                    <a:cubicBezTo>
                      <a:pt x="4403" y="16042"/>
                      <a:pt x="3102" y="15888"/>
                      <a:pt x="3025" y="15352"/>
                    </a:cubicBezTo>
                    <a:lnTo>
                      <a:pt x="3025" y="15352"/>
                    </a:lnTo>
                    <a:close/>
                    <a:moveTo>
                      <a:pt x="4748" y="3944"/>
                    </a:moveTo>
                    <a:lnTo>
                      <a:pt x="4748" y="3982"/>
                    </a:lnTo>
                    <a:cubicBezTo>
                      <a:pt x="4786" y="3944"/>
                      <a:pt x="4786" y="3944"/>
                      <a:pt x="4824" y="3944"/>
                    </a:cubicBezTo>
                    <a:cubicBezTo>
                      <a:pt x="4824" y="3906"/>
                      <a:pt x="4786" y="3906"/>
                      <a:pt x="4786" y="3906"/>
                    </a:cubicBezTo>
                    <a:cubicBezTo>
                      <a:pt x="4786" y="3906"/>
                      <a:pt x="4786" y="3944"/>
                      <a:pt x="4786" y="3944"/>
                    </a:cubicBezTo>
                    <a:close/>
                  </a:path>
                </a:pathLst>
              </a:custGeom>
              <a:solidFill>
                <a:srgbClr val="D85A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42"/>
              <p:cNvSpPr/>
              <p:nvPr/>
            </p:nvSpPr>
            <p:spPr>
              <a:xfrm>
                <a:off x="5720822" y="1916175"/>
                <a:ext cx="1515100" cy="1796475"/>
              </a:xfrm>
              <a:custGeom>
                <a:avLst/>
                <a:gdLst/>
                <a:ahLst/>
                <a:cxnLst/>
                <a:rect l="l" t="t" r="r" b="b"/>
                <a:pathLst>
                  <a:path w="60604" h="71859" extrusionOk="0">
                    <a:moveTo>
                      <a:pt x="29058" y="71744"/>
                    </a:moveTo>
                    <a:cubicBezTo>
                      <a:pt x="26225" y="71668"/>
                      <a:pt x="23430" y="70825"/>
                      <a:pt x="20980" y="69371"/>
                    </a:cubicBezTo>
                    <a:cubicBezTo>
                      <a:pt x="19143" y="68260"/>
                      <a:pt x="17496" y="66844"/>
                      <a:pt x="16118" y="65236"/>
                    </a:cubicBezTo>
                    <a:cubicBezTo>
                      <a:pt x="15199" y="64164"/>
                      <a:pt x="14204" y="63092"/>
                      <a:pt x="13323" y="61982"/>
                    </a:cubicBezTo>
                    <a:cubicBezTo>
                      <a:pt x="11983" y="60221"/>
                      <a:pt x="10873" y="58345"/>
                      <a:pt x="9610" y="56546"/>
                    </a:cubicBezTo>
                    <a:cubicBezTo>
                      <a:pt x="8347" y="54593"/>
                      <a:pt x="7198" y="52602"/>
                      <a:pt x="6203" y="50535"/>
                    </a:cubicBezTo>
                    <a:cubicBezTo>
                      <a:pt x="5207" y="48582"/>
                      <a:pt x="4250" y="46630"/>
                      <a:pt x="3485" y="44601"/>
                    </a:cubicBezTo>
                    <a:cubicBezTo>
                      <a:pt x="2106" y="41117"/>
                      <a:pt x="843" y="37595"/>
                      <a:pt x="422" y="33882"/>
                    </a:cubicBezTo>
                    <a:cubicBezTo>
                      <a:pt x="1" y="30206"/>
                      <a:pt x="422" y="26493"/>
                      <a:pt x="1073" y="22856"/>
                    </a:cubicBezTo>
                    <a:cubicBezTo>
                      <a:pt x="1991" y="17075"/>
                      <a:pt x="3676" y="11447"/>
                      <a:pt x="4059" y="5590"/>
                    </a:cubicBezTo>
                    <a:cubicBezTo>
                      <a:pt x="4212" y="3829"/>
                      <a:pt x="4250" y="2106"/>
                      <a:pt x="4327" y="383"/>
                    </a:cubicBezTo>
                    <a:cubicBezTo>
                      <a:pt x="4327" y="192"/>
                      <a:pt x="4480" y="0"/>
                      <a:pt x="4671" y="0"/>
                    </a:cubicBezTo>
                    <a:cubicBezTo>
                      <a:pt x="4863" y="0"/>
                      <a:pt x="5054" y="192"/>
                      <a:pt x="5054" y="383"/>
                    </a:cubicBezTo>
                    <a:cubicBezTo>
                      <a:pt x="4939" y="1838"/>
                      <a:pt x="4939" y="3293"/>
                      <a:pt x="4824" y="4786"/>
                    </a:cubicBezTo>
                    <a:cubicBezTo>
                      <a:pt x="4518" y="11103"/>
                      <a:pt x="2642" y="17190"/>
                      <a:pt x="1685" y="23430"/>
                    </a:cubicBezTo>
                    <a:cubicBezTo>
                      <a:pt x="1073" y="27029"/>
                      <a:pt x="690" y="30704"/>
                      <a:pt x="1187" y="34341"/>
                    </a:cubicBezTo>
                    <a:cubicBezTo>
                      <a:pt x="1609" y="37251"/>
                      <a:pt x="2527" y="40084"/>
                      <a:pt x="3561" y="42840"/>
                    </a:cubicBezTo>
                    <a:cubicBezTo>
                      <a:pt x="4518" y="45443"/>
                      <a:pt x="5667" y="47970"/>
                      <a:pt x="6930" y="50420"/>
                    </a:cubicBezTo>
                    <a:cubicBezTo>
                      <a:pt x="8232" y="53100"/>
                      <a:pt x="9801" y="55588"/>
                      <a:pt x="11486" y="58077"/>
                    </a:cubicBezTo>
                    <a:cubicBezTo>
                      <a:pt x="12749" y="60068"/>
                      <a:pt x="14089" y="61982"/>
                      <a:pt x="15697" y="63705"/>
                    </a:cubicBezTo>
                    <a:cubicBezTo>
                      <a:pt x="16884" y="65121"/>
                      <a:pt x="18109" y="66423"/>
                      <a:pt x="19602" y="67571"/>
                    </a:cubicBezTo>
                    <a:cubicBezTo>
                      <a:pt x="22090" y="69562"/>
                      <a:pt x="25230" y="70787"/>
                      <a:pt x="28407" y="71017"/>
                    </a:cubicBezTo>
                    <a:cubicBezTo>
                      <a:pt x="30207" y="71132"/>
                      <a:pt x="32006" y="70902"/>
                      <a:pt x="33690" y="70442"/>
                    </a:cubicBezTo>
                    <a:cubicBezTo>
                      <a:pt x="35681" y="69830"/>
                      <a:pt x="37634" y="69064"/>
                      <a:pt x="39471" y="68069"/>
                    </a:cubicBezTo>
                    <a:cubicBezTo>
                      <a:pt x="41041" y="67074"/>
                      <a:pt x="42457" y="65925"/>
                      <a:pt x="43836" y="64738"/>
                    </a:cubicBezTo>
                    <a:cubicBezTo>
                      <a:pt x="46018" y="62709"/>
                      <a:pt x="48238" y="60718"/>
                      <a:pt x="50038" y="58345"/>
                    </a:cubicBezTo>
                    <a:cubicBezTo>
                      <a:pt x="51722" y="56278"/>
                      <a:pt x="53292" y="54134"/>
                      <a:pt x="54746" y="51913"/>
                    </a:cubicBezTo>
                    <a:cubicBezTo>
                      <a:pt x="55895" y="50229"/>
                      <a:pt x="57043" y="48582"/>
                      <a:pt x="58039" y="46821"/>
                    </a:cubicBezTo>
                    <a:cubicBezTo>
                      <a:pt x="58575" y="45864"/>
                      <a:pt x="59073" y="44869"/>
                      <a:pt x="59455" y="43835"/>
                    </a:cubicBezTo>
                    <a:cubicBezTo>
                      <a:pt x="59609" y="43338"/>
                      <a:pt x="59762" y="42840"/>
                      <a:pt x="59876" y="42304"/>
                    </a:cubicBezTo>
                    <a:cubicBezTo>
                      <a:pt x="59915" y="42113"/>
                      <a:pt x="60144" y="41998"/>
                      <a:pt x="60298" y="42074"/>
                    </a:cubicBezTo>
                    <a:cubicBezTo>
                      <a:pt x="60489" y="42113"/>
                      <a:pt x="60604" y="42304"/>
                      <a:pt x="60566" y="42495"/>
                    </a:cubicBezTo>
                    <a:cubicBezTo>
                      <a:pt x="60106" y="44524"/>
                      <a:pt x="59149" y="46324"/>
                      <a:pt x="58115" y="48085"/>
                    </a:cubicBezTo>
                    <a:cubicBezTo>
                      <a:pt x="56661" y="50535"/>
                      <a:pt x="55014" y="52832"/>
                      <a:pt x="53368" y="55167"/>
                    </a:cubicBezTo>
                    <a:cubicBezTo>
                      <a:pt x="51875" y="57235"/>
                      <a:pt x="50306" y="59302"/>
                      <a:pt x="48583" y="61178"/>
                    </a:cubicBezTo>
                    <a:cubicBezTo>
                      <a:pt x="47319" y="62479"/>
                      <a:pt x="46018" y="63705"/>
                      <a:pt x="44678" y="64930"/>
                    </a:cubicBezTo>
                    <a:cubicBezTo>
                      <a:pt x="42534" y="66844"/>
                      <a:pt x="40237" y="68720"/>
                      <a:pt x="37519" y="69792"/>
                    </a:cubicBezTo>
                    <a:cubicBezTo>
                      <a:pt x="34839" y="70940"/>
                      <a:pt x="32006" y="71859"/>
                      <a:pt x="29058" y="717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42"/>
              <p:cNvSpPr/>
              <p:nvPr/>
            </p:nvSpPr>
            <p:spPr>
              <a:xfrm>
                <a:off x="5857697" y="3537500"/>
                <a:ext cx="284275" cy="640300"/>
              </a:xfrm>
              <a:custGeom>
                <a:avLst/>
                <a:gdLst/>
                <a:ahLst/>
                <a:cxnLst/>
                <a:rect l="l" t="t" r="r" b="b"/>
                <a:pathLst>
                  <a:path w="11371" h="25612" extrusionOk="0">
                    <a:moveTo>
                      <a:pt x="115" y="25459"/>
                    </a:moveTo>
                    <a:cubicBezTo>
                      <a:pt x="0" y="25306"/>
                      <a:pt x="39" y="25076"/>
                      <a:pt x="153" y="24961"/>
                    </a:cubicBezTo>
                    <a:cubicBezTo>
                      <a:pt x="689" y="24502"/>
                      <a:pt x="1225" y="24042"/>
                      <a:pt x="1723" y="23583"/>
                    </a:cubicBezTo>
                    <a:cubicBezTo>
                      <a:pt x="2680" y="22779"/>
                      <a:pt x="3561" y="22090"/>
                      <a:pt x="4365" y="21171"/>
                    </a:cubicBezTo>
                    <a:cubicBezTo>
                      <a:pt x="6355" y="18874"/>
                      <a:pt x="7848" y="16117"/>
                      <a:pt x="8844" y="13285"/>
                    </a:cubicBezTo>
                    <a:cubicBezTo>
                      <a:pt x="9686" y="10758"/>
                      <a:pt x="10145" y="8116"/>
                      <a:pt x="10375" y="5436"/>
                    </a:cubicBezTo>
                    <a:cubicBezTo>
                      <a:pt x="10490" y="3790"/>
                      <a:pt x="10643" y="2106"/>
                      <a:pt x="10452" y="459"/>
                    </a:cubicBezTo>
                    <a:cubicBezTo>
                      <a:pt x="10452" y="268"/>
                      <a:pt x="10567" y="77"/>
                      <a:pt x="10758" y="77"/>
                    </a:cubicBezTo>
                    <a:cubicBezTo>
                      <a:pt x="11371" y="0"/>
                      <a:pt x="11179" y="1034"/>
                      <a:pt x="11256" y="1417"/>
                    </a:cubicBezTo>
                    <a:cubicBezTo>
                      <a:pt x="11256" y="2527"/>
                      <a:pt x="11217" y="3637"/>
                      <a:pt x="11141" y="4786"/>
                    </a:cubicBezTo>
                    <a:cubicBezTo>
                      <a:pt x="10873" y="8844"/>
                      <a:pt x="10069" y="13017"/>
                      <a:pt x="8193" y="16653"/>
                    </a:cubicBezTo>
                    <a:cubicBezTo>
                      <a:pt x="7044" y="18874"/>
                      <a:pt x="5705" y="21056"/>
                      <a:pt x="3829" y="22741"/>
                    </a:cubicBezTo>
                    <a:cubicBezTo>
                      <a:pt x="3293" y="23200"/>
                      <a:pt x="2718" y="23659"/>
                      <a:pt x="2182" y="24157"/>
                    </a:cubicBezTo>
                    <a:cubicBezTo>
                      <a:pt x="1646" y="24578"/>
                      <a:pt x="1149" y="25076"/>
                      <a:pt x="613" y="25497"/>
                    </a:cubicBezTo>
                    <a:cubicBezTo>
                      <a:pt x="460" y="25612"/>
                      <a:pt x="230" y="25574"/>
                      <a:pt x="115" y="254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42"/>
              <p:cNvSpPr/>
              <p:nvPr/>
            </p:nvSpPr>
            <p:spPr>
              <a:xfrm>
                <a:off x="7067447" y="3237925"/>
                <a:ext cx="220175" cy="859500"/>
              </a:xfrm>
              <a:custGeom>
                <a:avLst/>
                <a:gdLst/>
                <a:ahLst/>
                <a:cxnLst/>
                <a:rect l="l" t="t" r="r" b="b"/>
                <a:pathLst>
                  <a:path w="8807" h="34380" extrusionOk="0">
                    <a:moveTo>
                      <a:pt x="8232" y="34264"/>
                    </a:moveTo>
                    <a:cubicBezTo>
                      <a:pt x="6088" y="33077"/>
                      <a:pt x="5208" y="31814"/>
                      <a:pt x="4059" y="29670"/>
                    </a:cubicBezTo>
                    <a:cubicBezTo>
                      <a:pt x="3523" y="28675"/>
                      <a:pt x="3140" y="27603"/>
                      <a:pt x="2796" y="26531"/>
                    </a:cubicBezTo>
                    <a:cubicBezTo>
                      <a:pt x="2298" y="25114"/>
                      <a:pt x="1915" y="23621"/>
                      <a:pt x="1647" y="22167"/>
                    </a:cubicBezTo>
                    <a:cubicBezTo>
                      <a:pt x="575" y="16960"/>
                      <a:pt x="1" y="11639"/>
                      <a:pt x="231" y="6355"/>
                    </a:cubicBezTo>
                    <a:cubicBezTo>
                      <a:pt x="231" y="4977"/>
                      <a:pt x="307" y="3561"/>
                      <a:pt x="307" y="2182"/>
                    </a:cubicBezTo>
                    <a:cubicBezTo>
                      <a:pt x="307" y="1570"/>
                      <a:pt x="307" y="957"/>
                      <a:pt x="307" y="383"/>
                    </a:cubicBezTo>
                    <a:cubicBezTo>
                      <a:pt x="307" y="192"/>
                      <a:pt x="460" y="0"/>
                      <a:pt x="652" y="0"/>
                    </a:cubicBezTo>
                    <a:cubicBezTo>
                      <a:pt x="843" y="0"/>
                      <a:pt x="1035" y="192"/>
                      <a:pt x="1035" y="383"/>
                    </a:cubicBezTo>
                    <a:cubicBezTo>
                      <a:pt x="996" y="1838"/>
                      <a:pt x="996" y="3293"/>
                      <a:pt x="958" y="4747"/>
                    </a:cubicBezTo>
                    <a:cubicBezTo>
                      <a:pt x="767" y="9609"/>
                      <a:pt x="920" y="14510"/>
                      <a:pt x="1839" y="19295"/>
                    </a:cubicBezTo>
                    <a:cubicBezTo>
                      <a:pt x="2489" y="23392"/>
                      <a:pt x="3408" y="27565"/>
                      <a:pt x="5705" y="31087"/>
                    </a:cubicBezTo>
                    <a:cubicBezTo>
                      <a:pt x="6203" y="31852"/>
                      <a:pt x="6815" y="32541"/>
                      <a:pt x="7581" y="33039"/>
                    </a:cubicBezTo>
                    <a:cubicBezTo>
                      <a:pt x="7887" y="33269"/>
                      <a:pt x="8232" y="33460"/>
                      <a:pt x="8577" y="33690"/>
                    </a:cubicBezTo>
                    <a:cubicBezTo>
                      <a:pt x="8768" y="33766"/>
                      <a:pt x="8806" y="33996"/>
                      <a:pt x="8730" y="34149"/>
                    </a:cubicBezTo>
                    <a:cubicBezTo>
                      <a:pt x="8615" y="34302"/>
                      <a:pt x="8385" y="34379"/>
                      <a:pt x="8232" y="342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42"/>
              <p:cNvSpPr/>
              <p:nvPr/>
            </p:nvSpPr>
            <p:spPr>
              <a:xfrm>
                <a:off x="5865347" y="4094525"/>
                <a:ext cx="1427050" cy="354150"/>
              </a:xfrm>
              <a:custGeom>
                <a:avLst/>
                <a:gdLst/>
                <a:ahLst/>
                <a:cxnLst/>
                <a:rect l="l" t="t" r="r" b="b"/>
                <a:pathLst>
                  <a:path w="57082" h="14166" extrusionOk="0">
                    <a:moveTo>
                      <a:pt x="26378" y="14089"/>
                    </a:moveTo>
                    <a:cubicBezTo>
                      <a:pt x="24617" y="14050"/>
                      <a:pt x="22856" y="13897"/>
                      <a:pt x="21057" y="13706"/>
                    </a:cubicBezTo>
                    <a:cubicBezTo>
                      <a:pt x="19296" y="13514"/>
                      <a:pt x="17496" y="13246"/>
                      <a:pt x="15773" y="12710"/>
                    </a:cubicBezTo>
                    <a:cubicBezTo>
                      <a:pt x="12940" y="11830"/>
                      <a:pt x="10031" y="11179"/>
                      <a:pt x="7466" y="9724"/>
                    </a:cubicBezTo>
                    <a:cubicBezTo>
                      <a:pt x="5437" y="8499"/>
                      <a:pt x="3523" y="7083"/>
                      <a:pt x="1991" y="5322"/>
                    </a:cubicBezTo>
                    <a:cubicBezTo>
                      <a:pt x="1379" y="4671"/>
                      <a:pt x="804" y="4020"/>
                      <a:pt x="307" y="3293"/>
                    </a:cubicBezTo>
                    <a:cubicBezTo>
                      <a:pt x="154" y="3139"/>
                      <a:pt x="1" y="2910"/>
                      <a:pt x="39" y="2718"/>
                    </a:cubicBezTo>
                    <a:cubicBezTo>
                      <a:pt x="77" y="2259"/>
                      <a:pt x="690" y="2259"/>
                      <a:pt x="766" y="2718"/>
                    </a:cubicBezTo>
                    <a:cubicBezTo>
                      <a:pt x="1187" y="3293"/>
                      <a:pt x="1647" y="3867"/>
                      <a:pt x="2144" y="4441"/>
                    </a:cubicBezTo>
                    <a:cubicBezTo>
                      <a:pt x="3905" y="6508"/>
                      <a:pt x="6088" y="8193"/>
                      <a:pt x="8461" y="9456"/>
                    </a:cubicBezTo>
                    <a:cubicBezTo>
                      <a:pt x="10337" y="10413"/>
                      <a:pt x="12366" y="10949"/>
                      <a:pt x="14395" y="11562"/>
                    </a:cubicBezTo>
                    <a:cubicBezTo>
                      <a:pt x="16539" y="12251"/>
                      <a:pt x="18798" y="12787"/>
                      <a:pt x="21057" y="12978"/>
                    </a:cubicBezTo>
                    <a:cubicBezTo>
                      <a:pt x="23468" y="13246"/>
                      <a:pt x="25919" y="13476"/>
                      <a:pt x="28369" y="13361"/>
                    </a:cubicBezTo>
                    <a:cubicBezTo>
                      <a:pt x="31202" y="13246"/>
                      <a:pt x="34073" y="12902"/>
                      <a:pt x="36868" y="12251"/>
                    </a:cubicBezTo>
                    <a:cubicBezTo>
                      <a:pt x="40007" y="11447"/>
                      <a:pt x="43108" y="10337"/>
                      <a:pt x="46056" y="8997"/>
                    </a:cubicBezTo>
                    <a:cubicBezTo>
                      <a:pt x="49999" y="6930"/>
                      <a:pt x="54095" y="4441"/>
                      <a:pt x="56278" y="383"/>
                    </a:cubicBezTo>
                    <a:cubicBezTo>
                      <a:pt x="56354" y="192"/>
                      <a:pt x="56584" y="0"/>
                      <a:pt x="56814" y="115"/>
                    </a:cubicBezTo>
                    <a:cubicBezTo>
                      <a:pt x="56967" y="153"/>
                      <a:pt x="57082" y="383"/>
                      <a:pt x="57005" y="574"/>
                    </a:cubicBezTo>
                    <a:cubicBezTo>
                      <a:pt x="56546" y="1532"/>
                      <a:pt x="55933" y="2374"/>
                      <a:pt x="55206" y="3178"/>
                    </a:cubicBezTo>
                    <a:cubicBezTo>
                      <a:pt x="53789" y="4900"/>
                      <a:pt x="52028" y="6317"/>
                      <a:pt x="50114" y="7504"/>
                    </a:cubicBezTo>
                    <a:cubicBezTo>
                      <a:pt x="48621" y="8423"/>
                      <a:pt x="47128" y="9265"/>
                      <a:pt x="45520" y="9992"/>
                    </a:cubicBezTo>
                    <a:cubicBezTo>
                      <a:pt x="43874" y="10720"/>
                      <a:pt x="42113" y="11370"/>
                      <a:pt x="40390" y="11945"/>
                    </a:cubicBezTo>
                    <a:cubicBezTo>
                      <a:pt x="35911" y="13476"/>
                      <a:pt x="31125" y="14165"/>
                      <a:pt x="26378" y="140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42"/>
              <p:cNvSpPr/>
              <p:nvPr/>
            </p:nvSpPr>
            <p:spPr>
              <a:xfrm>
                <a:off x="5744747" y="4107925"/>
                <a:ext cx="1588800" cy="478550"/>
              </a:xfrm>
              <a:custGeom>
                <a:avLst/>
                <a:gdLst/>
                <a:ahLst/>
                <a:cxnLst/>
                <a:rect l="l" t="t" r="r" b="b"/>
                <a:pathLst>
                  <a:path w="63552" h="19142" extrusionOk="0">
                    <a:moveTo>
                      <a:pt x="28446" y="19027"/>
                    </a:moveTo>
                    <a:cubicBezTo>
                      <a:pt x="26531" y="18874"/>
                      <a:pt x="24579" y="18606"/>
                      <a:pt x="22665" y="18300"/>
                    </a:cubicBezTo>
                    <a:cubicBezTo>
                      <a:pt x="21401" y="18032"/>
                      <a:pt x="20138" y="17649"/>
                      <a:pt x="18836" y="17381"/>
                    </a:cubicBezTo>
                    <a:cubicBezTo>
                      <a:pt x="16922" y="16883"/>
                      <a:pt x="14970" y="16500"/>
                      <a:pt x="13170" y="15773"/>
                    </a:cubicBezTo>
                    <a:cubicBezTo>
                      <a:pt x="8844" y="13897"/>
                      <a:pt x="4250" y="10911"/>
                      <a:pt x="1532" y="7044"/>
                    </a:cubicBezTo>
                    <a:cubicBezTo>
                      <a:pt x="920" y="6087"/>
                      <a:pt x="1" y="4518"/>
                      <a:pt x="192" y="3369"/>
                    </a:cubicBezTo>
                    <a:cubicBezTo>
                      <a:pt x="269" y="3063"/>
                      <a:pt x="537" y="2871"/>
                      <a:pt x="805" y="2718"/>
                    </a:cubicBezTo>
                    <a:cubicBezTo>
                      <a:pt x="1264" y="2412"/>
                      <a:pt x="1762" y="2144"/>
                      <a:pt x="2221" y="1838"/>
                    </a:cubicBezTo>
                    <a:cubicBezTo>
                      <a:pt x="2719" y="1531"/>
                      <a:pt x="3217" y="1264"/>
                      <a:pt x="3676" y="957"/>
                    </a:cubicBezTo>
                    <a:cubicBezTo>
                      <a:pt x="4403" y="574"/>
                      <a:pt x="5169" y="0"/>
                      <a:pt x="6050" y="38"/>
                    </a:cubicBezTo>
                    <a:cubicBezTo>
                      <a:pt x="6509" y="38"/>
                      <a:pt x="7236" y="651"/>
                      <a:pt x="6700" y="1034"/>
                    </a:cubicBezTo>
                    <a:cubicBezTo>
                      <a:pt x="6509" y="1149"/>
                      <a:pt x="6241" y="1034"/>
                      <a:pt x="6164" y="804"/>
                    </a:cubicBezTo>
                    <a:cubicBezTo>
                      <a:pt x="5552" y="460"/>
                      <a:pt x="3599" y="1914"/>
                      <a:pt x="2910" y="2221"/>
                    </a:cubicBezTo>
                    <a:cubicBezTo>
                      <a:pt x="2260" y="2680"/>
                      <a:pt x="1494" y="3063"/>
                      <a:pt x="881" y="3522"/>
                    </a:cubicBezTo>
                    <a:cubicBezTo>
                      <a:pt x="766" y="4326"/>
                      <a:pt x="1379" y="5436"/>
                      <a:pt x="1800" y="6126"/>
                    </a:cubicBezTo>
                    <a:cubicBezTo>
                      <a:pt x="3331" y="8576"/>
                      <a:pt x="5590" y="10490"/>
                      <a:pt x="7926" y="12136"/>
                    </a:cubicBezTo>
                    <a:cubicBezTo>
                      <a:pt x="9916" y="13399"/>
                      <a:pt x="11984" y="14625"/>
                      <a:pt x="14204" y="15390"/>
                    </a:cubicBezTo>
                    <a:cubicBezTo>
                      <a:pt x="15429" y="15811"/>
                      <a:pt x="16692" y="16118"/>
                      <a:pt x="17956" y="16424"/>
                    </a:cubicBezTo>
                    <a:cubicBezTo>
                      <a:pt x="19449" y="16768"/>
                      <a:pt x="20942" y="17151"/>
                      <a:pt x="22435" y="17496"/>
                    </a:cubicBezTo>
                    <a:cubicBezTo>
                      <a:pt x="24426" y="17879"/>
                      <a:pt x="26417" y="18147"/>
                      <a:pt x="28407" y="18300"/>
                    </a:cubicBezTo>
                    <a:cubicBezTo>
                      <a:pt x="31087" y="18453"/>
                      <a:pt x="33767" y="18261"/>
                      <a:pt x="36409" y="18108"/>
                    </a:cubicBezTo>
                    <a:cubicBezTo>
                      <a:pt x="39471" y="17879"/>
                      <a:pt x="42572" y="17458"/>
                      <a:pt x="45520" y="16730"/>
                    </a:cubicBezTo>
                    <a:cubicBezTo>
                      <a:pt x="47932" y="16079"/>
                      <a:pt x="50382" y="15352"/>
                      <a:pt x="52718" y="14548"/>
                    </a:cubicBezTo>
                    <a:cubicBezTo>
                      <a:pt x="54823" y="13859"/>
                      <a:pt x="56890" y="12902"/>
                      <a:pt x="58652" y="11485"/>
                    </a:cubicBezTo>
                    <a:cubicBezTo>
                      <a:pt x="59647" y="10681"/>
                      <a:pt x="60604" y="9801"/>
                      <a:pt x="61485" y="8844"/>
                    </a:cubicBezTo>
                    <a:cubicBezTo>
                      <a:pt x="61944" y="8269"/>
                      <a:pt x="62403" y="7695"/>
                      <a:pt x="62863" y="7083"/>
                    </a:cubicBezTo>
                    <a:cubicBezTo>
                      <a:pt x="62978" y="6929"/>
                      <a:pt x="63207" y="6891"/>
                      <a:pt x="63360" y="7006"/>
                    </a:cubicBezTo>
                    <a:cubicBezTo>
                      <a:pt x="63514" y="7121"/>
                      <a:pt x="63552" y="7351"/>
                      <a:pt x="63437" y="7504"/>
                    </a:cubicBezTo>
                    <a:cubicBezTo>
                      <a:pt x="62633" y="8537"/>
                      <a:pt x="61867" y="9533"/>
                      <a:pt x="60910" y="10413"/>
                    </a:cubicBezTo>
                    <a:cubicBezTo>
                      <a:pt x="57694" y="13591"/>
                      <a:pt x="54785" y="14701"/>
                      <a:pt x="50574" y="16003"/>
                    </a:cubicBezTo>
                    <a:cubicBezTo>
                      <a:pt x="46669" y="17228"/>
                      <a:pt x="42687" y="18261"/>
                      <a:pt x="38591" y="18606"/>
                    </a:cubicBezTo>
                    <a:cubicBezTo>
                      <a:pt x="35222" y="18951"/>
                      <a:pt x="31815" y="19142"/>
                      <a:pt x="28446" y="190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42"/>
              <p:cNvSpPr/>
              <p:nvPr/>
            </p:nvSpPr>
            <p:spPr>
              <a:xfrm>
                <a:off x="7237350" y="4031350"/>
                <a:ext cx="119650" cy="63200"/>
              </a:xfrm>
              <a:custGeom>
                <a:avLst/>
                <a:gdLst/>
                <a:ahLst/>
                <a:cxnLst/>
                <a:rect l="l" t="t" r="r" b="b"/>
                <a:pathLst>
                  <a:path w="4786" h="2528" extrusionOk="0">
                    <a:moveTo>
                      <a:pt x="4020" y="2259"/>
                    </a:moveTo>
                    <a:cubicBezTo>
                      <a:pt x="3331" y="1800"/>
                      <a:pt x="2565" y="1340"/>
                      <a:pt x="1723" y="1264"/>
                    </a:cubicBezTo>
                    <a:cubicBezTo>
                      <a:pt x="1417" y="1264"/>
                      <a:pt x="1034" y="1264"/>
                      <a:pt x="804" y="1532"/>
                    </a:cubicBezTo>
                    <a:cubicBezTo>
                      <a:pt x="421" y="1800"/>
                      <a:pt x="0" y="1264"/>
                      <a:pt x="345" y="958"/>
                    </a:cubicBezTo>
                    <a:cubicBezTo>
                      <a:pt x="1570" y="0"/>
                      <a:pt x="3331" y="919"/>
                      <a:pt x="4441" y="1685"/>
                    </a:cubicBezTo>
                    <a:cubicBezTo>
                      <a:pt x="4786" y="1991"/>
                      <a:pt x="4365" y="2527"/>
                      <a:pt x="3982" y="22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42"/>
              <p:cNvSpPr/>
              <p:nvPr/>
            </p:nvSpPr>
            <p:spPr>
              <a:xfrm>
                <a:off x="5609797" y="4200750"/>
                <a:ext cx="152200" cy="74675"/>
              </a:xfrm>
              <a:custGeom>
                <a:avLst/>
                <a:gdLst/>
                <a:ahLst/>
                <a:cxnLst/>
                <a:rect l="l" t="t" r="r" b="b"/>
                <a:pathLst>
                  <a:path w="6088" h="2987" extrusionOk="0">
                    <a:moveTo>
                      <a:pt x="77" y="2719"/>
                    </a:moveTo>
                    <a:cubicBezTo>
                      <a:pt x="1" y="2527"/>
                      <a:pt x="77" y="2336"/>
                      <a:pt x="269" y="2259"/>
                    </a:cubicBezTo>
                    <a:cubicBezTo>
                      <a:pt x="920" y="1991"/>
                      <a:pt x="1570" y="1723"/>
                      <a:pt x="2183" y="1455"/>
                    </a:cubicBezTo>
                    <a:cubicBezTo>
                      <a:pt x="2872" y="1187"/>
                      <a:pt x="3523" y="919"/>
                      <a:pt x="4174" y="613"/>
                    </a:cubicBezTo>
                    <a:cubicBezTo>
                      <a:pt x="4671" y="422"/>
                      <a:pt x="5093" y="77"/>
                      <a:pt x="5590" y="1"/>
                    </a:cubicBezTo>
                    <a:cubicBezTo>
                      <a:pt x="6050" y="1"/>
                      <a:pt x="6088" y="690"/>
                      <a:pt x="5590" y="728"/>
                    </a:cubicBezTo>
                    <a:cubicBezTo>
                      <a:pt x="4978" y="958"/>
                      <a:pt x="4403" y="1302"/>
                      <a:pt x="3791" y="1570"/>
                    </a:cubicBezTo>
                    <a:cubicBezTo>
                      <a:pt x="3102" y="1838"/>
                      <a:pt x="2451" y="2145"/>
                      <a:pt x="1800" y="2413"/>
                    </a:cubicBezTo>
                    <a:cubicBezTo>
                      <a:pt x="1379" y="2566"/>
                      <a:pt x="958" y="2757"/>
                      <a:pt x="537" y="2910"/>
                    </a:cubicBezTo>
                    <a:cubicBezTo>
                      <a:pt x="345" y="2987"/>
                      <a:pt x="154" y="2910"/>
                      <a:pt x="77" y="27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42"/>
              <p:cNvSpPr/>
              <p:nvPr/>
            </p:nvSpPr>
            <p:spPr>
              <a:xfrm>
                <a:off x="7274675" y="4083025"/>
                <a:ext cx="17250" cy="18225"/>
              </a:xfrm>
              <a:custGeom>
                <a:avLst/>
                <a:gdLst/>
                <a:ahLst/>
                <a:cxnLst/>
                <a:rect l="l" t="t" r="r" b="b"/>
                <a:pathLst>
                  <a:path w="690" h="729" extrusionOk="0">
                    <a:moveTo>
                      <a:pt x="345" y="1"/>
                    </a:moveTo>
                    <a:cubicBezTo>
                      <a:pt x="153" y="1"/>
                      <a:pt x="0" y="154"/>
                      <a:pt x="0" y="345"/>
                    </a:cubicBezTo>
                    <a:cubicBezTo>
                      <a:pt x="0" y="575"/>
                      <a:pt x="153" y="728"/>
                      <a:pt x="345" y="728"/>
                    </a:cubicBezTo>
                    <a:cubicBezTo>
                      <a:pt x="536" y="728"/>
                      <a:pt x="689" y="575"/>
                      <a:pt x="689" y="345"/>
                    </a:cubicBezTo>
                    <a:cubicBezTo>
                      <a:pt x="689" y="154"/>
                      <a:pt x="536" y="1"/>
                      <a:pt x="3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42"/>
              <p:cNvSpPr/>
              <p:nvPr/>
            </p:nvSpPr>
            <p:spPr>
              <a:xfrm>
                <a:off x="6383625" y="1540050"/>
                <a:ext cx="969550" cy="1598350"/>
              </a:xfrm>
              <a:custGeom>
                <a:avLst/>
                <a:gdLst/>
                <a:ahLst/>
                <a:cxnLst/>
                <a:rect l="l" t="t" r="r" b="b"/>
                <a:pathLst>
                  <a:path w="38782" h="63934" extrusionOk="0">
                    <a:moveTo>
                      <a:pt x="38131" y="63781"/>
                    </a:moveTo>
                    <a:cubicBezTo>
                      <a:pt x="36638" y="62288"/>
                      <a:pt x="35298" y="60641"/>
                      <a:pt x="34226" y="58804"/>
                    </a:cubicBezTo>
                    <a:cubicBezTo>
                      <a:pt x="33613" y="57694"/>
                      <a:pt x="33192" y="56545"/>
                      <a:pt x="32694" y="55397"/>
                    </a:cubicBezTo>
                    <a:cubicBezTo>
                      <a:pt x="32158" y="54210"/>
                      <a:pt x="31699" y="52985"/>
                      <a:pt x="31316" y="51721"/>
                    </a:cubicBezTo>
                    <a:cubicBezTo>
                      <a:pt x="29402" y="46017"/>
                      <a:pt x="27909" y="40198"/>
                      <a:pt x="26914" y="34264"/>
                    </a:cubicBezTo>
                    <a:cubicBezTo>
                      <a:pt x="26071" y="29057"/>
                      <a:pt x="25229" y="23812"/>
                      <a:pt x="23813" y="18721"/>
                    </a:cubicBezTo>
                    <a:cubicBezTo>
                      <a:pt x="23162" y="16271"/>
                      <a:pt x="22358" y="13820"/>
                      <a:pt x="21248" y="11523"/>
                    </a:cubicBezTo>
                    <a:cubicBezTo>
                      <a:pt x="20597" y="10298"/>
                      <a:pt x="19869" y="9073"/>
                      <a:pt x="19104" y="7886"/>
                    </a:cubicBezTo>
                    <a:cubicBezTo>
                      <a:pt x="18070" y="6393"/>
                      <a:pt x="16615" y="5207"/>
                      <a:pt x="15122" y="4173"/>
                    </a:cubicBezTo>
                    <a:cubicBezTo>
                      <a:pt x="14395" y="3637"/>
                      <a:pt x="13629" y="3178"/>
                      <a:pt x="12825" y="2756"/>
                    </a:cubicBezTo>
                    <a:cubicBezTo>
                      <a:pt x="11255" y="1991"/>
                      <a:pt x="9533" y="1493"/>
                      <a:pt x="7848" y="1110"/>
                    </a:cubicBezTo>
                    <a:cubicBezTo>
                      <a:pt x="6164" y="766"/>
                      <a:pt x="4403" y="804"/>
                      <a:pt x="2756" y="1149"/>
                    </a:cubicBezTo>
                    <a:cubicBezTo>
                      <a:pt x="2067" y="1302"/>
                      <a:pt x="1417" y="1531"/>
                      <a:pt x="766" y="1761"/>
                    </a:cubicBezTo>
                    <a:cubicBezTo>
                      <a:pt x="651" y="1799"/>
                      <a:pt x="498" y="1876"/>
                      <a:pt x="345" y="1876"/>
                    </a:cubicBezTo>
                    <a:cubicBezTo>
                      <a:pt x="153" y="1876"/>
                      <a:pt x="0" y="1723"/>
                      <a:pt x="0" y="1531"/>
                    </a:cubicBezTo>
                    <a:cubicBezTo>
                      <a:pt x="0" y="1340"/>
                      <a:pt x="115" y="1225"/>
                      <a:pt x="306" y="1187"/>
                    </a:cubicBezTo>
                    <a:cubicBezTo>
                      <a:pt x="345" y="1149"/>
                      <a:pt x="383" y="1149"/>
                      <a:pt x="421" y="1110"/>
                    </a:cubicBezTo>
                    <a:cubicBezTo>
                      <a:pt x="2488" y="268"/>
                      <a:pt x="4786" y="0"/>
                      <a:pt x="7006" y="268"/>
                    </a:cubicBezTo>
                    <a:cubicBezTo>
                      <a:pt x="9877" y="727"/>
                      <a:pt x="12787" y="1646"/>
                      <a:pt x="15199" y="3331"/>
                    </a:cubicBezTo>
                    <a:cubicBezTo>
                      <a:pt x="16845" y="4441"/>
                      <a:pt x="18453" y="5743"/>
                      <a:pt x="19601" y="7389"/>
                    </a:cubicBezTo>
                    <a:cubicBezTo>
                      <a:pt x="20558" y="8844"/>
                      <a:pt x="21516" y="10337"/>
                      <a:pt x="22243" y="11945"/>
                    </a:cubicBezTo>
                    <a:cubicBezTo>
                      <a:pt x="23545" y="14892"/>
                      <a:pt x="24425" y="17993"/>
                      <a:pt x="25191" y="21133"/>
                    </a:cubicBezTo>
                    <a:cubicBezTo>
                      <a:pt x="26722" y="27335"/>
                      <a:pt x="27335" y="33766"/>
                      <a:pt x="28751" y="40006"/>
                    </a:cubicBezTo>
                    <a:cubicBezTo>
                      <a:pt x="29172" y="41921"/>
                      <a:pt x="29670" y="43835"/>
                      <a:pt x="30244" y="45711"/>
                    </a:cubicBezTo>
                    <a:cubicBezTo>
                      <a:pt x="31125" y="48888"/>
                      <a:pt x="32044" y="52066"/>
                      <a:pt x="33345" y="55090"/>
                    </a:cubicBezTo>
                    <a:cubicBezTo>
                      <a:pt x="33766" y="56047"/>
                      <a:pt x="34149" y="57043"/>
                      <a:pt x="34609" y="57962"/>
                    </a:cubicBezTo>
                    <a:cubicBezTo>
                      <a:pt x="35336" y="59378"/>
                      <a:pt x="36255" y="60641"/>
                      <a:pt x="37288" y="61866"/>
                    </a:cubicBezTo>
                    <a:cubicBezTo>
                      <a:pt x="37748" y="62364"/>
                      <a:pt x="38169" y="62824"/>
                      <a:pt x="38628" y="63283"/>
                    </a:cubicBezTo>
                    <a:cubicBezTo>
                      <a:pt x="38743" y="63436"/>
                      <a:pt x="38782" y="63627"/>
                      <a:pt x="38628" y="63781"/>
                    </a:cubicBezTo>
                    <a:cubicBezTo>
                      <a:pt x="38475" y="63934"/>
                      <a:pt x="38246" y="63934"/>
                      <a:pt x="38131" y="637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42"/>
              <p:cNvSpPr/>
              <p:nvPr/>
            </p:nvSpPr>
            <p:spPr>
              <a:xfrm>
                <a:off x="5703125" y="1536200"/>
                <a:ext cx="694875" cy="637450"/>
              </a:xfrm>
              <a:custGeom>
                <a:avLst/>
                <a:gdLst/>
                <a:ahLst/>
                <a:cxnLst/>
                <a:rect l="l" t="t" r="r" b="b"/>
                <a:pathLst>
                  <a:path w="27795" h="25498" extrusionOk="0">
                    <a:moveTo>
                      <a:pt x="230" y="25421"/>
                    </a:moveTo>
                    <a:cubicBezTo>
                      <a:pt x="77" y="25306"/>
                      <a:pt x="0" y="25077"/>
                      <a:pt x="115" y="24924"/>
                    </a:cubicBezTo>
                    <a:cubicBezTo>
                      <a:pt x="1493" y="22627"/>
                      <a:pt x="2604" y="20215"/>
                      <a:pt x="3637" y="17765"/>
                    </a:cubicBezTo>
                    <a:cubicBezTo>
                      <a:pt x="4250" y="16348"/>
                      <a:pt x="4939" y="15008"/>
                      <a:pt x="5666" y="13630"/>
                    </a:cubicBezTo>
                    <a:cubicBezTo>
                      <a:pt x="6738" y="11639"/>
                      <a:pt x="7810" y="9648"/>
                      <a:pt x="9188" y="7849"/>
                    </a:cubicBezTo>
                    <a:cubicBezTo>
                      <a:pt x="10796" y="5935"/>
                      <a:pt x="12519" y="4021"/>
                      <a:pt x="14586" y="2604"/>
                    </a:cubicBezTo>
                    <a:cubicBezTo>
                      <a:pt x="17037" y="1111"/>
                      <a:pt x="19870" y="77"/>
                      <a:pt x="22741" y="1"/>
                    </a:cubicBezTo>
                    <a:cubicBezTo>
                      <a:pt x="24349" y="1"/>
                      <a:pt x="26072" y="231"/>
                      <a:pt x="27297" y="1303"/>
                    </a:cubicBezTo>
                    <a:cubicBezTo>
                      <a:pt x="27679" y="1341"/>
                      <a:pt x="27794" y="1838"/>
                      <a:pt x="27450" y="1992"/>
                    </a:cubicBezTo>
                    <a:cubicBezTo>
                      <a:pt x="27182" y="2106"/>
                      <a:pt x="26914" y="1953"/>
                      <a:pt x="26761" y="1762"/>
                    </a:cubicBezTo>
                    <a:cubicBezTo>
                      <a:pt x="26569" y="1609"/>
                      <a:pt x="26340" y="1456"/>
                      <a:pt x="26110" y="1341"/>
                    </a:cubicBezTo>
                    <a:cubicBezTo>
                      <a:pt x="23698" y="269"/>
                      <a:pt x="20903" y="728"/>
                      <a:pt x="18491" y="1532"/>
                    </a:cubicBezTo>
                    <a:cubicBezTo>
                      <a:pt x="15046" y="2719"/>
                      <a:pt x="13170" y="4403"/>
                      <a:pt x="10796" y="7083"/>
                    </a:cubicBezTo>
                    <a:cubicBezTo>
                      <a:pt x="9035" y="8998"/>
                      <a:pt x="7734" y="11256"/>
                      <a:pt x="6509" y="13553"/>
                    </a:cubicBezTo>
                    <a:cubicBezTo>
                      <a:pt x="5360" y="15621"/>
                      <a:pt x="4365" y="17803"/>
                      <a:pt x="3446" y="19985"/>
                    </a:cubicBezTo>
                    <a:cubicBezTo>
                      <a:pt x="2833" y="21363"/>
                      <a:pt x="2182" y="22741"/>
                      <a:pt x="1417" y="24043"/>
                    </a:cubicBezTo>
                    <a:cubicBezTo>
                      <a:pt x="1187" y="24464"/>
                      <a:pt x="957" y="24885"/>
                      <a:pt x="728" y="25268"/>
                    </a:cubicBezTo>
                    <a:cubicBezTo>
                      <a:pt x="613" y="25460"/>
                      <a:pt x="383" y="25498"/>
                      <a:pt x="230" y="254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42"/>
              <p:cNvSpPr/>
              <p:nvPr/>
            </p:nvSpPr>
            <p:spPr>
              <a:xfrm>
                <a:off x="6389350" y="1031825"/>
                <a:ext cx="302475" cy="488150"/>
              </a:xfrm>
              <a:custGeom>
                <a:avLst/>
                <a:gdLst/>
                <a:ahLst/>
                <a:cxnLst/>
                <a:rect l="l" t="t" r="r" b="b"/>
                <a:pathLst>
                  <a:path w="12099" h="19526" extrusionOk="0">
                    <a:moveTo>
                      <a:pt x="39" y="19027"/>
                    </a:moveTo>
                    <a:cubicBezTo>
                      <a:pt x="39" y="18338"/>
                      <a:pt x="384" y="17687"/>
                      <a:pt x="613" y="17037"/>
                    </a:cubicBezTo>
                    <a:cubicBezTo>
                      <a:pt x="1532" y="14893"/>
                      <a:pt x="2642" y="12864"/>
                      <a:pt x="3753" y="10835"/>
                    </a:cubicBezTo>
                    <a:cubicBezTo>
                      <a:pt x="4480" y="9533"/>
                      <a:pt x="5207" y="8193"/>
                      <a:pt x="6050" y="6930"/>
                    </a:cubicBezTo>
                    <a:cubicBezTo>
                      <a:pt x="7619" y="4633"/>
                      <a:pt x="9419" y="2451"/>
                      <a:pt x="11218" y="345"/>
                    </a:cubicBezTo>
                    <a:cubicBezTo>
                      <a:pt x="11601" y="0"/>
                      <a:pt x="12098" y="575"/>
                      <a:pt x="11677" y="919"/>
                    </a:cubicBezTo>
                    <a:cubicBezTo>
                      <a:pt x="9878" y="2986"/>
                      <a:pt x="8155" y="5130"/>
                      <a:pt x="6586" y="7389"/>
                    </a:cubicBezTo>
                    <a:cubicBezTo>
                      <a:pt x="5131" y="9648"/>
                      <a:pt x="3906" y="12021"/>
                      <a:pt x="2642" y="14395"/>
                    </a:cubicBezTo>
                    <a:cubicBezTo>
                      <a:pt x="2030" y="15697"/>
                      <a:pt x="1379" y="16960"/>
                      <a:pt x="881" y="18300"/>
                    </a:cubicBezTo>
                    <a:cubicBezTo>
                      <a:pt x="805" y="18530"/>
                      <a:pt x="728" y="18798"/>
                      <a:pt x="728" y="19027"/>
                    </a:cubicBezTo>
                    <a:cubicBezTo>
                      <a:pt x="728" y="19487"/>
                      <a:pt x="39" y="19525"/>
                      <a:pt x="1" y="190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42"/>
              <p:cNvSpPr/>
              <p:nvPr/>
            </p:nvSpPr>
            <p:spPr>
              <a:xfrm>
                <a:off x="6590350" y="951425"/>
                <a:ext cx="92850" cy="91900"/>
              </a:xfrm>
              <a:custGeom>
                <a:avLst/>
                <a:gdLst/>
                <a:ahLst/>
                <a:cxnLst/>
                <a:rect l="l" t="t" r="r" b="b"/>
                <a:pathLst>
                  <a:path w="3714" h="3676" extrusionOk="0">
                    <a:moveTo>
                      <a:pt x="2872" y="3216"/>
                    </a:moveTo>
                    <a:cubicBezTo>
                      <a:pt x="2259" y="2183"/>
                      <a:pt x="1493" y="1111"/>
                      <a:pt x="268" y="728"/>
                    </a:cubicBezTo>
                    <a:cubicBezTo>
                      <a:pt x="115" y="651"/>
                      <a:pt x="0" y="422"/>
                      <a:pt x="77" y="269"/>
                    </a:cubicBezTo>
                    <a:cubicBezTo>
                      <a:pt x="153" y="77"/>
                      <a:pt x="383" y="1"/>
                      <a:pt x="575" y="77"/>
                    </a:cubicBezTo>
                    <a:cubicBezTo>
                      <a:pt x="919" y="230"/>
                      <a:pt x="1302" y="383"/>
                      <a:pt x="1608" y="613"/>
                    </a:cubicBezTo>
                    <a:cubicBezTo>
                      <a:pt x="2412" y="1187"/>
                      <a:pt x="2948" y="2030"/>
                      <a:pt x="3446" y="2834"/>
                    </a:cubicBezTo>
                    <a:cubicBezTo>
                      <a:pt x="3599" y="2872"/>
                      <a:pt x="3714" y="3025"/>
                      <a:pt x="3714" y="3178"/>
                    </a:cubicBezTo>
                    <a:cubicBezTo>
                      <a:pt x="3676" y="3676"/>
                      <a:pt x="3063" y="3599"/>
                      <a:pt x="2872" y="3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42"/>
              <p:cNvSpPr/>
              <p:nvPr/>
            </p:nvSpPr>
            <p:spPr>
              <a:xfrm>
                <a:off x="5605500" y="950475"/>
                <a:ext cx="629800" cy="535025"/>
              </a:xfrm>
              <a:custGeom>
                <a:avLst/>
                <a:gdLst/>
                <a:ahLst/>
                <a:cxnLst/>
                <a:rect l="l" t="t" r="r" b="b"/>
                <a:pathLst>
                  <a:path w="25192" h="21401" extrusionOk="0">
                    <a:moveTo>
                      <a:pt x="230" y="21171"/>
                    </a:moveTo>
                    <a:cubicBezTo>
                      <a:pt x="77" y="21056"/>
                      <a:pt x="0" y="20865"/>
                      <a:pt x="115" y="20673"/>
                    </a:cubicBezTo>
                    <a:cubicBezTo>
                      <a:pt x="498" y="20061"/>
                      <a:pt x="919" y="19448"/>
                      <a:pt x="1340" y="18874"/>
                    </a:cubicBezTo>
                    <a:cubicBezTo>
                      <a:pt x="2680" y="16998"/>
                      <a:pt x="4097" y="15237"/>
                      <a:pt x="5628" y="13591"/>
                    </a:cubicBezTo>
                    <a:cubicBezTo>
                      <a:pt x="10835" y="8040"/>
                      <a:pt x="16769" y="2872"/>
                      <a:pt x="24004" y="345"/>
                    </a:cubicBezTo>
                    <a:cubicBezTo>
                      <a:pt x="24196" y="268"/>
                      <a:pt x="24387" y="192"/>
                      <a:pt x="24579" y="115"/>
                    </a:cubicBezTo>
                    <a:cubicBezTo>
                      <a:pt x="24655" y="39"/>
                      <a:pt x="24770" y="0"/>
                      <a:pt x="24923" y="39"/>
                    </a:cubicBezTo>
                    <a:cubicBezTo>
                      <a:pt x="25114" y="77"/>
                      <a:pt x="25191" y="268"/>
                      <a:pt x="25153" y="460"/>
                    </a:cubicBezTo>
                    <a:cubicBezTo>
                      <a:pt x="25038" y="766"/>
                      <a:pt x="24655" y="804"/>
                      <a:pt x="24387" y="957"/>
                    </a:cubicBezTo>
                    <a:cubicBezTo>
                      <a:pt x="23353" y="1340"/>
                      <a:pt x="22281" y="1761"/>
                      <a:pt x="21286" y="2221"/>
                    </a:cubicBezTo>
                    <a:cubicBezTo>
                      <a:pt x="18262" y="3637"/>
                      <a:pt x="15544" y="5513"/>
                      <a:pt x="12979" y="7619"/>
                    </a:cubicBezTo>
                    <a:cubicBezTo>
                      <a:pt x="10146" y="9916"/>
                      <a:pt x="7542" y="12481"/>
                      <a:pt x="5130" y="15199"/>
                    </a:cubicBezTo>
                    <a:cubicBezTo>
                      <a:pt x="3676" y="16845"/>
                      <a:pt x="2374" y="18606"/>
                      <a:pt x="1149" y="20405"/>
                    </a:cubicBezTo>
                    <a:cubicBezTo>
                      <a:pt x="881" y="20712"/>
                      <a:pt x="728" y="21401"/>
                      <a:pt x="230" y="211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42"/>
              <p:cNvSpPr/>
              <p:nvPr/>
            </p:nvSpPr>
            <p:spPr>
              <a:xfrm>
                <a:off x="6657350" y="942800"/>
                <a:ext cx="223025" cy="111050"/>
              </a:xfrm>
              <a:custGeom>
                <a:avLst/>
                <a:gdLst/>
                <a:ahLst/>
                <a:cxnLst/>
                <a:rect l="l" t="t" r="r" b="b"/>
                <a:pathLst>
                  <a:path w="8921" h="4442" extrusionOk="0">
                    <a:moveTo>
                      <a:pt x="996" y="4404"/>
                    </a:moveTo>
                    <a:cubicBezTo>
                      <a:pt x="0" y="4097"/>
                      <a:pt x="1646" y="2796"/>
                      <a:pt x="1991" y="2489"/>
                    </a:cubicBezTo>
                    <a:cubicBezTo>
                      <a:pt x="2871" y="1762"/>
                      <a:pt x="3905" y="1303"/>
                      <a:pt x="4862" y="805"/>
                    </a:cubicBezTo>
                    <a:cubicBezTo>
                      <a:pt x="5858" y="346"/>
                      <a:pt x="6968" y="192"/>
                      <a:pt x="8040" y="154"/>
                    </a:cubicBezTo>
                    <a:cubicBezTo>
                      <a:pt x="8346" y="154"/>
                      <a:pt x="8920" y="1"/>
                      <a:pt x="8920" y="460"/>
                    </a:cubicBezTo>
                    <a:cubicBezTo>
                      <a:pt x="8882" y="996"/>
                      <a:pt x="8231" y="805"/>
                      <a:pt x="7887" y="843"/>
                    </a:cubicBezTo>
                    <a:cubicBezTo>
                      <a:pt x="6853" y="920"/>
                      <a:pt x="5781" y="1111"/>
                      <a:pt x="4862" y="1609"/>
                    </a:cubicBezTo>
                    <a:cubicBezTo>
                      <a:pt x="3943" y="2068"/>
                      <a:pt x="2986" y="2489"/>
                      <a:pt x="2221" y="3179"/>
                    </a:cubicBezTo>
                    <a:cubicBezTo>
                      <a:pt x="1914" y="3485"/>
                      <a:pt x="1646" y="3753"/>
                      <a:pt x="1378" y="4059"/>
                    </a:cubicBezTo>
                    <a:cubicBezTo>
                      <a:pt x="1378" y="4289"/>
                      <a:pt x="1187" y="4442"/>
                      <a:pt x="996" y="44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42"/>
              <p:cNvSpPr/>
              <p:nvPr/>
            </p:nvSpPr>
            <p:spPr>
              <a:xfrm>
                <a:off x="7055500" y="948550"/>
                <a:ext cx="298625" cy="267050"/>
              </a:xfrm>
              <a:custGeom>
                <a:avLst/>
                <a:gdLst/>
                <a:ahLst/>
                <a:cxnLst/>
                <a:rect l="l" t="t" r="r" b="b"/>
                <a:pathLst>
                  <a:path w="11945" h="10682" extrusionOk="0">
                    <a:moveTo>
                      <a:pt x="11217" y="10452"/>
                    </a:moveTo>
                    <a:cubicBezTo>
                      <a:pt x="10069" y="8270"/>
                      <a:pt x="8423" y="6432"/>
                      <a:pt x="6623" y="4824"/>
                    </a:cubicBezTo>
                    <a:cubicBezTo>
                      <a:pt x="5015" y="3370"/>
                      <a:pt x="3331" y="1838"/>
                      <a:pt x="1302" y="1073"/>
                    </a:cubicBezTo>
                    <a:cubicBezTo>
                      <a:pt x="996" y="958"/>
                      <a:pt x="689" y="881"/>
                      <a:pt x="383" y="805"/>
                    </a:cubicBezTo>
                    <a:cubicBezTo>
                      <a:pt x="192" y="766"/>
                      <a:pt x="0" y="613"/>
                      <a:pt x="39" y="422"/>
                    </a:cubicBezTo>
                    <a:cubicBezTo>
                      <a:pt x="39" y="192"/>
                      <a:pt x="268" y="1"/>
                      <a:pt x="498" y="116"/>
                    </a:cubicBezTo>
                    <a:cubicBezTo>
                      <a:pt x="1187" y="230"/>
                      <a:pt x="1838" y="498"/>
                      <a:pt x="2489" y="805"/>
                    </a:cubicBezTo>
                    <a:cubicBezTo>
                      <a:pt x="3867" y="1455"/>
                      <a:pt x="5015" y="2451"/>
                      <a:pt x="6164" y="3446"/>
                    </a:cubicBezTo>
                    <a:cubicBezTo>
                      <a:pt x="7274" y="4480"/>
                      <a:pt x="8423" y="5437"/>
                      <a:pt x="9418" y="6585"/>
                    </a:cubicBezTo>
                    <a:cubicBezTo>
                      <a:pt x="10337" y="7696"/>
                      <a:pt x="11179" y="8844"/>
                      <a:pt x="11830" y="10108"/>
                    </a:cubicBezTo>
                    <a:cubicBezTo>
                      <a:pt x="11945" y="10261"/>
                      <a:pt x="11868" y="10490"/>
                      <a:pt x="11715" y="10605"/>
                    </a:cubicBezTo>
                    <a:cubicBezTo>
                      <a:pt x="11524" y="10682"/>
                      <a:pt x="11294" y="10605"/>
                      <a:pt x="11217" y="1045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42"/>
              <p:cNvSpPr/>
              <p:nvPr/>
            </p:nvSpPr>
            <p:spPr>
              <a:xfrm>
                <a:off x="6425725" y="1495050"/>
                <a:ext cx="719750" cy="887250"/>
              </a:xfrm>
              <a:custGeom>
                <a:avLst/>
                <a:gdLst/>
                <a:ahLst/>
                <a:cxnLst/>
                <a:rect l="l" t="t" r="r" b="b"/>
                <a:pathLst>
                  <a:path w="28790" h="35490" extrusionOk="0">
                    <a:moveTo>
                      <a:pt x="28063" y="35107"/>
                    </a:moveTo>
                    <a:cubicBezTo>
                      <a:pt x="27756" y="32886"/>
                      <a:pt x="27565" y="30628"/>
                      <a:pt x="27297" y="28407"/>
                    </a:cubicBezTo>
                    <a:cubicBezTo>
                      <a:pt x="27297" y="28407"/>
                      <a:pt x="27297" y="28445"/>
                      <a:pt x="27297" y="28445"/>
                    </a:cubicBezTo>
                    <a:cubicBezTo>
                      <a:pt x="26799" y="24387"/>
                      <a:pt x="26187" y="20291"/>
                      <a:pt x="25038" y="16348"/>
                    </a:cubicBezTo>
                    <a:cubicBezTo>
                      <a:pt x="24426" y="14434"/>
                      <a:pt x="23468" y="12596"/>
                      <a:pt x="22550" y="10797"/>
                    </a:cubicBezTo>
                    <a:cubicBezTo>
                      <a:pt x="22052" y="9840"/>
                      <a:pt x="21554" y="8959"/>
                      <a:pt x="20942" y="8117"/>
                    </a:cubicBezTo>
                    <a:cubicBezTo>
                      <a:pt x="20291" y="7236"/>
                      <a:pt x="19487" y="6432"/>
                      <a:pt x="18683" y="5705"/>
                    </a:cubicBezTo>
                    <a:cubicBezTo>
                      <a:pt x="17649" y="4824"/>
                      <a:pt x="16616" y="3982"/>
                      <a:pt x="15467" y="3255"/>
                    </a:cubicBezTo>
                    <a:cubicBezTo>
                      <a:pt x="14089" y="2489"/>
                      <a:pt x="12634" y="1877"/>
                      <a:pt x="11103" y="1417"/>
                    </a:cubicBezTo>
                    <a:lnTo>
                      <a:pt x="11141" y="1417"/>
                    </a:lnTo>
                    <a:cubicBezTo>
                      <a:pt x="11141" y="1417"/>
                      <a:pt x="11141" y="1417"/>
                      <a:pt x="11141" y="1417"/>
                    </a:cubicBezTo>
                    <a:cubicBezTo>
                      <a:pt x="9610" y="958"/>
                      <a:pt x="8002" y="690"/>
                      <a:pt x="6356" y="728"/>
                    </a:cubicBezTo>
                    <a:cubicBezTo>
                      <a:pt x="5016" y="728"/>
                      <a:pt x="3676" y="766"/>
                      <a:pt x="2374" y="996"/>
                    </a:cubicBezTo>
                    <a:cubicBezTo>
                      <a:pt x="1762" y="1111"/>
                      <a:pt x="1111" y="1302"/>
                      <a:pt x="537" y="1494"/>
                    </a:cubicBezTo>
                    <a:cubicBezTo>
                      <a:pt x="383" y="1570"/>
                      <a:pt x="154" y="1532"/>
                      <a:pt x="77" y="1341"/>
                    </a:cubicBezTo>
                    <a:cubicBezTo>
                      <a:pt x="1" y="1187"/>
                      <a:pt x="77" y="958"/>
                      <a:pt x="230" y="881"/>
                    </a:cubicBezTo>
                    <a:cubicBezTo>
                      <a:pt x="537" y="766"/>
                      <a:pt x="843" y="651"/>
                      <a:pt x="1149" y="575"/>
                    </a:cubicBezTo>
                    <a:cubicBezTo>
                      <a:pt x="2259" y="269"/>
                      <a:pt x="3408" y="116"/>
                      <a:pt x="4556" y="77"/>
                    </a:cubicBezTo>
                    <a:cubicBezTo>
                      <a:pt x="5973" y="1"/>
                      <a:pt x="7389" y="1"/>
                      <a:pt x="8806" y="154"/>
                    </a:cubicBezTo>
                    <a:cubicBezTo>
                      <a:pt x="11371" y="575"/>
                      <a:pt x="13898" y="1532"/>
                      <a:pt x="16156" y="2872"/>
                    </a:cubicBezTo>
                    <a:cubicBezTo>
                      <a:pt x="18032" y="4135"/>
                      <a:pt x="19832" y="5628"/>
                      <a:pt x="21325" y="7389"/>
                    </a:cubicBezTo>
                    <a:cubicBezTo>
                      <a:pt x="22320" y="8729"/>
                      <a:pt x="23009" y="10146"/>
                      <a:pt x="23736" y="11601"/>
                    </a:cubicBezTo>
                    <a:cubicBezTo>
                      <a:pt x="24655" y="13400"/>
                      <a:pt x="25536" y="15238"/>
                      <a:pt x="26033" y="17190"/>
                    </a:cubicBezTo>
                    <a:cubicBezTo>
                      <a:pt x="26991" y="20942"/>
                      <a:pt x="27565" y="24809"/>
                      <a:pt x="28024" y="28637"/>
                    </a:cubicBezTo>
                    <a:cubicBezTo>
                      <a:pt x="28254" y="30589"/>
                      <a:pt x="28445" y="32618"/>
                      <a:pt x="28713" y="34571"/>
                    </a:cubicBezTo>
                    <a:lnTo>
                      <a:pt x="28713" y="34647"/>
                    </a:lnTo>
                    <a:cubicBezTo>
                      <a:pt x="28713" y="34724"/>
                      <a:pt x="28713" y="34801"/>
                      <a:pt x="28752" y="34877"/>
                    </a:cubicBezTo>
                    <a:cubicBezTo>
                      <a:pt x="28752" y="34992"/>
                      <a:pt x="28790" y="35145"/>
                      <a:pt x="28675" y="35260"/>
                    </a:cubicBezTo>
                    <a:cubicBezTo>
                      <a:pt x="28522" y="35490"/>
                      <a:pt x="28101" y="35413"/>
                      <a:pt x="28063" y="3510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42"/>
              <p:cNvSpPr/>
              <p:nvPr/>
            </p:nvSpPr>
            <p:spPr>
              <a:xfrm>
                <a:off x="7132050" y="2435875"/>
                <a:ext cx="50750" cy="178050"/>
              </a:xfrm>
              <a:custGeom>
                <a:avLst/>
                <a:gdLst/>
                <a:ahLst/>
                <a:cxnLst/>
                <a:rect l="l" t="t" r="r" b="b"/>
                <a:pathLst>
                  <a:path w="2030" h="7122" extrusionOk="0">
                    <a:moveTo>
                      <a:pt x="1264" y="6662"/>
                    </a:moveTo>
                    <a:cubicBezTo>
                      <a:pt x="881" y="5169"/>
                      <a:pt x="575" y="3637"/>
                      <a:pt x="307" y="2144"/>
                    </a:cubicBezTo>
                    <a:cubicBezTo>
                      <a:pt x="192" y="1532"/>
                      <a:pt x="1" y="958"/>
                      <a:pt x="1" y="345"/>
                    </a:cubicBezTo>
                    <a:cubicBezTo>
                      <a:pt x="39" y="154"/>
                      <a:pt x="192" y="1"/>
                      <a:pt x="384" y="1"/>
                    </a:cubicBezTo>
                    <a:cubicBezTo>
                      <a:pt x="767" y="39"/>
                      <a:pt x="728" y="383"/>
                      <a:pt x="728" y="651"/>
                    </a:cubicBezTo>
                    <a:cubicBezTo>
                      <a:pt x="996" y="2144"/>
                      <a:pt x="1303" y="3599"/>
                      <a:pt x="1609" y="5054"/>
                    </a:cubicBezTo>
                    <a:cubicBezTo>
                      <a:pt x="1724" y="5552"/>
                      <a:pt x="1839" y="6049"/>
                      <a:pt x="1953" y="6547"/>
                    </a:cubicBezTo>
                    <a:cubicBezTo>
                      <a:pt x="2030" y="6968"/>
                      <a:pt x="1379" y="7121"/>
                      <a:pt x="1264" y="66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42"/>
              <p:cNvSpPr/>
              <p:nvPr/>
            </p:nvSpPr>
            <p:spPr>
              <a:xfrm>
                <a:off x="5724175" y="1508450"/>
                <a:ext cx="429750" cy="404875"/>
              </a:xfrm>
              <a:custGeom>
                <a:avLst/>
                <a:gdLst/>
                <a:ahLst/>
                <a:cxnLst/>
                <a:rect l="l" t="t" r="r" b="b"/>
                <a:pathLst>
                  <a:path w="17190" h="16195" extrusionOk="0">
                    <a:moveTo>
                      <a:pt x="230" y="16118"/>
                    </a:moveTo>
                    <a:cubicBezTo>
                      <a:pt x="77" y="16003"/>
                      <a:pt x="1" y="15812"/>
                      <a:pt x="77" y="15620"/>
                    </a:cubicBezTo>
                    <a:cubicBezTo>
                      <a:pt x="766" y="14204"/>
                      <a:pt x="1455" y="12826"/>
                      <a:pt x="2221" y="11486"/>
                    </a:cubicBezTo>
                    <a:cubicBezTo>
                      <a:pt x="5054" y="5896"/>
                      <a:pt x="9993" y="1685"/>
                      <a:pt x="16156" y="307"/>
                    </a:cubicBezTo>
                    <a:cubicBezTo>
                      <a:pt x="16501" y="230"/>
                      <a:pt x="17037" y="1"/>
                      <a:pt x="17152" y="460"/>
                    </a:cubicBezTo>
                    <a:cubicBezTo>
                      <a:pt x="17190" y="651"/>
                      <a:pt x="17075" y="843"/>
                      <a:pt x="16884" y="881"/>
                    </a:cubicBezTo>
                    <a:cubicBezTo>
                      <a:pt x="15697" y="1111"/>
                      <a:pt x="14510" y="1455"/>
                      <a:pt x="13400" y="1915"/>
                    </a:cubicBezTo>
                    <a:cubicBezTo>
                      <a:pt x="9303" y="3561"/>
                      <a:pt x="5858" y="6624"/>
                      <a:pt x="3637" y="10414"/>
                    </a:cubicBezTo>
                    <a:cubicBezTo>
                      <a:pt x="2834" y="11754"/>
                      <a:pt x="2106" y="13094"/>
                      <a:pt x="1417" y="14510"/>
                    </a:cubicBezTo>
                    <a:cubicBezTo>
                      <a:pt x="1187" y="14970"/>
                      <a:pt x="958" y="15467"/>
                      <a:pt x="728" y="15927"/>
                    </a:cubicBezTo>
                    <a:cubicBezTo>
                      <a:pt x="613" y="16118"/>
                      <a:pt x="383" y="16195"/>
                      <a:pt x="230" y="16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42"/>
              <p:cNvSpPr/>
              <p:nvPr/>
            </p:nvSpPr>
            <p:spPr>
              <a:xfrm>
                <a:off x="6191250" y="1492175"/>
                <a:ext cx="56475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882" extrusionOk="0">
                    <a:moveTo>
                      <a:pt x="268" y="843"/>
                    </a:moveTo>
                    <a:cubicBezTo>
                      <a:pt x="77" y="766"/>
                      <a:pt x="0" y="575"/>
                      <a:pt x="38" y="384"/>
                    </a:cubicBezTo>
                    <a:cubicBezTo>
                      <a:pt x="191" y="39"/>
                      <a:pt x="651" y="39"/>
                      <a:pt x="957" y="1"/>
                    </a:cubicBezTo>
                    <a:cubicBezTo>
                      <a:pt x="1263" y="1"/>
                      <a:pt x="1608" y="1"/>
                      <a:pt x="1914" y="1"/>
                    </a:cubicBezTo>
                    <a:cubicBezTo>
                      <a:pt x="2106" y="1"/>
                      <a:pt x="2259" y="192"/>
                      <a:pt x="2259" y="384"/>
                    </a:cubicBezTo>
                    <a:cubicBezTo>
                      <a:pt x="2220" y="575"/>
                      <a:pt x="2067" y="728"/>
                      <a:pt x="1876" y="690"/>
                    </a:cubicBezTo>
                    <a:cubicBezTo>
                      <a:pt x="1455" y="690"/>
                      <a:pt x="995" y="652"/>
                      <a:pt x="613" y="766"/>
                    </a:cubicBezTo>
                    <a:cubicBezTo>
                      <a:pt x="498" y="843"/>
                      <a:pt x="383" y="881"/>
                      <a:pt x="268" y="84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42"/>
              <p:cNvSpPr/>
              <p:nvPr/>
            </p:nvSpPr>
            <p:spPr>
              <a:xfrm>
                <a:off x="6486975" y="1196450"/>
                <a:ext cx="419225" cy="85200"/>
              </a:xfrm>
              <a:custGeom>
                <a:avLst/>
                <a:gdLst/>
                <a:ahLst/>
                <a:cxnLst/>
                <a:rect l="l" t="t" r="r" b="b"/>
                <a:pathLst>
                  <a:path w="16769" h="3408" extrusionOk="0">
                    <a:moveTo>
                      <a:pt x="996" y="3331"/>
                    </a:moveTo>
                    <a:cubicBezTo>
                      <a:pt x="1" y="2603"/>
                      <a:pt x="3140" y="1417"/>
                      <a:pt x="3638" y="1187"/>
                    </a:cubicBezTo>
                    <a:cubicBezTo>
                      <a:pt x="5092" y="613"/>
                      <a:pt x="6586" y="153"/>
                      <a:pt x="8155" y="77"/>
                    </a:cubicBezTo>
                    <a:cubicBezTo>
                      <a:pt x="10567" y="0"/>
                      <a:pt x="13017" y="574"/>
                      <a:pt x="15199" y="1570"/>
                    </a:cubicBezTo>
                    <a:cubicBezTo>
                      <a:pt x="15659" y="1799"/>
                      <a:pt x="16118" y="2029"/>
                      <a:pt x="16578" y="2297"/>
                    </a:cubicBezTo>
                    <a:cubicBezTo>
                      <a:pt x="16731" y="2412"/>
                      <a:pt x="16769" y="2642"/>
                      <a:pt x="16654" y="2795"/>
                    </a:cubicBezTo>
                    <a:cubicBezTo>
                      <a:pt x="16501" y="3025"/>
                      <a:pt x="16233" y="2986"/>
                      <a:pt x="16080" y="2833"/>
                    </a:cubicBezTo>
                    <a:cubicBezTo>
                      <a:pt x="15620" y="2565"/>
                      <a:pt x="15123" y="2335"/>
                      <a:pt x="14625" y="2106"/>
                    </a:cubicBezTo>
                    <a:cubicBezTo>
                      <a:pt x="13974" y="1799"/>
                      <a:pt x="13285" y="1570"/>
                      <a:pt x="12596" y="1378"/>
                    </a:cubicBezTo>
                    <a:cubicBezTo>
                      <a:pt x="10490" y="804"/>
                      <a:pt x="8308" y="536"/>
                      <a:pt x="6203" y="1072"/>
                    </a:cubicBezTo>
                    <a:cubicBezTo>
                      <a:pt x="5360" y="1264"/>
                      <a:pt x="4595" y="1570"/>
                      <a:pt x="3829" y="1876"/>
                    </a:cubicBezTo>
                    <a:cubicBezTo>
                      <a:pt x="2987" y="2259"/>
                      <a:pt x="2106" y="2565"/>
                      <a:pt x="1455" y="3178"/>
                    </a:cubicBezTo>
                    <a:cubicBezTo>
                      <a:pt x="1341" y="3331"/>
                      <a:pt x="1149" y="3407"/>
                      <a:pt x="958" y="33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42"/>
              <p:cNvSpPr/>
              <p:nvPr/>
            </p:nvSpPr>
            <p:spPr>
              <a:xfrm>
                <a:off x="6565450" y="1114125"/>
                <a:ext cx="243150" cy="68950"/>
              </a:xfrm>
              <a:custGeom>
                <a:avLst/>
                <a:gdLst/>
                <a:ahLst/>
                <a:cxnLst/>
                <a:rect l="l" t="t" r="r" b="b"/>
                <a:pathLst>
                  <a:path w="9726" h="2758" extrusionOk="0">
                    <a:moveTo>
                      <a:pt x="575" y="2489"/>
                    </a:moveTo>
                    <a:cubicBezTo>
                      <a:pt x="1" y="1877"/>
                      <a:pt x="1953" y="1034"/>
                      <a:pt x="2413" y="881"/>
                    </a:cubicBezTo>
                    <a:cubicBezTo>
                      <a:pt x="3791" y="230"/>
                      <a:pt x="5322" y="39"/>
                      <a:pt x="6854" y="39"/>
                    </a:cubicBezTo>
                    <a:cubicBezTo>
                      <a:pt x="7734" y="1"/>
                      <a:pt x="8615" y="192"/>
                      <a:pt x="9419" y="422"/>
                    </a:cubicBezTo>
                    <a:cubicBezTo>
                      <a:pt x="9610" y="498"/>
                      <a:pt x="9725" y="728"/>
                      <a:pt x="9648" y="881"/>
                    </a:cubicBezTo>
                    <a:cubicBezTo>
                      <a:pt x="9534" y="1188"/>
                      <a:pt x="9227" y="1149"/>
                      <a:pt x="8998" y="1034"/>
                    </a:cubicBezTo>
                    <a:cubicBezTo>
                      <a:pt x="7658" y="652"/>
                      <a:pt x="6280" y="728"/>
                      <a:pt x="4901" y="881"/>
                    </a:cubicBezTo>
                    <a:cubicBezTo>
                      <a:pt x="4136" y="958"/>
                      <a:pt x="3408" y="1226"/>
                      <a:pt x="2681" y="1532"/>
                    </a:cubicBezTo>
                    <a:cubicBezTo>
                      <a:pt x="2221" y="1724"/>
                      <a:pt x="1762" y="1915"/>
                      <a:pt x="1379" y="2183"/>
                    </a:cubicBezTo>
                    <a:cubicBezTo>
                      <a:pt x="1149" y="2374"/>
                      <a:pt x="920" y="2757"/>
                      <a:pt x="575" y="24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42"/>
              <p:cNvSpPr/>
              <p:nvPr/>
            </p:nvSpPr>
            <p:spPr>
              <a:xfrm>
                <a:off x="6845900" y="1137100"/>
                <a:ext cx="63175" cy="38300"/>
              </a:xfrm>
              <a:custGeom>
                <a:avLst/>
                <a:gdLst/>
                <a:ahLst/>
                <a:cxnLst/>
                <a:rect l="l" t="t" r="r" b="b"/>
                <a:pathLst>
                  <a:path w="2527" h="1532" extrusionOk="0">
                    <a:moveTo>
                      <a:pt x="1953" y="1417"/>
                    </a:moveTo>
                    <a:cubicBezTo>
                      <a:pt x="1493" y="1149"/>
                      <a:pt x="995" y="919"/>
                      <a:pt x="498" y="766"/>
                    </a:cubicBezTo>
                    <a:cubicBezTo>
                      <a:pt x="230" y="728"/>
                      <a:pt x="0" y="613"/>
                      <a:pt x="0" y="345"/>
                    </a:cubicBezTo>
                    <a:cubicBezTo>
                      <a:pt x="38" y="154"/>
                      <a:pt x="192" y="1"/>
                      <a:pt x="383" y="1"/>
                    </a:cubicBezTo>
                    <a:cubicBezTo>
                      <a:pt x="1072" y="115"/>
                      <a:pt x="1685" y="460"/>
                      <a:pt x="2297" y="805"/>
                    </a:cubicBezTo>
                    <a:cubicBezTo>
                      <a:pt x="2450" y="881"/>
                      <a:pt x="2527" y="1111"/>
                      <a:pt x="2450" y="1264"/>
                    </a:cubicBezTo>
                    <a:cubicBezTo>
                      <a:pt x="2335" y="1455"/>
                      <a:pt x="2144" y="1532"/>
                      <a:pt x="1953" y="14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42"/>
              <p:cNvSpPr/>
              <p:nvPr/>
            </p:nvSpPr>
            <p:spPr>
              <a:xfrm>
                <a:off x="6109397" y="2762250"/>
                <a:ext cx="83300" cy="108175"/>
              </a:xfrm>
              <a:custGeom>
                <a:avLst/>
                <a:gdLst/>
                <a:ahLst/>
                <a:cxnLst/>
                <a:rect l="l" t="t" r="r" b="b"/>
                <a:pathLst>
                  <a:path w="3332" h="4327" extrusionOk="0">
                    <a:moveTo>
                      <a:pt x="2872" y="4288"/>
                    </a:moveTo>
                    <a:cubicBezTo>
                      <a:pt x="1800" y="4326"/>
                      <a:pt x="728" y="3676"/>
                      <a:pt x="345" y="2680"/>
                    </a:cubicBezTo>
                    <a:cubicBezTo>
                      <a:pt x="77" y="1914"/>
                      <a:pt x="1" y="996"/>
                      <a:pt x="345" y="230"/>
                    </a:cubicBezTo>
                    <a:cubicBezTo>
                      <a:pt x="422" y="115"/>
                      <a:pt x="575" y="0"/>
                      <a:pt x="767" y="0"/>
                    </a:cubicBezTo>
                    <a:cubicBezTo>
                      <a:pt x="1111" y="0"/>
                      <a:pt x="1226" y="498"/>
                      <a:pt x="920" y="689"/>
                    </a:cubicBezTo>
                    <a:cubicBezTo>
                      <a:pt x="575" y="2068"/>
                      <a:pt x="1264" y="3676"/>
                      <a:pt x="2872" y="3561"/>
                    </a:cubicBezTo>
                    <a:cubicBezTo>
                      <a:pt x="3332" y="3561"/>
                      <a:pt x="3332" y="4250"/>
                      <a:pt x="2872" y="428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42"/>
              <p:cNvSpPr/>
              <p:nvPr/>
            </p:nvSpPr>
            <p:spPr>
              <a:xfrm>
                <a:off x="6170672" y="2767975"/>
                <a:ext cx="402950" cy="172325"/>
              </a:xfrm>
              <a:custGeom>
                <a:avLst/>
                <a:gdLst/>
                <a:ahLst/>
                <a:cxnLst/>
                <a:rect l="l" t="t" r="r" b="b"/>
                <a:pathLst>
                  <a:path w="16118" h="6893" extrusionOk="0">
                    <a:moveTo>
                      <a:pt x="4326" y="6471"/>
                    </a:moveTo>
                    <a:cubicBezTo>
                      <a:pt x="3254" y="6203"/>
                      <a:pt x="2259" y="5667"/>
                      <a:pt x="1493" y="4863"/>
                    </a:cubicBezTo>
                    <a:cubicBezTo>
                      <a:pt x="1034" y="4404"/>
                      <a:pt x="689" y="3868"/>
                      <a:pt x="383" y="3293"/>
                    </a:cubicBezTo>
                    <a:cubicBezTo>
                      <a:pt x="191" y="3064"/>
                      <a:pt x="0" y="2643"/>
                      <a:pt x="345" y="2489"/>
                    </a:cubicBezTo>
                    <a:cubicBezTo>
                      <a:pt x="536" y="2413"/>
                      <a:pt x="766" y="2489"/>
                      <a:pt x="842" y="2643"/>
                    </a:cubicBezTo>
                    <a:cubicBezTo>
                      <a:pt x="1378" y="3714"/>
                      <a:pt x="2106" y="4710"/>
                      <a:pt x="3216" y="5284"/>
                    </a:cubicBezTo>
                    <a:cubicBezTo>
                      <a:pt x="4671" y="6126"/>
                      <a:pt x="6470" y="6050"/>
                      <a:pt x="7963" y="5322"/>
                    </a:cubicBezTo>
                    <a:cubicBezTo>
                      <a:pt x="8805" y="4901"/>
                      <a:pt x="9494" y="4136"/>
                      <a:pt x="10452" y="3982"/>
                    </a:cubicBezTo>
                    <a:cubicBezTo>
                      <a:pt x="11638" y="3868"/>
                      <a:pt x="12787" y="4480"/>
                      <a:pt x="13897" y="3868"/>
                    </a:cubicBezTo>
                    <a:cubicBezTo>
                      <a:pt x="15275" y="3217"/>
                      <a:pt x="15352" y="1915"/>
                      <a:pt x="14739" y="728"/>
                    </a:cubicBezTo>
                    <a:cubicBezTo>
                      <a:pt x="14548" y="269"/>
                      <a:pt x="15199" y="1"/>
                      <a:pt x="15390" y="422"/>
                    </a:cubicBezTo>
                    <a:cubicBezTo>
                      <a:pt x="15543" y="767"/>
                      <a:pt x="15658" y="1111"/>
                      <a:pt x="15735" y="1456"/>
                    </a:cubicBezTo>
                    <a:cubicBezTo>
                      <a:pt x="16118" y="3025"/>
                      <a:pt x="15084" y="4327"/>
                      <a:pt x="13629" y="4748"/>
                    </a:cubicBezTo>
                    <a:cubicBezTo>
                      <a:pt x="12749" y="5016"/>
                      <a:pt x="11830" y="4786"/>
                      <a:pt x="10949" y="4672"/>
                    </a:cubicBezTo>
                    <a:cubicBezTo>
                      <a:pt x="10413" y="4633"/>
                      <a:pt x="9916" y="4901"/>
                      <a:pt x="9494" y="5169"/>
                    </a:cubicBezTo>
                    <a:cubicBezTo>
                      <a:pt x="8040" y="6280"/>
                      <a:pt x="6125" y="6892"/>
                      <a:pt x="4326" y="64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42"/>
              <p:cNvSpPr/>
              <p:nvPr/>
            </p:nvSpPr>
            <p:spPr>
              <a:xfrm>
                <a:off x="6187897" y="2445450"/>
                <a:ext cx="77550" cy="246950"/>
              </a:xfrm>
              <a:custGeom>
                <a:avLst/>
                <a:gdLst/>
                <a:ahLst/>
                <a:cxnLst/>
                <a:rect l="l" t="t" r="r" b="b"/>
                <a:pathLst>
                  <a:path w="3102" h="9878" extrusionOk="0">
                    <a:moveTo>
                      <a:pt x="306" y="9839"/>
                    </a:moveTo>
                    <a:cubicBezTo>
                      <a:pt x="0" y="9763"/>
                      <a:pt x="0" y="9380"/>
                      <a:pt x="192" y="9188"/>
                    </a:cubicBezTo>
                    <a:cubicBezTo>
                      <a:pt x="345" y="8920"/>
                      <a:pt x="498" y="8691"/>
                      <a:pt x="613" y="8423"/>
                    </a:cubicBezTo>
                    <a:cubicBezTo>
                      <a:pt x="1340" y="7083"/>
                      <a:pt x="1685" y="5666"/>
                      <a:pt x="1991" y="4212"/>
                    </a:cubicBezTo>
                    <a:cubicBezTo>
                      <a:pt x="2144" y="3484"/>
                      <a:pt x="2221" y="2757"/>
                      <a:pt x="2297" y="2029"/>
                    </a:cubicBezTo>
                    <a:cubicBezTo>
                      <a:pt x="2297" y="1608"/>
                      <a:pt x="2297" y="1187"/>
                      <a:pt x="2297" y="766"/>
                    </a:cubicBezTo>
                    <a:cubicBezTo>
                      <a:pt x="2259" y="498"/>
                      <a:pt x="2182" y="77"/>
                      <a:pt x="2565" y="39"/>
                    </a:cubicBezTo>
                    <a:cubicBezTo>
                      <a:pt x="2757" y="0"/>
                      <a:pt x="2948" y="154"/>
                      <a:pt x="2948" y="345"/>
                    </a:cubicBezTo>
                    <a:cubicBezTo>
                      <a:pt x="3101" y="1838"/>
                      <a:pt x="2910" y="3331"/>
                      <a:pt x="2565" y="4786"/>
                    </a:cubicBezTo>
                    <a:cubicBezTo>
                      <a:pt x="2297" y="6087"/>
                      <a:pt x="1953" y="7274"/>
                      <a:pt x="1417" y="8461"/>
                    </a:cubicBezTo>
                    <a:cubicBezTo>
                      <a:pt x="1187" y="8882"/>
                      <a:pt x="996" y="9303"/>
                      <a:pt x="728" y="9648"/>
                    </a:cubicBezTo>
                    <a:cubicBezTo>
                      <a:pt x="651" y="9801"/>
                      <a:pt x="460" y="9878"/>
                      <a:pt x="306" y="98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42"/>
              <p:cNvSpPr/>
              <p:nvPr/>
            </p:nvSpPr>
            <p:spPr>
              <a:xfrm>
                <a:off x="5849550" y="2353575"/>
                <a:ext cx="280450" cy="122525"/>
              </a:xfrm>
              <a:custGeom>
                <a:avLst/>
                <a:gdLst/>
                <a:ahLst/>
                <a:cxnLst/>
                <a:rect l="l" t="t" r="r" b="b"/>
                <a:pathLst>
                  <a:path w="11218" h="4901" extrusionOk="0">
                    <a:moveTo>
                      <a:pt x="10567" y="2221"/>
                    </a:moveTo>
                    <a:cubicBezTo>
                      <a:pt x="10720" y="2527"/>
                      <a:pt x="11218" y="3178"/>
                      <a:pt x="10988" y="3484"/>
                    </a:cubicBezTo>
                    <a:cubicBezTo>
                      <a:pt x="10873" y="3637"/>
                      <a:pt x="10644" y="3675"/>
                      <a:pt x="10490" y="3561"/>
                    </a:cubicBezTo>
                    <a:cubicBezTo>
                      <a:pt x="10337" y="3407"/>
                      <a:pt x="10337" y="3216"/>
                      <a:pt x="10222" y="3025"/>
                    </a:cubicBezTo>
                    <a:cubicBezTo>
                      <a:pt x="9954" y="2565"/>
                      <a:pt x="9648" y="2106"/>
                      <a:pt x="9265" y="1723"/>
                    </a:cubicBezTo>
                    <a:cubicBezTo>
                      <a:pt x="9151" y="1646"/>
                      <a:pt x="9036" y="1570"/>
                      <a:pt x="8921" y="1493"/>
                    </a:cubicBezTo>
                    <a:cubicBezTo>
                      <a:pt x="9227" y="2259"/>
                      <a:pt x="8806" y="3293"/>
                      <a:pt x="8232" y="3867"/>
                    </a:cubicBezTo>
                    <a:cubicBezTo>
                      <a:pt x="7504" y="4556"/>
                      <a:pt x="6432" y="4900"/>
                      <a:pt x="5437" y="4671"/>
                    </a:cubicBezTo>
                    <a:cubicBezTo>
                      <a:pt x="4518" y="4403"/>
                      <a:pt x="3714" y="3599"/>
                      <a:pt x="3523" y="2642"/>
                    </a:cubicBezTo>
                    <a:cubicBezTo>
                      <a:pt x="3485" y="2221"/>
                      <a:pt x="3485" y="1531"/>
                      <a:pt x="3829" y="1187"/>
                    </a:cubicBezTo>
                    <a:cubicBezTo>
                      <a:pt x="3523" y="1302"/>
                      <a:pt x="3217" y="1417"/>
                      <a:pt x="2872" y="1570"/>
                    </a:cubicBezTo>
                    <a:cubicBezTo>
                      <a:pt x="2145" y="1991"/>
                      <a:pt x="1379" y="2489"/>
                      <a:pt x="498" y="2412"/>
                    </a:cubicBezTo>
                    <a:cubicBezTo>
                      <a:pt x="39" y="2412"/>
                      <a:pt x="1" y="1723"/>
                      <a:pt x="498" y="1723"/>
                    </a:cubicBezTo>
                    <a:cubicBezTo>
                      <a:pt x="881" y="1723"/>
                      <a:pt x="1264" y="1646"/>
                      <a:pt x="1609" y="1455"/>
                    </a:cubicBezTo>
                    <a:cubicBezTo>
                      <a:pt x="3217" y="498"/>
                      <a:pt x="5016" y="0"/>
                      <a:pt x="6853" y="153"/>
                    </a:cubicBezTo>
                    <a:cubicBezTo>
                      <a:pt x="8423" y="306"/>
                      <a:pt x="9763" y="804"/>
                      <a:pt x="10567" y="22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42"/>
              <p:cNvSpPr/>
              <p:nvPr/>
            </p:nvSpPr>
            <p:spPr>
              <a:xfrm>
                <a:off x="6592250" y="2389925"/>
                <a:ext cx="327350" cy="126375"/>
              </a:xfrm>
              <a:custGeom>
                <a:avLst/>
                <a:gdLst/>
                <a:ahLst/>
                <a:cxnLst/>
                <a:rect l="l" t="t" r="r" b="b"/>
                <a:pathLst>
                  <a:path w="13094" h="5055" extrusionOk="0">
                    <a:moveTo>
                      <a:pt x="767" y="3561"/>
                    </a:moveTo>
                    <a:lnTo>
                      <a:pt x="767" y="3561"/>
                    </a:lnTo>
                    <a:cubicBezTo>
                      <a:pt x="767" y="3561"/>
                      <a:pt x="767" y="3561"/>
                      <a:pt x="728" y="3561"/>
                    </a:cubicBezTo>
                    <a:cubicBezTo>
                      <a:pt x="728" y="3561"/>
                      <a:pt x="767" y="3561"/>
                      <a:pt x="767" y="3561"/>
                    </a:cubicBezTo>
                    <a:close/>
                    <a:moveTo>
                      <a:pt x="12826" y="3178"/>
                    </a:moveTo>
                    <a:cubicBezTo>
                      <a:pt x="13094" y="3561"/>
                      <a:pt x="12558" y="3982"/>
                      <a:pt x="12252" y="3600"/>
                    </a:cubicBezTo>
                    <a:cubicBezTo>
                      <a:pt x="11601" y="2681"/>
                      <a:pt x="10644" y="1992"/>
                      <a:pt x="9648" y="1417"/>
                    </a:cubicBezTo>
                    <a:cubicBezTo>
                      <a:pt x="9380" y="1264"/>
                      <a:pt x="9074" y="1188"/>
                      <a:pt x="8768" y="1111"/>
                    </a:cubicBezTo>
                    <a:cubicBezTo>
                      <a:pt x="8844" y="1226"/>
                      <a:pt x="8959" y="1341"/>
                      <a:pt x="9036" y="1456"/>
                    </a:cubicBezTo>
                    <a:cubicBezTo>
                      <a:pt x="10031" y="3178"/>
                      <a:pt x="8041" y="5054"/>
                      <a:pt x="6318" y="4863"/>
                    </a:cubicBezTo>
                    <a:cubicBezTo>
                      <a:pt x="4978" y="4633"/>
                      <a:pt x="3791" y="3408"/>
                      <a:pt x="3868" y="2030"/>
                    </a:cubicBezTo>
                    <a:cubicBezTo>
                      <a:pt x="3906" y="1762"/>
                      <a:pt x="3944" y="1341"/>
                      <a:pt x="4097" y="1035"/>
                    </a:cubicBezTo>
                    <a:cubicBezTo>
                      <a:pt x="3523" y="1226"/>
                      <a:pt x="2949" y="1494"/>
                      <a:pt x="2451" y="1839"/>
                    </a:cubicBezTo>
                    <a:cubicBezTo>
                      <a:pt x="1762" y="2336"/>
                      <a:pt x="1226" y="2949"/>
                      <a:pt x="728" y="3600"/>
                    </a:cubicBezTo>
                    <a:cubicBezTo>
                      <a:pt x="537" y="3906"/>
                      <a:pt x="1" y="3638"/>
                      <a:pt x="116" y="3293"/>
                    </a:cubicBezTo>
                    <a:cubicBezTo>
                      <a:pt x="231" y="2987"/>
                      <a:pt x="537" y="2757"/>
                      <a:pt x="728" y="2489"/>
                    </a:cubicBezTo>
                    <a:cubicBezTo>
                      <a:pt x="2030" y="881"/>
                      <a:pt x="4097" y="39"/>
                      <a:pt x="6126" y="1"/>
                    </a:cubicBezTo>
                    <a:cubicBezTo>
                      <a:pt x="7428" y="1"/>
                      <a:pt x="8806" y="269"/>
                      <a:pt x="9993" y="805"/>
                    </a:cubicBezTo>
                    <a:cubicBezTo>
                      <a:pt x="11065" y="1417"/>
                      <a:pt x="12099" y="2145"/>
                      <a:pt x="12826" y="31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42"/>
              <p:cNvSpPr/>
              <p:nvPr/>
            </p:nvSpPr>
            <p:spPr>
              <a:xfrm>
                <a:off x="6674575" y="2403325"/>
                <a:ext cx="160800" cy="117750"/>
              </a:xfrm>
              <a:custGeom>
                <a:avLst/>
                <a:gdLst/>
                <a:ahLst/>
                <a:cxnLst/>
                <a:rect l="l" t="t" r="r" b="b"/>
                <a:pathLst>
                  <a:path w="6432" h="4710" extrusionOk="0">
                    <a:moveTo>
                      <a:pt x="2680" y="4365"/>
                    </a:moveTo>
                    <a:cubicBezTo>
                      <a:pt x="1953" y="4250"/>
                      <a:pt x="1225" y="3906"/>
                      <a:pt x="804" y="3293"/>
                    </a:cubicBezTo>
                    <a:cubicBezTo>
                      <a:pt x="230" y="2413"/>
                      <a:pt x="0" y="1111"/>
                      <a:pt x="728" y="307"/>
                    </a:cubicBezTo>
                    <a:cubicBezTo>
                      <a:pt x="881" y="154"/>
                      <a:pt x="1149" y="39"/>
                      <a:pt x="1340" y="192"/>
                    </a:cubicBezTo>
                    <a:cubicBezTo>
                      <a:pt x="1532" y="231"/>
                      <a:pt x="1723" y="422"/>
                      <a:pt x="1647" y="652"/>
                    </a:cubicBezTo>
                    <a:cubicBezTo>
                      <a:pt x="1608" y="843"/>
                      <a:pt x="1379" y="958"/>
                      <a:pt x="1187" y="881"/>
                    </a:cubicBezTo>
                    <a:cubicBezTo>
                      <a:pt x="766" y="1532"/>
                      <a:pt x="1034" y="2451"/>
                      <a:pt x="1493" y="3025"/>
                    </a:cubicBezTo>
                    <a:cubicBezTo>
                      <a:pt x="2029" y="3600"/>
                      <a:pt x="2986" y="3868"/>
                      <a:pt x="3752" y="3638"/>
                    </a:cubicBezTo>
                    <a:cubicBezTo>
                      <a:pt x="4480" y="3370"/>
                      <a:pt x="5015" y="2757"/>
                      <a:pt x="5360" y="2106"/>
                    </a:cubicBezTo>
                    <a:cubicBezTo>
                      <a:pt x="5628" y="1571"/>
                      <a:pt x="5705" y="1264"/>
                      <a:pt x="5283" y="767"/>
                    </a:cubicBezTo>
                    <a:cubicBezTo>
                      <a:pt x="5015" y="422"/>
                      <a:pt x="5551" y="1"/>
                      <a:pt x="5858" y="345"/>
                    </a:cubicBezTo>
                    <a:cubicBezTo>
                      <a:pt x="5973" y="499"/>
                      <a:pt x="6087" y="652"/>
                      <a:pt x="6164" y="805"/>
                    </a:cubicBezTo>
                    <a:cubicBezTo>
                      <a:pt x="6432" y="1264"/>
                      <a:pt x="6279" y="1839"/>
                      <a:pt x="6049" y="2298"/>
                    </a:cubicBezTo>
                    <a:cubicBezTo>
                      <a:pt x="5475" y="3561"/>
                      <a:pt x="4135" y="4710"/>
                      <a:pt x="2680" y="43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42"/>
              <p:cNvSpPr/>
              <p:nvPr/>
            </p:nvSpPr>
            <p:spPr>
              <a:xfrm>
                <a:off x="6723375" y="2398550"/>
                <a:ext cx="125400" cy="119650"/>
              </a:xfrm>
              <a:custGeom>
                <a:avLst/>
                <a:gdLst/>
                <a:ahLst/>
                <a:cxnLst/>
                <a:rect l="l" t="t" r="r" b="b"/>
                <a:pathLst>
                  <a:path w="5016" h="4786" extrusionOk="0">
                    <a:moveTo>
                      <a:pt x="1494" y="4633"/>
                    </a:moveTo>
                    <a:cubicBezTo>
                      <a:pt x="1034" y="4556"/>
                      <a:pt x="613" y="4327"/>
                      <a:pt x="230" y="4059"/>
                    </a:cubicBezTo>
                    <a:cubicBezTo>
                      <a:pt x="39" y="3982"/>
                      <a:pt x="1" y="3752"/>
                      <a:pt x="77" y="3599"/>
                    </a:cubicBezTo>
                    <a:cubicBezTo>
                      <a:pt x="192" y="3408"/>
                      <a:pt x="384" y="3369"/>
                      <a:pt x="575" y="3446"/>
                    </a:cubicBezTo>
                    <a:cubicBezTo>
                      <a:pt x="958" y="3714"/>
                      <a:pt x="1379" y="3944"/>
                      <a:pt x="1877" y="3905"/>
                    </a:cubicBezTo>
                    <a:cubicBezTo>
                      <a:pt x="3063" y="3752"/>
                      <a:pt x="4135" y="2451"/>
                      <a:pt x="3599" y="1226"/>
                    </a:cubicBezTo>
                    <a:cubicBezTo>
                      <a:pt x="2987" y="804"/>
                      <a:pt x="3982" y="0"/>
                      <a:pt x="4289" y="1034"/>
                    </a:cubicBezTo>
                    <a:cubicBezTo>
                      <a:pt x="5016" y="2757"/>
                      <a:pt x="3331" y="4786"/>
                      <a:pt x="1494" y="45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42"/>
              <p:cNvSpPr/>
              <p:nvPr/>
            </p:nvSpPr>
            <p:spPr>
              <a:xfrm>
                <a:off x="6888950" y="2446400"/>
                <a:ext cx="68950" cy="32575"/>
              </a:xfrm>
              <a:custGeom>
                <a:avLst/>
                <a:gdLst/>
                <a:ahLst/>
                <a:cxnLst/>
                <a:rect l="l" t="t" r="r" b="b"/>
                <a:pathLst>
                  <a:path w="2758" h="1303" extrusionOk="0">
                    <a:moveTo>
                      <a:pt x="460" y="1226"/>
                    </a:moveTo>
                    <a:cubicBezTo>
                      <a:pt x="1" y="1226"/>
                      <a:pt x="1" y="537"/>
                      <a:pt x="460" y="537"/>
                    </a:cubicBezTo>
                    <a:cubicBezTo>
                      <a:pt x="1073" y="575"/>
                      <a:pt x="1685" y="383"/>
                      <a:pt x="2221" y="116"/>
                    </a:cubicBezTo>
                    <a:cubicBezTo>
                      <a:pt x="2413" y="1"/>
                      <a:pt x="2642" y="116"/>
                      <a:pt x="2681" y="307"/>
                    </a:cubicBezTo>
                    <a:cubicBezTo>
                      <a:pt x="2757" y="460"/>
                      <a:pt x="2681" y="690"/>
                      <a:pt x="2528" y="766"/>
                    </a:cubicBezTo>
                    <a:cubicBezTo>
                      <a:pt x="1877" y="1073"/>
                      <a:pt x="1188" y="1302"/>
                      <a:pt x="460" y="12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42"/>
              <p:cNvSpPr/>
              <p:nvPr/>
            </p:nvSpPr>
            <p:spPr>
              <a:xfrm>
                <a:off x="6863125" y="2420575"/>
                <a:ext cx="81375" cy="28725"/>
              </a:xfrm>
              <a:custGeom>
                <a:avLst/>
                <a:gdLst/>
                <a:ahLst/>
                <a:cxnLst/>
                <a:rect l="l" t="t" r="r" b="b"/>
                <a:pathLst>
                  <a:path w="3255" h="1149" extrusionOk="0">
                    <a:moveTo>
                      <a:pt x="498" y="1110"/>
                    </a:moveTo>
                    <a:cubicBezTo>
                      <a:pt x="0" y="1110"/>
                      <a:pt x="0" y="421"/>
                      <a:pt x="498" y="421"/>
                    </a:cubicBezTo>
                    <a:cubicBezTo>
                      <a:pt x="1225" y="421"/>
                      <a:pt x="1991" y="421"/>
                      <a:pt x="2680" y="115"/>
                    </a:cubicBezTo>
                    <a:cubicBezTo>
                      <a:pt x="2948" y="0"/>
                      <a:pt x="3254" y="306"/>
                      <a:pt x="3139" y="613"/>
                    </a:cubicBezTo>
                    <a:cubicBezTo>
                      <a:pt x="2757" y="1149"/>
                      <a:pt x="1110" y="1149"/>
                      <a:pt x="498" y="11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42"/>
              <p:cNvSpPr/>
              <p:nvPr/>
            </p:nvSpPr>
            <p:spPr>
              <a:xfrm>
                <a:off x="6830575" y="2398550"/>
                <a:ext cx="59375" cy="33525"/>
              </a:xfrm>
              <a:custGeom>
                <a:avLst/>
                <a:gdLst/>
                <a:ahLst/>
                <a:cxnLst/>
                <a:rect l="l" t="t" r="r" b="b"/>
                <a:pathLst>
                  <a:path w="2375" h="1341" extrusionOk="0">
                    <a:moveTo>
                      <a:pt x="1" y="958"/>
                    </a:moveTo>
                    <a:cubicBezTo>
                      <a:pt x="1" y="690"/>
                      <a:pt x="192" y="575"/>
                      <a:pt x="422" y="575"/>
                    </a:cubicBezTo>
                    <a:cubicBezTo>
                      <a:pt x="805" y="498"/>
                      <a:pt x="1187" y="383"/>
                      <a:pt x="1570" y="230"/>
                    </a:cubicBezTo>
                    <a:cubicBezTo>
                      <a:pt x="1838" y="154"/>
                      <a:pt x="2144" y="0"/>
                      <a:pt x="2298" y="345"/>
                    </a:cubicBezTo>
                    <a:cubicBezTo>
                      <a:pt x="2374" y="498"/>
                      <a:pt x="2298" y="728"/>
                      <a:pt x="2106" y="804"/>
                    </a:cubicBezTo>
                    <a:cubicBezTo>
                      <a:pt x="1647" y="996"/>
                      <a:pt x="1187" y="1111"/>
                      <a:pt x="728" y="1226"/>
                    </a:cubicBezTo>
                    <a:cubicBezTo>
                      <a:pt x="422" y="1340"/>
                      <a:pt x="1" y="1340"/>
                      <a:pt x="1" y="9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42"/>
              <p:cNvSpPr/>
              <p:nvPr/>
            </p:nvSpPr>
            <p:spPr>
              <a:xfrm>
                <a:off x="5856250" y="2363125"/>
                <a:ext cx="65100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2604" h="1418" extrusionOk="0">
                    <a:moveTo>
                      <a:pt x="2030" y="1341"/>
                    </a:moveTo>
                    <a:cubicBezTo>
                      <a:pt x="1570" y="1341"/>
                      <a:pt x="1" y="920"/>
                      <a:pt x="1" y="346"/>
                    </a:cubicBezTo>
                    <a:cubicBezTo>
                      <a:pt x="1" y="154"/>
                      <a:pt x="154" y="1"/>
                      <a:pt x="345" y="1"/>
                    </a:cubicBezTo>
                    <a:cubicBezTo>
                      <a:pt x="460" y="1"/>
                      <a:pt x="575" y="78"/>
                      <a:pt x="652" y="154"/>
                    </a:cubicBezTo>
                    <a:cubicBezTo>
                      <a:pt x="1111" y="422"/>
                      <a:pt x="1609" y="614"/>
                      <a:pt x="2145" y="652"/>
                    </a:cubicBezTo>
                    <a:cubicBezTo>
                      <a:pt x="2604" y="728"/>
                      <a:pt x="2489" y="1417"/>
                      <a:pt x="2030" y="13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42"/>
              <p:cNvSpPr/>
              <p:nvPr/>
            </p:nvSpPr>
            <p:spPr>
              <a:xfrm>
                <a:off x="5898375" y="2350700"/>
                <a:ext cx="82325" cy="32550"/>
              </a:xfrm>
              <a:custGeom>
                <a:avLst/>
                <a:gdLst/>
                <a:ahLst/>
                <a:cxnLst/>
                <a:rect l="l" t="t" r="r" b="b"/>
                <a:pathLst>
                  <a:path w="3293" h="1302" extrusionOk="0">
                    <a:moveTo>
                      <a:pt x="2182" y="1302"/>
                    </a:moveTo>
                    <a:cubicBezTo>
                      <a:pt x="1493" y="1264"/>
                      <a:pt x="881" y="996"/>
                      <a:pt x="268" y="689"/>
                    </a:cubicBezTo>
                    <a:cubicBezTo>
                      <a:pt x="115" y="651"/>
                      <a:pt x="0" y="536"/>
                      <a:pt x="0" y="345"/>
                    </a:cubicBezTo>
                    <a:cubicBezTo>
                      <a:pt x="0" y="153"/>
                      <a:pt x="153" y="0"/>
                      <a:pt x="345" y="0"/>
                    </a:cubicBezTo>
                    <a:cubicBezTo>
                      <a:pt x="728" y="77"/>
                      <a:pt x="1072" y="345"/>
                      <a:pt x="1455" y="460"/>
                    </a:cubicBezTo>
                    <a:cubicBezTo>
                      <a:pt x="1876" y="575"/>
                      <a:pt x="2297" y="613"/>
                      <a:pt x="2718" y="575"/>
                    </a:cubicBezTo>
                    <a:cubicBezTo>
                      <a:pt x="3216" y="536"/>
                      <a:pt x="3293" y="1187"/>
                      <a:pt x="2833" y="1264"/>
                    </a:cubicBezTo>
                    <a:cubicBezTo>
                      <a:pt x="2603" y="1302"/>
                      <a:pt x="2374" y="1302"/>
                      <a:pt x="2182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42"/>
              <p:cNvSpPr/>
              <p:nvPr/>
            </p:nvSpPr>
            <p:spPr>
              <a:xfrm>
                <a:off x="5824675" y="2380375"/>
                <a:ext cx="45950" cy="33525"/>
              </a:xfrm>
              <a:custGeom>
                <a:avLst/>
                <a:gdLst/>
                <a:ahLst/>
                <a:cxnLst/>
                <a:rect l="l" t="t" r="r" b="b"/>
                <a:pathLst>
                  <a:path w="1838" h="1341" extrusionOk="0">
                    <a:moveTo>
                      <a:pt x="1417" y="1302"/>
                    </a:moveTo>
                    <a:cubicBezTo>
                      <a:pt x="0" y="1225"/>
                      <a:pt x="651" y="0"/>
                      <a:pt x="1187" y="574"/>
                    </a:cubicBezTo>
                    <a:cubicBezTo>
                      <a:pt x="1302" y="574"/>
                      <a:pt x="1417" y="613"/>
                      <a:pt x="1493" y="613"/>
                    </a:cubicBezTo>
                    <a:cubicBezTo>
                      <a:pt x="1685" y="651"/>
                      <a:pt x="1838" y="804"/>
                      <a:pt x="1800" y="995"/>
                    </a:cubicBezTo>
                    <a:cubicBezTo>
                      <a:pt x="1761" y="1225"/>
                      <a:pt x="1608" y="1340"/>
                      <a:pt x="1417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42"/>
              <p:cNvSpPr/>
              <p:nvPr/>
            </p:nvSpPr>
            <p:spPr>
              <a:xfrm>
                <a:off x="6534347" y="2239675"/>
                <a:ext cx="525475" cy="103400"/>
              </a:xfrm>
              <a:custGeom>
                <a:avLst/>
                <a:gdLst/>
                <a:ahLst/>
                <a:cxnLst/>
                <a:rect l="l" t="t" r="r" b="b"/>
                <a:pathLst>
                  <a:path w="21019" h="4136" extrusionOk="0">
                    <a:moveTo>
                      <a:pt x="20253" y="3905"/>
                    </a:moveTo>
                    <a:cubicBezTo>
                      <a:pt x="19526" y="3408"/>
                      <a:pt x="18760" y="2833"/>
                      <a:pt x="17918" y="2565"/>
                    </a:cubicBezTo>
                    <a:cubicBezTo>
                      <a:pt x="14434" y="1455"/>
                      <a:pt x="10682" y="1608"/>
                      <a:pt x="7122" y="1991"/>
                    </a:cubicBezTo>
                    <a:cubicBezTo>
                      <a:pt x="5322" y="2183"/>
                      <a:pt x="996" y="3101"/>
                      <a:pt x="116" y="1072"/>
                    </a:cubicBezTo>
                    <a:cubicBezTo>
                      <a:pt x="1" y="728"/>
                      <a:pt x="39" y="0"/>
                      <a:pt x="575" y="77"/>
                    </a:cubicBezTo>
                    <a:cubicBezTo>
                      <a:pt x="728" y="154"/>
                      <a:pt x="881" y="345"/>
                      <a:pt x="805" y="536"/>
                    </a:cubicBezTo>
                    <a:cubicBezTo>
                      <a:pt x="805" y="575"/>
                      <a:pt x="767" y="613"/>
                      <a:pt x="767" y="689"/>
                    </a:cubicBezTo>
                    <a:cubicBezTo>
                      <a:pt x="767" y="1225"/>
                      <a:pt x="1456" y="1417"/>
                      <a:pt x="1915" y="1532"/>
                    </a:cubicBezTo>
                    <a:cubicBezTo>
                      <a:pt x="4136" y="1876"/>
                      <a:pt x="6394" y="1264"/>
                      <a:pt x="8653" y="1149"/>
                    </a:cubicBezTo>
                    <a:cubicBezTo>
                      <a:pt x="11601" y="881"/>
                      <a:pt x="14625" y="919"/>
                      <a:pt x="17535" y="1685"/>
                    </a:cubicBezTo>
                    <a:cubicBezTo>
                      <a:pt x="18722" y="1953"/>
                      <a:pt x="19679" y="2604"/>
                      <a:pt x="20636" y="3293"/>
                    </a:cubicBezTo>
                    <a:cubicBezTo>
                      <a:pt x="21019" y="3561"/>
                      <a:pt x="20674" y="4135"/>
                      <a:pt x="20291" y="39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42"/>
              <p:cNvSpPr/>
              <p:nvPr/>
            </p:nvSpPr>
            <p:spPr>
              <a:xfrm>
                <a:off x="6541047" y="2192775"/>
                <a:ext cx="518775" cy="114875"/>
              </a:xfrm>
              <a:custGeom>
                <a:avLst/>
                <a:gdLst/>
                <a:ahLst/>
                <a:cxnLst/>
                <a:rect l="l" t="t" r="r" b="b"/>
                <a:pathLst>
                  <a:path w="20751" h="4595" extrusionOk="0">
                    <a:moveTo>
                      <a:pt x="19908" y="4250"/>
                    </a:moveTo>
                    <a:cubicBezTo>
                      <a:pt x="19372" y="3561"/>
                      <a:pt x="18645" y="2948"/>
                      <a:pt x="17841" y="2565"/>
                    </a:cubicBezTo>
                    <a:cubicBezTo>
                      <a:pt x="15812" y="1570"/>
                      <a:pt x="13553" y="1034"/>
                      <a:pt x="11295" y="843"/>
                    </a:cubicBezTo>
                    <a:cubicBezTo>
                      <a:pt x="7849" y="690"/>
                      <a:pt x="4365" y="1226"/>
                      <a:pt x="1073" y="2259"/>
                    </a:cubicBezTo>
                    <a:cubicBezTo>
                      <a:pt x="920" y="2298"/>
                      <a:pt x="767" y="2374"/>
                      <a:pt x="613" y="2451"/>
                    </a:cubicBezTo>
                    <a:cubicBezTo>
                      <a:pt x="537" y="2489"/>
                      <a:pt x="460" y="2489"/>
                      <a:pt x="345" y="2489"/>
                    </a:cubicBezTo>
                    <a:cubicBezTo>
                      <a:pt x="39" y="2412"/>
                      <a:pt x="1" y="1953"/>
                      <a:pt x="269" y="1838"/>
                    </a:cubicBezTo>
                    <a:cubicBezTo>
                      <a:pt x="843" y="1532"/>
                      <a:pt x="1494" y="1379"/>
                      <a:pt x="2106" y="1187"/>
                    </a:cubicBezTo>
                    <a:cubicBezTo>
                      <a:pt x="5016" y="460"/>
                      <a:pt x="8079" y="0"/>
                      <a:pt x="11103" y="115"/>
                    </a:cubicBezTo>
                    <a:cubicBezTo>
                      <a:pt x="13477" y="268"/>
                      <a:pt x="15889" y="843"/>
                      <a:pt x="18033" y="1876"/>
                    </a:cubicBezTo>
                    <a:cubicBezTo>
                      <a:pt x="18990" y="2336"/>
                      <a:pt x="19832" y="2987"/>
                      <a:pt x="20483" y="3791"/>
                    </a:cubicBezTo>
                    <a:cubicBezTo>
                      <a:pt x="20751" y="4173"/>
                      <a:pt x="20215" y="4595"/>
                      <a:pt x="19908" y="4250"/>
                    </a:cubicBezTo>
                    <a:lnTo>
                      <a:pt x="19908" y="4250"/>
                    </a:lnTo>
                    <a:close/>
                    <a:moveTo>
                      <a:pt x="613" y="2412"/>
                    </a:moveTo>
                    <a:cubicBezTo>
                      <a:pt x="690" y="2412"/>
                      <a:pt x="728" y="2336"/>
                      <a:pt x="767" y="2298"/>
                    </a:cubicBezTo>
                    <a:cubicBezTo>
                      <a:pt x="728" y="2336"/>
                      <a:pt x="690" y="2374"/>
                      <a:pt x="613" y="24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42"/>
              <p:cNvSpPr/>
              <p:nvPr/>
            </p:nvSpPr>
            <p:spPr>
              <a:xfrm>
                <a:off x="5797397" y="2229150"/>
                <a:ext cx="397225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15889" h="2336" extrusionOk="0">
                    <a:moveTo>
                      <a:pt x="11830" y="2259"/>
                    </a:moveTo>
                    <a:cubicBezTo>
                      <a:pt x="9265" y="1953"/>
                      <a:pt x="6777" y="1072"/>
                      <a:pt x="4212" y="957"/>
                    </a:cubicBezTo>
                    <a:cubicBezTo>
                      <a:pt x="3063" y="881"/>
                      <a:pt x="1876" y="881"/>
                      <a:pt x="728" y="1110"/>
                    </a:cubicBezTo>
                    <a:cubicBezTo>
                      <a:pt x="230" y="1264"/>
                      <a:pt x="0" y="613"/>
                      <a:pt x="498" y="460"/>
                    </a:cubicBezTo>
                    <a:cubicBezTo>
                      <a:pt x="2565" y="0"/>
                      <a:pt x="4786" y="192"/>
                      <a:pt x="6891" y="575"/>
                    </a:cubicBezTo>
                    <a:cubicBezTo>
                      <a:pt x="8882" y="881"/>
                      <a:pt x="10796" y="1646"/>
                      <a:pt x="12864" y="1608"/>
                    </a:cubicBezTo>
                    <a:cubicBezTo>
                      <a:pt x="13476" y="1532"/>
                      <a:pt x="14127" y="1340"/>
                      <a:pt x="14625" y="957"/>
                    </a:cubicBezTo>
                    <a:cubicBezTo>
                      <a:pt x="14778" y="804"/>
                      <a:pt x="14816" y="651"/>
                      <a:pt x="15046" y="613"/>
                    </a:cubicBezTo>
                    <a:cubicBezTo>
                      <a:pt x="15122" y="613"/>
                      <a:pt x="15237" y="613"/>
                      <a:pt x="15276" y="689"/>
                    </a:cubicBezTo>
                    <a:cubicBezTo>
                      <a:pt x="15888" y="1264"/>
                      <a:pt x="14319" y="1991"/>
                      <a:pt x="13859" y="2106"/>
                    </a:cubicBezTo>
                    <a:cubicBezTo>
                      <a:pt x="13208" y="2336"/>
                      <a:pt x="12519" y="2336"/>
                      <a:pt x="11830" y="22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42"/>
              <p:cNvSpPr/>
              <p:nvPr/>
            </p:nvSpPr>
            <p:spPr>
              <a:xfrm>
                <a:off x="5807922" y="2177450"/>
                <a:ext cx="381900" cy="87125"/>
              </a:xfrm>
              <a:custGeom>
                <a:avLst/>
                <a:gdLst/>
                <a:ahLst/>
                <a:cxnLst/>
                <a:rect l="l" t="t" r="r" b="b"/>
                <a:pathLst>
                  <a:path w="15276" h="3485" extrusionOk="0">
                    <a:moveTo>
                      <a:pt x="14357" y="3217"/>
                    </a:moveTo>
                    <a:cubicBezTo>
                      <a:pt x="14319" y="3102"/>
                      <a:pt x="14357" y="2987"/>
                      <a:pt x="14357" y="2911"/>
                    </a:cubicBezTo>
                    <a:cubicBezTo>
                      <a:pt x="14127" y="2489"/>
                      <a:pt x="13706" y="2183"/>
                      <a:pt x="13323" y="1953"/>
                    </a:cubicBezTo>
                    <a:cubicBezTo>
                      <a:pt x="12060" y="1341"/>
                      <a:pt x="10682" y="1149"/>
                      <a:pt x="9303" y="996"/>
                    </a:cubicBezTo>
                    <a:cubicBezTo>
                      <a:pt x="7964" y="881"/>
                      <a:pt x="6624" y="805"/>
                      <a:pt x="5284" y="767"/>
                    </a:cubicBezTo>
                    <a:cubicBezTo>
                      <a:pt x="4097" y="767"/>
                      <a:pt x="2910" y="805"/>
                      <a:pt x="1762" y="958"/>
                    </a:cubicBezTo>
                    <a:cubicBezTo>
                      <a:pt x="1302" y="1035"/>
                      <a:pt x="881" y="1073"/>
                      <a:pt x="460" y="1188"/>
                    </a:cubicBezTo>
                    <a:cubicBezTo>
                      <a:pt x="268" y="1226"/>
                      <a:pt x="77" y="1073"/>
                      <a:pt x="39" y="881"/>
                    </a:cubicBezTo>
                    <a:cubicBezTo>
                      <a:pt x="1" y="690"/>
                      <a:pt x="154" y="499"/>
                      <a:pt x="345" y="460"/>
                    </a:cubicBezTo>
                    <a:cubicBezTo>
                      <a:pt x="1034" y="345"/>
                      <a:pt x="1762" y="231"/>
                      <a:pt x="2451" y="154"/>
                    </a:cubicBezTo>
                    <a:cubicBezTo>
                      <a:pt x="4135" y="1"/>
                      <a:pt x="5896" y="39"/>
                      <a:pt x="7542" y="154"/>
                    </a:cubicBezTo>
                    <a:cubicBezTo>
                      <a:pt x="9725" y="307"/>
                      <a:pt x="13132" y="460"/>
                      <a:pt x="14701" y="2145"/>
                    </a:cubicBezTo>
                    <a:cubicBezTo>
                      <a:pt x="15008" y="2451"/>
                      <a:pt x="15276" y="3140"/>
                      <a:pt x="14816" y="3408"/>
                    </a:cubicBezTo>
                    <a:cubicBezTo>
                      <a:pt x="14625" y="3485"/>
                      <a:pt x="14433" y="3408"/>
                      <a:pt x="14357" y="32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42"/>
              <p:cNvSpPr/>
              <p:nvPr/>
            </p:nvSpPr>
            <p:spPr>
              <a:xfrm>
                <a:off x="6101747" y="3056075"/>
                <a:ext cx="659475" cy="61275"/>
              </a:xfrm>
              <a:custGeom>
                <a:avLst/>
                <a:gdLst/>
                <a:ahLst/>
                <a:cxnLst/>
                <a:rect l="l" t="t" r="r" b="b"/>
                <a:pathLst>
                  <a:path w="26379" h="2451" extrusionOk="0">
                    <a:moveTo>
                      <a:pt x="12405" y="2412"/>
                    </a:moveTo>
                    <a:cubicBezTo>
                      <a:pt x="10911" y="2374"/>
                      <a:pt x="9380" y="2259"/>
                      <a:pt x="7887" y="2183"/>
                    </a:cubicBezTo>
                    <a:cubicBezTo>
                      <a:pt x="6356" y="2144"/>
                      <a:pt x="4824" y="2144"/>
                      <a:pt x="3293" y="1991"/>
                    </a:cubicBezTo>
                    <a:cubicBezTo>
                      <a:pt x="2412" y="1991"/>
                      <a:pt x="1532" y="1800"/>
                      <a:pt x="651" y="1800"/>
                    </a:cubicBezTo>
                    <a:cubicBezTo>
                      <a:pt x="192" y="1915"/>
                      <a:pt x="1" y="1264"/>
                      <a:pt x="460" y="1111"/>
                    </a:cubicBezTo>
                    <a:cubicBezTo>
                      <a:pt x="919" y="1034"/>
                      <a:pt x="1455" y="1149"/>
                      <a:pt x="1915" y="1187"/>
                    </a:cubicBezTo>
                    <a:cubicBezTo>
                      <a:pt x="2489" y="1225"/>
                      <a:pt x="3025" y="1264"/>
                      <a:pt x="3523" y="1302"/>
                    </a:cubicBezTo>
                    <a:cubicBezTo>
                      <a:pt x="5016" y="1417"/>
                      <a:pt x="6547" y="1417"/>
                      <a:pt x="8040" y="1493"/>
                    </a:cubicBezTo>
                    <a:cubicBezTo>
                      <a:pt x="9533" y="1570"/>
                      <a:pt x="11065" y="1685"/>
                      <a:pt x="12558" y="1685"/>
                    </a:cubicBezTo>
                    <a:cubicBezTo>
                      <a:pt x="15238" y="1723"/>
                      <a:pt x="17803" y="1455"/>
                      <a:pt x="20406" y="1149"/>
                    </a:cubicBezTo>
                    <a:cubicBezTo>
                      <a:pt x="22205" y="957"/>
                      <a:pt x="23966" y="575"/>
                      <a:pt x="25727" y="115"/>
                    </a:cubicBezTo>
                    <a:cubicBezTo>
                      <a:pt x="26148" y="0"/>
                      <a:pt x="26378" y="651"/>
                      <a:pt x="25919" y="804"/>
                    </a:cubicBezTo>
                    <a:cubicBezTo>
                      <a:pt x="23698" y="1417"/>
                      <a:pt x="21478" y="1800"/>
                      <a:pt x="19181" y="1991"/>
                    </a:cubicBezTo>
                    <a:cubicBezTo>
                      <a:pt x="16922" y="2221"/>
                      <a:pt x="14663" y="2451"/>
                      <a:pt x="12405" y="24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42"/>
              <p:cNvSpPr/>
              <p:nvPr/>
            </p:nvSpPr>
            <p:spPr>
              <a:xfrm>
                <a:off x="6101747" y="3043625"/>
                <a:ext cx="679575" cy="201025"/>
              </a:xfrm>
              <a:custGeom>
                <a:avLst/>
                <a:gdLst/>
                <a:ahLst/>
                <a:cxnLst/>
                <a:rect l="l" t="t" r="r" b="b"/>
                <a:pathLst>
                  <a:path w="27183" h="8041" extrusionOk="0">
                    <a:moveTo>
                      <a:pt x="10069" y="7887"/>
                    </a:moveTo>
                    <a:cubicBezTo>
                      <a:pt x="8193" y="7849"/>
                      <a:pt x="6241" y="7581"/>
                      <a:pt x="4595" y="6585"/>
                    </a:cubicBezTo>
                    <a:cubicBezTo>
                      <a:pt x="3944" y="6203"/>
                      <a:pt x="3408" y="5628"/>
                      <a:pt x="2910" y="5092"/>
                    </a:cubicBezTo>
                    <a:cubicBezTo>
                      <a:pt x="2030" y="4212"/>
                      <a:pt x="1302" y="3370"/>
                      <a:pt x="537" y="2413"/>
                    </a:cubicBezTo>
                    <a:cubicBezTo>
                      <a:pt x="1" y="2413"/>
                      <a:pt x="77" y="1647"/>
                      <a:pt x="575" y="1647"/>
                    </a:cubicBezTo>
                    <a:cubicBezTo>
                      <a:pt x="881" y="1647"/>
                      <a:pt x="1034" y="1953"/>
                      <a:pt x="1226" y="2145"/>
                    </a:cubicBezTo>
                    <a:cubicBezTo>
                      <a:pt x="1455" y="2489"/>
                      <a:pt x="1762" y="2795"/>
                      <a:pt x="2030" y="3102"/>
                    </a:cubicBezTo>
                    <a:cubicBezTo>
                      <a:pt x="3676" y="4978"/>
                      <a:pt x="4786" y="6356"/>
                      <a:pt x="7389" y="6892"/>
                    </a:cubicBezTo>
                    <a:cubicBezTo>
                      <a:pt x="10108" y="7351"/>
                      <a:pt x="12979" y="7313"/>
                      <a:pt x="15659" y="6624"/>
                    </a:cubicBezTo>
                    <a:cubicBezTo>
                      <a:pt x="18492" y="5782"/>
                      <a:pt x="21248" y="4518"/>
                      <a:pt x="23469" y="2566"/>
                    </a:cubicBezTo>
                    <a:cubicBezTo>
                      <a:pt x="24426" y="1762"/>
                      <a:pt x="25383" y="996"/>
                      <a:pt x="26378" y="269"/>
                    </a:cubicBezTo>
                    <a:cubicBezTo>
                      <a:pt x="26761" y="1"/>
                      <a:pt x="27182" y="537"/>
                      <a:pt x="26838" y="843"/>
                    </a:cubicBezTo>
                    <a:cubicBezTo>
                      <a:pt x="26302" y="1226"/>
                      <a:pt x="25766" y="1609"/>
                      <a:pt x="25230" y="2030"/>
                    </a:cubicBezTo>
                    <a:cubicBezTo>
                      <a:pt x="23545" y="3408"/>
                      <a:pt x="21899" y="4863"/>
                      <a:pt x="19908" y="5743"/>
                    </a:cubicBezTo>
                    <a:cubicBezTo>
                      <a:pt x="16654" y="7313"/>
                      <a:pt x="13668" y="8040"/>
                      <a:pt x="10069" y="78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42"/>
              <p:cNvSpPr/>
              <p:nvPr/>
            </p:nvSpPr>
            <p:spPr>
              <a:xfrm>
                <a:off x="5627022" y="3550900"/>
                <a:ext cx="137850" cy="681475"/>
              </a:xfrm>
              <a:custGeom>
                <a:avLst/>
                <a:gdLst/>
                <a:ahLst/>
                <a:cxnLst/>
                <a:rect l="l" t="t" r="r" b="b"/>
                <a:pathLst>
                  <a:path w="5514" h="27259" extrusionOk="0">
                    <a:moveTo>
                      <a:pt x="2528" y="27028"/>
                    </a:moveTo>
                    <a:cubicBezTo>
                      <a:pt x="1456" y="24042"/>
                      <a:pt x="2106" y="21094"/>
                      <a:pt x="3140" y="18185"/>
                    </a:cubicBezTo>
                    <a:cubicBezTo>
                      <a:pt x="3753" y="16462"/>
                      <a:pt x="4404" y="14778"/>
                      <a:pt x="4671" y="12940"/>
                    </a:cubicBezTo>
                    <a:cubicBezTo>
                      <a:pt x="4978" y="11217"/>
                      <a:pt x="4748" y="9418"/>
                      <a:pt x="4059" y="7848"/>
                    </a:cubicBezTo>
                    <a:cubicBezTo>
                      <a:pt x="3485" y="6547"/>
                      <a:pt x="2566" y="5436"/>
                      <a:pt x="1800" y="4250"/>
                    </a:cubicBezTo>
                    <a:cubicBezTo>
                      <a:pt x="1379" y="3637"/>
                      <a:pt x="996" y="2986"/>
                      <a:pt x="652" y="2335"/>
                    </a:cubicBezTo>
                    <a:cubicBezTo>
                      <a:pt x="345" y="1723"/>
                      <a:pt x="1" y="1149"/>
                      <a:pt x="1" y="459"/>
                    </a:cubicBezTo>
                    <a:cubicBezTo>
                      <a:pt x="1" y="0"/>
                      <a:pt x="690" y="0"/>
                      <a:pt x="690" y="459"/>
                    </a:cubicBezTo>
                    <a:cubicBezTo>
                      <a:pt x="728" y="995"/>
                      <a:pt x="996" y="1455"/>
                      <a:pt x="1226" y="1914"/>
                    </a:cubicBezTo>
                    <a:cubicBezTo>
                      <a:pt x="2298" y="4096"/>
                      <a:pt x="4097" y="5857"/>
                      <a:pt x="4939" y="8154"/>
                    </a:cubicBezTo>
                    <a:cubicBezTo>
                      <a:pt x="5322" y="9265"/>
                      <a:pt x="5514" y="10451"/>
                      <a:pt x="5514" y="11600"/>
                    </a:cubicBezTo>
                    <a:cubicBezTo>
                      <a:pt x="5475" y="12749"/>
                      <a:pt x="5246" y="13859"/>
                      <a:pt x="4978" y="14969"/>
                    </a:cubicBezTo>
                    <a:cubicBezTo>
                      <a:pt x="4365" y="17113"/>
                      <a:pt x="3370" y="19180"/>
                      <a:pt x="2949" y="21362"/>
                    </a:cubicBezTo>
                    <a:cubicBezTo>
                      <a:pt x="2642" y="22779"/>
                      <a:pt x="2566" y="24195"/>
                      <a:pt x="2872" y="25612"/>
                    </a:cubicBezTo>
                    <a:cubicBezTo>
                      <a:pt x="2949" y="25956"/>
                      <a:pt x="3025" y="26301"/>
                      <a:pt x="3178" y="26645"/>
                    </a:cubicBezTo>
                    <a:cubicBezTo>
                      <a:pt x="3255" y="26837"/>
                      <a:pt x="3217" y="27105"/>
                      <a:pt x="2987" y="27181"/>
                    </a:cubicBezTo>
                    <a:cubicBezTo>
                      <a:pt x="2834" y="27258"/>
                      <a:pt x="2604" y="27181"/>
                      <a:pt x="2528" y="270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42"/>
              <p:cNvSpPr/>
              <p:nvPr/>
            </p:nvSpPr>
            <p:spPr>
              <a:xfrm>
                <a:off x="5832797" y="3736575"/>
                <a:ext cx="162750" cy="393375"/>
              </a:xfrm>
              <a:custGeom>
                <a:avLst/>
                <a:gdLst/>
                <a:ahLst/>
                <a:cxnLst/>
                <a:rect l="l" t="t" r="r" b="b"/>
                <a:pathLst>
                  <a:path w="6510" h="15735" extrusionOk="0">
                    <a:moveTo>
                      <a:pt x="269" y="15582"/>
                    </a:moveTo>
                    <a:cubicBezTo>
                      <a:pt x="1" y="15352"/>
                      <a:pt x="231" y="15084"/>
                      <a:pt x="422" y="14892"/>
                    </a:cubicBezTo>
                    <a:cubicBezTo>
                      <a:pt x="652" y="14624"/>
                      <a:pt x="881" y="14318"/>
                      <a:pt x="1111" y="14012"/>
                    </a:cubicBezTo>
                    <a:cubicBezTo>
                      <a:pt x="1417" y="13514"/>
                      <a:pt x="1724" y="13017"/>
                      <a:pt x="2030" y="12481"/>
                    </a:cubicBezTo>
                    <a:cubicBezTo>
                      <a:pt x="3829" y="9303"/>
                      <a:pt x="5054" y="5781"/>
                      <a:pt x="5590" y="2144"/>
                    </a:cubicBezTo>
                    <a:cubicBezTo>
                      <a:pt x="5667" y="1646"/>
                      <a:pt x="5705" y="1187"/>
                      <a:pt x="5743" y="689"/>
                    </a:cubicBezTo>
                    <a:cubicBezTo>
                      <a:pt x="5743" y="421"/>
                      <a:pt x="5743" y="38"/>
                      <a:pt x="6088" y="0"/>
                    </a:cubicBezTo>
                    <a:cubicBezTo>
                      <a:pt x="6509" y="38"/>
                      <a:pt x="6471" y="459"/>
                      <a:pt x="6433" y="727"/>
                    </a:cubicBezTo>
                    <a:cubicBezTo>
                      <a:pt x="6356" y="2259"/>
                      <a:pt x="6088" y="3752"/>
                      <a:pt x="5705" y="5207"/>
                    </a:cubicBezTo>
                    <a:cubicBezTo>
                      <a:pt x="5054" y="7657"/>
                      <a:pt x="4212" y="9992"/>
                      <a:pt x="2987" y="12174"/>
                    </a:cubicBezTo>
                    <a:cubicBezTo>
                      <a:pt x="2336" y="13399"/>
                      <a:pt x="1685" y="14586"/>
                      <a:pt x="767" y="15582"/>
                    </a:cubicBezTo>
                    <a:cubicBezTo>
                      <a:pt x="613" y="15735"/>
                      <a:pt x="384" y="15735"/>
                      <a:pt x="269" y="155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42"/>
              <p:cNvSpPr/>
              <p:nvPr/>
            </p:nvSpPr>
            <p:spPr>
              <a:xfrm>
                <a:off x="5767722" y="3924150"/>
                <a:ext cx="124450" cy="220150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8806" extrusionOk="0">
                    <a:moveTo>
                      <a:pt x="154" y="8653"/>
                    </a:moveTo>
                    <a:cubicBezTo>
                      <a:pt x="1" y="8500"/>
                      <a:pt x="39" y="8270"/>
                      <a:pt x="154" y="8117"/>
                    </a:cubicBezTo>
                    <a:cubicBezTo>
                      <a:pt x="766" y="7428"/>
                      <a:pt x="1379" y="6700"/>
                      <a:pt x="1876" y="5935"/>
                    </a:cubicBezTo>
                    <a:cubicBezTo>
                      <a:pt x="3025" y="4288"/>
                      <a:pt x="3638" y="2374"/>
                      <a:pt x="4174" y="460"/>
                    </a:cubicBezTo>
                    <a:cubicBezTo>
                      <a:pt x="4327" y="1"/>
                      <a:pt x="4977" y="192"/>
                      <a:pt x="4863" y="651"/>
                    </a:cubicBezTo>
                    <a:cubicBezTo>
                      <a:pt x="4288" y="2834"/>
                      <a:pt x="3484" y="5016"/>
                      <a:pt x="2106" y="6853"/>
                    </a:cubicBezTo>
                    <a:cubicBezTo>
                      <a:pt x="1647" y="7504"/>
                      <a:pt x="1149" y="8079"/>
                      <a:pt x="651" y="8653"/>
                    </a:cubicBezTo>
                    <a:cubicBezTo>
                      <a:pt x="537" y="8806"/>
                      <a:pt x="269" y="8768"/>
                      <a:pt x="154" y="86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42"/>
              <p:cNvSpPr/>
              <p:nvPr/>
            </p:nvSpPr>
            <p:spPr>
              <a:xfrm>
                <a:off x="7204322" y="3467625"/>
                <a:ext cx="141675" cy="307250"/>
              </a:xfrm>
              <a:custGeom>
                <a:avLst/>
                <a:gdLst/>
                <a:ahLst/>
                <a:cxnLst/>
                <a:rect l="l" t="t" r="r" b="b"/>
                <a:pathLst>
                  <a:path w="5667" h="12290" extrusionOk="0">
                    <a:moveTo>
                      <a:pt x="4863" y="11907"/>
                    </a:moveTo>
                    <a:cubicBezTo>
                      <a:pt x="3484" y="10146"/>
                      <a:pt x="2604" y="8002"/>
                      <a:pt x="1876" y="5934"/>
                    </a:cubicBezTo>
                    <a:cubicBezTo>
                      <a:pt x="1264" y="4173"/>
                      <a:pt x="575" y="2451"/>
                      <a:pt x="115" y="651"/>
                    </a:cubicBezTo>
                    <a:cubicBezTo>
                      <a:pt x="1" y="192"/>
                      <a:pt x="651" y="0"/>
                      <a:pt x="766" y="460"/>
                    </a:cubicBezTo>
                    <a:cubicBezTo>
                      <a:pt x="996" y="1417"/>
                      <a:pt x="1379" y="2374"/>
                      <a:pt x="1685" y="3293"/>
                    </a:cubicBezTo>
                    <a:cubicBezTo>
                      <a:pt x="2183" y="4709"/>
                      <a:pt x="2642" y="6126"/>
                      <a:pt x="3216" y="7542"/>
                    </a:cubicBezTo>
                    <a:cubicBezTo>
                      <a:pt x="3829" y="8920"/>
                      <a:pt x="4480" y="10299"/>
                      <a:pt x="5399" y="11485"/>
                    </a:cubicBezTo>
                    <a:cubicBezTo>
                      <a:pt x="5667" y="11830"/>
                      <a:pt x="5131" y="12289"/>
                      <a:pt x="4863" y="1190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42"/>
              <p:cNvSpPr/>
              <p:nvPr/>
            </p:nvSpPr>
            <p:spPr>
              <a:xfrm>
                <a:off x="7179447" y="3351825"/>
                <a:ext cx="27775" cy="72750"/>
              </a:xfrm>
              <a:custGeom>
                <a:avLst/>
                <a:gdLst/>
                <a:ahLst/>
                <a:cxnLst/>
                <a:rect l="l" t="t" r="r" b="b"/>
                <a:pathLst>
                  <a:path w="1111" h="2910" extrusionOk="0">
                    <a:moveTo>
                      <a:pt x="306" y="2450"/>
                    </a:moveTo>
                    <a:cubicBezTo>
                      <a:pt x="115" y="1799"/>
                      <a:pt x="0" y="1149"/>
                      <a:pt x="0" y="459"/>
                    </a:cubicBezTo>
                    <a:cubicBezTo>
                      <a:pt x="38" y="0"/>
                      <a:pt x="728" y="0"/>
                      <a:pt x="728" y="459"/>
                    </a:cubicBezTo>
                    <a:cubicBezTo>
                      <a:pt x="728" y="1072"/>
                      <a:pt x="842" y="1685"/>
                      <a:pt x="996" y="2259"/>
                    </a:cubicBezTo>
                    <a:cubicBezTo>
                      <a:pt x="1110" y="2718"/>
                      <a:pt x="421" y="2910"/>
                      <a:pt x="306" y="24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42"/>
              <p:cNvSpPr/>
              <p:nvPr/>
            </p:nvSpPr>
            <p:spPr>
              <a:xfrm>
                <a:off x="7287597" y="2959400"/>
                <a:ext cx="64150" cy="65100"/>
              </a:xfrm>
              <a:custGeom>
                <a:avLst/>
                <a:gdLst/>
                <a:ahLst/>
                <a:cxnLst/>
                <a:rect l="l" t="t" r="r" b="b"/>
                <a:pathLst>
                  <a:path w="2566" h="2604" extrusionOk="0">
                    <a:moveTo>
                      <a:pt x="1761" y="2298"/>
                    </a:moveTo>
                    <a:cubicBezTo>
                      <a:pt x="1302" y="1877"/>
                      <a:pt x="919" y="1455"/>
                      <a:pt x="536" y="996"/>
                    </a:cubicBezTo>
                    <a:cubicBezTo>
                      <a:pt x="345" y="728"/>
                      <a:pt x="0" y="422"/>
                      <a:pt x="345" y="116"/>
                    </a:cubicBezTo>
                    <a:cubicBezTo>
                      <a:pt x="498" y="1"/>
                      <a:pt x="728" y="39"/>
                      <a:pt x="842" y="192"/>
                    </a:cubicBezTo>
                    <a:cubicBezTo>
                      <a:pt x="1264" y="766"/>
                      <a:pt x="1723" y="1302"/>
                      <a:pt x="2259" y="1800"/>
                    </a:cubicBezTo>
                    <a:cubicBezTo>
                      <a:pt x="2565" y="2106"/>
                      <a:pt x="2068" y="2604"/>
                      <a:pt x="1761" y="22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42"/>
              <p:cNvSpPr/>
              <p:nvPr/>
            </p:nvSpPr>
            <p:spPr>
              <a:xfrm>
                <a:off x="5677747" y="2910600"/>
                <a:ext cx="114875" cy="678600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27144" extrusionOk="0">
                    <a:moveTo>
                      <a:pt x="690" y="26684"/>
                    </a:moveTo>
                    <a:cubicBezTo>
                      <a:pt x="116" y="24042"/>
                      <a:pt x="1" y="21286"/>
                      <a:pt x="345" y="18606"/>
                    </a:cubicBezTo>
                    <a:cubicBezTo>
                      <a:pt x="805" y="15429"/>
                      <a:pt x="1417" y="12251"/>
                      <a:pt x="2298" y="9112"/>
                    </a:cubicBezTo>
                    <a:cubicBezTo>
                      <a:pt x="2910" y="6968"/>
                      <a:pt x="3676" y="4824"/>
                      <a:pt x="3829" y="2527"/>
                    </a:cubicBezTo>
                    <a:cubicBezTo>
                      <a:pt x="3868" y="1800"/>
                      <a:pt x="3868" y="1072"/>
                      <a:pt x="3868" y="345"/>
                    </a:cubicBezTo>
                    <a:cubicBezTo>
                      <a:pt x="3868" y="153"/>
                      <a:pt x="4021" y="0"/>
                      <a:pt x="4212" y="0"/>
                    </a:cubicBezTo>
                    <a:cubicBezTo>
                      <a:pt x="4404" y="0"/>
                      <a:pt x="4557" y="153"/>
                      <a:pt x="4557" y="345"/>
                    </a:cubicBezTo>
                    <a:cubicBezTo>
                      <a:pt x="4557" y="1072"/>
                      <a:pt x="4595" y="1761"/>
                      <a:pt x="4557" y="2450"/>
                    </a:cubicBezTo>
                    <a:cubicBezTo>
                      <a:pt x="4442" y="4020"/>
                      <a:pt x="4097" y="5551"/>
                      <a:pt x="3638" y="7006"/>
                    </a:cubicBezTo>
                    <a:cubicBezTo>
                      <a:pt x="2987" y="9227"/>
                      <a:pt x="2336" y="11447"/>
                      <a:pt x="1915" y="13744"/>
                    </a:cubicBezTo>
                    <a:cubicBezTo>
                      <a:pt x="1303" y="16769"/>
                      <a:pt x="690" y="19869"/>
                      <a:pt x="920" y="23009"/>
                    </a:cubicBezTo>
                    <a:cubicBezTo>
                      <a:pt x="996" y="24196"/>
                      <a:pt x="1149" y="25344"/>
                      <a:pt x="1379" y="26493"/>
                    </a:cubicBezTo>
                    <a:cubicBezTo>
                      <a:pt x="1494" y="26952"/>
                      <a:pt x="843" y="27143"/>
                      <a:pt x="690" y="2668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42"/>
              <p:cNvSpPr/>
              <p:nvPr/>
            </p:nvSpPr>
            <p:spPr>
              <a:xfrm>
                <a:off x="5727522" y="3312575"/>
                <a:ext cx="74675" cy="404875"/>
              </a:xfrm>
              <a:custGeom>
                <a:avLst/>
                <a:gdLst/>
                <a:ahLst/>
                <a:cxnLst/>
                <a:rect l="l" t="t" r="r" b="b"/>
                <a:pathLst>
                  <a:path w="2987" h="16195" extrusionOk="0">
                    <a:moveTo>
                      <a:pt x="2145" y="15773"/>
                    </a:moveTo>
                    <a:cubicBezTo>
                      <a:pt x="575" y="12213"/>
                      <a:pt x="1" y="9227"/>
                      <a:pt x="307" y="5322"/>
                    </a:cubicBezTo>
                    <a:lnTo>
                      <a:pt x="307" y="5360"/>
                    </a:lnTo>
                    <a:cubicBezTo>
                      <a:pt x="384" y="3752"/>
                      <a:pt x="690" y="2144"/>
                      <a:pt x="843" y="536"/>
                    </a:cubicBezTo>
                    <a:cubicBezTo>
                      <a:pt x="881" y="0"/>
                      <a:pt x="1647" y="115"/>
                      <a:pt x="1570" y="651"/>
                    </a:cubicBezTo>
                    <a:cubicBezTo>
                      <a:pt x="1187" y="3369"/>
                      <a:pt x="805" y="6088"/>
                      <a:pt x="996" y="8844"/>
                    </a:cubicBezTo>
                    <a:cubicBezTo>
                      <a:pt x="1111" y="10299"/>
                      <a:pt x="1417" y="11753"/>
                      <a:pt x="1877" y="13132"/>
                    </a:cubicBezTo>
                    <a:cubicBezTo>
                      <a:pt x="2145" y="13936"/>
                      <a:pt x="2489" y="14701"/>
                      <a:pt x="2795" y="15505"/>
                    </a:cubicBezTo>
                    <a:cubicBezTo>
                      <a:pt x="2987" y="15926"/>
                      <a:pt x="2336" y="16194"/>
                      <a:pt x="2145" y="157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42"/>
              <p:cNvSpPr/>
              <p:nvPr/>
            </p:nvSpPr>
            <p:spPr>
              <a:xfrm>
                <a:off x="6963625" y="1574500"/>
                <a:ext cx="296700" cy="607775"/>
              </a:xfrm>
              <a:custGeom>
                <a:avLst/>
                <a:gdLst/>
                <a:ahLst/>
                <a:cxnLst/>
                <a:rect l="l" t="t" r="r" b="b"/>
                <a:pathLst>
                  <a:path w="11868" h="24311" extrusionOk="0">
                    <a:moveTo>
                      <a:pt x="11102" y="23851"/>
                    </a:moveTo>
                    <a:cubicBezTo>
                      <a:pt x="10566" y="18759"/>
                      <a:pt x="9609" y="13591"/>
                      <a:pt x="7350" y="8959"/>
                    </a:cubicBezTo>
                    <a:cubicBezTo>
                      <a:pt x="6393" y="7159"/>
                      <a:pt x="5436" y="5360"/>
                      <a:pt x="4020" y="3867"/>
                    </a:cubicBezTo>
                    <a:cubicBezTo>
                      <a:pt x="3063" y="2871"/>
                      <a:pt x="2029" y="1991"/>
                      <a:pt x="881" y="1225"/>
                    </a:cubicBezTo>
                    <a:cubicBezTo>
                      <a:pt x="613" y="996"/>
                      <a:pt x="0" y="842"/>
                      <a:pt x="230" y="383"/>
                    </a:cubicBezTo>
                    <a:cubicBezTo>
                      <a:pt x="459" y="0"/>
                      <a:pt x="842" y="345"/>
                      <a:pt x="1149" y="536"/>
                    </a:cubicBezTo>
                    <a:cubicBezTo>
                      <a:pt x="1608" y="842"/>
                      <a:pt x="2106" y="1187"/>
                      <a:pt x="2527" y="1570"/>
                    </a:cubicBezTo>
                    <a:cubicBezTo>
                      <a:pt x="4364" y="2986"/>
                      <a:pt x="5896" y="4747"/>
                      <a:pt x="6968" y="6776"/>
                    </a:cubicBezTo>
                    <a:cubicBezTo>
                      <a:pt x="9380" y="10835"/>
                      <a:pt x="10643" y="15505"/>
                      <a:pt x="11332" y="20137"/>
                    </a:cubicBezTo>
                    <a:cubicBezTo>
                      <a:pt x="11523" y="21324"/>
                      <a:pt x="11715" y="22511"/>
                      <a:pt x="11791" y="23736"/>
                    </a:cubicBezTo>
                    <a:cubicBezTo>
                      <a:pt x="11868" y="24196"/>
                      <a:pt x="11179" y="24310"/>
                      <a:pt x="11102" y="238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42"/>
              <p:cNvSpPr/>
              <p:nvPr/>
            </p:nvSpPr>
            <p:spPr>
              <a:xfrm>
                <a:off x="7232550" y="1788875"/>
                <a:ext cx="109150" cy="324475"/>
              </a:xfrm>
              <a:custGeom>
                <a:avLst/>
                <a:gdLst/>
                <a:ahLst/>
                <a:cxnLst/>
                <a:rect l="l" t="t" r="r" b="b"/>
                <a:pathLst>
                  <a:path w="4366" h="12979" extrusionOk="0">
                    <a:moveTo>
                      <a:pt x="3523" y="12558"/>
                    </a:moveTo>
                    <a:cubicBezTo>
                      <a:pt x="2489" y="10146"/>
                      <a:pt x="2106" y="7581"/>
                      <a:pt x="1570" y="5054"/>
                    </a:cubicBezTo>
                    <a:cubicBezTo>
                      <a:pt x="1302" y="3523"/>
                      <a:pt x="805" y="2106"/>
                      <a:pt x="192" y="690"/>
                    </a:cubicBezTo>
                    <a:cubicBezTo>
                      <a:pt x="1" y="269"/>
                      <a:pt x="652" y="1"/>
                      <a:pt x="843" y="422"/>
                    </a:cubicBezTo>
                    <a:cubicBezTo>
                      <a:pt x="1264" y="1417"/>
                      <a:pt x="1724" y="2451"/>
                      <a:pt x="1953" y="3523"/>
                    </a:cubicBezTo>
                    <a:cubicBezTo>
                      <a:pt x="2451" y="5399"/>
                      <a:pt x="2719" y="7351"/>
                      <a:pt x="3217" y="9227"/>
                    </a:cubicBezTo>
                    <a:cubicBezTo>
                      <a:pt x="3446" y="10261"/>
                      <a:pt x="3753" y="11294"/>
                      <a:pt x="4174" y="12252"/>
                    </a:cubicBezTo>
                    <a:cubicBezTo>
                      <a:pt x="4365" y="12673"/>
                      <a:pt x="3714" y="12979"/>
                      <a:pt x="3523" y="125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42"/>
              <p:cNvSpPr/>
              <p:nvPr/>
            </p:nvSpPr>
            <p:spPr>
              <a:xfrm>
                <a:off x="7157900" y="1389775"/>
                <a:ext cx="192400" cy="219200"/>
              </a:xfrm>
              <a:custGeom>
                <a:avLst/>
                <a:gdLst/>
                <a:ahLst/>
                <a:cxnLst/>
                <a:rect l="l" t="t" r="r" b="b"/>
                <a:pathLst>
                  <a:path w="7696" h="8768" extrusionOk="0">
                    <a:moveTo>
                      <a:pt x="6853" y="8346"/>
                    </a:moveTo>
                    <a:cubicBezTo>
                      <a:pt x="5284" y="4977"/>
                      <a:pt x="3906" y="3523"/>
                      <a:pt x="958" y="1302"/>
                    </a:cubicBezTo>
                    <a:cubicBezTo>
                      <a:pt x="766" y="1149"/>
                      <a:pt x="537" y="996"/>
                      <a:pt x="345" y="843"/>
                    </a:cubicBezTo>
                    <a:cubicBezTo>
                      <a:pt x="1" y="536"/>
                      <a:pt x="383" y="0"/>
                      <a:pt x="766" y="268"/>
                    </a:cubicBezTo>
                    <a:cubicBezTo>
                      <a:pt x="2336" y="1455"/>
                      <a:pt x="3982" y="2642"/>
                      <a:pt x="5207" y="4212"/>
                    </a:cubicBezTo>
                    <a:cubicBezTo>
                      <a:pt x="6164" y="5360"/>
                      <a:pt x="6853" y="6700"/>
                      <a:pt x="7504" y="8040"/>
                    </a:cubicBezTo>
                    <a:cubicBezTo>
                      <a:pt x="7696" y="8499"/>
                      <a:pt x="7045" y="8767"/>
                      <a:pt x="6853" y="83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42"/>
              <p:cNvSpPr/>
              <p:nvPr/>
            </p:nvSpPr>
            <p:spPr>
              <a:xfrm>
                <a:off x="7283275" y="1344800"/>
                <a:ext cx="66075" cy="67000"/>
              </a:xfrm>
              <a:custGeom>
                <a:avLst/>
                <a:gdLst/>
                <a:ahLst/>
                <a:cxnLst/>
                <a:rect l="l" t="t" r="r" b="b"/>
                <a:pathLst>
                  <a:path w="2643" h="2680" extrusionOk="0">
                    <a:moveTo>
                      <a:pt x="1800" y="2297"/>
                    </a:moveTo>
                    <a:cubicBezTo>
                      <a:pt x="1609" y="2029"/>
                      <a:pt x="1341" y="1761"/>
                      <a:pt x="1073" y="1531"/>
                    </a:cubicBezTo>
                    <a:cubicBezTo>
                      <a:pt x="766" y="1263"/>
                      <a:pt x="460" y="996"/>
                      <a:pt x="154" y="728"/>
                    </a:cubicBezTo>
                    <a:cubicBezTo>
                      <a:pt x="1" y="574"/>
                      <a:pt x="1" y="345"/>
                      <a:pt x="154" y="230"/>
                    </a:cubicBezTo>
                    <a:cubicBezTo>
                      <a:pt x="345" y="0"/>
                      <a:pt x="613" y="153"/>
                      <a:pt x="805" y="345"/>
                    </a:cubicBezTo>
                    <a:cubicBezTo>
                      <a:pt x="1341" y="842"/>
                      <a:pt x="1953" y="1263"/>
                      <a:pt x="2374" y="1876"/>
                    </a:cubicBezTo>
                    <a:cubicBezTo>
                      <a:pt x="2642" y="2259"/>
                      <a:pt x="2106" y="2680"/>
                      <a:pt x="1800" y="2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42"/>
              <p:cNvSpPr/>
              <p:nvPr/>
            </p:nvSpPr>
            <p:spPr>
              <a:xfrm>
                <a:off x="5615075" y="1573525"/>
                <a:ext cx="149325" cy="217300"/>
              </a:xfrm>
              <a:custGeom>
                <a:avLst/>
                <a:gdLst/>
                <a:ahLst/>
                <a:cxnLst/>
                <a:rect l="l" t="t" r="r" b="b"/>
                <a:pathLst>
                  <a:path w="5973" h="8692" extrusionOk="0">
                    <a:moveTo>
                      <a:pt x="0" y="8347"/>
                    </a:moveTo>
                    <a:cubicBezTo>
                      <a:pt x="115" y="7658"/>
                      <a:pt x="536" y="7007"/>
                      <a:pt x="842" y="6394"/>
                    </a:cubicBezTo>
                    <a:cubicBezTo>
                      <a:pt x="1225" y="5705"/>
                      <a:pt x="1608" y="5054"/>
                      <a:pt x="1991" y="4365"/>
                    </a:cubicBezTo>
                    <a:cubicBezTo>
                      <a:pt x="2871" y="2910"/>
                      <a:pt x="3943" y="1532"/>
                      <a:pt x="5130" y="307"/>
                    </a:cubicBezTo>
                    <a:cubicBezTo>
                      <a:pt x="5475" y="1"/>
                      <a:pt x="5972" y="460"/>
                      <a:pt x="5628" y="805"/>
                    </a:cubicBezTo>
                    <a:cubicBezTo>
                      <a:pt x="4250" y="2221"/>
                      <a:pt x="3101" y="3829"/>
                      <a:pt x="2144" y="5552"/>
                    </a:cubicBezTo>
                    <a:cubicBezTo>
                      <a:pt x="1685" y="6356"/>
                      <a:pt x="1187" y="7198"/>
                      <a:pt x="804" y="8041"/>
                    </a:cubicBezTo>
                    <a:cubicBezTo>
                      <a:pt x="728" y="8308"/>
                      <a:pt x="766" y="8691"/>
                      <a:pt x="383" y="8691"/>
                    </a:cubicBezTo>
                    <a:cubicBezTo>
                      <a:pt x="192" y="8691"/>
                      <a:pt x="38" y="8538"/>
                      <a:pt x="38" y="83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42"/>
              <p:cNvSpPr/>
              <p:nvPr/>
            </p:nvSpPr>
            <p:spPr>
              <a:xfrm>
                <a:off x="5778725" y="1491225"/>
                <a:ext cx="47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839" extrusionOk="0">
                    <a:moveTo>
                      <a:pt x="345" y="1762"/>
                    </a:moveTo>
                    <a:cubicBezTo>
                      <a:pt x="1" y="1685"/>
                      <a:pt x="1" y="1264"/>
                      <a:pt x="230" y="1072"/>
                    </a:cubicBezTo>
                    <a:cubicBezTo>
                      <a:pt x="537" y="728"/>
                      <a:pt x="881" y="422"/>
                      <a:pt x="1226" y="115"/>
                    </a:cubicBezTo>
                    <a:cubicBezTo>
                      <a:pt x="1379" y="1"/>
                      <a:pt x="1609" y="39"/>
                      <a:pt x="1723" y="192"/>
                    </a:cubicBezTo>
                    <a:cubicBezTo>
                      <a:pt x="1915" y="460"/>
                      <a:pt x="1685" y="690"/>
                      <a:pt x="1494" y="843"/>
                    </a:cubicBezTo>
                    <a:cubicBezTo>
                      <a:pt x="1264" y="1034"/>
                      <a:pt x="1034" y="1264"/>
                      <a:pt x="805" y="1494"/>
                    </a:cubicBezTo>
                    <a:cubicBezTo>
                      <a:pt x="690" y="1647"/>
                      <a:pt x="537" y="1838"/>
                      <a:pt x="345" y="1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42"/>
              <p:cNvSpPr/>
              <p:nvPr/>
            </p:nvSpPr>
            <p:spPr>
              <a:xfrm>
                <a:off x="6211822" y="2188000"/>
                <a:ext cx="25850" cy="5170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2068" extrusionOk="0">
                    <a:moveTo>
                      <a:pt x="307" y="2029"/>
                    </a:moveTo>
                    <a:cubicBezTo>
                      <a:pt x="153" y="1953"/>
                      <a:pt x="0" y="1761"/>
                      <a:pt x="77" y="1570"/>
                    </a:cubicBezTo>
                    <a:cubicBezTo>
                      <a:pt x="153" y="1302"/>
                      <a:pt x="268" y="995"/>
                      <a:pt x="192" y="689"/>
                    </a:cubicBezTo>
                    <a:cubicBezTo>
                      <a:pt x="39" y="268"/>
                      <a:pt x="651" y="0"/>
                      <a:pt x="842" y="421"/>
                    </a:cubicBezTo>
                    <a:cubicBezTo>
                      <a:pt x="1034" y="842"/>
                      <a:pt x="881" y="1340"/>
                      <a:pt x="766" y="1761"/>
                    </a:cubicBezTo>
                    <a:cubicBezTo>
                      <a:pt x="689" y="1953"/>
                      <a:pt x="498" y="2067"/>
                      <a:pt x="307" y="20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42"/>
              <p:cNvSpPr/>
              <p:nvPr/>
            </p:nvSpPr>
            <p:spPr>
              <a:xfrm>
                <a:off x="6334322" y="3307775"/>
                <a:ext cx="124450" cy="26825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1073" extrusionOk="0">
                    <a:moveTo>
                      <a:pt x="1302" y="1073"/>
                    </a:moveTo>
                    <a:cubicBezTo>
                      <a:pt x="996" y="1073"/>
                      <a:pt x="728" y="1073"/>
                      <a:pt x="422" y="1035"/>
                    </a:cubicBezTo>
                    <a:cubicBezTo>
                      <a:pt x="307" y="996"/>
                      <a:pt x="154" y="958"/>
                      <a:pt x="77" y="805"/>
                    </a:cubicBezTo>
                    <a:cubicBezTo>
                      <a:pt x="1" y="690"/>
                      <a:pt x="1" y="499"/>
                      <a:pt x="115" y="384"/>
                    </a:cubicBezTo>
                    <a:cubicBezTo>
                      <a:pt x="230" y="269"/>
                      <a:pt x="383" y="269"/>
                      <a:pt x="537" y="307"/>
                    </a:cubicBezTo>
                    <a:cubicBezTo>
                      <a:pt x="1226" y="422"/>
                      <a:pt x="1953" y="384"/>
                      <a:pt x="2604" y="346"/>
                    </a:cubicBezTo>
                    <a:cubicBezTo>
                      <a:pt x="3140" y="307"/>
                      <a:pt x="3676" y="231"/>
                      <a:pt x="4212" y="116"/>
                    </a:cubicBezTo>
                    <a:cubicBezTo>
                      <a:pt x="4480" y="39"/>
                      <a:pt x="4824" y="1"/>
                      <a:pt x="4939" y="307"/>
                    </a:cubicBezTo>
                    <a:cubicBezTo>
                      <a:pt x="4977" y="499"/>
                      <a:pt x="4863" y="728"/>
                      <a:pt x="4671" y="767"/>
                    </a:cubicBezTo>
                    <a:cubicBezTo>
                      <a:pt x="3523" y="1035"/>
                      <a:pt x="2451" y="1073"/>
                      <a:pt x="1302" y="10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42"/>
              <p:cNvSpPr/>
              <p:nvPr/>
            </p:nvSpPr>
            <p:spPr>
              <a:xfrm>
                <a:off x="6601347" y="3638950"/>
                <a:ext cx="180925" cy="97650"/>
              </a:xfrm>
              <a:custGeom>
                <a:avLst/>
                <a:gdLst/>
                <a:ahLst/>
                <a:cxnLst/>
                <a:rect l="l" t="t" r="r" b="b"/>
                <a:pathLst>
                  <a:path w="7237" h="3906" extrusionOk="0">
                    <a:moveTo>
                      <a:pt x="1" y="3522"/>
                    </a:moveTo>
                    <a:cubicBezTo>
                      <a:pt x="1" y="3293"/>
                      <a:pt x="154" y="3101"/>
                      <a:pt x="384" y="3101"/>
                    </a:cubicBezTo>
                    <a:cubicBezTo>
                      <a:pt x="766" y="3025"/>
                      <a:pt x="1188" y="2871"/>
                      <a:pt x="1570" y="2757"/>
                    </a:cubicBezTo>
                    <a:cubicBezTo>
                      <a:pt x="3063" y="2221"/>
                      <a:pt x="4480" y="1455"/>
                      <a:pt x="5782" y="613"/>
                    </a:cubicBezTo>
                    <a:cubicBezTo>
                      <a:pt x="6011" y="460"/>
                      <a:pt x="6241" y="306"/>
                      <a:pt x="6432" y="115"/>
                    </a:cubicBezTo>
                    <a:cubicBezTo>
                      <a:pt x="6586" y="0"/>
                      <a:pt x="6815" y="38"/>
                      <a:pt x="6930" y="192"/>
                    </a:cubicBezTo>
                    <a:cubicBezTo>
                      <a:pt x="7236" y="613"/>
                      <a:pt x="6586" y="881"/>
                      <a:pt x="6318" y="1110"/>
                    </a:cubicBezTo>
                    <a:cubicBezTo>
                      <a:pt x="5054" y="1953"/>
                      <a:pt x="3714" y="2718"/>
                      <a:pt x="2298" y="3216"/>
                    </a:cubicBezTo>
                    <a:cubicBezTo>
                      <a:pt x="1800" y="3407"/>
                      <a:pt x="1302" y="3599"/>
                      <a:pt x="805" y="3714"/>
                    </a:cubicBezTo>
                    <a:cubicBezTo>
                      <a:pt x="537" y="3829"/>
                      <a:pt x="77" y="3905"/>
                      <a:pt x="1" y="35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42"/>
              <p:cNvSpPr/>
              <p:nvPr/>
            </p:nvSpPr>
            <p:spPr>
              <a:xfrm>
                <a:off x="6771225" y="4412275"/>
                <a:ext cx="75650" cy="105300"/>
              </a:xfrm>
              <a:custGeom>
                <a:avLst/>
                <a:gdLst/>
                <a:ahLst/>
                <a:cxnLst/>
                <a:rect l="l" t="t" r="r" b="b"/>
                <a:pathLst>
                  <a:path w="3026" h="4212" extrusionOk="0">
                    <a:moveTo>
                      <a:pt x="1685" y="3867"/>
                    </a:moveTo>
                    <a:cubicBezTo>
                      <a:pt x="1647" y="3101"/>
                      <a:pt x="1303" y="2374"/>
                      <a:pt x="996" y="1685"/>
                    </a:cubicBezTo>
                    <a:cubicBezTo>
                      <a:pt x="805" y="1340"/>
                      <a:pt x="652" y="1034"/>
                      <a:pt x="384" y="766"/>
                    </a:cubicBezTo>
                    <a:cubicBezTo>
                      <a:pt x="192" y="804"/>
                      <a:pt x="1" y="613"/>
                      <a:pt x="1" y="421"/>
                    </a:cubicBezTo>
                    <a:cubicBezTo>
                      <a:pt x="1" y="39"/>
                      <a:pt x="460" y="0"/>
                      <a:pt x="728" y="153"/>
                    </a:cubicBezTo>
                    <a:cubicBezTo>
                      <a:pt x="843" y="230"/>
                      <a:pt x="958" y="345"/>
                      <a:pt x="1035" y="460"/>
                    </a:cubicBezTo>
                    <a:cubicBezTo>
                      <a:pt x="1456" y="804"/>
                      <a:pt x="3025" y="4097"/>
                      <a:pt x="2068" y="4173"/>
                    </a:cubicBezTo>
                    <a:cubicBezTo>
                      <a:pt x="1915" y="4212"/>
                      <a:pt x="1724" y="4058"/>
                      <a:pt x="1685" y="386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42"/>
              <p:cNvSpPr/>
              <p:nvPr/>
            </p:nvSpPr>
            <p:spPr>
              <a:xfrm>
                <a:off x="6884647" y="4377825"/>
                <a:ext cx="56500" cy="67975"/>
              </a:xfrm>
              <a:custGeom>
                <a:avLst/>
                <a:gdLst/>
                <a:ahLst/>
                <a:cxnLst/>
                <a:rect l="l" t="t" r="r" b="b"/>
                <a:pathLst>
                  <a:path w="2260" h="2719" extrusionOk="0">
                    <a:moveTo>
                      <a:pt x="1417" y="2297"/>
                    </a:moveTo>
                    <a:cubicBezTo>
                      <a:pt x="1149" y="1723"/>
                      <a:pt x="843" y="1110"/>
                      <a:pt x="345" y="689"/>
                    </a:cubicBezTo>
                    <a:cubicBezTo>
                      <a:pt x="1" y="536"/>
                      <a:pt x="154" y="0"/>
                      <a:pt x="498" y="0"/>
                    </a:cubicBezTo>
                    <a:cubicBezTo>
                      <a:pt x="690" y="0"/>
                      <a:pt x="920" y="230"/>
                      <a:pt x="1034" y="345"/>
                    </a:cubicBezTo>
                    <a:cubicBezTo>
                      <a:pt x="1456" y="804"/>
                      <a:pt x="1800" y="1417"/>
                      <a:pt x="2068" y="1991"/>
                    </a:cubicBezTo>
                    <a:cubicBezTo>
                      <a:pt x="2259" y="2450"/>
                      <a:pt x="1647" y="2718"/>
                      <a:pt x="1417" y="22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42"/>
              <p:cNvSpPr/>
              <p:nvPr/>
            </p:nvSpPr>
            <p:spPr>
              <a:xfrm>
                <a:off x="5743797" y="4347200"/>
                <a:ext cx="115825" cy="227800"/>
              </a:xfrm>
              <a:custGeom>
                <a:avLst/>
                <a:gdLst/>
                <a:ahLst/>
                <a:cxnLst/>
                <a:rect l="l" t="t" r="r" b="b"/>
                <a:pathLst>
                  <a:path w="4633" h="9112" extrusionOk="0">
                    <a:moveTo>
                      <a:pt x="307" y="9035"/>
                    </a:moveTo>
                    <a:cubicBezTo>
                      <a:pt x="115" y="8997"/>
                      <a:pt x="0" y="8805"/>
                      <a:pt x="39" y="8614"/>
                    </a:cubicBezTo>
                    <a:cubicBezTo>
                      <a:pt x="230" y="7848"/>
                      <a:pt x="422" y="7121"/>
                      <a:pt x="651" y="6393"/>
                    </a:cubicBezTo>
                    <a:cubicBezTo>
                      <a:pt x="1302" y="4364"/>
                      <a:pt x="2259" y="2412"/>
                      <a:pt x="3484" y="651"/>
                    </a:cubicBezTo>
                    <a:cubicBezTo>
                      <a:pt x="3676" y="383"/>
                      <a:pt x="3905" y="0"/>
                      <a:pt x="4288" y="0"/>
                    </a:cubicBezTo>
                    <a:cubicBezTo>
                      <a:pt x="4518" y="38"/>
                      <a:pt x="4633" y="230"/>
                      <a:pt x="4633" y="459"/>
                    </a:cubicBezTo>
                    <a:cubicBezTo>
                      <a:pt x="4633" y="536"/>
                      <a:pt x="4633" y="574"/>
                      <a:pt x="4633" y="651"/>
                    </a:cubicBezTo>
                    <a:cubicBezTo>
                      <a:pt x="4633" y="919"/>
                      <a:pt x="4327" y="1072"/>
                      <a:pt x="4135" y="995"/>
                    </a:cubicBezTo>
                    <a:cubicBezTo>
                      <a:pt x="3025" y="2527"/>
                      <a:pt x="2221" y="4211"/>
                      <a:pt x="1532" y="5972"/>
                    </a:cubicBezTo>
                    <a:cubicBezTo>
                      <a:pt x="1226" y="6891"/>
                      <a:pt x="958" y="7848"/>
                      <a:pt x="728" y="8805"/>
                    </a:cubicBezTo>
                    <a:cubicBezTo>
                      <a:pt x="690" y="8997"/>
                      <a:pt x="498" y="9112"/>
                      <a:pt x="307" y="90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42"/>
              <p:cNvSpPr/>
              <p:nvPr/>
            </p:nvSpPr>
            <p:spPr>
              <a:xfrm>
                <a:off x="5734222" y="4301250"/>
                <a:ext cx="98600" cy="96700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3868" extrusionOk="0">
                    <a:moveTo>
                      <a:pt x="192" y="3752"/>
                    </a:moveTo>
                    <a:cubicBezTo>
                      <a:pt x="39" y="3637"/>
                      <a:pt x="1" y="3408"/>
                      <a:pt x="116" y="3255"/>
                    </a:cubicBezTo>
                    <a:cubicBezTo>
                      <a:pt x="575" y="2604"/>
                      <a:pt x="1073" y="1991"/>
                      <a:pt x="1609" y="1417"/>
                    </a:cubicBezTo>
                    <a:cubicBezTo>
                      <a:pt x="1877" y="1111"/>
                      <a:pt x="2145" y="843"/>
                      <a:pt x="2413" y="575"/>
                    </a:cubicBezTo>
                    <a:cubicBezTo>
                      <a:pt x="2681" y="345"/>
                      <a:pt x="2987" y="39"/>
                      <a:pt x="3370" y="0"/>
                    </a:cubicBezTo>
                    <a:cubicBezTo>
                      <a:pt x="3944" y="0"/>
                      <a:pt x="3867" y="958"/>
                      <a:pt x="3293" y="766"/>
                    </a:cubicBezTo>
                    <a:cubicBezTo>
                      <a:pt x="2259" y="1570"/>
                      <a:pt x="1455" y="2642"/>
                      <a:pt x="690" y="3676"/>
                    </a:cubicBezTo>
                    <a:cubicBezTo>
                      <a:pt x="575" y="3829"/>
                      <a:pt x="345" y="3867"/>
                      <a:pt x="192" y="375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42"/>
              <p:cNvSpPr/>
              <p:nvPr/>
            </p:nvSpPr>
            <p:spPr>
              <a:xfrm>
                <a:off x="5607400" y="942800"/>
                <a:ext cx="1746725" cy="3794900"/>
              </a:xfrm>
              <a:custGeom>
                <a:avLst/>
                <a:gdLst/>
                <a:ahLst/>
                <a:cxnLst/>
                <a:rect l="l" t="t" r="r" b="b"/>
                <a:pathLst>
                  <a:path w="69869" h="151796" extrusionOk="0">
                    <a:moveTo>
                      <a:pt x="192" y="150188"/>
                    </a:moveTo>
                    <a:lnTo>
                      <a:pt x="192" y="150188"/>
                    </a:lnTo>
                    <a:lnTo>
                      <a:pt x="192" y="150188"/>
                    </a:lnTo>
                    <a:lnTo>
                      <a:pt x="192" y="150188"/>
                    </a:lnTo>
                    <a:lnTo>
                      <a:pt x="192" y="150188"/>
                    </a:lnTo>
                    <a:lnTo>
                      <a:pt x="192" y="150188"/>
                    </a:lnTo>
                    <a:lnTo>
                      <a:pt x="192" y="150188"/>
                    </a:lnTo>
                    <a:lnTo>
                      <a:pt x="192" y="150188"/>
                    </a:lnTo>
                    <a:lnTo>
                      <a:pt x="192" y="150188"/>
                    </a:lnTo>
                    <a:lnTo>
                      <a:pt x="192" y="150188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073"/>
                    </a:lnTo>
                    <a:lnTo>
                      <a:pt x="192" y="150073"/>
                    </a:lnTo>
                    <a:lnTo>
                      <a:pt x="192" y="150073"/>
                    </a:lnTo>
                    <a:lnTo>
                      <a:pt x="192" y="150073"/>
                    </a:lnTo>
                    <a:lnTo>
                      <a:pt x="192" y="150073"/>
                    </a:lnTo>
                    <a:lnTo>
                      <a:pt x="192" y="150073"/>
                    </a:lnTo>
                    <a:cubicBezTo>
                      <a:pt x="192" y="149461"/>
                      <a:pt x="192" y="148886"/>
                      <a:pt x="154" y="148274"/>
                    </a:cubicBezTo>
                    <a:cubicBezTo>
                      <a:pt x="1" y="143182"/>
                      <a:pt x="154" y="138052"/>
                      <a:pt x="307" y="132922"/>
                    </a:cubicBezTo>
                    <a:cubicBezTo>
                      <a:pt x="575" y="124806"/>
                      <a:pt x="537" y="116651"/>
                      <a:pt x="499" y="108535"/>
                    </a:cubicBezTo>
                    <a:cubicBezTo>
                      <a:pt x="460" y="102142"/>
                      <a:pt x="422" y="95710"/>
                      <a:pt x="307" y="89317"/>
                    </a:cubicBezTo>
                    <a:cubicBezTo>
                      <a:pt x="384" y="85642"/>
                      <a:pt x="384" y="82005"/>
                      <a:pt x="307" y="78368"/>
                    </a:cubicBezTo>
                    <a:cubicBezTo>
                      <a:pt x="345" y="67763"/>
                      <a:pt x="269" y="57159"/>
                      <a:pt x="231" y="46554"/>
                    </a:cubicBezTo>
                    <a:cubicBezTo>
                      <a:pt x="384" y="41194"/>
                      <a:pt x="154" y="35796"/>
                      <a:pt x="116" y="30437"/>
                    </a:cubicBezTo>
                    <a:cubicBezTo>
                      <a:pt x="77" y="23201"/>
                      <a:pt x="192" y="15927"/>
                      <a:pt x="192" y="8691"/>
                    </a:cubicBezTo>
                    <a:cubicBezTo>
                      <a:pt x="154" y="6165"/>
                      <a:pt x="384" y="3600"/>
                      <a:pt x="384" y="1111"/>
                    </a:cubicBezTo>
                    <a:lnTo>
                      <a:pt x="384" y="1073"/>
                    </a:lnTo>
                    <a:lnTo>
                      <a:pt x="384" y="1073"/>
                    </a:lnTo>
                    <a:lnTo>
                      <a:pt x="345" y="1073"/>
                    </a:lnTo>
                    <a:lnTo>
                      <a:pt x="345" y="1073"/>
                    </a:lnTo>
                    <a:lnTo>
                      <a:pt x="345" y="1073"/>
                    </a:lnTo>
                    <a:lnTo>
                      <a:pt x="345" y="1073"/>
                    </a:lnTo>
                    <a:cubicBezTo>
                      <a:pt x="345" y="1073"/>
                      <a:pt x="345" y="1073"/>
                      <a:pt x="345" y="1035"/>
                    </a:cubicBezTo>
                    <a:lnTo>
                      <a:pt x="345" y="1035"/>
                    </a:lnTo>
                    <a:cubicBezTo>
                      <a:pt x="345" y="1035"/>
                      <a:pt x="345" y="1035"/>
                      <a:pt x="345" y="1035"/>
                    </a:cubicBezTo>
                    <a:lnTo>
                      <a:pt x="345" y="1035"/>
                    </a:lnTo>
                    <a:lnTo>
                      <a:pt x="345" y="1035"/>
                    </a:lnTo>
                    <a:lnTo>
                      <a:pt x="345" y="1035"/>
                    </a:lnTo>
                    <a:lnTo>
                      <a:pt x="345" y="1035"/>
                    </a:lnTo>
                    <a:lnTo>
                      <a:pt x="345" y="1035"/>
                    </a:lnTo>
                    <a:lnTo>
                      <a:pt x="345" y="996"/>
                    </a:lnTo>
                    <a:lnTo>
                      <a:pt x="345" y="996"/>
                    </a:lnTo>
                    <a:lnTo>
                      <a:pt x="345" y="996"/>
                    </a:lnTo>
                    <a:lnTo>
                      <a:pt x="345" y="996"/>
                    </a:lnTo>
                    <a:lnTo>
                      <a:pt x="345" y="996"/>
                    </a:lnTo>
                    <a:lnTo>
                      <a:pt x="345" y="996"/>
                    </a:lnTo>
                    <a:lnTo>
                      <a:pt x="345" y="996"/>
                    </a:lnTo>
                    <a:lnTo>
                      <a:pt x="345" y="996"/>
                    </a:lnTo>
                    <a:lnTo>
                      <a:pt x="345" y="996"/>
                    </a:lnTo>
                    <a:lnTo>
                      <a:pt x="345" y="996"/>
                    </a:lnTo>
                    <a:lnTo>
                      <a:pt x="345" y="958"/>
                    </a:lnTo>
                    <a:lnTo>
                      <a:pt x="345" y="958"/>
                    </a:lnTo>
                    <a:lnTo>
                      <a:pt x="345" y="958"/>
                    </a:lnTo>
                    <a:lnTo>
                      <a:pt x="345" y="958"/>
                    </a:lnTo>
                    <a:lnTo>
                      <a:pt x="345" y="958"/>
                    </a:lnTo>
                    <a:lnTo>
                      <a:pt x="345" y="958"/>
                    </a:lnTo>
                    <a:lnTo>
                      <a:pt x="345" y="958"/>
                    </a:lnTo>
                    <a:lnTo>
                      <a:pt x="345" y="958"/>
                    </a:lnTo>
                    <a:lnTo>
                      <a:pt x="345" y="958"/>
                    </a:lnTo>
                    <a:lnTo>
                      <a:pt x="345" y="958"/>
                    </a:lnTo>
                    <a:lnTo>
                      <a:pt x="345" y="920"/>
                    </a:lnTo>
                    <a:lnTo>
                      <a:pt x="345" y="920"/>
                    </a:lnTo>
                    <a:lnTo>
                      <a:pt x="345" y="920"/>
                    </a:lnTo>
                    <a:lnTo>
                      <a:pt x="345" y="920"/>
                    </a:lnTo>
                    <a:lnTo>
                      <a:pt x="345" y="920"/>
                    </a:lnTo>
                    <a:lnTo>
                      <a:pt x="345" y="920"/>
                    </a:lnTo>
                    <a:lnTo>
                      <a:pt x="345" y="920"/>
                    </a:lnTo>
                    <a:lnTo>
                      <a:pt x="345" y="920"/>
                    </a:lnTo>
                    <a:lnTo>
                      <a:pt x="345" y="920"/>
                    </a:lnTo>
                    <a:lnTo>
                      <a:pt x="345" y="882"/>
                    </a:lnTo>
                    <a:lnTo>
                      <a:pt x="345" y="882"/>
                    </a:lnTo>
                    <a:lnTo>
                      <a:pt x="345" y="882"/>
                    </a:lnTo>
                    <a:lnTo>
                      <a:pt x="345" y="882"/>
                    </a:lnTo>
                    <a:lnTo>
                      <a:pt x="345" y="882"/>
                    </a:lnTo>
                    <a:lnTo>
                      <a:pt x="345" y="882"/>
                    </a:lnTo>
                    <a:lnTo>
                      <a:pt x="345" y="882"/>
                    </a:lnTo>
                    <a:lnTo>
                      <a:pt x="345" y="882"/>
                    </a:lnTo>
                    <a:lnTo>
                      <a:pt x="345" y="843"/>
                    </a:lnTo>
                    <a:lnTo>
                      <a:pt x="345" y="843"/>
                    </a:lnTo>
                    <a:lnTo>
                      <a:pt x="345" y="843"/>
                    </a:lnTo>
                    <a:lnTo>
                      <a:pt x="345" y="843"/>
                    </a:lnTo>
                    <a:lnTo>
                      <a:pt x="345" y="843"/>
                    </a:lnTo>
                    <a:lnTo>
                      <a:pt x="345" y="843"/>
                    </a:lnTo>
                    <a:lnTo>
                      <a:pt x="345" y="843"/>
                    </a:lnTo>
                    <a:lnTo>
                      <a:pt x="345" y="843"/>
                    </a:lnTo>
                    <a:cubicBezTo>
                      <a:pt x="345" y="843"/>
                      <a:pt x="345" y="805"/>
                      <a:pt x="345" y="805"/>
                    </a:cubicBezTo>
                    <a:lnTo>
                      <a:pt x="345" y="805"/>
                    </a:lnTo>
                    <a:lnTo>
                      <a:pt x="345" y="805"/>
                    </a:lnTo>
                    <a:lnTo>
                      <a:pt x="345" y="805"/>
                    </a:lnTo>
                    <a:lnTo>
                      <a:pt x="345" y="767"/>
                    </a:lnTo>
                    <a:lnTo>
                      <a:pt x="345" y="767"/>
                    </a:lnTo>
                    <a:lnTo>
                      <a:pt x="345" y="767"/>
                    </a:lnTo>
                    <a:lnTo>
                      <a:pt x="345" y="767"/>
                    </a:lnTo>
                    <a:cubicBezTo>
                      <a:pt x="345" y="767"/>
                      <a:pt x="384" y="767"/>
                      <a:pt x="384" y="728"/>
                    </a:cubicBezTo>
                    <a:lnTo>
                      <a:pt x="384" y="728"/>
                    </a:lnTo>
                    <a:lnTo>
                      <a:pt x="384" y="728"/>
                    </a:lnTo>
                    <a:lnTo>
                      <a:pt x="384" y="728"/>
                    </a:lnTo>
                    <a:lnTo>
                      <a:pt x="384" y="728"/>
                    </a:lnTo>
                    <a:lnTo>
                      <a:pt x="384" y="728"/>
                    </a:lnTo>
                    <a:lnTo>
                      <a:pt x="384" y="728"/>
                    </a:lnTo>
                    <a:lnTo>
                      <a:pt x="384" y="690"/>
                    </a:lnTo>
                    <a:lnTo>
                      <a:pt x="384" y="690"/>
                    </a:lnTo>
                    <a:lnTo>
                      <a:pt x="384" y="690"/>
                    </a:lnTo>
                    <a:lnTo>
                      <a:pt x="384" y="690"/>
                    </a:lnTo>
                    <a:lnTo>
                      <a:pt x="384" y="690"/>
                    </a:lnTo>
                    <a:lnTo>
                      <a:pt x="384" y="690"/>
                    </a:lnTo>
                    <a:lnTo>
                      <a:pt x="384" y="690"/>
                    </a:lnTo>
                    <a:lnTo>
                      <a:pt x="384" y="652"/>
                    </a:lnTo>
                    <a:lnTo>
                      <a:pt x="384" y="652"/>
                    </a:lnTo>
                    <a:cubicBezTo>
                      <a:pt x="384" y="652"/>
                      <a:pt x="422" y="652"/>
                      <a:pt x="422" y="652"/>
                    </a:cubicBezTo>
                    <a:lnTo>
                      <a:pt x="422" y="652"/>
                    </a:lnTo>
                    <a:lnTo>
                      <a:pt x="422" y="652"/>
                    </a:lnTo>
                    <a:lnTo>
                      <a:pt x="422" y="652"/>
                    </a:lnTo>
                    <a:cubicBezTo>
                      <a:pt x="422" y="652"/>
                      <a:pt x="460" y="614"/>
                      <a:pt x="460" y="614"/>
                    </a:cubicBezTo>
                    <a:lnTo>
                      <a:pt x="460" y="614"/>
                    </a:lnTo>
                    <a:lnTo>
                      <a:pt x="460" y="614"/>
                    </a:lnTo>
                    <a:lnTo>
                      <a:pt x="460" y="614"/>
                    </a:lnTo>
                    <a:cubicBezTo>
                      <a:pt x="460" y="614"/>
                      <a:pt x="499" y="575"/>
                      <a:pt x="499" y="575"/>
                    </a:cubicBezTo>
                    <a:lnTo>
                      <a:pt x="499" y="575"/>
                    </a:lnTo>
                    <a:lnTo>
                      <a:pt x="499" y="575"/>
                    </a:lnTo>
                    <a:lnTo>
                      <a:pt x="499" y="575"/>
                    </a:lnTo>
                    <a:lnTo>
                      <a:pt x="499" y="575"/>
                    </a:lnTo>
                    <a:lnTo>
                      <a:pt x="499" y="575"/>
                    </a:lnTo>
                    <a:lnTo>
                      <a:pt x="499" y="575"/>
                    </a:lnTo>
                    <a:cubicBezTo>
                      <a:pt x="499" y="384"/>
                      <a:pt x="652" y="231"/>
                      <a:pt x="843" y="192"/>
                    </a:cubicBezTo>
                    <a:cubicBezTo>
                      <a:pt x="2107" y="78"/>
                      <a:pt x="3408" y="1"/>
                      <a:pt x="4672" y="1"/>
                    </a:cubicBezTo>
                    <a:cubicBezTo>
                      <a:pt x="6433" y="1"/>
                      <a:pt x="8308" y="78"/>
                      <a:pt x="10070" y="78"/>
                    </a:cubicBezTo>
                    <a:cubicBezTo>
                      <a:pt x="13477" y="78"/>
                      <a:pt x="16884" y="116"/>
                      <a:pt x="20253" y="78"/>
                    </a:cubicBezTo>
                    <a:cubicBezTo>
                      <a:pt x="23852" y="39"/>
                      <a:pt x="27565" y="231"/>
                      <a:pt x="31164" y="231"/>
                    </a:cubicBezTo>
                    <a:cubicBezTo>
                      <a:pt x="36945" y="231"/>
                      <a:pt x="42764" y="78"/>
                      <a:pt x="48545" y="116"/>
                    </a:cubicBezTo>
                    <a:cubicBezTo>
                      <a:pt x="53943" y="116"/>
                      <a:pt x="59379" y="192"/>
                      <a:pt x="64739" y="269"/>
                    </a:cubicBezTo>
                    <a:cubicBezTo>
                      <a:pt x="66079" y="269"/>
                      <a:pt x="67419" y="231"/>
                      <a:pt x="68720" y="307"/>
                    </a:cubicBezTo>
                    <a:cubicBezTo>
                      <a:pt x="68835" y="307"/>
                      <a:pt x="68912" y="346"/>
                      <a:pt x="68988" y="422"/>
                    </a:cubicBezTo>
                    <a:lnTo>
                      <a:pt x="68988" y="422"/>
                    </a:lnTo>
                    <a:lnTo>
                      <a:pt x="68988" y="422"/>
                    </a:lnTo>
                    <a:lnTo>
                      <a:pt x="68988" y="422"/>
                    </a:lnTo>
                    <a:lnTo>
                      <a:pt x="68988" y="422"/>
                    </a:lnTo>
                    <a:lnTo>
                      <a:pt x="68988" y="422"/>
                    </a:lnTo>
                    <a:lnTo>
                      <a:pt x="68988" y="422"/>
                    </a:lnTo>
                    <a:lnTo>
                      <a:pt x="68988" y="422"/>
                    </a:lnTo>
                    <a:lnTo>
                      <a:pt x="68988" y="422"/>
                    </a:lnTo>
                    <a:lnTo>
                      <a:pt x="68988" y="422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9027" y="384"/>
                    </a:lnTo>
                    <a:lnTo>
                      <a:pt x="69027" y="384"/>
                    </a:lnTo>
                    <a:lnTo>
                      <a:pt x="69027" y="384"/>
                    </a:lnTo>
                    <a:lnTo>
                      <a:pt x="69027" y="384"/>
                    </a:lnTo>
                    <a:lnTo>
                      <a:pt x="69027" y="384"/>
                    </a:lnTo>
                    <a:cubicBezTo>
                      <a:pt x="69218" y="422"/>
                      <a:pt x="69371" y="614"/>
                      <a:pt x="69371" y="805"/>
                    </a:cubicBezTo>
                    <a:cubicBezTo>
                      <a:pt x="69371" y="1035"/>
                      <a:pt x="69371" y="1264"/>
                      <a:pt x="69409" y="1494"/>
                    </a:cubicBezTo>
                    <a:cubicBezTo>
                      <a:pt x="69448" y="2566"/>
                      <a:pt x="69448" y="3600"/>
                      <a:pt x="69524" y="4672"/>
                    </a:cubicBezTo>
                    <a:cubicBezTo>
                      <a:pt x="69869" y="12099"/>
                      <a:pt x="69754" y="19564"/>
                      <a:pt x="69639" y="26991"/>
                    </a:cubicBezTo>
                    <a:cubicBezTo>
                      <a:pt x="69639" y="33997"/>
                      <a:pt x="69295" y="41003"/>
                      <a:pt x="69180" y="48009"/>
                    </a:cubicBezTo>
                    <a:cubicBezTo>
                      <a:pt x="69103" y="50574"/>
                      <a:pt x="69180" y="53139"/>
                      <a:pt x="69218" y="55704"/>
                    </a:cubicBezTo>
                    <a:cubicBezTo>
                      <a:pt x="69333" y="59762"/>
                      <a:pt x="69256" y="63782"/>
                      <a:pt x="69295" y="67801"/>
                    </a:cubicBezTo>
                    <a:cubicBezTo>
                      <a:pt x="69486" y="77870"/>
                      <a:pt x="69486" y="87939"/>
                      <a:pt x="69409" y="98007"/>
                    </a:cubicBezTo>
                    <a:cubicBezTo>
                      <a:pt x="69409" y="104707"/>
                      <a:pt x="69486" y="111445"/>
                      <a:pt x="69524" y="118183"/>
                    </a:cubicBezTo>
                    <a:cubicBezTo>
                      <a:pt x="69601" y="128060"/>
                      <a:pt x="69333" y="137975"/>
                      <a:pt x="69409" y="147853"/>
                    </a:cubicBezTo>
                    <a:cubicBezTo>
                      <a:pt x="69448" y="148695"/>
                      <a:pt x="69448" y="149537"/>
                      <a:pt x="69448" y="150341"/>
                    </a:cubicBezTo>
                    <a:lnTo>
                      <a:pt x="69448" y="150992"/>
                    </a:lnTo>
                    <a:cubicBezTo>
                      <a:pt x="69448" y="151183"/>
                      <a:pt x="69256" y="151336"/>
                      <a:pt x="69065" y="151298"/>
                    </a:cubicBez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cubicBezTo>
                      <a:pt x="67189" y="151298"/>
                      <a:pt x="65466" y="151260"/>
                      <a:pt x="63667" y="151298"/>
                    </a:cubicBezTo>
                    <a:cubicBezTo>
                      <a:pt x="50918" y="151490"/>
                      <a:pt x="38208" y="151796"/>
                      <a:pt x="25498" y="151758"/>
                    </a:cubicBezTo>
                    <a:cubicBezTo>
                      <a:pt x="19258" y="151681"/>
                      <a:pt x="12979" y="151681"/>
                      <a:pt x="6701" y="151451"/>
                    </a:cubicBezTo>
                    <a:cubicBezTo>
                      <a:pt x="5361" y="151413"/>
                      <a:pt x="4059" y="151451"/>
                      <a:pt x="2719" y="151490"/>
                    </a:cubicBezTo>
                    <a:cubicBezTo>
                      <a:pt x="2068" y="151490"/>
                      <a:pt x="1456" y="151528"/>
                      <a:pt x="843" y="151375"/>
                    </a:cubicBezTo>
                    <a:cubicBezTo>
                      <a:pt x="575" y="151336"/>
                      <a:pt x="269" y="151222"/>
                      <a:pt x="192" y="150954"/>
                    </a:cubicBezTo>
                    <a:lnTo>
                      <a:pt x="192" y="150954"/>
                    </a:lnTo>
                    <a:lnTo>
                      <a:pt x="154" y="150954"/>
                    </a:lnTo>
                    <a:lnTo>
                      <a:pt x="154" y="150954"/>
                    </a:lnTo>
                    <a:lnTo>
                      <a:pt x="154" y="150954"/>
                    </a:lnTo>
                    <a:lnTo>
                      <a:pt x="154" y="150915"/>
                    </a:lnTo>
                    <a:lnTo>
                      <a:pt x="154" y="150915"/>
                    </a:lnTo>
                    <a:lnTo>
                      <a:pt x="154" y="150915"/>
                    </a:lnTo>
                    <a:lnTo>
                      <a:pt x="154" y="150915"/>
                    </a:lnTo>
                    <a:lnTo>
                      <a:pt x="154" y="150915"/>
                    </a:lnTo>
                    <a:lnTo>
                      <a:pt x="154" y="150915"/>
                    </a:lnTo>
                    <a:lnTo>
                      <a:pt x="154" y="150915"/>
                    </a:lnTo>
                    <a:lnTo>
                      <a:pt x="154" y="150877"/>
                    </a:lnTo>
                    <a:lnTo>
                      <a:pt x="154" y="150877"/>
                    </a:lnTo>
                    <a:lnTo>
                      <a:pt x="154" y="150877"/>
                    </a:lnTo>
                    <a:lnTo>
                      <a:pt x="154" y="150877"/>
                    </a:lnTo>
                    <a:lnTo>
                      <a:pt x="154" y="150877"/>
                    </a:lnTo>
                    <a:lnTo>
                      <a:pt x="154" y="150877"/>
                    </a:lnTo>
                    <a:lnTo>
                      <a:pt x="154" y="150877"/>
                    </a:lnTo>
                    <a:lnTo>
                      <a:pt x="154" y="150877"/>
                    </a:lnTo>
                    <a:lnTo>
                      <a:pt x="154" y="150839"/>
                    </a:lnTo>
                    <a:lnTo>
                      <a:pt x="154" y="150839"/>
                    </a:lnTo>
                    <a:lnTo>
                      <a:pt x="154" y="150839"/>
                    </a:lnTo>
                    <a:lnTo>
                      <a:pt x="154" y="150839"/>
                    </a:lnTo>
                    <a:lnTo>
                      <a:pt x="154" y="150800"/>
                    </a:lnTo>
                    <a:lnTo>
                      <a:pt x="154" y="150800"/>
                    </a:lnTo>
                    <a:lnTo>
                      <a:pt x="154" y="150800"/>
                    </a:lnTo>
                    <a:lnTo>
                      <a:pt x="154" y="150800"/>
                    </a:lnTo>
                    <a:lnTo>
                      <a:pt x="154" y="150800"/>
                    </a:lnTo>
                    <a:lnTo>
                      <a:pt x="154" y="150800"/>
                    </a:lnTo>
                    <a:lnTo>
                      <a:pt x="154" y="150800"/>
                    </a:lnTo>
                    <a:lnTo>
                      <a:pt x="154" y="150800"/>
                    </a:lnTo>
                    <a:lnTo>
                      <a:pt x="154" y="150762"/>
                    </a:lnTo>
                    <a:lnTo>
                      <a:pt x="154" y="150762"/>
                    </a:lnTo>
                    <a:lnTo>
                      <a:pt x="154" y="150762"/>
                    </a:lnTo>
                    <a:lnTo>
                      <a:pt x="154" y="150762"/>
                    </a:lnTo>
                    <a:lnTo>
                      <a:pt x="154" y="150762"/>
                    </a:lnTo>
                    <a:lnTo>
                      <a:pt x="154" y="150762"/>
                    </a:lnTo>
                    <a:lnTo>
                      <a:pt x="154" y="150724"/>
                    </a:lnTo>
                    <a:lnTo>
                      <a:pt x="154" y="150724"/>
                    </a:lnTo>
                    <a:lnTo>
                      <a:pt x="154" y="150724"/>
                    </a:lnTo>
                    <a:lnTo>
                      <a:pt x="154" y="150724"/>
                    </a:lnTo>
                    <a:lnTo>
                      <a:pt x="154" y="150724"/>
                    </a:lnTo>
                    <a:lnTo>
                      <a:pt x="154" y="150724"/>
                    </a:lnTo>
                    <a:lnTo>
                      <a:pt x="154" y="150686"/>
                    </a:lnTo>
                    <a:lnTo>
                      <a:pt x="154" y="150686"/>
                    </a:lnTo>
                    <a:lnTo>
                      <a:pt x="154" y="150686"/>
                    </a:lnTo>
                    <a:lnTo>
                      <a:pt x="154" y="150686"/>
                    </a:lnTo>
                    <a:lnTo>
                      <a:pt x="154" y="150686"/>
                    </a:lnTo>
                    <a:lnTo>
                      <a:pt x="154" y="150647"/>
                    </a:lnTo>
                    <a:lnTo>
                      <a:pt x="154" y="150647"/>
                    </a:lnTo>
                    <a:lnTo>
                      <a:pt x="154" y="150647"/>
                    </a:lnTo>
                    <a:lnTo>
                      <a:pt x="154" y="150647"/>
                    </a:lnTo>
                    <a:lnTo>
                      <a:pt x="154" y="150647"/>
                    </a:lnTo>
                    <a:lnTo>
                      <a:pt x="154" y="150647"/>
                    </a:lnTo>
                    <a:lnTo>
                      <a:pt x="154" y="150647"/>
                    </a:lnTo>
                    <a:lnTo>
                      <a:pt x="154" y="150609"/>
                    </a:lnTo>
                    <a:lnTo>
                      <a:pt x="154" y="150609"/>
                    </a:lnTo>
                    <a:lnTo>
                      <a:pt x="154" y="150609"/>
                    </a:lnTo>
                    <a:lnTo>
                      <a:pt x="154" y="150609"/>
                    </a:lnTo>
                    <a:lnTo>
                      <a:pt x="154" y="150609"/>
                    </a:lnTo>
                    <a:lnTo>
                      <a:pt x="154" y="150609"/>
                    </a:lnTo>
                    <a:lnTo>
                      <a:pt x="154" y="150571"/>
                    </a:lnTo>
                    <a:lnTo>
                      <a:pt x="154" y="150571"/>
                    </a:lnTo>
                    <a:lnTo>
                      <a:pt x="154" y="150571"/>
                    </a:lnTo>
                    <a:lnTo>
                      <a:pt x="154" y="150532"/>
                    </a:lnTo>
                    <a:lnTo>
                      <a:pt x="154" y="150532"/>
                    </a:lnTo>
                    <a:lnTo>
                      <a:pt x="154" y="150532"/>
                    </a:lnTo>
                    <a:lnTo>
                      <a:pt x="154" y="150532"/>
                    </a:lnTo>
                    <a:lnTo>
                      <a:pt x="154" y="150532"/>
                    </a:lnTo>
                    <a:lnTo>
                      <a:pt x="154" y="150532"/>
                    </a:lnTo>
                    <a:lnTo>
                      <a:pt x="154" y="150532"/>
                    </a:lnTo>
                    <a:lnTo>
                      <a:pt x="154" y="150494"/>
                    </a:lnTo>
                    <a:lnTo>
                      <a:pt x="154" y="150494"/>
                    </a:lnTo>
                    <a:lnTo>
                      <a:pt x="154" y="150494"/>
                    </a:lnTo>
                    <a:lnTo>
                      <a:pt x="154" y="150494"/>
                    </a:lnTo>
                    <a:lnTo>
                      <a:pt x="154" y="150494"/>
                    </a:lnTo>
                    <a:lnTo>
                      <a:pt x="154" y="150456"/>
                    </a:lnTo>
                    <a:lnTo>
                      <a:pt x="154" y="150456"/>
                    </a:lnTo>
                    <a:lnTo>
                      <a:pt x="154" y="150456"/>
                    </a:lnTo>
                    <a:lnTo>
                      <a:pt x="154" y="150456"/>
                    </a:lnTo>
                    <a:lnTo>
                      <a:pt x="154" y="150456"/>
                    </a:lnTo>
                    <a:cubicBezTo>
                      <a:pt x="154" y="150456"/>
                      <a:pt x="154" y="150418"/>
                      <a:pt x="192" y="150418"/>
                    </a:cubicBezTo>
                    <a:lnTo>
                      <a:pt x="192" y="150418"/>
                    </a:lnTo>
                    <a:lnTo>
                      <a:pt x="192" y="150418"/>
                    </a:lnTo>
                    <a:lnTo>
                      <a:pt x="192" y="150418"/>
                    </a:lnTo>
                    <a:cubicBezTo>
                      <a:pt x="192" y="150418"/>
                      <a:pt x="192" y="150379"/>
                      <a:pt x="192" y="150379"/>
                    </a:cubicBezTo>
                    <a:lnTo>
                      <a:pt x="192" y="150379"/>
                    </a:lnTo>
                    <a:lnTo>
                      <a:pt x="192" y="150379"/>
                    </a:lnTo>
                    <a:lnTo>
                      <a:pt x="192" y="150379"/>
                    </a:lnTo>
                    <a:lnTo>
                      <a:pt x="192" y="150379"/>
                    </a:lnTo>
                    <a:lnTo>
                      <a:pt x="192" y="150341"/>
                    </a:lnTo>
                    <a:lnTo>
                      <a:pt x="192" y="150341"/>
                    </a:lnTo>
                    <a:lnTo>
                      <a:pt x="192" y="150341"/>
                    </a:lnTo>
                    <a:close/>
                    <a:moveTo>
                      <a:pt x="1035" y="958"/>
                    </a:moveTo>
                    <a:lnTo>
                      <a:pt x="1035" y="996"/>
                    </a:lnTo>
                    <a:lnTo>
                      <a:pt x="1035" y="996"/>
                    </a:lnTo>
                    <a:lnTo>
                      <a:pt x="1035" y="996"/>
                    </a:lnTo>
                    <a:lnTo>
                      <a:pt x="1035" y="1035"/>
                    </a:lnTo>
                    <a:cubicBezTo>
                      <a:pt x="1035" y="1035"/>
                      <a:pt x="1035" y="1073"/>
                      <a:pt x="1035" y="1073"/>
                    </a:cubicBezTo>
                    <a:lnTo>
                      <a:pt x="1035" y="1073"/>
                    </a:lnTo>
                    <a:cubicBezTo>
                      <a:pt x="1035" y="1111"/>
                      <a:pt x="1035" y="1149"/>
                      <a:pt x="1073" y="1188"/>
                    </a:cubicBezTo>
                    <a:lnTo>
                      <a:pt x="1073" y="1188"/>
                    </a:lnTo>
                    <a:lnTo>
                      <a:pt x="1073" y="1303"/>
                    </a:lnTo>
                    <a:lnTo>
                      <a:pt x="1073" y="1341"/>
                    </a:lnTo>
                    <a:lnTo>
                      <a:pt x="1073" y="1379"/>
                    </a:lnTo>
                    <a:lnTo>
                      <a:pt x="1073" y="1417"/>
                    </a:lnTo>
                    <a:lnTo>
                      <a:pt x="1073" y="1417"/>
                    </a:lnTo>
                    <a:lnTo>
                      <a:pt x="1073" y="1456"/>
                    </a:lnTo>
                    <a:lnTo>
                      <a:pt x="1073" y="1456"/>
                    </a:lnTo>
                    <a:lnTo>
                      <a:pt x="1073" y="1456"/>
                    </a:lnTo>
                    <a:lnTo>
                      <a:pt x="1073" y="1494"/>
                    </a:lnTo>
                    <a:lnTo>
                      <a:pt x="1073" y="1494"/>
                    </a:lnTo>
                    <a:lnTo>
                      <a:pt x="1073" y="1494"/>
                    </a:lnTo>
                    <a:lnTo>
                      <a:pt x="1073" y="1532"/>
                    </a:lnTo>
                    <a:lnTo>
                      <a:pt x="1073" y="1571"/>
                    </a:lnTo>
                    <a:lnTo>
                      <a:pt x="1073" y="1571"/>
                    </a:lnTo>
                    <a:lnTo>
                      <a:pt x="1073" y="1571"/>
                    </a:lnTo>
                    <a:lnTo>
                      <a:pt x="1073" y="1609"/>
                    </a:lnTo>
                    <a:lnTo>
                      <a:pt x="1073" y="1609"/>
                    </a:lnTo>
                    <a:lnTo>
                      <a:pt x="1073" y="1609"/>
                    </a:lnTo>
                    <a:lnTo>
                      <a:pt x="1073" y="1647"/>
                    </a:lnTo>
                    <a:lnTo>
                      <a:pt x="1073" y="1647"/>
                    </a:lnTo>
                    <a:lnTo>
                      <a:pt x="1073" y="1647"/>
                    </a:lnTo>
                    <a:lnTo>
                      <a:pt x="1073" y="1685"/>
                    </a:lnTo>
                    <a:lnTo>
                      <a:pt x="1073" y="1685"/>
                    </a:lnTo>
                    <a:lnTo>
                      <a:pt x="1073" y="1685"/>
                    </a:lnTo>
                    <a:lnTo>
                      <a:pt x="1073" y="1685"/>
                    </a:lnTo>
                    <a:lnTo>
                      <a:pt x="1073" y="1685"/>
                    </a:lnTo>
                    <a:lnTo>
                      <a:pt x="1073" y="1724"/>
                    </a:lnTo>
                    <a:lnTo>
                      <a:pt x="1073" y="1724"/>
                    </a:lnTo>
                    <a:lnTo>
                      <a:pt x="1073" y="1724"/>
                    </a:lnTo>
                    <a:lnTo>
                      <a:pt x="1073" y="1762"/>
                    </a:lnTo>
                    <a:lnTo>
                      <a:pt x="1073" y="1762"/>
                    </a:lnTo>
                    <a:lnTo>
                      <a:pt x="1073" y="1762"/>
                    </a:lnTo>
                    <a:lnTo>
                      <a:pt x="1073" y="1762"/>
                    </a:lnTo>
                    <a:lnTo>
                      <a:pt x="1073" y="1800"/>
                    </a:lnTo>
                    <a:lnTo>
                      <a:pt x="1073" y="1800"/>
                    </a:lnTo>
                    <a:lnTo>
                      <a:pt x="1073" y="1800"/>
                    </a:lnTo>
                    <a:lnTo>
                      <a:pt x="1073" y="1839"/>
                    </a:lnTo>
                    <a:lnTo>
                      <a:pt x="1073" y="1839"/>
                    </a:lnTo>
                    <a:lnTo>
                      <a:pt x="1073" y="1839"/>
                    </a:lnTo>
                    <a:lnTo>
                      <a:pt x="1073" y="1839"/>
                    </a:lnTo>
                    <a:lnTo>
                      <a:pt x="1073" y="1839"/>
                    </a:lnTo>
                    <a:lnTo>
                      <a:pt x="1073" y="1877"/>
                    </a:lnTo>
                    <a:lnTo>
                      <a:pt x="1073" y="1877"/>
                    </a:lnTo>
                    <a:lnTo>
                      <a:pt x="1073" y="1877"/>
                    </a:lnTo>
                    <a:lnTo>
                      <a:pt x="1073" y="1877"/>
                    </a:lnTo>
                    <a:lnTo>
                      <a:pt x="1073" y="1877"/>
                    </a:lnTo>
                    <a:lnTo>
                      <a:pt x="1073" y="1915"/>
                    </a:lnTo>
                    <a:lnTo>
                      <a:pt x="1073" y="1915"/>
                    </a:lnTo>
                    <a:lnTo>
                      <a:pt x="1073" y="1953"/>
                    </a:lnTo>
                    <a:lnTo>
                      <a:pt x="1073" y="1953"/>
                    </a:lnTo>
                    <a:lnTo>
                      <a:pt x="1073" y="1953"/>
                    </a:lnTo>
                    <a:lnTo>
                      <a:pt x="1073" y="1953"/>
                    </a:lnTo>
                    <a:lnTo>
                      <a:pt x="1073" y="1953"/>
                    </a:lnTo>
                    <a:lnTo>
                      <a:pt x="1073" y="1992"/>
                    </a:lnTo>
                    <a:cubicBezTo>
                      <a:pt x="958" y="4672"/>
                      <a:pt x="843" y="7390"/>
                      <a:pt x="881" y="10108"/>
                    </a:cubicBezTo>
                    <a:cubicBezTo>
                      <a:pt x="881" y="14549"/>
                      <a:pt x="767" y="18990"/>
                      <a:pt x="805" y="23431"/>
                    </a:cubicBezTo>
                    <a:cubicBezTo>
                      <a:pt x="767" y="29479"/>
                      <a:pt x="881" y="35528"/>
                      <a:pt x="958" y="41539"/>
                    </a:cubicBezTo>
                    <a:cubicBezTo>
                      <a:pt x="996" y="44601"/>
                      <a:pt x="843" y="47664"/>
                      <a:pt x="920" y="50727"/>
                    </a:cubicBezTo>
                    <a:cubicBezTo>
                      <a:pt x="996" y="56508"/>
                      <a:pt x="920" y="62250"/>
                      <a:pt x="996" y="67993"/>
                    </a:cubicBezTo>
                    <a:cubicBezTo>
                      <a:pt x="996" y="72472"/>
                      <a:pt x="920" y="76989"/>
                      <a:pt x="1035" y="81469"/>
                    </a:cubicBezTo>
                    <a:cubicBezTo>
                      <a:pt x="1073" y="86101"/>
                      <a:pt x="920" y="90772"/>
                      <a:pt x="1111" y="95404"/>
                    </a:cubicBezTo>
                    <a:cubicBezTo>
                      <a:pt x="1111" y="102754"/>
                      <a:pt x="1226" y="110105"/>
                      <a:pt x="1226" y="117417"/>
                    </a:cubicBezTo>
                    <a:cubicBezTo>
                      <a:pt x="1149" y="120212"/>
                      <a:pt x="1188" y="123006"/>
                      <a:pt x="1149" y="125801"/>
                    </a:cubicBezTo>
                    <a:cubicBezTo>
                      <a:pt x="1111" y="130012"/>
                      <a:pt x="920" y="134224"/>
                      <a:pt x="843" y="138473"/>
                    </a:cubicBezTo>
                    <a:cubicBezTo>
                      <a:pt x="767" y="141651"/>
                      <a:pt x="767" y="144828"/>
                      <a:pt x="843" y="148006"/>
                    </a:cubicBezTo>
                    <a:cubicBezTo>
                      <a:pt x="843" y="148657"/>
                      <a:pt x="881" y="149346"/>
                      <a:pt x="881" y="150035"/>
                    </a:cubicBez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111"/>
                    </a:lnTo>
                    <a:lnTo>
                      <a:pt x="881" y="150111"/>
                    </a:lnTo>
                    <a:lnTo>
                      <a:pt x="881" y="150111"/>
                    </a:lnTo>
                    <a:lnTo>
                      <a:pt x="881" y="150111"/>
                    </a:lnTo>
                    <a:lnTo>
                      <a:pt x="881" y="150111"/>
                    </a:lnTo>
                    <a:lnTo>
                      <a:pt x="881" y="150111"/>
                    </a:lnTo>
                    <a:lnTo>
                      <a:pt x="881" y="150111"/>
                    </a:lnTo>
                    <a:lnTo>
                      <a:pt x="881" y="150111"/>
                    </a:lnTo>
                    <a:lnTo>
                      <a:pt x="881" y="150111"/>
                    </a:lnTo>
                    <a:lnTo>
                      <a:pt x="881" y="150111"/>
                    </a:lnTo>
                    <a:lnTo>
                      <a:pt x="881" y="150111"/>
                    </a:lnTo>
                    <a:lnTo>
                      <a:pt x="881" y="150111"/>
                    </a:lnTo>
                    <a:lnTo>
                      <a:pt x="881" y="150150"/>
                    </a:lnTo>
                    <a:lnTo>
                      <a:pt x="881" y="150150"/>
                    </a:lnTo>
                    <a:lnTo>
                      <a:pt x="881" y="150150"/>
                    </a:lnTo>
                    <a:lnTo>
                      <a:pt x="881" y="150150"/>
                    </a:lnTo>
                    <a:lnTo>
                      <a:pt x="881" y="150150"/>
                    </a:lnTo>
                    <a:lnTo>
                      <a:pt x="881" y="150150"/>
                    </a:lnTo>
                    <a:lnTo>
                      <a:pt x="881" y="150150"/>
                    </a:lnTo>
                    <a:lnTo>
                      <a:pt x="881" y="150150"/>
                    </a:lnTo>
                    <a:lnTo>
                      <a:pt x="881" y="150150"/>
                    </a:lnTo>
                    <a:lnTo>
                      <a:pt x="881" y="150150"/>
                    </a:lnTo>
                    <a:lnTo>
                      <a:pt x="881" y="150150"/>
                    </a:lnTo>
                    <a:lnTo>
                      <a:pt x="881" y="150188"/>
                    </a:lnTo>
                    <a:lnTo>
                      <a:pt x="881" y="150188"/>
                    </a:lnTo>
                    <a:lnTo>
                      <a:pt x="881" y="150188"/>
                    </a:lnTo>
                    <a:lnTo>
                      <a:pt x="881" y="150188"/>
                    </a:lnTo>
                    <a:lnTo>
                      <a:pt x="881" y="150188"/>
                    </a:lnTo>
                    <a:lnTo>
                      <a:pt x="881" y="150188"/>
                    </a:lnTo>
                    <a:lnTo>
                      <a:pt x="881" y="150188"/>
                    </a:lnTo>
                    <a:lnTo>
                      <a:pt x="881" y="150188"/>
                    </a:lnTo>
                    <a:lnTo>
                      <a:pt x="881" y="150188"/>
                    </a:lnTo>
                    <a:lnTo>
                      <a:pt x="881" y="150226"/>
                    </a:lnTo>
                    <a:lnTo>
                      <a:pt x="881" y="150226"/>
                    </a:lnTo>
                    <a:lnTo>
                      <a:pt x="881" y="150226"/>
                    </a:lnTo>
                    <a:lnTo>
                      <a:pt x="881" y="150226"/>
                    </a:lnTo>
                    <a:lnTo>
                      <a:pt x="881" y="150226"/>
                    </a:lnTo>
                    <a:lnTo>
                      <a:pt x="881" y="150226"/>
                    </a:lnTo>
                    <a:lnTo>
                      <a:pt x="881" y="150226"/>
                    </a:lnTo>
                    <a:lnTo>
                      <a:pt x="881" y="150226"/>
                    </a:lnTo>
                    <a:lnTo>
                      <a:pt x="881" y="150264"/>
                    </a:lnTo>
                    <a:lnTo>
                      <a:pt x="881" y="150264"/>
                    </a:lnTo>
                    <a:lnTo>
                      <a:pt x="881" y="150264"/>
                    </a:lnTo>
                    <a:lnTo>
                      <a:pt x="881" y="150264"/>
                    </a:lnTo>
                    <a:lnTo>
                      <a:pt x="881" y="150264"/>
                    </a:lnTo>
                    <a:lnTo>
                      <a:pt x="881" y="150264"/>
                    </a:lnTo>
                    <a:lnTo>
                      <a:pt x="881" y="150264"/>
                    </a:lnTo>
                    <a:lnTo>
                      <a:pt x="881" y="150303"/>
                    </a:lnTo>
                    <a:lnTo>
                      <a:pt x="881" y="150303"/>
                    </a:lnTo>
                    <a:cubicBezTo>
                      <a:pt x="881" y="150303"/>
                      <a:pt x="881" y="150303"/>
                      <a:pt x="881" y="150303"/>
                    </a:cubicBezTo>
                    <a:lnTo>
                      <a:pt x="881" y="150303"/>
                    </a:lnTo>
                    <a:lnTo>
                      <a:pt x="881" y="150341"/>
                    </a:lnTo>
                    <a:lnTo>
                      <a:pt x="881" y="150341"/>
                    </a:lnTo>
                    <a:lnTo>
                      <a:pt x="881" y="150341"/>
                    </a:lnTo>
                    <a:lnTo>
                      <a:pt x="881" y="150341"/>
                    </a:lnTo>
                    <a:lnTo>
                      <a:pt x="881" y="150341"/>
                    </a:lnTo>
                    <a:lnTo>
                      <a:pt x="881" y="150341"/>
                    </a:lnTo>
                    <a:lnTo>
                      <a:pt x="881" y="150341"/>
                    </a:lnTo>
                    <a:lnTo>
                      <a:pt x="881" y="150341"/>
                    </a:lnTo>
                    <a:lnTo>
                      <a:pt x="881" y="150341"/>
                    </a:lnTo>
                    <a:lnTo>
                      <a:pt x="881" y="150379"/>
                    </a:lnTo>
                    <a:lnTo>
                      <a:pt x="881" y="150379"/>
                    </a:lnTo>
                    <a:lnTo>
                      <a:pt x="881" y="150379"/>
                    </a:lnTo>
                    <a:lnTo>
                      <a:pt x="881" y="150379"/>
                    </a:lnTo>
                    <a:lnTo>
                      <a:pt x="881" y="150379"/>
                    </a:lnTo>
                    <a:lnTo>
                      <a:pt x="881" y="150379"/>
                    </a:lnTo>
                    <a:lnTo>
                      <a:pt x="881" y="150379"/>
                    </a:lnTo>
                    <a:lnTo>
                      <a:pt x="843" y="150379"/>
                    </a:lnTo>
                    <a:lnTo>
                      <a:pt x="843" y="150379"/>
                    </a:lnTo>
                    <a:cubicBezTo>
                      <a:pt x="843" y="150379"/>
                      <a:pt x="843" y="150418"/>
                      <a:pt x="843" y="150418"/>
                    </a:cubicBezTo>
                    <a:lnTo>
                      <a:pt x="843" y="150418"/>
                    </a:lnTo>
                    <a:cubicBezTo>
                      <a:pt x="1877" y="150609"/>
                      <a:pt x="2910" y="150494"/>
                      <a:pt x="3944" y="150494"/>
                    </a:cubicBezTo>
                    <a:cubicBezTo>
                      <a:pt x="4595" y="150456"/>
                      <a:pt x="5284" y="150456"/>
                      <a:pt x="5935" y="150456"/>
                    </a:cubicBezTo>
                    <a:cubicBezTo>
                      <a:pt x="8730" y="150494"/>
                      <a:pt x="11563" y="150609"/>
                      <a:pt x="14357" y="150686"/>
                    </a:cubicBezTo>
                    <a:cubicBezTo>
                      <a:pt x="18530" y="150724"/>
                      <a:pt x="22741" y="150762"/>
                      <a:pt x="26953" y="150800"/>
                    </a:cubicBezTo>
                    <a:cubicBezTo>
                      <a:pt x="34035" y="150762"/>
                      <a:pt x="41156" y="150724"/>
                      <a:pt x="48277" y="150609"/>
                    </a:cubicBezTo>
                    <a:cubicBezTo>
                      <a:pt x="54670" y="150456"/>
                      <a:pt x="61064" y="150341"/>
                      <a:pt x="67457" y="150341"/>
                    </a:cubicBezTo>
                    <a:lnTo>
                      <a:pt x="67457" y="150341"/>
                    </a:lnTo>
                    <a:lnTo>
                      <a:pt x="67457" y="150341"/>
                    </a:lnTo>
                    <a:lnTo>
                      <a:pt x="67495" y="150341"/>
                    </a:lnTo>
                    <a:lnTo>
                      <a:pt x="67495" y="150341"/>
                    </a:lnTo>
                    <a:lnTo>
                      <a:pt x="67495" y="150341"/>
                    </a:lnTo>
                    <a:lnTo>
                      <a:pt x="67495" y="150341"/>
                    </a:lnTo>
                    <a:lnTo>
                      <a:pt x="67533" y="150341"/>
                    </a:lnTo>
                    <a:lnTo>
                      <a:pt x="67533" y="150341"/>
                    </a:lnTo>
                    <a:lnTo>
                      <a:pt x="67533" y="150341"/>
                    </a:lnTo>
                    <a:lnTo>
                      <a:pt x="67533" y="150341"/>
                    </a:lnTo>
                    <a:lnTo>
                      <a:pt x="67572" y="150341"/>
                    </a:lnTo>
                    <a:lnTo>
                      <a:pt x="67572" y="150341"/>
                    </a:lnTo>
                    <a:lnTo>
                      <a:pt x="67572" y="150341"/>
                    </a:lnTo>
                    <a:lnTo>
                      <a:pt x="67610" y="150341"/>
                    </a:lnTo>
                    <a:lnTo>
                      <a:pt x="67610" y="150341"/>
                    </a:lnTo>
                    <a:lnTo>
                      <a:pt x="67610" y="150341"/>
                    </a:lnTo>
                    <a:lnTo>
                      <a:pt x="67648" y="150341"/>
                    </a:lnTo>
                    <a:lnTo>
                      <a:pt x="67648" y="150341"/>
                    </a:lnTo>
                    <a:lnTo>
                      <a:pt x="67648" y="150341"/>
                    </a:lnTo>
                    <a:lnTo>
                      <a:pt x="67687" y="150341"/>
                    </a:lnTo>
                    <a:lnTo>
                      <a:pt x="67687" y="150341"/>
                    </a:lnTo>
                    <a:lnTo>
                      <a:pt x="67687" y="150341"/>
                    </a:lnTo>
                    <a:lnTo>
                      <a:pt x="67687" y="150341"/>
                    </a:lnTo>
                    <a:lnTo>
                      <a:pt x="67725" y="150341"/>
                    </a:lnTo>
                    <a:lnTo>
                      <a:pt x="67725" y="150341"/>
                    </a:lnTo>
                    <a:lnTo>
                      <a:pt x="67725" y="150341"/>
                    </a:lnTo>
                    <a:lnTo>
                      <a:pt x="67763" y="150341"/>
                    </a:lnTo>
                    <a:lnTo>
                      <a:pt x="67763" y="150341"/>
                    </a:lnTo>
                    <a:lnTo>
                      <a:pt x="67763" y="150341"/>
                    </a:lnTo>
                    <a:lnTo>
                      <a:pt x="67801" y="150341"/>
                    </a:lnTo>
                    <a:lnTo>
                      <a:pt x="67801" y="150341"/>
                    </a:lnTo>
                    <a:lnTo>
                      <a:pt x="67801" y="150341"/>
                    </a:lnTo>
                    <a:lnTo>
                      <a:pt x="67801" y="150341"/>
                    </a:lnTo>
                    <a:lnTo>
                      <a:pt x="67840" y="150341"/>
                    </a:lnTo>
                    <a:lnTo>
                      <a:pt x="67840" y="150341"/>
                    </a:lnTo>
                    <a:lnTo>
                      <a:pt x="67840" y="150341"/>
                    </a:lnTo>
                    <a:lnTo>
                      <a:pt x="67840" y="150341"/>
                    </a:lnTo>
                    <a:lnTo>
                      <a:pt x="67878" y="150341"/>
                    </a:lnTo>
                    <a:lnTo>
                      <a:pt x="67878" y="150341"/>
                    </a:lnTo>
                    <a:lnTo>
                      <a:pt x="67878" y="150341"/>
                    </a:lnTo>
                    <a:lnTo>
                      <a:pt x="67916" y="150341"/>
                    </a:lnTo>
                    <a:lnTo>
                      <a:pt x="67916" y="150341"/>
                    </a:lnTo>
                    <a:lnTo>
                      <a:pt x="67955" y="150341"/>
                    </a:lnTo>
                    <a:lnTo>
                      <a:pt x="67955" y="150341"/>
                    </a:lnTo>
                    <a:lnTo>
                      <a:pt x="67955" y="150341"/>
                    </a:lnTo>
                    <a:lnTo>
                      <a:pt x="67955" y="150341"/>
                    </a:lnTo>
                    <a:lnTo>
                      <a:pt x="67993" y="150341"/>
                    </a:lnTo>
                    <a:lnTo>
                      <a:pt x="67993" y="150341"/>
                    </a:lnTo>
                    <a:lnTo>
                      <a:pt x="67993" y="150341"/>
                    </a:lnTo>
                    <a:lnTo>
                      <a:pt x="67993" y="150341"/>
                    </a:lnTo>
                    <a:lnTo>
                      <a:pt x="68031" y="150341"/>
                    </a:lnTo>
                    <a:lnTo>
                      <a:pt x="68031" y="150341"/>
                    </a:lnTo>
                    <a:lnTo>
                      <a:pt x="68031" y="150341"/>
                    </a:lnTo>
                    <a:lnTo>
                      <a:pt x="68069" y="150341"/>
                    </a:lnTo>
                    <a:lnTo>
                      <a:pt x="68069" y="150341"/>
                    </a:lnTo>
                    <a:lnTo>
                      <a:pt x="68069" y="150341"/>
                    </a:lnTo>
                    <a:lnTo>
                      <a:pt x="68108" y="150341"/>
                    </a:lnTo>
                    <a:lnTo>
                      <a:pt x="68108" y="150341"/>
                    </a:lnTo>
                    <a:lnTo>
                      <a:pt x="68108" y="150341"/>
                    </a:lnTo>
                    <a:lnTo>
                      <a:pt x="68108" y="150341"/>
                    </a:lnTo>
                    <a:lnTo>
                      <a:pt x="68146" y="150341"/>
                    </a:lnTo>
                    <a:lnTo>
                      <a:pt x="68146" y="150341"/>
                    </a:lnTo>
                    <a:lnTo>
                      <a:pt x="68146" y="150341"/>
                    </a:lnTo>
                    <a:lnTo>
                      <a:pt x="68184" y="150341"/>
                    </a:lnTo>
                    <a:lnTo>
                      <a:pt x="68184" y="150341"/>
                    </a:lnTo>
                    <a:lnTo>
                      <a:pt x="68184" y="150341"/>
                    </a:lnTo>
                    <a:lnTo>
                      <a:pt x="68223" y="150341"/>
                    </a:lnTo>
                    <a:lnTo>
                      <a:pt x="68223" y="150341"/>
                    </a:lnTo>
                    <a:lnTo>
                      <a:pt x="68223" y="150341"/>
                    </a:lnTo>
                    <a:lnTo>
                      <a:pt x="68261" y="150341"/>
                    </a:lnTo>
                    <a:lnTo>
                      <a:pt x="68261" y="150341"/>
                    </a:lnTo>
                    <a:lnTo>
                      <a:pt x="68261" y="150341"/>
                    </a:lnTo>
                    <a:lnTo>
                      <a:pt x="68261" y="150341"/>
                    </a:lnTo>
                    <a:lnTo>
                      <a:pt x="68299" y="150341"/>
                    </a:lnTo>
                    <a:lnTo>
                      <a:pt x="68299" y="150341"/>
                    </a:lnTo>
                    <a:lnTo>
                      <a:pt x="68299" y="150341"/>
                    </a:lnTo>
                    <a:lnTo>
                      <a:pt x="68299" y="150341"/>
                    </a:lnTo>
                    <a:lnTo>
                      <a:pt x="68337" y="150341"/>
                    </a:lnTo>
                    <a:lnTo>
                      <a:pt x="68337" y="150341"/>
                    </a:lnTo>
                    <a:lnTo>
                      <a:pt x="68337" y="150341"/>
                    </a:lnTo>
                    <a:lnTo>
                      <a:pt x="68376" y="150341"/>
                    </a:lnTo>
                    <a:lnTo>
                      <a:pt x="68376" y="150341"/>
                    </a:lnTo>
                    <a:lnTo>
                      <a:pt x="68414" y="150341"/>
                    </a:lnTo>
                    <a:lnTo>
                      <a:pt x="68414" y="150341"/>
                    </a:lnTo>
                    <a:lnTo>
                      <a:pt x="68414" y="150341"/>
                    </a:lnTo>
                    <a:lnTo>
                      <a:pt x="68414" y="150341"/>
                    </a:lnTo>
                    <a:lnTo>
                      <a:pt x="68452" y="150341"/>
                    </a:lnTo>
                    <a:lnTo>
                      <a:pt x="68452" y="150341"/>
                    </a:lnTo>
                    <a:lnTo>
                      <a:pt x="68452" y="150341"/>
                    </a:lnTo>
                    <a:lnTo>
                      <a:pt x="68452" y="150341"/>
                    </a:lnTo>
                    <a:lnTo>
                      <a:pt x="68491" y="150341"/>
                    </a:lnTo>
                    <a:lnTo>
                      <a:pt x="68491" y="150341"/>
                    </a:lnTo>
                    <a:lnTo>
                      <a:pt x="68491" y="150341"/>
                    </a:lnTo>
                    <a:lnTo>
                      <a:pt x="68491" y="150341"/>
                    </a:lnTo>
                    <a:lnTo>
                      <a:pt x="68529" y="150341"/>
                    </a:lnTo>
                    <a:lnTo>
                      <a:pt x="68529" y="150341"/>
                    </a:lnTo>
                    <a:lnTo>
                      <a:pt x="68529" y="150341"/>
                    </a:lnTo>
                    <a:lnTo>
                      <a:pt x="68567" y="150341"/>
                    </a:lnTo>
                    <a:lnTo>
                      <a:pt x="68567" y="150341"/>
                    </a:lnTo>
                    <a:lnTo>
                      <a:pt x="68567" y="150341"/>
                    </a:lnTo>
                    <a:lnTo>
                      <a:pt x="68605" y="150341"/>
                    </a:lnTo>
                    <a:lnTo>
                      <a:pt x="68605" y="150341"/>
                    </a:lnTo>
                    <a:lnTo>
                      <a:pt x="68682" y="150341"/>
                    </a:lnTo>
                    <a:lnTo>
                      <a:pt x="68682" y="150341"/>
                    </a:lnTo>
                    <a:lnTo>
                      <a:pt x="68682" y="150341"/>
                    </a:lnTo>
                    <a:lnTo>
                      <a:pt x="68720" y="150341"/>
                    </a:lnTo>
                    <a:lnTo>
                      <a:pt x="68720" y="150341"/>
                    </a:lnTo>
                    <a:lnTo>
                      <a:pt x="68720" y="150341"/>
                    </a:lnTo>
                    <a:lnTo>
                      <a:pt x="68759" y="150341"/>
                    </a:lnTo>
                    <a:lnTo>
                      <a:pt x="68759" y="150341"/>
                    </a:lnTo>
                    <a:lnTo>
                      <a:pt x="68759" y="150341"/>
                    </a:lnTo>
                    <a:lnTo>
                      <a:pt x="68759" y="150341"/>
                    </a:lnTo>
                    <a:lnTo>
                      <a:pt x="68797" y="150341"/>
                    </a:lnTo>
                    <a:lnTo>
                      <a:pt x="68797" y="150341"/>
                    </a:lnTo>
                    <a:lnTo>
                      <a:pt x="68797" y="150341"/>
                    </a:lnTo>
                    <a:lnTo>
                      <a:pt x="68797" y="150341"/>
                    </a:lnTo>
                    <a:lnTo>
                      <a:pt x="68835" y="150341"/>
                    </a:lnTo>
                    <a:lnTo>
                      <a:pt x="68835" y="150341"/>
                    </a:lnTo>
                    <a:lnTo>
                      <a:pt x="68835" y="150341"/>
                    </a:lnTo>
                    <a:lnTo>
                      <a:pt x="68835" y="150303"/>
                    </a:lnTo>
                    <a:lnTo>
                      <a:pt x="68835" y="150303"/>
                    </a:lnTo>
                    <a:lnTo>
                      <a:pt x="68835" y="150264"/>
                    </a:lnTo>
                    <a:lnTo>
                      <a:pt x="68835" y="150264"/>
                    </a:lnTo>
                    <a:lnTo>
                      <a:pt x="68835" y="150264"/>
                    </a:lnTo>
                    <a:lnTo>
                      <a:pt x="68835" y="150264"/>
                    </a:lnTo>
                    <a:lnTo>
                      <a:pt x="68835" y="150226"/>
                    </a:lnTo>
                    <a:lnTo>
                      <a:pt x="68835" y="150226"/>
                    </a:lnTo>
                    <a:lnTo>
                      <a:pt x="68835" y="150226"/>
                    </a:lnTo>
                    <a:lnTo>
                      <a:pt x="68835" y="150226"/>
                    </a:lnTo>
                    <a:lnTo>
                      <a:pt x="68835" y="150188"/>
                    </a:lnTo>
                    <a:lnTo>
                      <a:pt x="68835" y="150188"/>
                    </a:lnTo>
                    <a:lnTo>
                      <a:pt x="68835" y="150188"/>
                    </a:lnTo>
                    <a:lnTo>
                      <a:pt x="68835" y="150150"/>
                    </a:lnTo>
                    <a:lnTo>
                      <a:pt x="68835" y="150150"/>
                    </a:lnTo>
                    <a:lnTo>
                      <a:pt x="68835" y="150150"/>
                    </a:lnTo>
                    <a:lnTo>
                      <a:pt x="68835" y="150150"/>
                    </a:lnTo>
                    <a:lnTo>
                      <a:pt x="68835" y="150111"/>
                    </a:lnTo>
                    <a:lnTo>
                      <a:pt x="68835" y="150111"/>
                    </a:lnTo>
                    <a:lnTo>
                      <a:pt x="68835" y="150073"/>
                    </a:lnTo>
                    <a:lnTo>
                      <a:pt x="68835" y="150073"/>
                    </a:lnTo>
                    <a:lnTo>
                      <a:pt x="68835" y="150073"/>
                    </a:lnTo>
                    <a:lnTo>
                      <a:pt x="68835" y="150073"/>
                    </a:lnTo>
                    <a:lnTo>
                      <a:pt x="68835" y="150035"/>
                    </a:lnTo>
                    <a:lnTo>
                      <a:pt x="68835" y="150035"/>
                    </a:lnTo>
                    <a:lnTo>
                      <a:pt x="68835" y="150035"/>
                    </a:lnTo>
                    <a:lnTo>
                      <a:pt x="68835" y="149996"/>
                    </a:lnTo>
                    <a:lnTo>
                      <a:pt x="68835" y="149996"/>
                    </a:lnTo>
                    <a:lnTo>
                      <a:pt x="68835" y="149958"/>
                    </a:lnTo>
                    <a:lnTo>
                      <a:pt x="68835" y="149958"/>
                    </a:lnTo>
                    <a:lnTo>
                      <a:pt x="68835" y="149958"/>
                    </a:lnTo>
                    <a:lnTo>
                      <a:pt x="68835" y="149958"/>
                    </a:lnTo>
                    <a:lnTo>
                      <a:pt x="68835" y="149882"/>
                    </a:lnTo>
                    <a:lnTo>
                      <a:pt x="68835" y="149882"/>
                    </a:lnTo>
                    <a:lnTo>
                      <a:pt x="68835" y="149882"/>
                    </a:lnTo>
                    <a:lnTo>
                      <a:pt x="68835" y="149882"/>
                    </a:lnTo>
                    <a:lnTo>
                      <a:pt x="68835" y="149843"/>
                    </a:lnTo>
                    <a:lnTo>
                      <a:pt x="68835" y="149843"/>
                    </a:lnTo>
                    <a:lnTo>
                      <a:pt x="68835" y="149805"/>
                    </a:lnTo>
                    <a:lnTo>
                      <a:pt x="68835" y="149805"/>
                    </a:lnTo>
                    <a:lnTo>
                      <a:pt x="68835" y="149767"/>
                    </a:lnTo>
                    <a:lnTo>
                      <a:pt x="68835" y="149767"/>
                    </a:lnTo>
                    <a:lnTo>
                      <a:pt x="68835" y="149728"/>
                    </a:lnTo>
                    <a:lnTo>
                      <a:pt x="68835" y="149728"/>
                    </a:lnTo>
                    <a:lnTo>
                      <a:pt x="68835" y="149690"/>
                    </a:lnTo>
                    <a:lnTo>
                      <a:pt x="68835" y="149690"/>
                    </a:lnTo>
                    <a:lnTo>
                      <a:pt x="68835" y="149652"/>
                    </a:lnTo>
                    <a:lnTo>
                      <a:pt x="68835" y="149652"/>
                    </a:lnTo>
                    <a:lnTo>
                      <a:pt x="68835" y="149652"/>
                    </a:lnTo>
                    <a:lnTo>
                      <a:pt x="68835" y="149652"/>
                    </a:lnTo>
                    <a:lnTo>
                      <a:pt x="68835" y="149614"/>
                    </a:lnTo>
                    <a:lnTo>
                      <a:pt x="68835" y="149614"/>
                    </a:lnTo>
                    <a:lnTo>
                      <a:pt x="68835" y="149575"/>
                    </a:lnTo>
                    <a:lnTo>
                      <a:pt x="68835" y="149575"/>
                    </a:lnTo>
                    <a:lnTo>
                      <a:pt x="68835" y="149575"/>
                    </a:lnTo>
                    <a:lnTo>
                      <a:pt x="68835" y="149575"/>
                    </a:lnTo>
                    <a:lnTo>
                      <a:pt x="68835" y="149537"/>
                    </a:lnTo>
                    <a:lnTo>
                      <a:pt x="68835" y="149537"/>
                    </a:lnTo>
                    <a:lnTo>
                      <a:pt x="68835" y="149537"/>
                    </a:lnTo>
                    <a:lnTo>
                      <a:pt x="68835" y="149537"/>
                    </a:lnTo>
                    <a:lnTo>
                      <a:pt x="68835" y="149499"/>
                    </a:lnTo>
                    <a:lnTo>
                      <a:pt x="68835" y="149499"/>
                    </a:lnTo>
                    <a:lnTo>
                      <a:pt x="68835" y="149499"/>
                    </a:lnTo>
                    <a:lnTo>
                      <a:pt x="68835" y="149461"/>
                    </a:lnTo>
                    <a:lnTo>
                      <a:pt x="68835" y="149461"/>
                    </a:lnTo>
                    <a:lnTo>
                      <a:pt x="68835" y="149461"/>
                    </a:lnTo>
                    <a:lnTo>
                      <a:pt x="68835" y="149461"/>
                    </a:lnTo>
                    <a:lnTo>
                      <a:pt x="68835" y="149422"/>
                    </a:lnTo>
                    <a:lnTo>
                      <a:pt x="68835" y="149422"/>
                    </a:lnTo>
                    <a:lnTo>
                      <a:pt x="68835" y="149384"/>
                    </a:lnTo>
                    <a:lnTo>
                      <a:pt x="68835" y="149384"/>
                    </a:lnTo>
                    <a:lnTo>
                      <a:pt x="68835" y="149384"/>
                    </a:lnTo>
                    <a:lnTo>
                      <a:pt x="68835" y="149384"/>
                    </a:lnTo>
                    <a:lnTo>
                      <a:pt x="68835" y="149346"/>
                    </a:lnTo>
                    <a:lnTo>
                      <a:pt x="68835" y="149346"/>
                    </a:lnTo>
                    <a:lnTo>
                      <a:pt x="68835" y="149346"/>
                    </a:lnTo>
                    <a:lnTo>
                      <a:pt x="68835" y="149346"/>
                    </a:lnTo>
                    <a:lnTo>
                      <a:pt x="68835" y="149307"/>
                    </a:lnTo>
                    <a:lnTo>
                      <a:pt x="68835" y="149307"/>
                    </a:lnTo>
                    <a:lnTo>
                      <a:pt x="68835" y="149307"/>
                    </a:lnTo>
                    <a:lnTo>
                      <a:pt x="68835" y="149269"/>
                    </a:lnTo>
                    <a:lnTo>
                      <a:pt x="68835" y="149269"/>
                    </a:lnTo>
                    <a:lnTo>
                      <a:pt x="68835" y="149269"/>
                    </a:lnTo>
                    <a:lnTo>
                      <a:pt x="68835" y="149269"/>
                    </a:lnTo>
                    <a:lnTo>
                      <a:pt x="68835" y="149231"/>
                    </a:lnTo>
                    <a:lnTo>
                      <a:pt x="68835" y="149231"/>
                    </a:lnTo>
                    <a:lnTo>
                      <a:pt x="68835" y="149231"/>
                    </a:lnTo>
                    <a:lnTo>
                      <a:pt x="68835" y="149193"/>
                    </a:lnTo>
                    <a:lnTo>
                      <a:pt x="68835" y="149193"/>
                    </a:lnTo>
                    <a:lnTo>
                      <a:pt x="68835" y="149193"/>
                    </a:lnTo>
                    <a:lnTo>
                      <a:pt x="68835" y="149193"/>
                    </a:lnTo>
                    <a:lnTo>
                      <a:pt x="68835" y="149154"/>
                    </a:lnTo>
                    <a:lnTo>
                      <a:pt x="68835" y="149154"/>
                    </a:lnTo>
                    <a:lnTo>
                      <a:pt x="68835" y="149154"/>
                    </a:lnTo>
                    <a:lnTo>
                      <a:pt x="68835" y="149154"/>
                    </a:lnTo>
                    <a:lnTo>
                      <a:pt x="68835" y="149116"/>
                    </a:lnTo>
                    <a:lnTo>
                      <a:pt x="68835" y="149116"/>
                    </a:lnTo>
                    <a:lnTo>
                      <a:pt x="68835" y="149116"/>
                    </a:lnTo>
                    <a:lnTo>
                      <a:pt x="68835" y="149078"/>
                    </a:lnTo>
                    <a:cubicBezTo>
                      <a:pt x="68720" y="140732"/>
                      <a:pt x="68873" y="132348"/>
                      <a:pt x="68950" y="123964"/>
                    </a:cubicBezTo>
                    <a:cubicBezTo>
                      <a:pt x="68988" y="116575"/>
                      <a:pt x="68797" y="109148"/>
                      <a:pt x="68797" y="101759"/>
                    </a:cubicBezTo>
                    <a:cubicBezTo>
                      <a:pt x="68797" y="93528"/>
                      <a:pt x="68873" y="85259"/>
                      <a:pt x="68835" y="76989"/>
                    </a:cubicBezTo>
                    <a:cubicBezTo>
                      <a:pt x="68605" y="68108"/>
                      <a:pt x="68759" y="59188"/>
                      <a:pt x="68529" y="50267"/>
                    </a:cubicBezTo>
                    <a:cubicBezTo>
                      <a:pt x="68605" y="41730"/>
                      <a:pt x="69027" y="33193"/>
                      <a:pt x="69065" y="24617"/>
                    </a:cubicBezTo>
                    <a:cubicBezTo>
                      <a:pt x="69180" y="18492"/>
                      <a:pt x="69218" y="12328"/>
                      <a:pt x="68950" y="6203"/>
                    </a:cubicBezTo>
                    <a:cubicBezTo>
                      <a:pt x="68873" y="4404"/>
                      <a:pt x="68835" y="2643"/>
                      <a:pt x="68759" y="843"/>
                    </a:cubicBezTo>
                    <a:lnTo>
                      <a:pt x="68759" y="843"/>
                    </a:lnTo>
                    <a:lnTo>
                      <a:pt x="68759" y="843"/>
                    </a:lnTo>
                    <a:lnTo>
                      <a:pt x="68759" y="843"/>
                    </a:lnTo>
                    <a:lnTo>
                      <a:pt x="68759" y="843"/>
                    </a:lnTo>
                    <a:lnTo>
                      <a:pt x="68759" y="843"/>
                    </a:lnTo>
                    <a:lnTo>
                      <a:pt x="68759" y="805"/>
                    </a:lnTo>
                    <a:cubicBezTo>
                      <a:pt x="68682" y="843"/>
                      <a:pt x="68644" y="843"/>
                      <a:pt x="68567" y="843"/>
                    </a:cubicBezTo>
                    <a:cubicBezTo>
                      <a:pt x="57618" y="767"/>
                      <a:pt x="46707" y="575"/>
                      <a:pt x="35758" y="767"/>
                    </a:cubicBezTo>
                    <a:cubicBezTo>
                      <a:pt x="28905" y="882"/>
                      <a:pt x="22014" y="614"/>
                      <a:pt x="15200" y="652"/>
                    </a:cubicBezTo>
                    <a:cubicBezTo>
                      <a:pt x="13094" y="652"/>
                      <a:pt x="10950" y="690"/>
                      <a:pt x="8844" y="652"/>
                    </a:cubicBezTo>
                    <a:cubicBezTo>
                      <a:pt x="6854" y="614"/>
                      <a:pt x="4825" y="537"/>
                      <a:pt x="2834" y="614"/>
                    </a:cubicBezTo>
                    <a:cubicBezTo>
                      <a:pt x="2183" y="652"/>
                      <a:pt x="1571" y="690"/>
                      <a:pt x="920" y="767"/>
                    </a:cubicBezTo>
                    <a:lnTo>
                      <a:pt x="920" y="767"/>
                    </a:lnTo>
                    <a:lnTo>
                      <a:pt x="920" y="805"/>
                    </a:lnTo>
                    <a:lnTo>
                      <a:pt x="920" y="805"/>
                    </a:lnTo>
                    <a:lnTo>
                      <a:pt x="958" y="805"/>
                    </a:lnTo>
                    <a:lnTo>
                      <a:pt x="958" y="843"/>
                    </a:lnTo>
                    <a:lnTo>
                      <a:pt x="958" y="843"/>
                    </a:lnTo>
                    <a:lnTo>
                      <a:pt x="958" y="843"/>
                    </a:lnTo>
                    <a:lnTo>
                      <a:pt x="958" y="882"/>
                    </a:lnTo>
                    <a:lnTo>
                      <a:pt x="958" y="882"/>
                    </a:lnTo>
                    <a:lnTo>
                      <a:pt x="958" y="882"/>
                    </a:lnTo>
                    <a:lnTo>
                      <a:pt x="958" y="920"/>
                    </a:lnTo>
                    <a:lnTo>
                      <a:pt x="958" y="92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5" name="Google Shape;1985;p42"/>
            <p:cNvGrpSpPr/>
            <p:nvPr/>
          </p:nvGrpSpPr>
          <p:grpSpPr>
            <a:xfrm>
              <a:off x="5050553" y="1423603"/>
              <a:ext cx="287321" cy="11252"/>
              <a:chOff x="5752683" y="4210965"/>
              <a:chExt cx="554353" cy="21710"/>
            </a:xfrm>
          </p:grpSpPr>
          <p:sp>
            <p:nvSpPr>
              <p:cNvPr id="1986" name="Google Shape;1986;p42"/>
              <p:cNvSpPr/>
              <p:nvPr/>
            </p:nvSpPr>
            <p:spPr>
              <a:xfrm>
                <a:off x="5752683" y="4210965"/>
                <a:ext cx="409995" cy="17353"/>
              </a:xfrm>
              <a:custGeom>
                <a:avLst/>
                <a:gdLst/>
                <a:ahLst/>
                <a:cxnLst/>
                <a:rect l="l" t="t" r="r" b="b"/>
                <a:pathLst>
                  <a:path w="11199" h="474" extrusionOk="0">
                    <a:moveTo>
                      <a:pt x="10962" y="474"/>
                    </a:moveTo>
                    <a:cubicBezTo>
                      <a:pt x="7394" y="356"/>
                      <a:pt x="3806" y="395"/>
                      <a:pt x="237" y="415"/>
                    </a:cubicBezTo>
                    <a:cubicBezTo>
                      <a:pt x="1" y="395"/>
                      <a:pt x="1" y="40"/>
                      <a:pt x="237" y="40"/>
                    </a:cubicBezTo>
                    <a:cubicBezTo>
                      <a:pt x="3372" y="21"/>
                      <a:pt x="6507" y="1"/>
                      <a:pt x="9641" y="80"/>
                    </a:cubicBezTo>
                    <a:cubicBezTo>
                      <a:pt x="10075" y="80"/>
                      <a:pt x="10529" y="99"/>
                      <a:pt x="10962" y="99"/>
                    </a:cubicBezTo>
                    <a:cubicBezTo>
                      <a:pt x="11199" y="99"/>
                      <a:pt x="11199" y="454"/>
                      <a:pt x="10962" y="4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42"/>
              <p:cNvSpPr/>
              <p:nvPr/>
            </p:nvSpPr>
            <p:spPr>
              <a:xfrm>
                <a:off x="6216061" y="4215322"/>
                <a:ext cx="90976" cy="17353"/>
              </a:xfrm>
              <a:custGeom>
                <a:avLst/>
                <a:gdLst/>
                <a:ahLst/>
                <a:cxnLst/>
                <a:rect l="l" t="t" r="r" b="b"/>
                <a:pathLst>
                  <a:path w="2485" h="474" extrusionOk="0">
                    <a:moveTo>
                      <a:pt x="1" y="296"/>
                    </a:moveTo>
                    <a:cubicBezTo>
                      <a:pt x="1" y="79"/>
                      <a:pt x="237" y="118"/>
                      <a:pt x="375" y="99"/>
                    </a:cubicBezTo>
                    <a:cubicBezTo>
                      <a:pt x="651" y="79"/>
                      <a:pt x="927" y="79"/>
                      <a:pt x="1203" y="59"/>
                    </a:cubicBezTo>
                    <a:cubicBezTo>
                      <a:pt x="1558" y="40"/>
                      <a:pt x="1933" y="20"/>
                      <a:pt x="2307" y="0"/>
                    </a:cubicBezTo>
                    <a:cubicBezTo>
                      <a:pt x="2406" y="0"/>
                      <a:pt x="2485" y="79"/>
                      <a:pt x="2485" y="178"/>
                    </a:cubicBezTo>
                    <a:cubicBezTo>
                      <a:pt x="2485" y="296"/>
                      <a:pt x="2406" y="355"/>
                      <a:pt x="2307" y="375"/>
                    </a:cubicBezTo>
                    <a:cubicBezTo>
                      <a:pt x="1755" y="394"/>
                      <a:pt x="1203" y="414"/>
                      <a:pt x="671" y="454"/>
                    </a:cubicBezTo>
                    <a:cubicBezTo>
                      <a:pt x="513" y="454"/>
                      <a:pt x="336" y="473"/>
                      <a:pt x="178" y="473"/>
                    </a:cubicBezTo>
                    <a:cubicBezTo>
                      <a:pt x="80" y="473"/>
                      <a:pt x="1" y="394"/>
                      <a:pt x="1" y="29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1988" name="Google Shape;1988;p42"/>
          <p:cNvCxnSpPr/>
          <p:nvPr/>
        </p:nvCxnSpPr>
        <p:spPr>
          <a:xfrm>
            <a:off x="4169825" y="2928050"/>
            <a:ext cx="0" cy="20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9" name="Google Shape;1989;p42"/>
          <p:cNvCxnSpPr/>
          <p:nvPr/>
        </p:nvCxnSpPr>
        <p:spPr>
          <a:xfrm>
            <a:off x="5005200" y="2928050"/>
            <a:ext cx="0" cy="20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90" name="Google Shape;1990;p42"/>
          <p:cNvGrpSpPr/>
          <p:nvPr/>
        </p:nvGrpSpPr>
        <p:grpSpPr>
          <a:xfrm>
            <a:off x="3799345" y="3104714"/>
            <a:ext cx="686034" cy="1505887"/>
            <a:chOff x="5743264" y="1327240"/>
            <a:chExt cx="1323624" cy="2905435"/>
          </a:xfrm>
        </p:grpSpPr>
        <p:grpSp>
          <p:nvGrpSpPr>
            <p:cNvPr id="1991" name="Google Shape;1991;p42"/>
            <p:cNvGrpSpPr/>
            <p:nvPr/>
          </p:nvGrpSpPr>
          <p:grpSpPr>
            <a:xfrm>
              <a:off x="5743264" y="1327240"/>
              <a:ext cx="1323624" cy="2857997"/>
              <a:chOff x="234275" y="934200"/>
              <a:chExt cx="1761075" cy="3802550"/>
            </a:xfrm>
          </p:grpSpPr>
          <p:sp>
            <p:nvSpPr>
              <p:cNvPr id="1992" name="Google Shape;1992;p42"/>
              <p:cNvSpPr/>
              <p:nvPr/>
            </p:nvSpPr>
            <p:spPr>
              <a:xfrm>
                <a:off x="243850" y="945675"/>
                <a:ext cx="1741950" cy="3788200"/>
              </a:xfrm>
              <a:custGeom>
                <a:avLst/>
                <a:gdLst/>
                <a:ahLst/>
                <a:cxnLst/>
                <a:rect l="l" t="t" r="r" b="b"/>
                <a:pathLst>
                  <a:path w="69678" h="151528" extrusionOk="0">
                    <a:moveTo>
                      <a:pt x="69026" y="36600"/>
                    </a:moveTo>
                    <a:cubicBezTo>
                      <a:pt x="69447" y="37136"/>
                      <a:pt x="69179" y="37863"/>
                      <a:pt x="69218" y="38438"/>
                    </a:cubicBezTo>
                    <a:cubicBezTo>
                      <a:pt x="69179" y="40352"/>
                      <a:pt x="69218" y="42266"/>
                      <a:pt x="69218" y="44180"/>
                    </a:cubicBezTo>
                    <a:cubicBezTo>
                      <a:pt x="69218" y="48277"/>
                      <a:pt x="69179" y="52373"/>
                      <a:pt x="69218" y="56469"/>
                    </a:cubicBezTo>
                    <a:cubicBezTo>
                      <a:pt x="69256" y="66882"/>
                      <a:pt x="69333" y="77257"/>
                      <a:pt x="69026" y="87670"/>
                    </a:cubicBezTo>
                    <a:cubicBezTo>
                      <a:pt x="68911" y="97280"/>
                      <a:pt x="69677" y="106889"/>
                      <a:pt x="69026" y="116460"/>
                    </a:cubicBezTo>
                    <a:cubicBezTo>
                      <a:pt x="68682" y="124691"/>
                      <a:pt x="68911" y="132922"/>
                      <a:pt x="68605" y="141191"/>
                    </a:cubicBezTo>
                    <a:lnTo>
                      <a:pt x="68605" y="142378"/>
                    </a:lnTo>
                    <a:cubicBezTo>
                      <a:pt x="68682" y="142531"/>
                      <a:pt x="68720" y="142722"/>
                      <a:pt x="68720" y="142952"/>
                    </a:cubicBezTo>
                    <a:cubicBezTo>
                      <a:pt x="68682" y="144139"/>
                      <a:pt x="68643" y="145326"/>
                      <a:pt x="68643" y="146474"/>
                    </a:cubicBezTo>
                    <a:cubicBezTo>
                      <a:pt x="68643" y="147431"/>
                      <a:pt x="68682" y="148350"/>
                      <a:pt x="68720" y="149269"/>
                    </a:cubicBezTo>
                    <a:cubicBezTo>
                      <a:pt x="68720" y="149460"/>
                      <a:pt x="68682" y="149575"/>
                      <a:pt x="68643" y="149728"/>
                    </a:cubicBezTo>
                    <a:lnTo>
                      <a:pt x="68643" y="149805"/>
                    </a:lnTo>
                    <a:cubicBezTo>
                      <a:pt x="68643" y="150073"/>
                      <a:pt x="68567" y="150303"/>
                      <a:pt x="68414" y="150456"/>
                    </a:cubicBezTo>
                    <a:cubicBezTo>
                      <a:pt x="68376" y="150839"/>
                      <a:pt x="68108" y="151183"/>
                      <a:pt x="67686" y="151260"/>
                    </a:cubicBezTo>
                    <a:cubicBezTo>
                      <a:pt x="65849" y="151528"/>
                      <a:pt x="63973" y="151489"/>
                      <a:pt x="62097" y="151375"/>
                    </a:cubicBezTo>
                    <a:cubicBezTo>
                      <a:pt x="55857" y="150915"/>
                      <a:pt x="49578" y="151183"/>
                      <a:pt x="43338" y="151221"/>
                    </a:cubicBezTo>
                    <a:cubicBezTo>
                      <a:pt x="39088" y="151107"/>
                      <a:pt x="34839" y="151107"/>
                      <a:pt x="30589" y="151145"/>
                    </a:cubicBezTo>
                    <a:cubicBezTo>
                      <a:pt x="26455" y="151107"/>
                      <a:pt x="22320" y="151260"/>
                      <a:pt x="18224" y="151336"/>
                    </a:cubicBezTo>
                    <a:cubicBezTo>
                      <a:pt x="14051" y="151336"/>
                      <a:pt x="9878" y="150915"/>
                      <a:pt x="5705" y="150953"/>
                    </a:cubicBezTo>
                    <a:cubicBezTo>
                      <a:pt x="4480" y="150953"/>
                      <a:pt x="3217" y="150915"/>
                      <a:pt x="1991" y="150800"/>
                    </a:cubicBezTo>
                    <a:cubicBezTo>
                      <a:pt x="1647" y="150800"/>
                      <a:pt x="1379" y="150647"/>
                      <a:pt x="1226" y="150417"/>
                    </a:cubicBezTo>
                    <a:cubicBezTo>
                      <a:pt x="996" y="150188"/>
                      <a:pt x="881" y="149920"/>
                      <a:pt x="920" y="149613"/>
                    </a:cubicBezTo>
                    <a:cubicBezTo>
                      <a:pt x="881" y="149499"/>
                      <a:pt x="843" y="149384"/>
                      <a:pt x="843" y="149231"/>
                    </a:cubicBezTo>
                    <a:cubicBezTo>
                      <a:pt x="613" y="140770"/>
                      <a:pt x="230" y="132309"/>
                      <a:pt x="307" y="123849"/>
                    </a:cubicBezTo>
                    <a:cubicBezTo>
                      <a:pt x="230" y="123466"/>
                      <a:pt x="269" y="123198"/>
                      <a:pt x="345" y="122930"/>
                    </a:cubicBezTo>
                    <a:cubicBezTo>
                      <a:pt x="384" y="119867"/>
                      <a:pt x="269" y="116766"/>
                      <a:pt x="345" y="113665"/>
                    </a:cubicBezTo>
                    <a:cubicBezTo>
                      <a:pt x="269" y="113550"/>
                      <a:pt x="230" y="113397"/>
                      <a:pt x="230" y="113206"/>
                    </a:cubicBezTo>
                    <a:cubicBezTo>
                      <a:pt x="384" y="106238"/>
                      <a:pt x="77" y="99270"/>
                      <a:pt x="1" y="92303"/>
                    </a:cubicBezTo>
                    <a:cubicBezTo>
                      <a:pt x="77" y="78444"/>
                      <a:pt x="116" y="64547"/>
                      <a:pt x="77" y="50688"/>
                    </a:cubicBezTo>
                    <a:cubicBezTo>
                      <a:pt x="1" y="46056"/>
                      <a:pt x="307" y="41462"/>
                      <a:pt x="537" y="36830"/>
                    </a:cubicBezTo>
                    <a:cubicBezTo>
                      <a:pt x="613" y="32733"/>
                      <a:pt x="728" y="28675"/>
                      <a:pt x="728" y="24579"/>
                    </a:cubicBezTo>
                    <a:cubicBezTo>
                      <a:pt x="690" y="23201"/>
                      <a:pt x="652" y="21823"/>
                      <a:pt x="652" y="20406"/>
                    </a:cubicBezTo>
                    <a:cubicBezTo>
                      <a:pt x="805" y="19296"/>
                      <a:pt x="422" y="17496"/>
                      <a:pt x="766" y="16386"/>
                    </a:cubicBezTo>
                    <a:cubicBezTo>
                      <a:pt x="384" y="12558"/>
                      <a:pt x="766" y="8615"/>
                      <a:pt x="766" y="4748"/>
                    </a:cubicBezTo>
                    <a:cubicBezTo>
                      <a:pt x="766" y="3944"/>
                      <a:pt x="766" y="3140"/>
                      <a:pt x="728" y="2298"/>
                    </a:cubicBezTo>
                    <a:cubicBezTo>
                      <a:pt x="690" y="2068"/>
                      <a:pt x="652" y="1838"/>
                      <a:pt x="613" y="1570"/>
                    </a:cubicBezTo>
                    <a:cubicBezTo>
                      <a:pt x="613" y="1341"/>
                      <a:pt x="613" y="1111"/>
                      <a:pt x="652" y="881"/>
                    </a:cubicBezTo>
                    <a:cubicBezTo>
                      <a:pt x="690" y="728"/>
                      <a:pt x="728" y="575"/>
                      <a:pt x="805" y="460"/>
                    </a:cubicBezTo>
                    <a:cubicBezTo>
                      <a:pt x="1073" y="77"/>
                      <a:pt x="1532" y="1"/>
                      <a:pt x="1915" y="154"/>
                    </a:cubicBezTo>
                    <a:cubicBezTo>
                      <a:pt x="2068" y="39"/>
                      <a:pt x="2259" y="1"/>
                      <a:pt x="2451" y="1"/>
                    </a:cubicBezTo>
                    <a:cubicBezTo>
                      <a:pt x="5896" y="1"/>
                      <a:pt x="9304" y="384"/>
                      <a:pt x="12749" y="422"/>
                    </a:cubicBezTo>
                    <a:cubicBezTo>
                      <a:pt x="21133" y="460"/>
                      <a:pt x="29556" y="384"/>
                      <a:pt x="37978" y="652"/>
                    </a:cubicBezTo>
                    <a:cubicBezTo>
                      <a:pt x="45635" y="690"/>
                      <a:pt x="53292" y="460"/>
                      <a:pt x="60948" y="460"/>
                    </a:cubicBezTo>
                    <a:cubicBezTo>
                      <a:pt x="61216" y="460"/>
                      <a:pt x="61408" y="537"/>
                      <a:pt x="61561" y="652"/>
                    </a:cubicBezTo>
                    <a:lnTo>
                      <a:pt x="62939" y="652"/>
                    </a:lnTo>
                    <a:lnTo>
                      <a:pt x="63935" y="652"/>
                    </a:lnTo>
                    <a:cubicBezTo>
                      <a:pt x="64547" y="192"/>
                      <a:pt x="65810" y="537"/>
                      <a:pt x="66576" y="499"/>
                    </a:cubicBezTo>
                    <a:cubicBezTo>
                      <a:pt x="67265" y="575"/>
                      <a:pt x="68222" y="345"/>
                      <a:pt x="68643" y="1034"/>
                    </a:cubicBezTo>
                    <a:cubicBezTo>
                      <a:pt x="68797" y="1302"/>
                      <a:pt x="68797" y="1570"/>
                      <a:pt x="68720" y="1838"/>
                    </a:cubicBezTo>
                    <a:cubicBezTo>
                      <a:pt x="69294" y="10261"/>
                      <a:pt x="68911" y="18722"/>
                      <a:pt x="68835" y="27182"/>
                    </a:cubicBezTo>
                    <a:cubicBezTo>
                      <a:pt x="68873" y="30168"/>
                      <a:pt x="68950" y="33155"/>
                      <a:pt x="68911" y="36141"/>
                    </a:cubicBezTo>
                    <a:cubicBezTo>
                      <a:pt x="68911" y="36217"/>
                      <a:pt x="68873" y="36332"/>
                      <a:pt x="68873" y="36447"/>
                    </a:cubicBezTo>
                    <a:cubicBezTo>
                      <a:pt x="68950" y="36485"/>
                      <a:pt x="68988" y="36523"/>
                      <a:pt x="69026" y="3660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42"/>
              <p:cNvSpPr/>
              <p:nvPr/>
            </p:nvSpPr>
            <p:spPr>
              <a:xfrm>
                <a:off x="240975" y="1173475"/>
                <a:ext cx="1731425" cy="3012950"/>
              </a:xfrm>
              <a:custGeom>
                <a:avLst/>
                <a:gdLst/>
                <a:ahLst/>
                <a:cxnLst/>
                <a:rect l="l" t="t" r="r" b="b"/>
                <a:pathLst>
                  <a:path w="69257" h="120518" extrusionOk="0">
                    <a:moveTo>
                      <a:pt x="37098" y="1072"/>
                    </a:moveTo>
                    <a:lnTo>
                      <a:pt x="37098" y="1111"/>
                    </a:lnTo>
                    <a:close/>
                    <a:moveTo>
                      <a:pt x="68491" y="50879"/>
                    </a:moveTo>
                    <a:cubicBezTo>
                      <a:pt x="68912" y="50994"/>
                      <a:pt x="69256" y="51339"/>
                      <a:pt x="69218" y="51836"/>
                    </a:cubicBezTo>
                    <a:cubicBezTo>
                      <a:pt x="68414" y="54210"/>
                      <a:pt x="67265" y="56545"/>
                      <a:pt x="65925" y="58728"/>
                    </a:cubicBezTo>
                    <a:lnTo>
                      <a:pt x="65925" y="58728"/>
                    </a:lnTo>
                    <a:cubicBezTo>
                      <a:pt x="65772" y="59110"/>
                      <a:pt x="65581" y="59455"/>
                      <a:pt x="65390" y="59838"/>
                    </a:cubicBezTo>
                    <a:cubicBezTo>
                      <a:pt x="64892" y="60871"/>
                      <a:pt x="64279" y="61867"/>
                      <a:pt x="63896" y="62977"/>
                    </a:cubicBezTo>
                    <a:cubicBezTo>
                      <a:pt x="63858" y="63168"/>
                      <a:pt x="63782" y="63360"/>
                      <a:pt x="63667" y="63551"/>
                    </a:cubicBezTo>
                    <a:cubicBezTo>
                      <a:pt x="63207" y="65465"/>
                      <a:pt x="62748" y="67418"/>
                      <a:pt x="62212" y="69370"/>
                    </a:cubicBezTo>
                    <a:cubicBezTo>
                      <a:pt x="61867" y="70060"/>
                      <a:pt x="61791" y="71476"/>
                      <a:pt x="61178" y="72050"/>
                    </a:cubicBezTo>
                    <a:cubicBezTo>
                      <a:pt x="59724" y="75993"/>
                      <a:pt x="58001" y="79937"/>
                      <a:pt x="55397" y="83306"/>
                    </a:cubicBezTo>
                    <a:cubicBezTo>
                      <a:pt x="55091" y="83727"/>
                      <a:pt x="54747" y="84148"/>
                      <a:pt x="54440" y="84569"/>
                    </a:cubicBezTo>
                    <a:cubicBezTo>
                      <a:pt x="54249" y="87747"/>
                      <a:pt x="54364" y="91001"/>
                      <a:pt x="54287" y="94217"/>
                    </a:cubicBezTo>
                    <a:cubicBezTo>
                      <a:pt x="54287" y="94370"/>
                      <a:pt x="54249" y="94523"/>
                      <a:pt x="54172" y="94638"/>
                    </a:cubicBezTo>
                    <a:cubicBezTo>
                      <a:pt x="54211" y="95978"/>
                      <a:pt x="54249" y="97317"/>
                      <a:pt x="54326" y="98657"/>
                    </a:cubicBezTo>
                    <a:cubicBezTo>
                      <a:pt x="54440" y="100036"/>
                      <a:pt x="54708" y="101452"/>
                      <a:pt x="55015" y="102830"/>
                    </a:cubicBezTo>
                    <a:cubicBezTo>
                      <a:pt x="55015" y="102830"/>
                      <a:pt x="55015" y="102830"/>
                      <a:pt x="55053" y="102869"/>
                    </a:cubicBezTo>
                    <a:cubicBezTo>
                      <a:pt x="55436" y="103290"/>
                      <a:pt x="55321" y="103864"/>
                      <a:pt x="55589" y="104400"/>
                    </a:cubicBezTo>
                    <a:cubicBezTo>
                      <a:pt x="56316" y="106238"/>
                      <a:pt x="57044" y="108190"/>
                      <a:pt x="58307" y="109798"/>
                    </a:cubicBezTo>
                    <a:cubicBezTo>
                      <a:pt x="59379" y="110564"/>
                      <a:pt x="59264" y="111482"/>
                      <a:pt x="58766" y="111827"/>
                    </a:cubicBezTo>
                    <a:cubicBezTo>
                      <a:pt x="58728" y="111942"/>
                      <a:pt x="58690" y="112018"/>
                      <a:pt x="58613" y="112133"/>
                    </a:cubicBezTo>
                    <a:cubicBezTo>
                      <a:pt x="57044" y="114047"/>
                      <a:pt x="54747" y="115043"/>
                      <a:pt x="52564" y="116115"/>
                    </a:cubicBezTo>
                    <a:cubicBezTo>
                      <a:pt x="47588" y="118642"/>
                      <a:pt x="42151" y="120517"/>
                      <a:pt x="36524" y="120403"/>
                    </a:cubicBezTo>
                    <a:cubicBezTo>
                      <a:pt x="29020" y="120288"/>
                      <a:pt x="21593" y="117876"/>
                      <a:pt x="15467" y="113626"/>
                    </a:cubicBezTo>
                    <a:cubicBezTo>
                      <a:pt x="14664" y="112822"/>
                      <a:pt x="12252" y="111253"/>
                      <a:pt x="12213" y="110296"/>
                    </a:cubicBezTo>
                    <a:lnTo>
                      <a:pt x="12213" y="110257"/>
                    </a:lnTo>
                    <a:lnTo>
                      <a:pt x="12213" y="110257"/>
                    </a:lnTo>
                    <a:cubicBezTo>
                      <a:pt x="11984" y="109453"/>
                      <a:pt x="13132" y="108764"/>
                      <a:pt x="13515" y="108075"/>
                    </a:cubicBezTo>
                    <a:cubicBezTo>
                      <a:pt x="14893" y="106046"/>
                      <a:pt x="15353" y="103634"/>
                      <a:pt x="16233" y="101376"/>
                    </a:cubicBezTo>
                    <a:cubicBezTo>
                      <a:pt x="16271" y="101222"/>
                      <a:pt x="16386" y="101108"/>
                      <a:pt x="16501" y="100993"/>
                    </a:cubicBezTo>
                    <a:cubicBezTo>
                      <a:pt x="16961" y="98581"/>
                      <a:pt x="17190" y="96131"/>
                      <a:pt x="17382" y="93681"/>
                    </a:cubicBezTo>
                    <a:cubicBezTo>
                      <a:pt x="17458" y="91958"/>
                      <a:pt x="17458" y="90273"/>
                      <a:pt x="17305" y="88551"/>
                    </a:cubicBezTo>
                    <a:cubicBezTo>
                      <a:pt x="17305" y="88244"/>
                      <a:pt x="17267" y="87900"/>
                      <a:pt x="17229" y="87555"/>
                    </a:cubicBezTo>
                    <a:cubicBezTo>
                      <a:pt x="15276" y="85756"/>
                      <a:pt x="13209" y="83995"/>
                      <a:pt x="11716" y="81736"/>
                    </a:cubicBezTo>
                    <a:cubicBezTo>
                      <a:pt x="9610" y="78558"/>
                      <a:pt x="8423" y="74845"/>
                      <a:pt x="7581" y="71170"/>
                    </a:cubicBezTo>
                    <a:cubicBezTo>
                      <a:pt x="6777" y="67571"/>
                      <a:pt x="6088" y="63934"/>
                      <a:pt x="5514" y="60259"/>
                    </a:cubicBezTo>
                    <a:cubicBezTo>
                      <a:pt x="5437" y="59838"/>
                      <a:pt x="5361" y="59417"/>
                      <a:pt x="5246" y="58996"/>
                    </a:cubicBezTo>
                    <a:cubicBezTo>
                      <a:pt x="5093" y="59034"/>
                      <a:pt x="4901" y="59034"/>
                      <a:pt x="4671" y="58996"/>
                    </a:cubicBezTo>
                    <a:cubicBezTo>
                      <a:pt x="2298" y="59072"/>
                      <a:pt x="1149" y="56507"/>
                      <a:pt x="690" y="54555"/>
                    </a:cubicBezTo>
                    <a:cubicBezTo>
                      <a:pt x="1" y="53980"/>
                      <a:pt x="345" y="52947"/>
                      <a:pt x="231" y="52143"/>
                    </a:cubicBezTo>
                    <a:cubicBezTo>
                      <a:pt x="231" y="49731"/>
                      <a:pt x="154" y="47281"/>
                      <a:pt x="422" y="44869"/>
                    </a:cubicBezTo>
                    <a:cubicBezTo>
                      <a:pt x="1073" y="43376"/>
                      <a:pt x="3140" y="42916"/>
                      <a:pt x="4595" y="42036"/>
                    </a:cubicBezTo>
                    <a:cubicBezTo>
                      <a:pt x="4671" y="41653"/>
                      <a:pt x="4978" y="41423"/>
                      <a:pt x="5322" y="41385"/>
                    </a:cubicBezTo>
                    <a:cubicBezTo>
                      <a:pt x="6088" y="40160"/>
                      <a:pt x="7428" y="39318"/>
                      <a:pt x="8462" y="38322"/>
                    </a:cubicBezTo>
                    <a:cubicBezTo>
                      <a:pt x="8921" y="36982"/>
                      <a:pt x="10108" y="36025"/>
                      <a:pt x="10988" y="34953"/>
                    </a:cubicBezTo>
                    <a:cubicBezTo>
                      <a:pt x="12367" y="33460"/>
                      <a:pt x="13630" y="31891"/>
                      <a:pt x="14893" y="30321"/>
                    </a:cubicBezTo>
                    <a:cubicBezTo>
                      <a:pt x="16846" y="27986"/>
                      <a:pt x="18071" y="25153"/>
                      <a:pt x="19602" y="22549"/>
                    </a:cubicBezTo>
                    <a:cubicBezTo>
                      <a:pt x="19679" y="20980"/>
                      <a:pt x="20942" y="19678"/>
                      <a:pt x="21593" y="18300"/>
                    </a:cubicBezTo>
                    <a:cubicBezTo>
                      <a:pt x="23009" y="15888"/>
                      <a:pt x="24273" y="13400"/>
                      <a:pt x="25383" y="10873"/>
                    </a:cubicBezTo>
                    <a:cubicBezTo>
                      <a:pt x="27144" y="7006"/>
                      <a:pt x="29250" y="2910"/>
                      <a:pt x="33269" y="1034"/>
                    </a:cubicBezTo>
                    <a:cubicBezTo>
                      <a:pt x="34035" y="766"/>
                      <a:pt x="35413" y="0"/>
                      <a:pt x="36256" y="268"/>
                    </a:cubicBezTo>
                    <a:cubicBezTo>
                      <a:pt x="36600" y="307"/>
                      <a:pt x="36945" y="498"/>
                      <a:pt x="37098" y="881"/>
                    </a:cubicBezTo>
                    <a:cubicBezTo>
                      <a:pt x="38476" y="3446"/>
                      <a:pt x="38859" y="6394"/>
                      <a:pt x="39663" y="9188"/>
                    </a:cubicBezTo>
                    <a:cubicBezTo>
                      <a:pt x="40199" y="11256"/>
                      <a:pt x="40696" y="13361"/>
                      <a:pt x="41309" y="15429"/>
                    </a:cubicBezTo>
                    <a:cubicBezTo>
                      <a:pt x="41462" y="15697"/>
                      <a:pt x="41577" y="15965"/>
                      <a:pt x="41692" y="16233"/>
                    </a:cubicBezTo>
                    <a:cubicBezTo>
                      <a:pt x="45061" y="22894"/>
                      <a:pt x="48698" y="29402"/>
                      <a:pt x="52641" y="35757"/>
                    </a:cubicBezTo>
                    <a:cubicBezTo>
                      <a:pt x="55244" y="39471"/>
                      <a:pt x="58116" y="43031"/>
                      <a:pt x="61867" y="45635"/>
                    </a:cubicBezTo>
                    <a:cubicBezTo>
                      <a:pt x="62710" y="46362"/>
                      <a:pt x="63628" y="47051"/>
                      <a:pt x="64509" y="47778"/>
                    </a:cubicBezTo>
                    <a:cubicBezTo>
                      <a:pt x="64509" y="47778"/>
                      <a:pt x="64547" y="47778"/>
                      <a:pt x="64547" y="47778"/>
                    </a:cubicBezTo>
                    <a:cubicBezTo>
                      <a:pt x="64968" y="47740"/>
                      <a:pt x="65275" y="48085"/>
                      <a:pt x="65466" y="48429"/>
                    </a:cubicBezTo>
                    <a:cubicBezTo>
                      <a:pt x="66270" y="49233"/>
                      <a:pt x="67151" y="49961"/>
                      <a:pt x="68031" y="50650"/>
                    </a:cubicBezTo>
                    <a:cubicBezTo>
                      <a:pt x="68223" y="50688"/>
                      <a:pt x="68376" y="50803"/>
                      <a:pt x="68491" y="50879"/>
                    </a:cubicBezTo>
                    <a:close/>
                  </a:path>
                </a:pathLst>
              </a:custGeom>
              <a:solidFill>
                <a:srgbClr val="EFB3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42"/>
              <p:cNvSpPr/>
              <p:nvPr/>
            </p:nvSpPr>
            <p:spPr>
              <a:xfrm>
                <a:off x="245775" y="1163900"/>
                <a:ext cx="1714175" cy="3031125"/>
              </a:xfrm>
              <a:custGeom>
                <a:avLst/>
                <a:gdLst/>
                <a:ahLst/>
                <a:cxnLst/>
                <a:rect l="l" t="t" r="r" b="b"/>
                <a:pathLst>
                  <a:path w="68567" h="121245" extrusionOk="0">
                    <a:moveTo>
                      <a:pt x="29096" y="41462"/>
                    </a:moveTo>
                    <a:cubicBezTo>
                      <a:pt x="29479" y="42763"/>
                      <a:pt x="30474" y="52832"/>
                      <a:pt x="28254" y="52219"/>
                    </a:cubicBezTo>
                    <a:cubicBezTo>
                      <a:pt x="26761" y="51875"/>
                      <a:pt x="27871" y="49999"/>
                      <a:pt x="27794" y="48965"/>
                    </a:cubicBezTo>
                    <a:cubicBezTo>
                      <a:pt x="27794" y="46630"/>
                      <a:pt x="27794" y="44256"/>
                      <a:pt x="27335" y="41959"/>
                    </a:cubicBezTo>
                    <a:cubicBezTo>
                      <a:pt x="27029" y="40811"/>
                      <a:pt x="28790" y="40313"/>
                      <a:pt x="29096" y="41462"/>
                    </a:cubicBezTo>
                    <a:lnTo>
                      <a:pt x="29096" y="41462"/>
                    </a:lnTo>
                    <a:close/>
                    <a:moveTo>
                      <a:pt x="31355" y="82655"/>
                    </a:moveTo>
                    <a:cubicBezTo>
                      <a:pt x="31699" y="81468"/>
                      <a:pt x="34800" y="81353"/>
                      <a:pt x="35834" y="81621"/>
                    </a:cubicBezTo>
                    <a:cubicBezTo>
                      <a:pt x="36293" y="81736"/>
                      <a:pt x="36370" y="82387"/>
                      <a:pt x="35987" y="82617"/>
                    </a:cubicBezTo>
                    <a:cubicBezTo>
                      <a:pt x="35260" y="82732"/>
                      <a:pt x="34456" y="82387"/>
                      <a:pt x="33690" y="82617"/>
                    </a:cubicBezTo>
                    <a:cubicBezTo>
                      <a:pt x="32963" y="82578"/>
                      <a:pt x="31546" y="83842"/>
                      <a:pt x="31355" y="82655"/>
                    </a:cubicBezTo>
                    <a:lnTo>
                      <a:pt x="31355" y="82655"/>
                    </a:lnTo>
                    <a:close/>
                    <a:moveTo>
                      <a:pt x="47051" y="89661"/>
                    </a:moveTo>
                    <a:cubicBezTo>
                      <a:pt x="44141" y="92035"/>
                      <a:pt x="40887" y="94140"/>
                      <a:pt x="37212" y="94982"/>
                    </a:cubicBezTo>
                    <a:cubicBezTo>
                      <a:pt x="29747" y="96743"/>
                      <a:pt x="23889" y="91958"/>
                      <a:pt x="18032" y="88168"/>
                    </a:cubicBezTo>
                    <a:cubicBezTo>
                      <a:pt x="17534" y="87900"/>
                      <a:pt x="17151" y="88398"/>
                      <a:pt x="17266" y="88819"/>
                    </a:cubicBezTo>
                    <a:cubicBezTo>
                      <a:pt x="17190" y="88819"/>
                      <a:pt x="17151" y="88857"/>
                      <a:pt x="17113" y="88895"/>
                    </a:cubicBezTo>
                    <a:cubicBezTo>
                      <a:pt x="16998" y="89010"/>
                      <a:pt x="16998" y="89202"/>
                      <a:pt x="16998" y="89393"/>
                    </a:cubicBezTo>
                    <a:cubicBezTo>
                      <a:pt x="16998" y="89623"/>
                      <a:pt x="17037" y="89852"/>
                      <a:pt x="17075" y="90120"/>
                    </a:cubicBezTo>
                    <a:cubicBezTo>
                      <a:pt x="17228" y="91690"/>
                      <a:pt x="17305" y="93260"/>
                      <a:pt x="17305" y="94829"/>
                    </a:cubicBezTo>
                    <a:cubicBezTo>
                      <a:pt x="17266" y="95403"/>
                      <a:pt x="17190" y="95939"/>
                      <a:pt x="17113" y="96475"/>
                    </a:cubicBezTo>
                    <a:cubicBezTo>
                      <a:pt x="17075" y="96858"/>
                      <a:pt x="17037" y="97203"/>
                      <a:pt x="16960" y="97586"/>
                    </a:cubicBezTo>
                    <a:cubicBezTo>
                      <a:pt x="16960" y="97777"/>
                      <a:pt x="16883" y="98045"/>
                      <a:pt x="16883" y="98275"/>
                    </a:cubicBezTo>
                    <a:cubicBezTo>
                      <a:pt x="16769" y="98313"/>
                      <a:pt x="16654" y="98428"/>
                      <a:pt x="16654" y="98619"/>
                    </a:cubicBezTo>
                    <a:cubicBezTo>
                      <a:pt x="16654" y="98658"/>
                      <a:pt x="16654" y="98696"/>
                      <a:pt x="16692" y="98734"/>
                    </a:cubicBezTo>
                    <a:cubicBezTo>
                      <a:pt x="16654" y="98811"/>
                      <a:pt x="16654" y="98849"/>
                      <a:pt x="16615" y="98926"/>
                    </a:cubicBezTo>
                    <a:cubicBezTo>
                      <a:pt x="16309" y="100151"/>
                      <a:pt x="16079" y="101376"/>
                      <a:pt x="15811" y="102601"/>
                    </a:cubicBezTo>
                    <a:cubicBezTo>
                      <a:pt x="15735" y="102907"/>
                      <a:pt x="15658" y="103213"/>
                      <a:pt x="15620" y="103520"/>
                    </a:cubicBezTo>
                    <a:cubicBezTo>
                      <a:pt x="15620" y="103634"/>
                      <a:pt x="15620" y="103749"/>
                      <a:pt x="15697" y="103826"/>
                    </a:cubicBezTo>
                    <a:cubicBezTo>
                      <a:pt x="15046" y="105396"/>
                      <a:pt x="14280" y="106927"/>
                      <a:pt x="13323" y="108343"/>
                    </a:cubicBezTo>
                    <a:cubicBezTo>
                      <a:pt x="13017" y="108879"/>
                      <a:pt x="12098" y="109722"/>
                      <a:pt x="12404" y="110372"/>
                    </a:cubicBezTo>
                    <a:cubicBezTo>
                      <a:pt x="12481" y="110564"/>
                      <a:pt x="12672" y="110679"/>
                      <a:pt x="12825" y="110832"/>
                    </a:cubicBezTo>
                    <a:cubicBezTo>
                      <a:pt x="12940" y="110908"/>
                      <a:pt x="13055" y="111061"/>
                      <a:pt x="13208" y="111061"/>
                    </a:cubicBezTo>
                    <a:cubicBezTo>
                      <a:pt x="13476" y="111100"/>
                      <a:pt x="13782" y="111061"/>
                      <a:pt x="13897" y="110794"/>
                    </a:cubicBezTo>
                    <a:cubicBezTo>
                      <a:pt x="14357" y="110296"/>
                      <a:pt x="14740" y="109722"/>
                      <a:pt x="15122" y="109109"/>
                    </a:cubicBezTo>
                    <a:cubicBezTo>
                      <a:pt x="16271" y="107271"/>
                      <a:pt x="17151" y="105281"/>
                      <a:pt x="17764" y="103213"/>
                    </a:cubicBezTo>
                    <a:cubicBezTo>
                      <a:pt x="17994" y="102486"/>
                      <a:pt x="18185" y="101759"/>
                      <a:pt x="18415" y="101069"/>
                    </a:cubicBezTo>
                    <a:cubicBezTo>
                      <a:pt x="18759" y="101414"/>
                      <a:pt x="19104" y="101797"/>
                      <a:pt x="19448" y="102141"/>
                    </a:cubicBezTo>
                    <a:cubicBezTo>
                      <a:pt x="19984" y="102716"/>
                      <a:pt x="20520" y="103252"/>
                      <a:pt x="21095" y="103788"/>
                    </a:cubicBezTo>
                    <a:cubicBezTo>
                      <a:pt x="24578" y="107233"/>
                      <a:pt x="29019" y="110143"/>
                      <a:pt x="34035" y="110296"/>
                    </a:cubicBezTo>
                    <a:cubicBezTo>
                      <a:pt x="37097" y="110449"/>
                      <a:pt x="40160" y="109798"/>
                      <a:pt x="43031" y="108688"/>
                    </a:cubicBezTo>
                    <a:cubicBezTo>
                      <a:pt x="45213" y="107807"/>
                      <a:pt x="47204" y="106544"/>
                      <a:pt x="49195" y="105319"/>
                    </a:cubicBezTo>
                    <a:cubicBezTo>
                      <a:pt x="49731" y="105013"/>
                      <a:pt x="50229" y="104668"/>
                      <a:pt x="50765" y="104324"/>
                    </a:cubicBezTo>
                    <a:cubicBezTo>
                      <a:pt x="50879" y="104668"/>
                      <a:pt x="50994" y="105013"/>
                      <a:pt x="51109" y="105357"/>
                    </a:cubicBezTo>
                    <a:cubicBezTo>
                      <a:pt x="51645" y="106965"/>
                      <a:pt x="52296" y="108535"/>
                      <a:pt x="53062" y="110028"/>
                    </a:cubicBezTo>
                    <a:cubicBezTo>
                      <a:pt x="53483" y="110832"/>
                      <a:pt x="53904" y="111636"/>
                      <a:pt x="54478" y="112363"/>
                    </a:cubicBezTo>
                    <a:lnTo>
                      <a:pt x="54363" y="112516"/>
                    </a:lnTo>
                    <a:cubicBezTo>
                      <a:pt x="53253" y="114086"/>
                      <a:pt x="51760" y="115349"/>
                      <a:pt x="50075" y="116230"/>
                    </a:cubicBezTo>
                    <a:cubicBezTo>
                      <a:pt x="47625" y="117417"/>
                      <a:pt x="45022" y="118297"/>
                      <a:pt x="42380" y="118871"/>
                    </a:cubicBezTo>
                    <a:cubicBezTo>
                      <a:pt x="40198" y="119331"/>
                      <a:pt x="38054" y="119484"/>
                      <a:pt x="35872" y="119484"/>
                    </a:cubicBezTo>
                    <a:cubicBezTo>
                      <a:pt x="33001" y="119560"/>
                      <a:pt x="30130" y="119292"/>
                      <a:pt x="27297" y="118910"/>
                    </a:cubicBezTo>
                    <a:cubicBezTo>
                      <a:pt x="26684" y="118795"/>
                      <a:pt x="26148" y="118527"/>
                      <a:pt x="25612" y="118335"/>
                    </a:cubicBezTo>
                    <a:cubicBezTo>
                      <a:pt x="25421" y="118259"/>
                      <a:pt x="25229" y="118335"/>
                      <a:pt x="25153" y="118527"/>
                    </a:cubicBezTo>
                    <a:cubicBezTo>
                      <a:pt x="25076" y="118680"/>
                      <a:pt x="25153" y="118910"/>
                      <a:pt x="25306" y="118986"/>
                    </a:cubicBezTo>
                    <a:cubicBezTo>
                      <a:pt x="25918" y="119216"/>
                      <a:pt x="26531" y="119484"/>
                      <a:pt x="27143" y="119599"/>
                    </a:cubicBezTo>
                    <a:cubicBezTo>
                      <a:pt x="27641" y="119675"/>
                      <a:pt x="28139" y="119752"/>
                      <a:pt x="28637" y="119790"/>
                    </a:cubicBezTo>
                    <a:cubicBezTo>
                      <a:pt x="28522" y="119982"/>
                      <a:pt x="28637" y="120288"/>
                      <a:pt x="28943" y="120288"/>
                    </a:cubicBezTo>
                    <a:cubicBezTo>
                      <a:pt x="29938" y="120518"/>
                      <a:pt x="30934" y="120594"/>
                      <a:pt x="31967" y="120671"/>
                    </a:cubicBezTo>
                    <a:cubicBezTo>
                      <a:pt x="32695" y="120747"/>
                      <a:pt x="33422" y="120824"/>
                      <a:pt x="34188" y="120824"/>
                    </a:cubicBezTo>
                    <a:cubicBezTo>
                      <a:pt x="34571" y="120824"/>
                      <a:pt x="34992" y="120824"/>
                      <a:pt x="35413" y="120824"/>
                    </a:cubicBezTo>
                    <a:cubicBezTo>
                      <a:pt x="36293" y="120862"/>
                      <a:pt x="37174" y="120824"/>
                      <a:pt x="38054" y="120709"/>
                    </a:cubicBezTo>
                    <a:cubicBezTo>
                      <a:pt x="38016" y="120786"/>
                      <a:pt x="38016" y="120862"/>
                      <a:pt x="38016" y="120939"/>
                    </a:cubicBezTo>
                    <a:cubicBezTo>
                      <a:pt x="38093" y="121245"/>
                      <a:pt x="38437" y="121245"/>
                      <a:pt x="38667" y="121168"/>
                    </a:cubicBezTo>
                    <a:cubicBezTo>
                      <a:pt x="38897" y="121092"/>
                      <a:pt x="39126" y="121054"/>
                      <a:pt x="39356" y="120977"/>
                    </a:cubicBezTo>
                    <a:cubicBezTo>
                      <a:pt x="40428" y="120747"/>
                      <a:pt x="41462" y="120518"/>
                      <a:pt x="42534" y="120250"/>
                    </a:cubicBezTo>
                    <a:cubicBezTo>
                      <a:pt x="45290" y="119599"/>
                      <a:pt x="48046" y="118833"/>
                      <a:pt x="50573" y="117531"/>
                    </a:cubicBezTo>
                    <a:cubicBezTo>
                      <a:pt x="50879" y="117570"/>
                      <a:pt x="51033" y="117263"/>
                      <a:pt x="51301" y="117187"/>
                    </a:cubicBezTo>
                    <a:cubicBezTo>
                      <a:pt x="52679" y="116459"/>
                      <a:pt x="54019" y="115694"/>
                      <a:pt x="55205" y="114660"/>
                    </a:cubicBezTo>
                    <a:cubicBezTo>
                      <a:pt x="55550" y="114392"/>
                      <a:pt x="55895" y="114048"/>
                      <a:pt x="56201" y="113741"/>
                    </a:cubicBezTo>
                    <a:cubicBezTo>
                      <a:pt x="56239" y="113780"/>
                      <a:pt x="56316" y="113818"/>
                      <a:pt x="56392" y="113818"/>
                    </a:cubicBezTo>
                    <a:cubicBezTo>
                      <a:pt x="56507" y="113818"/>
                      <a:pt x="56584" y="113780"/>
                      <a:pt x="56660" y="113741"/>
                    </a:cubicBezTo>
                    <a:cubicBezTo>
                      <a:pt x="56928" y="113512"/>
                      <a:pt x="57196" y="113244"/>
                      <a:pt x="57464" y="112976"/>
                    </a:cubicBezTo>
                    <a:cubicBezTo>
                      <a:pt x="57847" y="112631"/>
                      <a:pt x="58192" y="112325"/>
                      <a:pt x="58574" y="111980"/>
                    </a:cubicBezTo>
                    <a:cubicBezTo>
                      <a:pt x="58881" y="111751"/>
                      <a:pt x="59225" y="111406"/>
                      <a:pt x="58996" y="110985"/>
                    </a:cubicBezTo>
                    <a:cubicBezTo>
                      <a:pt x="58689" y="110487"/>
                      <a:pt x="58306" y="110066"/>
                      <a:pt x="57962" y="109607"/>
                    </a:cubicBezTo>
                    <a:cubicBezTo>
                      <a:pt x="57388" y="108879"/>
                      <a:pt x="56967" y="108075"/>
                      <a:pt x="56545" y="107271"/>
                    </a:cubicBezTo>
                    <a:cubicBezTo>
                      <a:pt x="55665" y="105472"/>
                      <a:pt x="55052" y="103558"/>
                      <a:pt x="54478" y="101644"/>
                    </a:cubicBezTo>
                    <a:cubicBezTo>
                      <a:pt x="54478" y="101529"/>
                      <a:pt x="54440" y="101414"/>
                      <a:pt x="54401" y="101299"/>
                    </a:cubicBezTo>
                    <a:cubicBezTo>
                      <a:pt x="54440" y="101184"/>
                      <a:pt x="54440" y="101031"/>
                      <a:pt x="54363" y="100916"/>
                    </a:cubicBezTo>
                    <a:cubicBezTo>
                      <a:pt x="54401" y="100840"/>
                      <a:pt x="54401" y="100763"/>
                      <a:pt x="54363" y="100687"/>
                    </a:cubicBezTo>
                    <a:cubicBezTo>
                      <a:pt x="53866" y="99500"/>
                      <a:pt x="53866" y="98122"/>
                      <a:pt x="53827" y="96858"/>
                    </a:cubicBezTo>
                    <a:cubicBezTo>
                      <a:pt x="53827" y="93566"/>
                      <a:pt x="53980" y="90312"/>
                      <a:pt x="53789" y="87058"/>
                    </a:cubicBezTo>
                    <a:lnTo>
                      <a:pt x="53789" y="86943"/>
                    </a:lnTo>
                    <a:cubicBezTo>
                      <a:pt x="54363" y="86139"/>
                      <a:pt x="55052" y="84875"/>
                      <a:pt x="55665" y="83536"/>
                    </a:cubicBezTo>
                    <a:cubicBezTo>
                      <a:pt x="56048" y="83153"/>
                      <a:pt x="56354" y="82464"/>
                      <a:pt x="56584" y="82157"/>
                    </a:cubicBezTo>
                    <a:cubicBezTo>
                      <a:pt x="57502" y="80703"/>
                      <a:pt x="58421" y="79209"/>
                      <a:pt x="59187" y="77678"/>
                    </a:cubicBezTo>
                    <a:cubicBezTo>
                      <a:pt x="60527" y="74654"/>
                      <a:pt x="61446" y="71476"/>
                      <a:pt x="62441" y="68337"/>
                    </a:cubicBezTo>
                    <a:cubicBezTo>
                      <a:pt x="63245" y="65772"/>
                      <a:pt x="63972" y="63245"/>
                      <a:pt x="64394" y="60604"/>
                    </a:cubicBezTo>
                    <a:cubicBezTo>
                      <a:pt x="64432" y="60642"/>
                      <a:pt x="64432" y="60680"/>
                      <a:pt x="64470" y="60680"/>
                    </a:cubicBezTo>
                    <a:cubicBezTo>
                      <a:pt x="65274" y="61331"/>
                      <a:pt x="67188" y="56546"/>
                      <a:pt x="67418" y="55856"/>
                    </a:cubicBezTo>
                    <a:cubicBezTo>
                      <a:pt x="67686" y="55206"/>
                      <a:pt x="67916" y="54555"/>
                      <a:pt x="68107" y="53866"/>
                    </a:cubicBezTo>
                    <a:cubicBezTo>
                      <a:pt x="68222" y="53291"/>
                      <a:pt x="68566" y="52487"/>
                      <a:pt x="67992" y="51990"/>
                    </a:cubicBezTo>
                    <a:cubicBezTo>
                      <a:pt x="67648" y="51722"/>
                      <a:pt x="67227" y="51492"/>
                      <a:pt x="66767" y="51301"/>
                    </a:cubicBezTo>
                    <a:cubicBezTo>
                      <a:pt x="66614" y="51109"/>
                      <a:pt x="66423" y="50918"/>
                      <a:pt x="66193" y="50841"/>
                    </a:cubicBezTo>
                    <a:cubicBezTo>
                      <a:pt x="65657" y="50420"/>
                      <a:pt x="65274" y="49846"/>
                      <a:pt x="64776" y="49386"/>
                    </a:cubicBezTo>
                    <a:cubicBezTo>
                      <a:pt x="64700" y="49310"/>
                      <a:pt x="64585" y="49233"/>
                      <a:pt x="64470" y="49195"/>
                    </a:cubicBezTo>
                    <a:cubicBezTo>
                      <a:pt x="64240" y="48429"/>
                      <a:pt x="63819" y="47664"/>
                      <a:pt x="63168" y="46745"/>
                    </a:cubicBezTo>
                    <a:cubicBezTo>
                      <a:pt x="59953" y="42151"/>
                      <a:pt x="56507" y="37787"/>
                      <a:pt x="53368" y="33192"/>
                    </a:cubicBezTo>
                    <a:cubicBezTo>
                      <a:pt x="50152" y="28598"/>
                      <a:pt x="47510" y="23622"/>
                      <a:pt x="43988" y="19295"/>
                    </a:cubicBezTo>
                    <a:cubicBezTo>
                      <a:pt x="42802" y="17726"/>
                      <a:pt x="41844" y="15965"/>
                      <a:pt x="41002" y="14165"/>
                    </a:cubicBezTo>
                    <a:cubicBezTo>
                      <a:pt x="40619" y="13285"/>
                      <a:pt x="40237" y="12328"/>
                      <a:pt x="39777" y="11447"/>
                    </a:cubicBezTo>
                    <a:cubicBezTo>
                      <a:pt x="39547" y="11103"/>
                      <a:pt x="39318" y="10720"/>
                      <a:pt x="39165" y="10299"/>
                    </a:cubicBezTo>
                    <a:cubicBezTo>
                      <a:pt x="39050" y="9954"/>
                      <a:pt x="38935" y="9610"/>
                      <a:pt x="38820" y="9227"/>
                    </a:cubicBezTo>
                    <a:cubicBezTo>
                      <a:pt x="38782" y="9112"/>
                      <a:pt x="38705" y="9035"/>
                      <a:pt x="38590" y="8997"/>
                    </a:cubicBezTo>
                    <a:cubicBezTo>
                      <a:pt x="38361" y="7734"/>
                      <a:pt x="38207" y="6470"/>
                      <a:pt x="38093" y="5169"/>
                    </a:cubicBezTo>
                    <a:cubicBezTo>
                      <a:pt x="38054" y="4556"/>
                      <a:pt x="37978" y="3944"/>
                      <a:pt x="38054" y="3331"/>
                    </a:cubicBezTo>
                    <a:cubicBezTo>
                      <a:pt x="38169" y="3216"/>
                      <a:pt x="38169" y="3025"/>
                      <a:pt x="38093" y="2872"/>
                    </a:cubicBezTo>
                    <a:cubicBezTo>
                      <a:pt x="37978" y="2719"/>
                      <a:pt x="37748" y="2680"/>
                      <a:pt x="37595" y="2795"/>
                    </a:cubicBezTo>
                    <a:cubicBezTo>
                      <a:pt x="37404" y="2910"/>
                      <a:pt x="37365" y="3063"/>
                      <a:pt x="37327" y="3255"/>
                    </a:cubicBezTo>
                    <a:cubicBezTo>
                      <a:pt x="37327" y="3331"/>
                      <a:pt x="37327" y="3408"/>
                      <a:pt x="37327" y="3446"/>
                    </a:cubicBezTo>
                    <a:lnTo>
                      <a:pt x="37212" y="3446"/>
                    </a:lnTo>
                    <a:cubicBezTo>
                      <a:pt x="37250" y="2527"/>
                      <a:pt x="37250" y="1494"/>
                      <a:pt x="36638" y="766"/>
                    </a:cubicBezTo>
                    <a:cubicBezTo>
                      <a:pt x="35987" y="1"/>
                      <a:pt x="34992" y="39"/>
                      <a:pt x="34073" y="230"/>
                    </a:cubicBezTo>
                    <a:cubicBezTo>
                      <a:pt x="33154" y="422"/>
                      <a:pt x="32273" y="804"/>
                      <a:pt x="31431" y="1226"/>
                    </a:cubicBezTo>
                    <a:cubicBezTo>
                      <a:pt x="29287" y="2298"/>
                      <a:pt x="27297" y="3752"/>
                      <a:pt x="25765" y="5590"/>
                    </a:cubicBezTo>
                    <a:cubicBezTo>
                      <a:pt x="24119" y="7389"/>
                      <a:pt x="22817" y="9495"/>
                      <a:pt x="21669" y="11639"/>
                    </a:cubicBezTo>
                    <a:cubicBezTo>
                      <a:pt x="20138" y="14242"/>
                      <a:pt x="18989" y="17037"/>
                      <a:pt x="17687" y="19717"/>
                    </a:cubicBezTo>
                    <a:cubicBezTo>
                      <a:pt x="16041" y="22971"/>
                      <a:pt x="14242" y="26110"/>
                      <a:pt x="12251" y="29134"/>
                    </a:cubicBezTo>
                    <a:cubicBezTo>
                      <a:pt x="11103" y="30781"/>
                      <a:pt x="9954" y="32427"/>
                      <a:pt x="8767" y="34035"/>
                    </a:cubicBezTo>
                    <a:cubicBezTo>
                      <a:pt x="7351" y="36025"/>
                      <a:pt x="5781" y="37940"/>
                      <a:pt x="4786" y="40198"/>
                    </a:cubicBezTo>
                    <a:cubicBezTo>
                      <a:pt x="4633" y="40505"/>
                      <a:pt x="4479" y="40849"/>
                      <a:pt x="4403" y="41194"/>
                    </a:cubicBezTo>
                    <a:cubicBezTo>
                      <a:pt x="4326" y="41615"/>
                      <a:pt x="4326" y="42036"/>
                      <a:pt x="4365" y="42457"/>
                    </a:cubicBezTo>
                    <a:cubicBezTo>
                      <a:pt x="4020" y="42304"/>
                      <a:pt x="3637" y="42649"/>
                      <a:pt x="3369" y="42878"/>
                    </a:cubicBezTo>
                    <a:cubicBezTo>
                      <a:pt x="2527" y="43529"/>
                      <a:pt x="1493" y="43912"/>
                      <a:pt x="689" y="44678"/>
                    </a:cubicBezTo>
                    <a:cubicBezTo>
                      <a:pt x="0" y="45443"/>
                      <a:pt x="345" y="46553"/>
                      <a:pt x="192" y="47472"/>
                    </a:cubicBezTo>
                    <a:cubicBezTo>
                      <a:pt x="115" y="48889"/>
                      <a:pt x="153" y="50344"/>
                      <a:pt x="115" y="51798"/>
                    </a:cubicBezTo>
                    <a:cubicBezTo>
                      <a:pt x="77" y="53215"/>
                      <a:pt x="39" y="54708"/>
                      <a:pt x="689" y="56048"/>
                    </a:cubicBezTo>
                    <a:cubicBezTo>
                      <a:pt x="1838" y="58192"/>
                      <a:pt x="3522" y="59953"/>
                      <a:pt x="4747" y="62058"/>
                    </a:cubicBezTo>
                    <a:cubicBezTo>
                      <a:pt x="4901" y="62250"/>
                      <a:pt x="5207" y="62250"/>
                      <a:pt x="5360" y="62097"/>
                    </a:cubicBezTo>
                    <a:cubicBezTo>
                      <a:pt x="5437" y="62709"/>
                      <a:pt x="5513" y="63169"/>
                      <a:pt x="5551" y="63475"/>
                    </a:cubicBezTo>
                    <a:cubicBezTo>
                      <a:pt x="6355" y="68299"/>
                      <a:pt x="7389" y="73122"/>
                      <a:pt x="8882" y="77793"/>
                    </a:cubicBezTo>
                    <a:cubicBezTo>
                      <a:pt x="8997" y="78061"/>
                      <a:pt x="9342" y="78176"/>
                      <a:pt x="9609" y="78061"/>
                    </a:cubicBezTo>
                    <a:cubicBezTo>
                      <a:pt x="10413" y="77755"/>
                      <a:pt x="9227" y="75573"/>
                      <a:pt x="9188" y="74845"/>
                    </a:cubicBezTo>
                    <a:cubicBezTo>
                      <a:pt x="8691" y="72816"/>
                      <a:pt x="8270" y="70825"/>
                      <a:pt x="8002" y="68758"/>
                    </a:cubicBezTo>
                    <a:cubicBezTo>
                      <a:pt x="7159" y="61484"/>
                      <a:pt x="7044" y="53789"/>
                      <a:pt x="9035" y="46707"/>
                    </a:cubicBezTo>
                    <a:cubicBezTo>
                      <a:pt x="9686" y="45214"/>
                      <a:pt x="10490" y="43720"/>
                      <a:pt x="11332" y="42304"/>
                    </a:cubicBezTo>
                    <a:cubicBezTo>
                      <a:pt x="11792" y="41768"/>
                      <a:pt x="12251" y="41232"/>
                      <a:pt x="12710" y="40696"/>
                    </a:cubicBezTo>
                    <a:cubicBezTo>
                      <a:pt x="14242" y="38897"/>
                      <a:pt x="15620" y="36944"/>
                      <a:pt x="16845" y="34954"/>
                    </a:cubicBezTo>
                    <a:cubicBezTo>
                      <a:pt x="17611" y="35030"/>
                      <a:pt x="18376" y="35183"/>
                      <a:pt x="19104" y="35298"/>
                    </a:cubicBezTo>
                    <a:cubicBezTo>
                      <a:pt x="20750" y="35681"/>
                      <a:pt x="23889" y="35719"/>
                      <a:pt x="24196" y="33614"/>
                    </a:cubicBezTo>
                    <a:cubicBezTo>
                      <a:pt x="24310" y="32427"/>
                      <a:pt x="22549" y="32159"/>
                      <a:pt x="22358" y="33346"/>
                    </a:cubicBezTo>
                    <a:cubicBezTo>
                      <a:pt x="21286" y="33996"/>
                      <a:pt x="19984" y="33575"/>
                      <a:pt x="18836" y="33384"/>
                    </a:cubicBezTo>
                    <a:cubicBezTo>
                      <a:pt x="18530" y="33346"/>
                      <a:pt x="18185" y="33269"/>
                      <a:pt x="17879" y="33231"/>
                    </a:cubicBezTo>
                    <a:cubicBezTo>
                      <a:pt x="18185" y="32657"/>
                      <a:pt x="18491" y="32082"/>
                      <a:pt x="18798" y="31508"/>
                    </a:cubicBezTo>
                    <a:cubicBezTo>
                      <a:pt x="20559" y="28292"/>
                      <a:pt x="21860" y="24847"/>
                      <a:pt x="23430" y="21516"/>
                    </a:cubicBezTo>
                    <a:cubicBezTo>
                      <a:pt x="24578" y="18989"/>
                      <a:pt x="25536" y="16386"/>
                      <a:pt x="26799" y="13897"/>
                    </a:cubicBezTo>
                    <a:cubicBezTo>
                      <a:pt x="27909" y="11754"/>
                      <a:pt x="28981" y="9610"/>
                      <a:pt x="30436" y="7657"/>
                    </a:cubicBezTo>
                    <a:cubicBezTo>
                      <a:pt x="31546" y="6164"/>
                      <a:pt x="32809" y="4977"/>
                      <a:pt x="34647" y="4403"/>
                    </a:cubicBezTo>
                    <a:cubicBezTo>
                      <a:pt x="35413" y="4135"/>
                      <a:pt x="36293" y="3905"/>
                      <a:pt x="37097" y="4135"/>
                    </a:cubicBezTo>
                    <a:cubicBezTo>
                      <a:pt x="37174" y="4173"/>
                      <a:pt x="37250" y="4173"/>
                      <a:pt x="37289" y="4212"/>
                    </a:cubicBezTo>
                    <a:cubicBezTo>
                      <a:pt x="37327" y="5628"/>
                      <a:pt x="37557" y="7006"/>
                      <a:pt x="37748" y="8423"/>
                    </a:cubicBezTo>
                    <a:cubicBezTo>
                      <a:pt x="38093" y="10567"/>
                      <a:pt x="38590" y="12711"/>
                      <a:pt x="39126" y="14855"/>
                    </a:cubicBezTo>
                    <a:cubicBezTo>
                      <a:pt x="39586" y="16960"/>
                      <a:pt x="40351" y="18989"/>
                      <a:pt x="41194" y="21018"/>
                    </a:cubicBezTo>
                    <a:cubicBezTo>
                      <a:pt x="42802" y="25076"/>
                      <a:pt x="44601" y="29134"/>
                      <a:pt x="46745" y="32963"/>
                    </a:cubicBezTo>
                    <a:cubicBezTo>
                      <a:pt x="46362" y="33039"/>
                      <a:pt x="45979" y="33116"/>
                      <a:pt x="45596" y="33154"/>
                    </a:cubicBezTo>
                    <a:cubicBezTo>
                      <a:pt x="44065" y="33422"/>
                      <a:pt x="42457" y="34111"/>
                      <a:pt x="40887" y="33614"/>
                    </a:cubicBezTo>
                    <a:cubicBezTo>
                      <a:pt x="40887" y="32848"/>
                      <a:pt x="40007" y="32465"/>
                      <a:pt x="39433" y="32886"/>
                    </a:cubicBezTo>
                    <a:cubicBezTo>
                      <a:pt x="38667" y="33499"/>
                      <a:pt x="39050" y="34647"/>
                      <a:pt x="39777" y="35068"/>
                    </a:cubicBezTo>
                    <a:cubicBezTo>
                      <a:pt x="40390" y="35528"/>
                      <a:pt x="41232" y="35604"/>
                      <a:pt x="41998" y="35643"/>
                    </a:cubicBezTo>
                    <a:cubicBezTo>
                      <a:pt x="43950" y="35604"/>
                      <a:pt x="45826" y="34915"/>
                      <a:pt x="47740" y="34686"/>
                    </a:cubicBezTo>
                    <a:cubicBezTo>
                      <a:pt x="49080" y="36906"/>
                      <a:pt x="50535" y="39050"/>
                      <a:pt x="52181" y="41079"/>
                    </a:cubicBezTo>
                    <a:cubicBezTo>
                      <a:pt x="52908" y="41959"/>
                      <a:pt x="53712" y="42802"/>
                      <a:pt x="54516" y="43644"/>
                    </a:cubicBezTo>
                    <a:cubicBezTo>
                      <a:pt x="54937" y="44218"/>
                      <a:pt x="55320" y="44792"/>
                      <a:pt x="55665" y="45328"/>
                    </a:cubicBezTo>
                    <a:cubicBezTo>
                      <a:pt x="56660" y="47893"/>
                      <a:pt x="57464" y="50573"/>
                      <a:pt x="57579" y="53368"/>
                    </a:cubicBezTo>
                    <a:cubicBezTo>
                      <a:pt x="58460" y="66116"/>
                      <a:pt x="55933" y="80090"/>
                      <a:pt x="47051" y="89661"/>
                    </a:cubicBezTo>
                    <a:lnTo>
                      <a:pt x="47051" y="89661"/>
                    </a:lnTo>
                    <a:close/>
                    <a:moveTo>
                      <a:pt x="31584" y="64585"/>
                    </a:moveTo>
                    <a:lnTo>
                      <a:pt x="31584" y="64585"/>
                    </a:lnTo>
                    <a:cubicBezTo>
                      <a:pt x="30780" y="64585"/>
                      <a:pt x="30015" y="64623"/>
                      <a:pt x="29287" y="64662"/>
                    </a:cubicBezTo>
                    <a:cubicBezTo>
                      <a:pt x="27373" y="64738"/>
                      <a:pt x="25459" y="64126"/>
                      <a:pt x="24119" y="62709"/>
                    </a:cubicBezTo>
                    <a:cubicBezTo>
                      <a:pt x="23889" y="62365"/>
                      <a:pt x="23430" y="61790"/>
                      <a:pt x="23507" y="61369"/>
                    </a:cubicBezTo>
                    <a:cubicBezTo>
                      <a:pt x="23047" y="60718"/>
                      <a:pt x="22703" y="60029"/>
                      <a:pt x="22511" y="59340"/>
                    </a:cubicBezTo>
                    <a:cubicBezTo>
                      <a:pt x="22549" y="59264"/>
                      <a:pt x="22588" y="59149"/>
                      <a:pt x="22588" y="59072"/>
                    </a:cubicBezTo>
                    <a:cubicBezTo>
                      <a:pt x="22588" y="58766"/>
                      <a:pt x="22626" y="58498"/>
                      <a:pt x="22626" y="58230"/>
                    </a:cubicBezTo>
                    <a:cubicBezTo>
                      <a:pt x="22741" y="58307"/>
                      <a:pt x="22856" y="58383"/>
                      <a:pt x="22932" y="58421"/>
                    </a:cubicBezTo>
                    <a:cubicBezTo>
                      <a:pt x="23200" y="58613"/>
                      <a:pt x="23468" y="58728"/>
                      <a:pt x="23774" y="58766"/>
                    </a:cubicBezTo>
                    <a:cubicBezTo>
                      <a:pt x="24004" y="58804"/>
                      <a:pt x="24272" y="58804"/>
                      <a:pt x="24502" y="58766"/>
                    </a:cubicBezTo>
                    <a:cubicBezTo>
                      <a:pt x="24885" y="58728"/>
                      <a:pt x="25306" y="58651"/>
                      <a:pt x="25689" y="58651"/>
                    </a:cubicBezTo>
                    <a:cubicBezTo>
                      <a:pt x="25765" y="58651"/>
                      <a:pt x="25842" y="58651"/>
                      <a:pt x="25918" y="58651"/>
                    </a:cubicBezTo>
                    <a:cubicBezTo>
                      <a:pt x="25957" y="58651"/>
                      <a:pt x="25957" y="58651"/>
                      <a:pt x="25995" y="58651"/>
                    </a:cubicBezTo>
                    <a:cubicBezTo>
                      <a:pt x="26072" y="58689"/>
                      <a:pt x="26148" y="58728"/>
                      <a:pt x="26225" y="58728"/>
                    </a:cubicBezTo>
                    <a:cubicBezTo>
                      <a:pt x="26416" y="58804"/>
                      <a:pt x="26569" y="58881"/>
                      <a:pt x="26761" y="58996"/>
                    </a:cubicBezTo>
                    <a:cubicBezTo>
                      <a:pt x="27143" y="59225"/>
                      <a:pt x="27488" y="59455"/>
                      <a:pt x="27909" y="59685"/>
                    </a:cubicBezTo>
                    <a:cubicBezTo>
                      <a:pt x="28522" y="60029"/>
                      <a:pt x="29134" y="60297"/>
                      <a:pt x="29862" y="60374"/>
                    </a:cubicBezTo>
                    <a:cubicBezTo>
                      <a:pt x="30091" y="60412"/>
                      <a:pt x="30283" y="60412"/>
                      <a:pt x="30512" y="60412"/>
                    </a:cubicBezTo>
                    <a:cubicBezTo>
                      <a:pt x="30972" y="60412"/>
                      <a:pt x="31470" y="60374"/>
                      <a:pt x="31929" y="60297"/>
                    </a:cubicBezTo>
                    <a:cubicBezTo>
                      <a:pt x="32541" y="60182"/>
                      <a:pt x="33154" y="59991"/>
                      <a:pt x="33728" y="59761"/>
                    </a:cubicBezTo>
                    <a:cubicBezTo>
                      <a:pt x="34303" y="59532"/>
                      <a:pt x="34800" y="59187"/>
                      <a:pt x="35336" y="58881"/>
                    </a:cubicBezTo>
                    <a:cubicBezTo>
                      <a:pt x="35528" y="58766"/>
                      <a:pt x="35719" y="58651"/>
                      <a:pt x="35949" y="58575"/>
                    </a:cubicBezTo>
                    <a:cubicBezTo>
                      <a:pt x="36064" y="58536"/>
                      <a:pt x="36178" y="58498"/>
                      <a:pt x="36293" y="58460"/>
                    </a:cubicBezTo>
                    <a:cubicBezTo>
                      <a:pt x="36446" y="58421"/>
                      <a:pt x="36600" y="58383"/>
                      <a:pt x="36753" y="58345"/>
                    </a:cubicBezTo>
                    <a:cubicBezTo>
                      <a:pt x="37097" y="58307"/>
                      <a:pt x="37404" y="58307"/>
                      <a:pt x="37748" y="58268"/>
                    </a:cubicBezTo>
                    <a:lnTo>
                      <a:pt x="37748" y="58268"/>
                    </a:lnTo>
                    <a:lnTo>
                      <a:pt x="37748" y="58268"/>
                    </a:lnTo>
                    <a:lnTo>
                      <a:pt x="37748" y="58268"/>
                    </a:lnTo>
                    <a:lnTo>
                      <a:pt x="37786" y="58268"/>
                    </a:lnTo>
                    <a:lnTo>
                      <a:pt x="37786" y="58268"/>
                    </a:lnTo>
                    <a:lnTo>
                      <a:pt x="37786" y="58268"/>
                    </a:lnTo>
                    <a:cubicBezTo>
                      <a:pt x="38131" y="58268"/>
                      <a:pt x="38475" y="58268"/>
                      <a:pt x="38782" y="58268"/>
                    </a:cubicBezTo>
                    <a:cubicBezTo>
                      <a:pt x="39088" y="58230"/>
                      <a:pt x="39394" y="58192"/>
                      <a:pt x="39662" y="58077"/>
                    </a:cubicBezTo>
                    <a:cubicBezTo>
                      <a:pt x="40045" y="57924"/>
                      <a:pt x="40390" y="57694"/>
                      <a:pt x="40619" y="57388"/>
                    </a:cubicBezTo>
                    <a:cubicBezTo>
                      <a:pt x="40658" y="57426"/>
                      <a:pt x="40696" y="57464"/>
                      <a:pt x="40734" y="57541"/>
                    </a:cubicBezTo>
                    <a:cubicBezTo>
                      <a:pt x="40772" y="57962"/>
                      <a:pt x="40926" y="58230"/>
                      <a:pt x="40849" y="58613"/>
                    </a:cubicBezTo>
                    <a:cubicBezTo>
                      <a:pt x="40849" y="58651"/>
                      <a:pt x="40849" y="58766"/>
                      <a:pt x="40849" y="58766"/>
                    </a:cubicBezTo>
                    <a:cubicBezTo>
                      <a:pt x="41998" y="59379"/>
                      <a:pt x="40734" y="61905"/>
                      <a:pt x="40045" y="62556"/>
                    </a:cubicBezTo>
                    <a:cubicBezTo>
                      <a:pt x="38552" y="64049"/>
                      <a:pt x="36676" y="64394"/>
                      <a:pt x="34494" y="64509"/>
                    </a:cubicBezTo>
                    <a:lnTo>
                      <a:pt x="31584" y="64585"/>
                    </a:lnTo>
                    <a:close/>
                  </a:path>
                </a:pathLst>
              </a:custGeom>
              <a:solidFill>
                <a:srgbClr val="000000">
                  <a:alpha val="8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42"/>
              <p:cNvSpPr/>
              <p:nvPr/>
            </p:nvSpPr>
            <p:spPr>
              <a:xfrm>
                <a:off x="572150" y="2102800"/>
                <a:ext cx="960925" cy="518775"/>
              </a:xfrm>
              <a:custGeom>
                <a:avLst/>
                <a:gdLst/>
                <a:ahLst/>
                <a:cxnLst/>
                <a:rect l="l" t="t" r="r" b="b"/>
                <a:pathLst>
                  <a:path w="38437" h="20751" extrusionOk="0">
                    <a:moveTo>
                      <a:pt x="27909" y="4863"/>
                    </a:moveTo>
                    <a:cubicBezTo>
                      <a:pt x="25918" y="3217"/>
                      <a:pt x="31584" y="1"/>
                      <a:pt x="33115" y="192"/>
                    </a:cubicBezTo>
                    <a:cubicBezTo>
                      <a:pt x="34647" y="77"/>
                      <a:pt x="36140" y="728"/>
                      <a:pt x="37327" y="1647"/>
                    </a:cubicBezTo>
                    <a:cubicBezTo>
                      <a:pt x="38437" y="2489"/>
                      <a:pt x="37097" y="4250"/>
                      <a:pt x="35987" y="3370"/>
                    </a:cubicBezTo>
                    <a:cubicBezTo>
                      <a:pt x="34187" y="1838"/>
                      <a:pt x="31967" y="2260"/>
                      <a:pt x="30321" y="3791"/>
                    </a:cubicBezTo>
                    <a:cubicBezTo>
                      <a:pt x="29555" y="4442"/>
                      <a:pt x="28943" y="5629"/>
                      <a:pt x="27909" y="4863"/>
                    </a:cubicBezTo>
                    <a:lnTo>
                      <a:pt x="27909" y="4863"/>
                    </a:lnTo>
                    <a:close/>
                    <a:moveTo>
                      <a:pt x="15658" y="20597"/>
                    </a:moveTo>
                    <a:cubicBezTo>
                      <a:pt x="14356" y="20636"/>
                      <a:pt x="14203" y="18492"/>
                      <a:pt x="15275" y="18032"/>
                    </a:cubicBezTo>
                    <a:cubicBezTo>
                      <a:pt x="16615" y="17688"/>
                      <a:pt x="18453" y="17496"/>
                      <a:pt x="19563" y="18492"/>
                    </a:cubicBezTo>
                    <a:cubicBezTo>
                      <a:pt x="20712" y="20751"/>
                      <a:pt x="17075" y="20751"/>
                      <a:pt x="15658" y="20597"/>
                    </a:cubicBezTo>
                    <a:close/>
                    <a:moveTo>
                      <a:pt x="9226" y="4786"/>
                    </a:moveTo>
                    <a:cubicBezTo>
                      <a:pt x="8767" y="4595"/>
                      <a:pt x="8690" y="4289"/>
                      <a:pt x="8499" y="3944"/>
                    </a:cubicBezTo>
                    <a:cubicBezTo>
                      <a:pt x="7772" y="2719"/>
                      <a:pt x="6393" y="2221"/>
                      <a:pt x="5015" y="2336"/>
                    </a:cubicBezTo>
                    <a:cubicBezTo>
                      <a:pt x="4288" y="2413"/>
                      <a:pt x="3599" y="2566"/>
                      <a:pt x="2910" y="2796"/>
                    </a:cubicBezTo>
                    <a:cubicBezTo>
                      <a:pt x="2182" y="3178"/>
                      <a:pt x="1149" y="3446"/>
                      <a:pt x="727" y="2489"/>
                    </a:cubicBezTo>
                    <a:cubicBezTo>
                      <a:pt x="0" y="537"/>
                      <a:pt x="4441" y="116"/>
                      <a:pt x="5704" y="154"/>
                    </a:cubicBezTo>
                    <a:cubicBezTo>
                      <a:pt x="6508" y="192"/>
                      <a:pt x="7312" y="307"/>
                      <a:pt x="8001" y="613"/>
                    </a:cubicBezTo>
                    <a:cubicBezTo>
                      <a:pt x="9188" y="1188"/>
                      <a:pt x="10069" y="2221"/>
                      <a:pt x="10643" y="3331"/>
                    </a:cubicBezTo>
                    <a:cubicBezTo>
                      <a:pt x="11064" y="4212"/>
                      <a:pt x="10069" y="5169"/>
                      <a:pt x="9226" y="4786"/>
                    </a:cubicBezTo>
                    <a:close/>
                  </a:path>
                </a:pathLst>
              </a:custGeom>
              <a:solidFill>
                <a:srgbClr val="F6CB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42"/>
              <p:cNvSpPr/>
              <p:nvPr/>
            </p:nvSpPr>
            <p:spPr>
              <a:xfrm>
                <a:off x="713800" y="2862750"/>
                <a:ext cx="748450" cy="318725"/>
              </a:xfrm>
              <a:custGeom>
                <a:avLst/>
                <a:gdLst/>
                <a:ahLst/>
                <a:cxnLst/>
                <a:rect l="l" t="t" r="r" b="b"/>
                <a:pathLst>
                  <a:path w="29938" h="12749" extrusionOk="0">
                    <a:moveTo>
                      <a:pt x="29670" y="957"/>
                    </a:moveTo>
                    <a:cubicBezTo>
                      <a:pt x="29861" y="1072"/>
                      <a:pt x="29938" y="1302"/>
                      <a:pt x="29823" y="1570"/>
                    </a:cubicBezTo>
                    <a:cubicBezTo>
                      <a:pt x="29172" y="3331"/>
                      <a:pt x="27909" y="4786"/>
                      <a:pt x="26646" y="6202"/>
                    </a:cubicBezTo>
                    <a:cubicBezTo>
                      <a:pt x="22970" y="10184"/>
                      <a:pt x="17840" y="12749"/>
                      <a:pt x="12327" y="11523"/>
                    </a:cubicBezTo>
                    <a:cubicBezTo>
                      <a:pt x="9724" y="10949"/>
                      <a:pt x="7274" y="9609"/>
                      <a:pt x="5283" y="7848"/>
                    </a:cubicBezTo>
                    <a:cubicBezTo>
                      <a:pt x="4173" y="6891"/>
                      <a:pt x="957" y="3714"/>
                      <a:pt x="613" y="2029"/>
                    </a:cubicBezTo>
                    <a:cubicBezTo>
                      <a:pt x="0" y="689"/>
                      <a:pt x="1953" y="1187"/>
                      <a:pt x="3637" y="1493"/>
                    </a:cubicBezTo>
                    <a:cubicBezTo>
                      <a:pt x="4862" y="1608"/>
                      <a:pt x="6125" y="1570"/>
                      <a:pt x="7351" y="1378"/>
                    </a:cubicBezTo>
                    <a:cubicBezTo>
                      <a:pt x="9724" y="957"/>
                      <a:pt x="13093" y="38"/>
                      <a:pt x="15007" y="1799"/>
                    </a:cubicBezTo>
                    <a:cubicBezTo>
                      <a:pt x="15314" y="1570"/>
                      <a:pt x="15696" y="1378"/>
                      <a:pt x="15926" y="1263"/>
                    </a:cubicBezTo>
                    <a:cubicBezTo>
                      <a:pt x="19525" y="77"/>
                      <a:pt x="23353" y="1799"/>
                      <a:pt x="27028" y="995"/>
                    </a:cubicBezTo>
                    <a:cubicBezTo>
                      <a:pt x="27603" y="842"/>
                      <a:pt x="28215" y="727"/>
                      <a:pt x="28636" y="345"/>
                    </a:cubicBezTo>
                    <a:cubicBezTo>
                      <a:pt x="28713" y="153"/>
                      <a:pt x="28904" y="0"/>
                      <a:pt x="29134" y="0"/>
                    </a:cubicBezTo>
                    <a:cubicBezTo>
                      <a:pt x="29479" y="0"/>
                      <a:pt x="29747" y="383"/>
                      <a:pt x="29632" y="727"/>
                    </a:cubicBezTo>
                    <a:cubicBezTo>
                      <a:pt x="29670" y="804"/>
                      <a:pt x="29670" y="881"/>
                      <a:pt x="29670" y="95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42"/>
              <p:cNvSpPr/>
              <p:nvPr/>
            </p:nvSpPr>
            <p:spPr>
              <a:xfrm>
                <a:off x="774075" y="2897200"/>
                <a:ext cx="660425" cy="190475"/>
              </a:xfrm>
              <a:custGeom>
                <a:avLst/>
                <a:gdLst/>
                <a:ahLst/>
                <a:cxnLst/>
                <a:rect l="l" t="t" r="r" b="b"/>
                <a:pathLst>
                  <a:path w="26417" h="7619" extrusionOk="0">
                    <a:moveTo>
                      <a:pt x="25881" y="0"/>
                    </a:moveTo>
                    <a:cubicBezTo>
                      <a:pt x="26187" y="39"/>
                      <a:pt x="26417" y="383"/>
                      <a:pt x="26302" y="689"/>
                    </a:cubicBezTo>
                    <a:cubicBezTo>
                      <a:pt x="25345" y="1991"/>
                      <a:pt x="23813" y="2833"/>
                      <a:pt x="22550" y="3867"/>
                    </a:cubicBezTo>
                    <a:cubicBezTo>
                      <a:pt x="19564" y="6049"/>
                      <a:pt x="15965" y="7619"/>
                      <a:pt x="12175" y="7466"/>
                    </a:cubicBezTo>
                    <a:cubicBezTo>
                      <a:pt x="10606" y="7427"/>
                      <a:pt x="9112" y="7006"/>
                      <a:pt x="7658" y="6394"/>
                    </a:cubicBezTo>
                    <a:cubicBezTo>
                      <a:pt x="7122" y="6126"/>
                      <a:pt x="6279" y="6049"/>
                      <a:pt x="6011" y="5475"/>
                    </a:cubicBezTo>
                    <a:cubicBezTo>
                      <a:pt x="5131" y="4901"/>
                      <a:pt x="2068" y="4518"/>
                      <a:pt x="2183" y="3178"/>
                    </a:cubicBezTo>
                    <a:cubicBezTo>
                      <a:pt x="1494" y="2833"/>
                      <a:pt x="1" y="2412"/>
                      <a:pt x="77" y="1455"/>
                    </a:cubicBezTo>
                    <a:cubicBezTo>
                      <a:pt x="269" y="843"/>
                      <a:pt x="1035" y="1111"/>
                      <a:pt x="1532" y="1187"/>
                    </a:cubicBezTo>
                    <a:cubicBezTo>
                      <a:pt x="3982" y="1723"/>
                      <a:pt x="6433" y="2029"/>
                      <a:pt x="8959" y="2297"/>
                    </a:cubicBezTo>
                    <a:cubicBezTo>
                      <a:pt x="10491" y="2527"/>
                      <a:pt x="12137" y="2948"/>
                      <a:pt x="13668" y="2833"/>
                    </a:cubicBezTo>
                    <a:cubicBezTo>
                      <a:pt x="16693" y="2182"/>
                      <a:pt x="19794" y="1914"/>
                      <a:pt x="22818" y="1187"/>
                    </a:cubicBezTo>
                    <a:cubicBezTo>
                      <a:pt x="23469" y="1034"/>
                      <a:pt x="24081" y="843"/>
                      <a:pt x="24656" y="536"/>
                    </a:cubicBezTo>
                    <a:cubicBezTo>
                      <a:pt x="25077" y="383"/>
                      <a:pt x="25421" y="0"/>
                      <a:pt x="258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42"/>
              <p:cNvSpPr/>
              <p:nvPr/>
            </p:nvSpPr>
            <p:spPr>
              <a:xfrm>
                <a:off x="766425" y="2889550"/>
                <a:ext cx="707325" cy="113900"/>
              </a:xfrm>
              <a:custGeom>
                <a:avLst/>
                <a:gdLst/>
                <a:ahLst/>
                <a:cxnLst/>
                <a:rect l="l" t="t" r="r" b="b"/>
                <a:pathLst>
                  <a:path w="28293" h="4556" extrusionOk="0">
                    <a:moveTo>
                      <a:pt x="1762" y="2948"/>
                    </a:moveTo>
                    <a:cubicBezTo>
                      <a:pt x="1532" y="2871"/>
                      <a:pt x="1302" y="2795"/>
                      <a:pt x="1034" y="2718"/>
                    </a:cubicBezTo>
                    <a:cubicBezTo>
                      <a:pt x="843" y="2642"/>
                      <a:pt x="613" y="2565"/>
                      <a:pt x="422" y="2488"/>
                    </a:cubicBezTo>
                    <a:cubicBezTo>
                      <a:pt x="154" y="2412"/>
                      <a:pt x="1" y="2106"/>
                      <a:pt x="77" y="1838"/>
                    </a:cubicBezTo>
                    <a:cubicBezTo>
                      <a:pt x="115" y="1684"/>
                      <a:pt x="192" y="1570"/>
                      <a:pt x="383" y="1378"/>
                    </a:cubicBezTo>
                    <a:cubicBezTo>
                      <a:pt x="575" y="1263"/>
                      <a:pt x="843" y="1340"/>
                      <a:pt x="996" y="1493"/>
                    </a:cubicBezTo>
                    <a:cubicBezTo>
                      <a:pt x="1494" y="1761"/>
                      <a:pt x="2068" y="1914"/>
                      <a:pt x="2604" y="2067"/>
                    </a:cubicBezTo>
                    <a:cubicBezTo>
                      <a:pt x="5399" y="2680"/>
                      <a:pt x="8270" y="2412"/>
                      <a:pt x="11065" y="2948"/>
                    </a:cubicBezTo>
                    <a:cubicBezTo>
                      <a:pt x="13055" y="3216"/>
                      <a:pt x="15008" y="2756"/>
                      <a:pt x="16960" y="2335"/>
                    </a:cubicBezTo>
                    <a:cubicBezTo>
                      <a:pt x="18185" y="2106"/>
                      <a:pt x="19449" y="2144"/>
                      <a:pt x="20674" y="1991"/>
                    </a:cubicBezTo>
                    <a:cubicBezTo>
                      <a:pt x="22244" y="1723"/>
                      <a:pt x="23775" y="1225"/>
                      <a:pt x="25268" y="613"/>
                    </a:cubicBezTo>
                    <a:cubicBezTo>
                      <a:pt x="25727" y="459"/>
                      <a:pt x="26263" y="0"/>
                      <a:pt x="26761" y="268"/>
                    </a:cubicBezTo>
                    <a:cubicBezTo>
                      <a:pt x="28292" y="1570"/>
                      <a:pt x="21899" y="3178"/>
                      <a:pt x="21057" y="3331"/>
                    </a:cubicBezTo>
                    <a:cubicBezTo>
                      <a:pt x="19717" y="3599"/>
                      <a:pt x="18377" y="3714"/>
                      <a:pt x="17037" y="4020"/>
                    </a:cubicBezTo>
                    <a:cubicBezTo>
                      <a:pt x="15812" y="4288"/>
                      <a:pt x="14587" y="4556"/>
                      <a:pt x="13362" y="4441"/>
                    </a:cubicBezTo>
                    <a:cubicBezTo>
                      <a:pt x="12864" y="4441"/>
                      <a:pt x="12405" y="4403"/>
                      <a:pt x="11945" y="4364"/>
                    </a:cubicBezTo>
                    <a:cubicBezTo>
                      <a:pt x="8921" y="3943"/>
                      <a:pt x="5781" y="4020"/>
                      <a:pt x="2795" y="3216"/>
                    </a:cubicBezTo>
                    <a:cubicBezTo>
                      <a:pt x="2451" y="3139"/>
                      <a:pt x="2106" y="3024"/>
                      <a:pt x="1762" y="2910"/>
                    </a:cubicBezTo>
                    <a:close/>
                  </a:path>
                </a:pathLst>
              </a:custGeom>
              <a:solidFill>
                <a:srgbClr val="EADF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42"/>
              <p:cNvSpPr/>
              <p:nvPr/>
            </p:nvSpPr>
            <p:spPr>
              <a:xfrm>
                <a:off x="564475" y="2166925"/>
                <a:ext cx="293850" cy="99575"/>
              </a:xfrm>
              <a:custGeom>
                <a:avLst/>
                <a:gdLst/>
                <a:ahLst/>
                <a:cxnLst/>
                <a:rect l="l" t="t" r="r" b="b"/>
                <a:pathLst>
                  <a:path w="11754" h="3983" extrusionOk="0">
                    <a:moveTo>
                      <a:pt x="6471" y="2681"/>
                    </a:moveTo>
                    <a:cubicBezTo>
                      <a:pt x="6624" y="2681"/>
                      <a:pt x="6739" y="2642"/>
                      <a:pt x="6892" y="2642"/>
                    </a:cubicBezTo>
                    <a:cubicBezTo>
                      <a:pt x="6164" y="2642"/>
                      <a:pt x="5437" y="2528"/>
                      <a:pt x="4748" y="2489"/>
                    </a:cubicBezTo>
                    <a:cubicBezTo>
                      <a:pt x="5284" y="2642"/>
                      <a:pt x="5896" y="2719"/>
                      <a:pt x="6471" y="2681"/>
                    </a:cubicBezTo>
                    <a:lnTo>
                      <a:pt x="6471" y="2681"/>
                    </a:lnTo>
                    <a:close/>
                    <a:moveTo>
                      <a:pt x="8691" y="2145"/>
                    </a:moveTo>
                    <a:cubicBezTo>
                      <a:pt x="8347" y="2030"/>
                      <a:pt x="8002" y="1877"/>
                      <a:pt x="7619" y="1724"/>
                    </a:cubicBezTo>
                    <a:cubicBezTo>
                      <a:pt x="7619" y="1724"/>
                      <a:pt x="7619" y="1724"/>
                      <a:pt x="7619" y="1724"/>
                    </a:cubicBezTo>
                    <a:cubicBezTo>
                      <a:pt x="7696" y="1915"/>
                      <a:pt x="7658" y="2106"/>
                      <a:pt x="7581" y="2298"/>
                    </a:cubicBezTo>
                    <a:cubicBezTo>
                      <a:pt x="7466" y="2451"/>
                      <a:pt x="7351" y="2528"/>
                      <a:pt x="7160" y="2566"/>
                    </a:cubicBezTo>
                    <a:cubicBezTo>
                      <a:pt x="7696" y="2451"/>
                      <a:pt x="8193" y="2298"/>
                      <a:pt x="8691" y="2145"/>
                    </a:cubicBezTo>
                    <a:close/>
                    <a:moveTo>
                      <a:pt x="11677" y="2489"/>
                    </a:moveTo>
                    <a:cubicBezTo>
                      <a:pt x="11754" y="2757"/>
                      <a:pt x="11562" y="3064"/>
                      <a:pt x="11294" y="3140"/>
                    </a:cubicBezTo>
                    <a:cubicBezTo>
                      <a:pt x="11103" y="3217"/>
                      <a:pt x="10950" y="3178"/>
                      <a:pt x="10797" y="3102"/>
                    </a:cubicBezTo>
                    <a:cubicBezTo>
                      <a:pt x="9380" y="3714"/>
                      <a:pt x="6471" y="3982"/>
                      <a:pt x="5743" y="3906"/>
                    </a:cubicBezTo>
                    <a:cubicBezTo>
                      <a:pt x="3982" y="3753"/>
                      <a:pt x="2451" y="2757"/>
                      <a:pt x="843" y="2030"/>
                    </a:cubicBezTo>
                    <a:cubicBezTo>
                      <a:pt x="805" y="1992"/>
                      <a:pt x="728" y="1992"/>
                      <a:pt x="690" y="1953"/>
                    </a:cubicBezTo>
                    <a:cubicBezTo>
                      <a:pt x="575" y="1915"/>
                      <a:pt x="460" y="1877"/>
                      <a:pt x="345" y="1838"/>
                    </a:cubicBezTo>
                    <a:cubicBezTo>
                      <a:pt x="39" y="1647"/>
                      <a:pt x="1" y="1149"/>
                      <a:pt x="307" y="920"/>
                    </a:cubicBezTo>
                    <a:cubicBezTo>
                      <a:pt x="996" y="613"/>
                      <a:pt x="1877" y="843"/>
                      <a:pt x="2642" y="766"/>
                    </a:cubicBezTo>
                    <a:cubicBezTo>
                      <a:pt x="4633" y="1"/>
                      <a:pt x="6968" y="231"/>
                      <a:pt x="8883" y="1073"/>
                    </a:cubicBezTo>
                    <a:cubicBezTo>
                      <a:pt x="9227" y="652"/>
                      <a:pt x="10184" y="1111"/>
                      <a:pt x="10414" y="1532"/>
                    </a:cubicBezTo>
                    <a:cubicBezTo>
                      <a:pt x="10452" y="1570"/>
                      <a:pt x="10529" y="1609"/>
                      <a:pt x="10567" y="1685"/>
                    </a:cubicBezTo>
                    <a:cubicBezTo>
                      <a:pt x="10644" y="1762"/>
                      <a:pt x="10682" y="1838"/>
                      <a:pt x="10720" y="1915"/>
                    </a:cubicBezTo>
                    <a:cubicBezTo>
                      <a:pt x="11026" y="1838"/>
                      <a:pt x="11371" y="1953"/>
                      <a:pt x="11486" y="2221"/>
                    </a:cubicBezTo>
                    <a:cubicBezTo>
                      <a:pt x="11562" y="2298"/>
                      <a:pt x="11639" y="2374"/>
                      <a:pt x="11639" y="2489"/>
                    </a:cubicBezTo>
                    <a:close/>
                  </a:path>
                </a:pathLst>
              </a:custGeom>
              <a:solidFill>
                <a:srgbClr val="F5E9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42"/>
              <p:cNvSpPr/>
              <p:nvPr/>
            </p:nvSpPr>
            <p:spPr>
              <a:xfrm>
                <a:off x="1241150" y="2170750"/>
                <a:ext cx="313000" cy="107225"/>
              </a:xfrm>
              <a:custGeom>
                <a:avLst/>
                <a:gdLst/>
                <a:ahLst/>
                <a:cxnLst/>
                <a:rect l="l" t="t" r="r" b="b"/>
                <a:pathLst>
                  <a:path w="12520" h="4289" extrusionOk="0">
                    <a:moveTo>
                      <a:pt x="6011" y="2068"/>
                    </a:moveTo>
                    <a:cubicBezTo>
                      <a:pt x="7274" y="2030"/>
                      <a:pt x="8423" y="1953"/>
                      <a:pt x="9610" y="1647"/>
                    </a:cubicBezTo>
                    <a:cubicBezTo>
                      <a:pt x="7963" y="1724"/>
                      <a:pt x="6317" y="1724"/>
                      <a:pt x="4709" y="1992"/>
                    </a:cubicBezTo>
                    <a:cubicBezTo>
                      <a:pt x="5130" y="2030"/>
                      <a:pt x="5590" y="2030"/>
                      <a:pt x="6011" y="2030"/>
                    </a:cubicBezTo>
                    <a:lnTo>
                      <a:pt x="6011" y="2030"/>
                    </a:lnTo>
                    <a:close/>
                    <a:moveTo>
                      <a:pt x="9763" y="2719"/>
                    </a:moveTo>
                    <a:cubicBezTo>
                      <a:pt x="9265" y="2834"/>
                      <a:pt x="8806" y="2949"/>
                      <a:pt x="8346" y="2987"/>
                    </a:cubicBezTo>
                    <a:cubicBezTo>
                      <a:pt x="7849" y="3025"/>
                      <a:pt x="7389" y="3064"/>
                      <a:pt x="6930" y="3102"/>
                    </a:cubicBezTo>
                    <a:cubicBezTo>
                      <a:pt x="7198" y="3102"/>
                      <a:pt x="7504" y="3102"/>
                      <a:pt x="7810" y="3102"/>
                    </a:cubicBezTo>
                    <a:cubicBezTo>
                      <a:pt x="8461" y="3025"/>
                      <a:pt x="9112" y="2949"/>
                      <a:pt x="9763" y="2719"/>
                    </a:cubicBezTo>
                    <a:close/>
                    <a:moveTo>
                      <a:pt x="11141" y="1226"/>
                    </a:moveTo>
                    <a:cubicBezTo>
                      <a:pt x="11677" y="1035"/>
                      <a:pt x="12519" y="1149"/>
                      <a:pt x="12443" y="1839"/>
                    </a:cubicBezTo>
                    <a:cubicBezTo>
                      <a:pt x="12328" y="2489"/>
                      <a:pt x="11677" y="2872"/>
                      <a:pt x="11141" y="3217"/>
                    </a:cubicBezTo>
                    <a:cubicBezTo>
                      <a:pt x="9724" y="4059"/>
                      <a:pt x="8002" y="4289"/>
                      <a:pt x="6394" y="4097"/>
                    </a:cubicBezTo>
                    <a:cubicBezTo>
                      <a:pt x="4403" y="3982"/>
                      <a:pt x="2565" y="2719"/>
                      <a:pt x="536" y="3064"/>
                    </a:cubicBezTo>
                    <a:cubicBezTo>
                      <a:pt x="268" y="3064"/>
                      <a:pt x="0" y="2796"/>
                      <a:pt x="0" y="2528"/>
                    </a:cubicBezTo>
                    <a:cubicBezTo>
                      <a:pt x="39" y="1839"/>
                      <a:pt x="881" y="1992"/>
                      <a:pt x="1340" y="1915"/>
                    </a:cubicBezTo>
                    <a:cubicBezTo>
                      <a:pt x="1417" y="1149"/>
                      <a:pt x="2642" y="1149"/>
                      <a:pt x="3216" y="843"/>
                    </a:cubicBezTo>
                    <a:cubicBezTo>
                      <a:pt x="3829" y="728"/>
                      <a:pt x="4939" y="1"/>
                      <a:pt x="5398" y="613"/>
                    </a:cubicBezTo>
                    <a:cubicBezTo>
                      <a:pt x="5973" y="613"/>
                      <a:pt x="6738" y="192"/>
                      <a:pt x="7159" y="690"/>
                    </a:cubicBezTo>
                    <a:cubicBezTo>
                      <a:pt x="7925" y="767"/>
                      <a:pt x="11179" y="116"/>
                      <a:pt x="11141" y="1226"/>
                    </a:cubicBezTo>
                    <a:close/>
                  </a:path>
                </a:pathLst>
              </a:custGeom>
              <a:solidFill>
                <a:srgbClr val="F5E9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42"/>
              <p:cNvSpPr/>
              <p:nvPr/>
            </p:nvSpPr>
            <p:spPr>
              <a:xfrm>
                <a:off x="244800" y="934200"/>
                <a:ext cx="1745775" cy="1531375"/>
              </a:xfrm>
              <a:custGeom>
                <a:avLst/>
                <a:gdLst/>
                <a:ahLst/>
                <a:cxnLst/>
                <a:rect l="l" t="t" r="r" b="b"/>
                <a:pathLst>
                  <a:path w="69831" h="61255" extrusionOk="0">
                    <a:moveTo>
                      <a:pt x="69141" y="27948"/>
                    </a:moveTo>
                    <a:cubicBezTo>
                      <a:pt x="69027" y="36791"/>
                      <a:pt x="69831" y="45481"/>
                      <a:pt x="69333" y="54325"/>
                    </a:cubicBezTo>
                    <a:cubicBezTo>
                      <a:pt x="69333" y="56086"/>
                      <a:pt x="69486" y="57847"/>
                      <a:pt x="69486" y="59608"/>
                    </a:cubicBezTo>
                    <a:cubicBezTo>
                      <a:pt x="69448" y="59876"/>
                      <a:pt x="69295" y="60106"/>
                      <a:pt x="69103" y="60221"/>
                    </a:cubicBezTo>
                    <a:cubicBezTo>
                      <a:pt x="68950" y="60795"/>
                      <a:pt x="68299" y="61254"/>
                      <a:pt x="67648" y="60833"/>
                    </a:cubicBezTo>
                    <a:cubicBezTo>
                      <a:pt x="65160" y="59149"/>
                      <a:pt x="63169" y="56890"/>
                      <a:pt x="60872" y="54938"/>
                    </a:cubicBezTo>
                    <a:cubicBezTo>
                      <a:pt x="58881" y="53100"/>
                      <a:pt x="56891" y="51262"/>
                      <a:pt x="55168" y="49157"/>
                    </a:cubicBezTo>
                    <a:cubicBezTo>
                      <a:pt x="54287" y="47970"/>
                      <a:pt x="53024" y="46898"/>
                      <a:pt x="52450" y="45481"/>
                    </a:cubicBezTo>
                    <a:cubicBezTo>
                      <a:pt x="51569" y="44333"/>
                      <a:pt x="50727" y="43108"/>
                      <a:pt x="50000" y="41845"/>
                    </a:cubicBezTo>
                    <a:cubicBezTo>
                      <a:pt x="48851" y="42304"/>
                      <a:pt x="47549" y="42380"/>
                      <a:pt x="46363" y="42342"/>
                    </a:cubicBezTo>
                    <a:cubicBezTo>
                      <a:pt x="44410" y="42916"/>
                      <a:pt x="42381" y="43567"/>
                      <a:pt x="40314" y="43414"/>
                    </a:cubicBezTo>
                    <a:cubicBezTo>
                      <a:pt x="37634" y="43184"/>
                      <a:pt x="37749" y="40313"/>
                      <a:pt x="39433" y="40505"/>
                    </a:cubicBezTo>
                    <a:lnTo>
                      <a:pt x="39433" y="40505"/>
                    </a:lnTo>
                    <a:lnTo>
                      <a:pt x="39433" y="40505"/>
                    </a:lnTo>
                    <a:cubicBezTo>
                      <a:pt x="40314" y="39854"/>
                      <a:pt x="44831" y="38667"/>
                      <a:pt x="47588" y="38705"/>
                    </a:cubicBezTo>
                    <a:cubicBezTo>
                      <a:pt x="47205" y="38016"/>
                      <a:pt x="46860" y="37365"/>
                      <a:pt x="46592" y="36982"/>
                    </a:cubicBezTo>
                    <a:cubicBezTo>
                      <a:pt x="45903" y="35719"/>
                      <a:pt x="45176" y="34532"/>
                      <a:pt x="44487" y="33307"/>
                    </a:cubicBezTo>
                    <a:cubicBezTo>
                      <a:pt x="43032" y="30704"/>
                      <a:pt x="41769" y="28024"/>
                      <a:pt x="40888" y="25191"/>
                    </a:cubicBezTo>
                    <a:cubicBezTo>
                      <a:pt x="40773" y="24732"/>
                      <a:pt x="40582" y="24425"/>
                      <a:pt x="40620" y="24043"/>
                    </a:cubicBezTo>
                    <a:cubicBezTo>
                      <a:pt x="40237" y="22894"/>
                      <a:pt x="39893" y="21746"/>
                      <a:pt x="39586" y="20597"/>
                    </a:cubicBezTo>
                    <a:cubicBezTo>
                      <a:pt x="38514" y="17228"/>
                      <a:pt x="37749" y="13783"/>
                      <a:pt x="37098" y="10299"/>
                    </a:cubicBezTo>
                    <a:lnTo>
                      <a:pt x="37098" y="10299"/>
                    </a:lnTo>
                    <a:cubicBezTo>
                      <a:pt x="37060" y="10184"/>
                      <a:pt x="37021" y="10069"/>
                      <a:pt x="37021" y="9954"/>
                    </a:cubicBezTo>
                    <a:cubicBezTo>
                      <a:pt x="31279" y="9189"/>
                      <a:pt x="28484" y="14051"/>
                      <a:pt x="25804" y="18377"/>
                    </a:cubicBezTo>
                    <a:cubicBezTo>
                      <a:pt x="24732" y="20865"/>
                      <a:pt x="23584" y="23392"/>
                      <a:pt x="22282" y="25804"/>
                    </a:cubicBezTo>
                    <a:cubicBezTo>
                      <a:pt x="21019" y="28790"/>
                      <a:pt x="19449" y="31661"/>
                      <a:pt x="17726" y="34379"/>
                    </a:cubicBezTo>
                    <a:cubicBezTo>
                      <a:pt x="17305" y="35068"/>
                      <a:pt x="16884" y="35757"/>
                      <a:pt x="16463" y="36447"/>
                    </a:cubicBezTo>
                    <a:cubicBezTo>
                      <a:pt x="16310" y="36753"/>
                      <a:pt x="16080" y="37174"/>
                      <a:pt x="15812" y="37518"/>
                    </a:cubicBezTo>
                    <a:cubicBezTo>
                      <a:pt x="15812" y="37710"/>
                      <a:pt x="15774" y="37863"/>
                      <a:pt x="15659" y="38016"/>
                    </a:cubicBezTo>
                    <a:cubicBezTo>
                      <a:pt x="15468" y="38322"/>
                      <a:pt x="15085" y="38935"/>
                      <a:pt x="14625" y="39662"/>
                    </a:cubicBezTo>
                    <a:cubicBezTo>
                      <a:pt x="16272" y="39241"/>
                      <a:pt x="19526" y="39203"/>
                      <a:pt x="20023" y="39586"/>
                    </a:cubicBezTo>
                    <a:cubicBezTo>
                      <a:pt x="21593" y="39586"/>
                      <a:pt x="23354" y="39356"/>
                      <a:pt x="24732" y="40160"/>
                    </a:cubicBezTo>
                    <a:cubicBezTo>
                      <a:pt x="25460" y="40696"/>
                      <a:pt x="25536" y="41959"/>
                      <a:pt x="24694" y="42495"/>
                    </a:cubicBezTo>
                    <a:cubicBezTo>
                      <a:pt x="23967" y="42955"/>
                      <a:pt x="23010" y="43720"/>
                      <a:pt x="22091" y="43299"/>
                    </a:cubicBezTo>
                    <a:cubicBezTo>
                      <a:pt x="22091" y="43299"/>
                      <a:pt x="22052" y="43299"/>
                      <a:pt x="22052" y="43299"/>
                    </a:cubicBezTo>
                    <a:cubicBezTo>
                      <a:pt x="21440" y="43299"/>
                      <a:pt x="20751" y="43414"/>
                      <a:pt x="20215" y="43108"/>
                    </a:cubicBezTo>
                    <a:cubicBezTo>
                      <a:pt x="19602" y="43070"/>
                      <a:pt x="18875" y="43146"/>
                      <a:pt x="18454" y="42610"/>
                    </a:cubicBezTo>
                    <a:cubicBezTo>
                      <a:pt x="16731" y="42648"/>
                      <a:pt x="14817" y="42725"/>
                      <a:pt x="13209" y="42151"/>
                    </a:cubicBezTo>
                    <a:cubicBezTo>
                      <a:pt x="13056" y="42151"/>
                      <a:pt x="12903" y="42151"/>
                      <a:pt x="12788" y="42112"/>
                    </a:cubicBezTo>
                    <a:cubicBezTo>
                      <a:pt x="12635" y="42304"/>
                      <a:pt x="12443" y="42534"/>
                      <a:pt x="12252" y="42687"/>
                    </a:cubicBezTo>
                    <a:lnTo>
                      <a:pt x="12252" y="42687"/>
                    </a:lnTo>
                    <a:cubicBezTo>
                      <a:pt x="12022" y="43070"/>
                      <a:pt x="11792" y="43452"/>
                      <a:pt x="11563" y="43874"/>
                    </a:cubicBezTo>
                    <a:cubicBezTo>
                      <a:pt x="9457" y="46821"/>
                      <a:pt x="6777" y="49425"/>
                      <a:pt x="3868" y="51492"/>
                    </a:cubicBezTo>
                    <a:cubicBezTo>
                      <a:pt x="3293" y="51990"/>
                      <a:pt x="2719" y="52449"/>
                      <a:pt x="2183" y="52947"/>
                    </a:cubicBezTo>
                    <a:cubicBezTo>
                      <a:pt x="1762" y="53483"/>
                      <a:pt x="1111" y="54057"/>
                      <a:pt x="460" y="53521"/>
                    </a:cubicBezTo>
                    <a:cubicBezTo>
                      <a:pt x="1" y="53100"/>
                      <a:pt x="1" y="52679"/>
                      <a:pt x="192" y="52296"/>
                    </a:cubicBezTo>
                    <a:cubicBezTo>
                      <a:pt x="192" y="52028"/>
                      <a:pt x="231" y="51760"/>
                      <a:pt x="269" y="51492"/>
                    </a:cubicBezTo>
                    <a:cubicBezTo>
                      <a:pt x="384" y="50765"/>
                      <a:pt x="384" y="50037"/>
                      <a:pt x="346" y="49310"/>
                    </a:cubicBezTo>
                    <a:cubicBezTo>
                      <a:pt x="116" y="47510"/>
                      <a:pt x="307" y="45635"/>
                      <a:pt x="231" y="43797"/>
                    </a:cubicBezTo>
                    <a:lnTo>
                      <a:pt x="231" y="43759"/>
                    </a:lnTo>
                    <a:cubicBezTo>
                      <a:pt x="154" y="43146"/>
                      <a:pt x="269" y="42495"/>
                      <a:pt x="231" y="41883"/>
                    </a:cubicBezTo>
                    <a:cubicBezTo>
                      <a:pt x="231" y="39701"/>
                      <a:pt x="384" y="37518"/>
                      <a:pt x="422" y="35336"/>
                    </a:cubicBezTo>
                    <a:cubicBezTo>
                      <a:pt x="575" y="31202"/>
                      <a:pt x="728" y="27067"/>
                      <a:pt x="767" y="22932"/>
                    </a:cubicBezTo>
                    <a:cubicBezTo>
                      <a:pt x="843" y="20750"/>
                      <a:pt x="652" y="18491"/>
                      <a:pt x="996" y="16348"/>
                    </a:cubicBezTo>
                    <a:cubicBezTo>
                      <a:pt x="1724" y="14472"/>
                      <a:pt x="3179" y="13055"/>
                      <a:pt x="4097" y="11294"/>
                    </a:cubicBezTo>
                    <a:cubicBezTo>
                      <a:pt x="5629" y="8844"/>
                      <a:pt x="7811" y="6891"/>
                      <a:pt x="9993" y="4977"/>
                    </a:cubicBezTo>
                    <a:cubicBezTo>
                      <a:pt x="11103" y="4250"/>
                      <a:pt x="16004" y="0"/>
                      <a:pt x="17382" y="1111"/>
                    </a:cubicBezTo>
                    <a:cubicBezTo>
                      <a:pt x="17726" y="958"/>
                      <a:pt x="18224" y="881"/>
                      <a:pt x="18875" y="996"/>
                    </a:cubicBezTo>
                    <a:cubicBezTo>
                      <a:pt x="19641" y="383"/>
                      <a:pt x="20751" y="766"/>
                      <a:pt x="21631" y="728"/>
                    </a:cubicBezTo>
                    <a:cubicBezTo>
                      <a:pt x="23584" y="881"/>
                      <a:pt x="25498" y="1072"/>
                      <a:pt x="27450" y="1111"/>
                    </a:cubicBezTo>
                    <a:cubicBezTo>
                      <a:pt x="28216" y="536"/>
                      <a:pt x="29365" y="1034"/>
                      <a:pt x="30283" y="958"/>
                    </a:cubicBezTo>
                    <a:cubicBezTo>
                      <a:pt x="31777" y="1034"/>
                      <a:pt x="33231" y="1072"/>
                      <a:pt x="34724" y="1111"/>
                    </a:cubicBezTo>
                    <a:cubicBezTo>
                      <a:pt x="35337" y="613"/>
                      <a:pt x="36217" y="996"/>
                      <a:pt x="36945" y="919"/>
                    </a:cubicBezTo>
                    <a:cubicBezTo>
                      <a:pt x="38553" y="996"/>
                      <a:pt x="40161" y="1034"/>
                      <a:pt x="41769" y="1072"/>
                    </a:cubicBezTo>
                    <a:cubicBezTo>
                      <a:pt x="44755" y="1072"/>
                      <a:pt x="47703" y="1149"/>
                      <a:pt x="50650" y="1226"/>
                    </a:cubicBezTo>
                    <a:cubicBezTo>
                      <a:pt x="53560" y="1455"/>
                      <a:pt x="56546" y="613"/>
                      <a:pt x="59417" y="1340"/>
                    </a:cubicBezTo>
                    <a:cubicBezTo>
                      <a:pt x="60719" y="1876"/>
                      <a:pt x="61868" y="2757"/>
                      <a:pt x="62939" y="3676"/>
                    </a:cubicBezTo>
                    <a:cubicBezTo>
                      <a:pt x="63897" y="4441"/>
                      <a:pt x="64815" y="5284"/>
                      <a:pt x="65619" y="6202"/>
                    </a:cubicBezTo>
                    <a:cubicBezTo>
                      <a:pt x="66691" y="7313"/>
                      <a:pt x="67916" y="8385"/>
                      <a:pt x="68605" y="9763"/>
                    </a:cubicBezTo>
                    <a:cubicBezTo>
                      <a:pt x="68873" y="9916"/>
                      <a:pt x="69103" y="10146"/>
                      <a:pt x="69141" y="10528"/>
                    </a:cubicBezTo>
                    <a:cubicBezTo>
                      <a:pt x="69333" y="13247"/>
                      <a:pt x="69027" y="15965"/>
                      <a:pt x="68912" y="18683"/>
                    </a:cubicBezTo>
                    <a:cubicBezTo>
                      <a:pt x="68988" y="21784"/>
                      <a:pt x="69141" y="24847"/>
                      <a:pt x="69141" y="27948"/>
                    </a:cubicBezTo>
                    <a:close/>
                  </a:path>
                </a:pathLst>
              </a:custGeom>
              <a:solidFill>
                <a:srgbClr val="6A57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42"/>
              <p:cNvSpPr/>
              <p:nvPr/>
            </p:nvSpPr>
            <p:spPr>
              <a:xfrm>
                <a:off x="234275" y="2564125"/>
                <a:ext cx="443175" cy="1438525"/>
              </a:xfrm>
              <a:custGeom>
                <a:avLst/>
                <a:gdLst/>
                <a:ahLst/>
                <a:cxnLst/>
                <a:rect l="l" t="t" r="r" b="b"/>
                <a:pathLst>
                  <a:path w="17727" h="57541" extrusionOk="0">
                    <a:moveTo>
                      <a:pt x="17458" y="32121"/>
                    </a:moveTo>
                    <a:cubicBezTo>
                      <a:pt x="17726" y="32503"/>
                      <a:pt x="17650" y="32886"/>
                      <a:pt x="17382" y="33154"/>
                    </a:cubicBezTo>
                    <a:cubicBezTo>
                      <a:pt x="17458" y="34226"/>
                      <a:pt x="17382" y="35298"/>
                      <a:pt x="17382" y="36408"/>
                    </a:cubicBezTo>
                    <a:cubicBezTo>
                      <a:pt x="17305" y="39624"/>
                      <a:pt x="16846" y="42840"/>
                      <a:pt x="16348" y="46018"/>
                    </a:cubicBezTo>
                    <a:cubicBezTo>
                      <a:pt x="15812" y="49272"/>
                      <a:pt x="14855" y="52334"/>
                      <a:pt x="11486" y="53636"/>
                    </a:cubicBezTo>
                    <a:cubicBezTo>
                      <a:pt x="9380" y="54440"/>
                      <a:pt x="7275" y="57541"/>
                      <a:pt x="4939" y="57120"/>
                    </a:cubicBezTo>
                    <a:cubicBezTo>
                      <a:pt x="3906" y="56775"/>
                      <a:pt x="4174" y="53598"/>
                      <a:pt x="4174" y="52641"/>
                    </a:cubicBezTo>
                    <a:cubicBezTo>
                      <a:pt x="4289" y="51339"/>
                      <a:pt x="4403" y="49999"/>
                      <a:pt x="4710" y="48736"/>
                    </a:cubicBezTo>
                    <a:cubicBezTo>
                      <a:pt x="5169" y="46745"/>
                      <a:pt x="5820" y="44907"/>
                      <a:pt x="5629" y="42878"/>
                    </a:cubicBezTo>
                    <a:cubicBezTo>
                      <a:pt x="5629" y="40275"/>
                      <a:pt x="5207" y="37672"/>
                      <a:pt x="4136" y="35298"/>
                    </a:cubicBezTo>
                    <a:cubicBezTo>
                      <a:pt x="3408" y="33805"/>
                      <a:pt x="2604" y="32350"/>
                      <a:pt x="1877" y="30895"/>
                    </a:cubicBezTo>
                    <a:cubicBezTo>
                      <a:pt x="1838" y="30781"/>
                      <a:pt x="1800" y="30666"/>
                      <a:pt x="1724" y="30589"/>
                    </a:cubicBezTo>
                    <a:cubicBezTo>
                      <a:pt x="1609" y="30436"/>
                      <a:pt x="1494" y="30245"/>
                      <a:pt x="1417" y="30053"/>
                    </a:cubicBezTo>
                    <a:cubicBezTo>
                      <a:pt x="1303" y="29862"/>
                      <a:pt x="1188" y="29670"/>
                      <a:pt x="1073" y="29517"/>
                    </a:cubicBezTo>
                    <a:cubicBezTo>
                      <a:pt x="920" y="29249"/>
                      <a:pt x="767" y="29020"/>
                      <a:pt x="728" y="28752"/>
                    </a:cubicBezTo>
                    <a:lnTo>
                      <a:pt x="728" y="28713"/>
                    </a:lnTo>
                    <a:cubicBezTo>
                      <a:pt x="690" y="28560"/>
                      <a:pt x="652" y="28407"/>
                      <a:pt x="613" y="28216"/>
                    </a:cubicBezTo>
                    <a:cubicBezTo>
                      <a:pt x="575" y="27871"/>
                      <a:pt x="575" y="27527"/>
                      <a:pt x="537" y="27182"/>
                    </a:cubicBezTo>
                    <a:cubicBezTo>
                      <a:pt x="537" y="26646"/>
                      <a:pt x="537" y="26110"/>
                      <a:pt x="499" y="25536"/>
                    </a:cubicBezTo>
                    <a:cubicBezTo>
                      <a:pt x="499" y="25497"/>
                      <a:pt x="499" y="25421"/>
                      <a:pt x="460" y="25344"/>
                    </a:cubicBezTo>
                    <a:cubicBezTo>
                      <a:pt x="422" y="25153"/>
                      <a:pt x="460" y="24923"/>
                      <a:pt x="460" y="24732"/>
                    </a:cubicBezTo>
                    <a:cubicBezTo>
                      <a:pt x="460" y="24579"/>
                      <a:pt x="460" y="24387"/>
                      <a:pt x="460" y="24234"/>
                    </a:cubicBezTo>
                    <a:cubicBezTo>
                      <a:pt x="460" y="23890"/>
                      <a:pt x="460" y="23545"/>
                      <a:pt x="499" y="23200"/>
                    </a:cubicBezTo>
                    <a:cubicBezTo>
                      <a:pt x="537" y="22511"/>
                      <a:pt x="575" y="21822"/>
                      <a:pt x="613" y="21133"/>
                    </a:cubicBezTo>
                    <a:cubicBezTo>
                      <a:pt x="613" y="20559"/>
                      <a:pt x="613" y="19985"/>
                      <a:pt x="652" y="19410"/>
                    </a:cubicBezTo>
                    <a:cubicBezTo>
                      <a:pt x="613" y="19372"/>
                      <a:pt x="575" y="19334"/>
                      <a:pt x="575" y="19257"/>
                    </a:cubicBezTo>
                    <a:cubicBezTo>
                      <a:pt x="460" y="19066"/>
                      <a:pt x="460" y="18836"/>
                      <a:pt x="460" y="18606"/>
                    </a:cubicBezTo>
                    <a:cubicBezTo>
                      <a:pt x="422" y="18377"/>
                      <a:pt x="422" y="18147"/>
                      <a:pt x="422" y="17956"/>
                    </a:cubicBezTo>
                    <a:cubicBezTo>
                      <a:pt x="422" y="17573"/>
                      <a:pt x="422" y="17228"/>
                      <a:pt x="422" y="16884"/>
                    </a:cubicBezTo>
                    <a:cubicBezTo>
                      <a:pt x="422" y="16156"/>
                      <a:pt x="460" y="15467"/>
                      <a:pt x="537" y="14740"/>
                    </a:cubicBezTo>
                    <a:cubicBezTo>
                      <a:pt x="575" y="14051"/>
                      <a:pt x="613" y="13362"/>
                      <a:pt x="613" y="12672"/>
                    </a:cubicBezTo>
                    <a:cubicBezTo>
                      <a:pt x="613" y="12022"/>
                      <a:pt x="613" y="11409"/>
                      <a:pt x="613" y="10758"/>
                    </a:cubicBezTo>
                    <a:cubicBezTo>
                      <a:pt x="613" y="10261"/>
                      <a:pt x="652" y="9725"/>
                      <a:pt x="652" y="9227"/>
                    </a:cubicBezTo>
                    <a:cubicBezTo>
                      <a:pt x="613" y="8423"/>
                      <a:pt x="499" y="7619"/>
                      <a:pt x="499" y="6815"/>
                    </a:cubicBezTo>
                    <a:cubicBezTo>
                      <a:pt x="499" y="6394"/>
                      <a:pt x="537" y="5973"/>
                      <a:pt x="537" y="5552"/>
                    </a:cubicBezTo>
                    <a:cubicBezTo>
                      <a:pt x="537" y="5169"/>
                      <a:pt x="575" y="4824"/>
                      <a:pt x="575" y="4441"/>
                    </a:cubicBezTo>
                    <a:cubicBezTo>
                      <a:pt x="575" y="4403"/>
                      <a:pt x="613" y="4327"/>
                      <a:pt x="613" y="4288"/>
                    </a:cubicBezTo>
                    <a:cubicBezTo>
                      <a:pt x="460" y="3408"/>
                      <a:pt x="384" y="2374"/>
                      <a:pt x="269" y="1570"/>
                    </a:cubicBezTo>
                    <a:cubicBezTo>
                      <a:pt x="1" y="307"/>
                      <a:pt x="1609" y="1"/>
                      <a:pt x="1953" y="1187"/>
                    </a:cubicBezTo>
                    <a:cubicBezTo>
                      <a:pt x="2719" y="3102"/>
                      <a:pt x="4289" y="4518"/>
                      <a:pt x="5361" y="6241"/>
                    </a:cubicBezTo>
                    <a:cubicBezTo>
                      <a:pt x="5437" y="6317"/>
                      <a:pt x="5475" y="6394"/>
                      <a:pt x="5475" y="6470"/>
                    </a:cubicBezTo>
                    <a:cubicBezTo>
                      <a:pt x="5705" y="6547"/>
                      <a:pt x="5897" y="6700"/>
                      <a:pt x="6011" y="6968"/>
                    </a:cubicBezTo>
                    <a:cubicBezTo>
                      <a:pt x="6356" y="7581"/>
                      <a:pt x="6547" y="8270"/>
                      <a:pt x="6701" y="8921"/>
                    </a:cubicBezTo>
                    <a:cubicBezTo>
                      <a:pt x="7696" y="13744"/>
                      <a:pt x="8385" y="18721"/>
                      <a:pt x="10567" y="23239"/>
                    </a:cubicBezTo>
                    <a:cubicBezTo>
                      <a:pt x="11639" y="25765"/>
                      <a:pt x="13438" y="27871"/>
                      <a:pt x="15353" y="29785"/>
                    </a:cubicBezTo>
                    <a:cubicBezTo>
                      <a:pt x="16042" y="30589"/>
                      <a:pt x="16769" y="31317"/>
                      <a:pt x="17458" y="32121"/>
                    </a:cubicBezTo>
                    <a:close/>
                  </a:path>
                </a:pathLst>
              </a:custGeom>
              <a:solidFill>
                <a:srgbClr val="6A57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42"/>
              <p:cNvSpPr/>
              <p:nvPr/>
            </p:nvSpPr>
            <p:spPr>
              <a:xfrm>
                <a:off x="1590475" y="2482775"/>
                <a:ext cx="388625" cy="1545725"/>
              </a:xfrm>
              <a:custGeom>
                <a:avLst/>
                <a:gdLst/>
                <a:ahLst/>
                <a:cxnLst/>
                <a:rect l="l" t="t" r="r" b="b"/>
                <a:pathLst>
                  <a:path w="15545" h="61829" extrusionOk="0">
                    <a:moveTo>
                      <a:pt x="15161" y="22818"/>
                    </a:moveTo>
                    <a:cubicBezTo>
                      <a:pt x="15200" y="25497"/>
                      <a:pt x="15544" y="28177"/>
                      <a:pt x="15506" y="30857"/>
                    </a:cubicBezTo>
                    <a:cubicBezTo>
                      <a:pt x="15391" y="33575"/>
                      <a:pt x="15314" y="36255"/>
                      <a:pt x="15123" y="38935"/>
                    </a:cubicBezTo>
                    <a:cubicBezTo>
                      <a:pt x="15046" y="40734"/>
                      <a:pt x="15161" y="42572"/>
                      <a:pt x="14932" y="44371"/>
                    </a:cubicBezTo>
                    <a:cubicBezTo>
                      <a:pt x="15161" y="47510"/>
                      <a:pt x="14855" y="50650"/>
                      <a:pt x="14855" y="53827"/>
                    </a:cubicBezTo>
                    <a:cubicBezTo>
                      <a:pt x="14893" y="54593"/>
                      <a:pt x="14893" y="55359"/>
                      <a:pt x="14932" y="56124"/>
                    </a:cubicBezTo>
                    <a:cubicBezTo>
                      <a:pt x="14970" y="56354"/>
                      <a:pt x="14893" y="56545"/>
                      <a:pt x="14778" y="56699"/>
                    </a:cubicBezTo>
                    <a:cubicBezTo>
                      <a:pt x="14778" y="57426"/>
                      <a:pt x="14817" y="58192"/>
                      <a:pt x="14855" y="58919"/>
                    </a:cubicBezTo>
                    <a:cubicBezTo>
                      <a:pt x="14893" y="59493"/>
                      <a:pt x="14970" y="60106"/>
                      <a:pt x="15046" y="60680"/>
                    </a:cubicBezTo>
                    <a:cubicBezTo>
                      <a:pt x="15238" y="61254"/>
                      <a:pt x="14778" y="61829"/>
                      <a:pt x="14243" y="61752"/>
                    </a:cubicBezTo>
                    <a:lnTo>
                      <a:pt x="14281" y="61752"/>
                    </a:lnTo>
                    <a:cubicBezTo>
                      <a:pt x="14166" y="61752"/>
                      <a:pt x="14051" y="61752"/>
                      <a:pt x="13975" y="61714"/>
                    </a:cubicBezTo>
                    <a:cubicBezTo>
                      <a:pt x="13745" y="61829"/>
                      <a:pt x="13477" y="61829"/>
                      <a:pt x="13209" y="61675"/>
                    </a:cubicBezTo>
                    <a:cubicBezTo>
                      <a:pt x="12290" y="61101"/>
                      <a:pt x="11103" y="61178"/>
                      <a:pt x="10184" y="60527"/>
                    </a:cubicBezTo>
                    <a:cubicBezTo>
                      <a:pt x="9495" y="60106"/>
                      <a:pt x="9304" y="59302"/>
                      <a:pt x="8768" y="58689"/>
                    </a:cubicBezTo>
                    <a:cubicBezTo>
                      <a:pt x="7619" y="57196"/>
                      <a:pt x="6012" y="56507"/>
                      <a:pt x="4136" y="56354"/>
                    </a:cubicBezTo>
                    <a:cubicBezTo>
                      <a:pt x="2834" y="55895"/>
                      <a:pt x="2298" y="53062"/>
                      <a:pt x="1762" y="51837"/>
                    </a:cubicBezTo>
                    <a:cubicBezTo>
                      <a:pt x="958" y="49118"/>
                      <a:pt x="537" y="46324"/>
                      <a:pt x="269" y="43529"/>
                    </a:cubicBezTo>
                    <a:cubicBezTo>
                      <a:pt x="154" y="41998"/>
                      <a:pt x="78" y="40466"/>
                      <a:pt x="116" y="38935"/>
                    </a:cubicBezTo>
                    <a:cubicBezTo>
                      <a:pt x="116" y="38782"/>
                      <a:pt x="116" y="38590"/>
                      <a:pt x="231" y="38437"/>
                    </a:cubicBezTo>
                    <a:cubicBezTo>
                      <a:pt x="192" y="37518"/>
                      <a:pt x="269" y="36600"/>
                      <a:pt x="307" y="35681"/>
                    </a:cubicBezTo>
                    <a:cubicBezTo>
                      <a:pt x="269" y="35260"/>
                      <a:pt x="231" y="34839"/>
                      <a:pt x="192" y="34379"/>
                    </a:cubicBezTo>
                    <a:cubicBezTo>
                      <a:pt x="1" y="33958"/>
                      <a:pt x="116" y="33460"/>
                      <a:pt x="78" y="33001"/>
                    </a:cubicBezTo>
                    <a:cubicBezTo>
                      <a:pt x="154" y="32312"/>
                      <a:pt x="728" y="31814"/>
                      <a:pt x="1111" y="31278"/>
                    </a:cubicBezTo>
                    <a:cubicBezTo>
                      <a:pt x="1800" y="30474"/>
                      <a:pt x="2375" y="29632"/>
                      <a:pt x="2911" y="28751"/>
                    </a:cubicBezTo>
                    <a:cubicBezTo>
                      <a:pt x="4327" y="26416"/>
                      <a:pt x="5476" y="23928"/>
                      <a:pt x="6509" y="21401"/>
                    </a:cubicBezTo>
                    <a:cubicBezTo>
                      <a:pt x="7466" y="18606"/>
                      <a:pt x="8615" y="15926"/>
                      <a:pt x="9380" y="13093"/>
                    </a:cubicBezTo>
                    <a:cubicBezTo>
                      <a:pt x="9687" y="11868"/>
                      <a:pt x="9802" y="10605"/>
                      <a:pt x="10184" y="9418"/>
                    </a:cubicBezTo>
                    <a:cubicBezTo>
                      <a:pt x="11027" y="6968"/>
                      <a:pt x="12788" y="4977"/>
                      <a:pt x="13668" y="2565"/>
                    </a:cubicBezTo>
                    <a:cubicBezTo>
                      <a:pt x="13821" y="2183"/>
                      <a:pt x="13936" y="1608"/>
                      <a:pt x="14204" y="1302"/>
                    </a:cubicBezTo>
                    <a:cubicBezTo>
                      <a:pt x="14243" y="1034"/>
                      <a:pt x="14281" y="766"/>
                      <a:pt x="14357" y="498"/>
                    </a:cubicBezTo>
                    <a:cubicBezTo>
                      <a:pt x="14549" y="154"/>
                      <a:pt x="14855" y="0"/>
                      <a:pt x="15123" y="39"/>
                    </a:cubicBezTo>
                    <a:lnTo>
                      <a:pt x="15123" y="77"/>
                    </a:lnTo>
                    <a:cubicBezTo>
                      <a:pt x="15123" y="383"/>
                      <a:pt x="15123" y="728"/>
                      <a:pt x="15123" y="1034"/>
                    </a:cubicBezTo>
                    <a:lnTo>
                      <a:pt x="15123" y="1111"/>
                    </a:lnTo>
                    <a:cubicBezTo>
                      <a:pt x="15123" y="1608"/>
                      <a:pt x="15123" y="2068"/>
                      <a:pt x="15123" y="2565"/>
                    </a:cubicBezTo>
                    <a:lnTo>
                      <a:pt x="15123" y="3216"/>
                    </a:lnTo>
                    <a:lnTo>
                      <a:pt x="15123" y="3293"/>
                    </a:lnTo>
                    <a:lnTo>
                      <a:pt x="15123" y="3293"/>
                    </a:lnTo>
                    <a:cubicBezTo>
                      <a:pt x="15123" y="4633"/>
                      <a:pt x="15123" y="5973"/>
                      <a:pt x="15123" y="7313"/>
                    </a:cubicBezTo>
                    <a:cubicBezTo>
                      <a:pt x="15123" y="7657"/>
                      <a:pt x="15276" y="7963"/>
                      <a:pt x="15506" y="8193"/>
                    </a:cubicBezTo>
                    <a:lnTo>
                      <a:pt x="15506" y="9571"/>
                    </a:lnTo>
                    <a:cubicBezTo>
                      <a:pt x="15506" y="10796"/>
                      <a:pt x="15468" y="12060"/>
                      <a:pt x="15429" y="13323"/>
                    </a:cubicBezTo>
                    <a:cubicBezTo>
                      <a:pt x="15429" y="13515"/>
                      <a:pt x="15353" y="13706"/>
                      <a:pt x="15238" y="13821"/>
                    </a:cubicBezTo>
                    <a:lnTo>
                      <a:pt x="15238" y="13897"/>
                    </a:lnTo>
                    <a:cubicBezTo>
                      <a:pt x="15008" y="16845"/>
                      <a:pt x="15276" y="19831"/>
                      <a:pt x="15161" y="22818"/>
                    </a:cubicBezTo>
                    <a:close/>
                  </a:path>
                </a:pathLst>
              </a:custGeom>
              <a:solidFill>
                <a:srgbClr val="6A57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42"/>
              <p:cNvSpPr/>
              <p:nvPr/>
            </p:nvSpPr>
            <p:spPr>
              <a:xfrm>
                <a:off x="238125" y="952375"/>
                <a:ext cx="1757225" cy="3033050"/>
              </a:xfrm>
              <a:custGeom>
                <a:avLst/>
                <a:gdLst/>
                <a:ahLst/>
                <a:cxnLst/>
                <a:rect l="l" t="t" r="r" b="b"/>
                <a:pathLst>
                  <a:path w="70289" h="121322" extrusionOk="0">
                    <a:moveTo>
                      <a:pt x="23353" y="22703"/>
                    </a:moveTo>
                    <a:cubicBezTo>
                      <a:pt x="23659" y="22856"/>
                      <a:pt x="23813" y="23239"/>
                      <a:pt x="23621" y="23584"/>
                    </a:cubicBezTo>
                    <a:cubicBezTo>
                      <a:pt x="21745" y="29173"/>
                      <a:pt x="18070" y="33844"/>
                      <a:pt x="15084" y="38820"/>
                    </a:cubicBezTo>
                    <a:cubicBezTo>
                      <a:pt x="14969" y="38974"/>
                      <a:pt x="14892" y="39127"/>
                      <a:pt x="14816" y="39242"/>
                    </a:cubicBezTo>
                    <a:cubicBezTo>
                      <a:pt x="14892" y="39242"/>
                      <a:pt x="14931" y="39242"/>
                      <a:pt x="15007" y="39242"/>
                    </a:cubicBezTo>
                    <a:cubicBezTo>
                      <a:pt x="15505" y="38935"/>
                      <a:pt x="16500" y="38285"/>
                      <a:pt x="16845" y="39127"/>
                    </a:cubicBezTo>
                    <a:cubicBezTo>
                      <a:pt x="17304" y="39050"/>
                      <a:pt x="17840" y="38438"/>
                      <a:pt x="18261" y="38782"/>
                    </a:cubicBezTo>
                    <a:cubicBezTo>
                      <a:pt x="18414" y="38591"/>
                      <a:pt x="18644" y="38514"/>
                      <a:pt x="18874" y="38591"/>
                    </a:cubicBezTo>
                    <a:cubicBezTo>
                      <a:pt x="19180" y="38476"/>
                      <a:pt x="19410" y="38591"/>
                      <a:pt x="19563" y="39088"/>
                    </a:cubicBezTo>
                    <a:cubicBezTo>
                      <a:pt x="19486" y="39586"/>
                      <a:pt x="18644" y="40122"/>
                      <a:pt x="18261" y="40543"/>
                    </a:cubicBezTo>
                    <a:cubicBezTo>
                      <a:pt x="20214" y="40926"/>
                      <a:pt x="22243" y="41385"/>
                      <a:pt x="23238" y="41194"/>
                    </a:cubicBezTo>
                    <a:cubicBezTo>
                      <a:pt x="24310" y="41271"/>
                      <a:pt x="24616" y="40275"/>
                      <a:pt x="25229" y="40696"/>
                    </a:cubicBezTo>
                    <a:cubicBezTo>
                      <a:pt x="26263" y="41883"/>
                      <a:pt x="22664" y="43032"/>
                      <a:pt x="21783" y="42802"/>
                    </a:cubicBezTo>
                    <a:cubicBezTo>
                      <a:pt x="20214" y="42496"/>
                      <a:pt x="18644" y="42075"/>
                      <a:pt x="17036" y="41768"/>
                    </a:cubicBezTo>
                    <a:cubicBezTo>
                      <a:pt x="16807" y="41921"/>
                      <a:pt x="16539" y="41998"/>
                      <a:pt x="16309" y="41768"/>
                    </a:cubicBezTo>
                    <a:cubicBezTo>
                      <a:pt x="16271" y="41730"/>
                      <a:pt x="16232" y="41692"/>
                      <a:pt x="16194" y="41653"/>
                    </a:cubicBezTo>
                    <a:cubicBezTo>
                      <a:pt x="15773" y="41577"/>
                      <a:pt x="15314" y="41539"/>
                      <a:pt x="14892" y="41500"/>
                    </a:cubicBezTo>
                    <a:cubicBezTo>
                      <a:pt x="14471" y="41500"/>
                      <a:pt x="14088" y="41500"/>
                      <a:pt x="13706" y="41539"/>
                    </a:cubicBezTo>
                    <a:cubicBezTo>
                      <a:pt x="13552" y="41539"/>
                      <a:pt x="13438" y="41539"/>
                      <a:pt x="13361" y="41462"/>
                    </a:cubicBezTo>
                    <a:cubicBezTo>
                      <a:pt x="11677" y="43759"/>
                      <a:pt x="9724" y="45826"/>
                      <a:pt x="7542" y="47626"/>
                    </a:cubicBezTo>
                    <a:cubicBezTo>
                      <a:pt x="6240" y="48545"/>
                      <a:pt x="2795" y="52641"/>
                      <a:pt x="1187" y="52641"/>
                    </a:cubicBezTo>
                    <a:cubicBezTo>
                      <a:pt x="1072" y="52641"/>
                      <a:pt x="995" y="52603"/>
                      <a:pt x="881" y="52564"/>
                    </a:cubicBezTo>
                    <a:cubicBezTo>
                      <a:pt x="230" y="51760"/>
                      <a:pt x="727" y="50497"/>
                      <a:pt x="651" y="49502"/>
                    </a:cubicBezTo>
                    <a:cubicBezTo>
                      <a:pt x="727" y="47855"/>
                      <a:pt x="766" y="46209"/>
                      <a:pt x="727" y="44525"/>
                    </a:cubicBezTo>
                    <a:cubicBezTo>
                      <a:pt x="421" y="39586"/>
                      <a:pt x="919" y="34609"/>
                      <a:pt x="1110" y="29671"/>
                    </a:cubicBezTo>
                    <a:cubicBezTo>
                      <a:pt x="1072" y="26378"/>
                      <a:pt x="689" y="23124"/>
                      <a:pt x="1072" y="19832"/>
                    </a:cubicBezTo>
                    <a:cubicBezTo>
                      <a:pt x="1302" y="17803"/>
                      <a:pt x="766" y="15544"/>
                      <a:pt x="2144" y="13821"/>
                    </a:cubicBezTo>
                    <a:cubicBezTo>
                      <a:pt x="3178" y="12098"/>
                      <a:pt x="4403" y="10491"/>
                      <a:pt x="5589" y="8844"/>
                    </a:cubicBezTo>
                    <a:cubicBezTo>
                      <a:pt x="6202" y="8194"/>
                      <a:pt x="6776" y="6815"/>
                      <a:pt x="7695" y="6739"/>
                    </a:cubicBezTo>
                    <a:cubicBezTo>
                      <a:pt x="8231" y="6203"/>
                      <a:pt x="8844" y="4480"/>
                      <a:pt x="9762" y="5093"/>
                    </a:cubicBezTo>
                    <a:cubicBezTo>
                      <a:pt x="9954" y="5284"/>
                      <a:pt x="9954" y="5629"/>
                      <a:pt x="9762" y="5858"/>
                    </a:cubicBezTo>
                    <a:cubicBezTo>
                      <a:pt x="8193" y="7619"/>
                      <a:pt x="6968" y="9840"/>
                      <a:pt x="5896" y="11907"/>
                    </a:cubicBezTo>
                    <a:cubicBezTo>
                      <a:pt x="4096" y="15199"/>
                      <a:pt x="2488" y="22397"/>
                      <a:pt x="7925" y="22818"/>
                    </a:cubicBezTo>
                    <a:cubicBezTo>
                      <a:pt x="10337" y="22741"/>
                      <a:pt x="12404" y="20980"/>
                      <a:pt x="14050" y="19334"/>
                    </a:cubicBezTo>
                    <a:cubicBezTo>
                      <a:pt x="14624" y="18875"/>
                      <a:pt x="14892" y="17573"/>
                      <a:pt x="15696" y="17650"/>
                    </a:cubicBezTo>
                    <a:cubicBezTo>
                      <a:pt x="16653" y="18071"/>
                      <a:pt x="15543" y="19143"/>
                      <a:pt x="15314" y="19755"/>
                    </a:cubicBezTo>
                    <a:cubicBezTo>
                      <a:pt x="14433" y="21287"/>
                      <a:pt x="13629" y="22894"/>
                      <a:pt x="13284" y="24656"/>
                    </a:cubicBezTo>
                    <a:cubicBezTo>
                      <a:pt x="12672" y="26646"/>
                      <a:pt x="13591" y="28867"/>
                      <a:pt x="15658" y="26953"/>
                    </a:cubicBezTo>
                    <a:cubicBezTo>
                      <a:pt x="15773" y="26876"/>
                      <a:pt x="15849" y="26799"/>
                      <a:pt x="15926" y="26685"/>
                    </a:cubicBezTo>
                    <a:cubicBezTo>
                      <a:pt x="16194" y="26531"/>
                      <a:pt x="16424" y="26302"/>
                      <a:pt x="16653" y="26072"/>
                    </a:cubicBezTo>
                    <a:cubicBezTo>
                      <a:pt x="17036" y="25651"/>
                      <a:pt x="17381" y="25230"/>
                      <a:pt x="17649" y="24732"/>
                    </a:cubicBezTo>
                    <a:cubicBezTo>
                      <a:pt x="17879" y="24924"/>
                      <a:pt x="18070" y="25191"/>
                      <a:pt x="18376" y="25306"/>
                    </a:cubicBezTo>
                    <a:cubicBezTo>
                      <a:pt x="18414" y="25383"/>
                      <a:pt x="18491" y="25459"/>
                      <a:pt x="18606" y="25536"/>
                    </a:cubicBezTo>
                    <a:cubicBezTo>
                      <a:pt x="18836" y="25727"/>
                      <a:pt x="19104" y="25766"/>
                      <a:pt x="19372" y="25766"/>
                    </a:cubicBezTo>
                    <a:cubicBezTo>
                      <a:pt x="19869" y="25766"/>
                      <a:pt x="20405" y="25536"/>
                      <a:pt x="20826" y="25268"/>
                    </a:cubicBezTo>
                    <a:cubicBezTo>
                      <a:pt x="21133" y="25038"/>
                      <a:pt x="21477" y="24809"/>
                      <a:pt x="21783" y="24541"/>
                    </a:cubicBezTo>
                    <a:cubicBezTo>
                      <a:pt x="22051" y="24311"/>
                      <a:pt x="22281" y="24043"/>
                      <a:pt x="22549" y="23775"/>
                    </a:cubicBezTo>
                    <a:cubicBezTo>
                      <a:pt x="22817" y="23430"/>
                      <a:pt x="23123" y="23086"/>
                      <a:pt x="23353" y="22703"/>
                    </a:cubicBezTo>
                    <a:lnTo>
                      <a:pt x="23353" y="22703"/>
                    </a:lnTo>
                    <a:close/>
                    <a:moveTo>
                      <a:pt x="46362" y="39969"/>
                    </a:moveTo>
                    <a:cubicBezTo>
                      <a:pt x="45022" y="40237"/>
                      <a:pt x="43682" y="40696"/>
                      <a:pt x="42304" y="41079"/>
                    </a:cubicBezTo>
                    <a:cubicBezTo>
                      <a:pt x="41346" y="41309"/>
                      <a:pt x="40313" y="41156"/>
                      <a:pt x="39356" y="41079"/>
                    </a:cubicBezTo>
                    <a:cubicBezTo>
                      <a:pt x="38820" y="41156"/>
                      <a:pt x="38705" y="41845"/>
                      <a:pt x="39164" y="42113"/>
                    </a:cubicBezTo>
                    <a:cubicBezTo>
                      <a:pt x="39471" y="42228"/>
                      <a:pt x="39815" y="42151"/>
                      <a:pt x="40160" y="42228"/>
                    </a:cubicBezTo>
                    <a:cubicBezTo>
                      <a:pt x="40198" y="42419"/>
                      <a:pt x="40351" y="42534"/>
                      <a:pt x="40504" y="42611"/>
                    </a:cubicBezTo>
                    <a:cubicBezTo>
                      <a:pt x="40657" y="42649"/>
                      <a:pt x="40810" y="42649"/>
                      <a:pt x="40964" y="42649"/>
                    </a:cubicBezTo>
                    <a:cubicBezTo>
                      <a:pt x="42954" y="42725"/>
                      <a:pt x="44907" y="42343"/>
                      <a:pt x="46821" y="41845"/>
                    </a:cubicBezTo>
                    <a:cubicBezTo>
                      <a:pt x="47319" y="41730"/>
                      <a:pt x="47778" y="41653"/>
                      <a:pt x="48276" y="41615"/>
                    </a:cubicBezTo>
                    <a:cubicBezTo>
                      <a:pt x="48659" y="41615"/>
                      <a:pt x="49233" y="41577"/>
                      <a:pt x="49233" y="41041"/>
                    </a:cubicBezTo>
                    <a:cubicBezTo>
                      <a:pt x="49348" y="41003"/>
                      <a:pt x="49463" y="40964"/>
                      <a:pt x="49501" y="40926"/>
                    </a:cubicBezTo>
                    <a:cubicBezTo>
                      <a:pt x="54516" y="48698"/>
                      <a:pt x="61101" y="55321"/>
                      <a:pt x="68681" y="60566"/>
                    </a:cubicBezTo>
                    <a:cubicBezTo>
                      <a:pt x="70289" y="60987"/>
                      <a:pt x="69179" y="58422"/>
                      <a:pt x="69294" y="57541"/>
                    </a:cubicBezTo>
                    <a:cubicBezTo>
                      <a:pt x="69102" y="55742"/>
                      <a:pt x="69102" y="53904"/>
                      <a:pt x="69217" y="52067"/>
                    </a:cubicBezTo>
                    <a:cubicBezTo>
                      <a:pt x="69408" y="47894"/>
                      <a:pt x="69102" y="43683"/>
                      <a:pt x="69370" y="39471"/>
                    </a:cubicBezTo>
                    <a:cubicBezTo>
                      <a:pt x="69370" y="36791"/>
                      <a:pt x="69102" y="34112"/>
                      <a:pt x="69064" y="31432"/>
                    </a:cubicBezTo>
                    <a:cubicBezTo>
                      <a:pt x="68911" y="29288"/>
                      <a:pt x="69332" y="27144"/>
                      <a:pt x="69140" y="25038"/>
                    </a:cubicBezTo>
                    <a:cubicBezTo>
                      <a:pt x="67265" y="23201"/>
                      <a:pt x="69370" y="28943"/>
                      <a:pt x="63398" y="29250"/>
                    </a:cubicBezTo>
                    <a:cubicBezTo>
                      <a:pt x="60412" y="29326"/>
                      <a:pt x="58038" y="27221"/>
                      <a:pt x="55818" y="25574"/>
                    </a:cubicBezTo>
                    <a:cubicBezTo>
                      <a:pt x="54669" y="25459"/>
                      <a:pt x="55014" y="26378"/>
                      <a:pt x="55511" y="27259"/>
                    </a:cubicBezTo>
                    <a:cubicBezTo>
                      <a:pt x="55588" y="27450"/>
                      <a:pt x="55703" y="27642"/>
                      <a:pt x="55856" y="27795"/>
                    </a:cubicBezTo>
                    <a:lnTo>
                      <a:pt x="55856" y="27795"/>
                    </a:lnTo>
                    <a:cubicBezTo>
                      <a:pt x="56047" y="28139"/>
                      <a:pt x="56239" y="28446"/>
                      <a:pt x="56315" y="28637"/>
                    </a:cubicBezTo>
                    <a:cubicBezTo>
                      <a:pt x="56392" y="28752"/>
                      <a:pt x="56507" y="28828"/>
                      <a:pt x="56622" y="28867"/>
                    </a:cubicBezTo>
                    <a:lnTo>
                      <a:pt x="56622" y="28905"/>
                    </a:lnTo>
                    <a:cubicBezTo>
                      <a:pt x="58536" y="32083"/>
                      <a:pt x="60527" y="35566"/>
                      <a:pt x="61177" y="39280"/>
                    </a:cubicBezTo>
                    <a:cubicBezTo>
                      <a:pt x="62058" y="42955"/>
                      <a:pt x="60029" y="45597"/>
                      <a:pt x="56354" y="43491"/>
                    </a:cubicBezTo>
                    <a:cubicBezTo>
                      <a:pt x="53559" y="41998"/>
                      <a:pt x="51530" y="39471"/>
                      <a:pt x="49616" y="36983"/>
                    </a:cubicBezTo>
                    <a:cubicBezTo>
                      <a:pt x="45749" y="31432"/>
                      <a:pt x="42342" y="25383"/>
                      <a:pt x="40236" y="18875"/>
                    </a:cubicBezTo>
                    <a:cubicBezTo>
                      <a:pt x="39739" y="17190"/>
                      <a:pt x="39241" y="15506"/>
                      <a:pt x="38973" y="13783"/>
                    </a:cubicBezTo>
                    <a:cubicBezTo>
                      <a:pt x="38781" y="13209"/>
                      <a:pt x="38437" y="10223"/>
                      <a:pt x="37824" y="9189"/>
                    </a:cubicBezTo>
                    <a:cubicBezTo>
                      <a:pt x="37710" y="8423"/>
                      <a:pt x="36255" y="7887"/>
                      <a:pt x="35604" y="7772"/>
                    </a:cubicBezTo>
                    <a:cubicBezTo>
                      <a:pt x="33001" y="5054"/>
                      <a:pt x="25803" y="8002"/>
                      <a:pt x="25114" y="11448"/>
                    </a:cubicBezTo>
                    <a:cubicBezTo>
                      <a:pt x="23506" y="13132"/>
                      <a:pt x="22434" y="15161"/>
                      <a:pt x="21286" y="17152"/>
                    </a:cubicBezTo>
                    <a:cubicBezTo>
                      <a:pt x="20980" y="17764"/>
                      <a:pt x="19640" y="18913"/>
                      <a:pt x="20673" y="19411"/>
                    </a:cubicBezTo>
                    <a:cubicBezTo>
                      <a:pt x="20712" y="19411"/>
                      <a:pt x="20712" y="19411"/>
                      <a:pt x="20750" y="19411"/>
                    </a:cubicBezTo>
                    <a:cubicBezTo>
                      <a:pt x="20826" y="19411"/>
                      <a:pt x="20865" y="19411"/>
                      <a:pt x="20941" y="19411"/>
                    </a:cubicBezTo>
                    <a:cubicBezTo>
                      <a:pt x="21133" y="19181"/>
                      <a:pt x="21324" y="18951"/>
                      <a:pt x="21515" y="18722"/>
                    </a:cubicBezTo>
                    <a:cubicBezTo>
                      <a:pt x="21630" y="18530"/>
                      <a:pt x="21745" y="18377"/>
                      <a:pt x="21860" y="18186"/>
                    </a:cubicBezTo>
                    <a:cubicBezTo>
                      <a:pt x="21898" y="18147"/>
                      <a:pt x="21937" y="18109"/>
                      <a:pt x="21975" y="18071"/>
                    </a:cubicBezTo>
                    <a:lnTo>
                      <a:pt x="22051" y="17918"/>
                    </a:lnTo>
                    <a:cubicBezTo>
                      <a:pt x="22741" y="16846"/>
                      <a:pt x="23430" y="15774"/>
                      <a:pt x="24195" y="14778"/>
                    </a:cubicBezTo>
                    <a:cubicBezTo>
                      <a:pt x="26263" y="12098"/>
                      <a:pt x="29172" y="9763"/>
                      <a:pt x="32503" y="8921"/>
                    </a:cubicBezTo>
                    <a:cubicBezTo>
                      <a:pt x="33805" y="8730"/>
                      <a:pt x="35298" y="8500"/>
                      <a:pt x="36484" y="9265"/>
                    </a:cubicBezTo>
                    <a:cubicBezTo>
                      <a:pt x="36638" y="9342"/>
                      <a:pt x="36752" y="9495"/>
                      <a:pt x="36906" y="9610"/>
                    </a:cubicBezTo>
                    <a:cubicBezTo>
                      <a:pt x="37174" y="10644"/>
                      <a:pt x="37480" y="11677"/>
                      <a:pt x="37671" y="12749"/>
                    </a:cubicBezTo>
                    <a:cubicBezTo>
                      <a:pt x="38245" y="16386"/>
                      <a:pt x="39317" y="19947"/>
                      <a:pt x="40734" y="23354"/>
                    </a:cubicBezTo>
                    <a:cubicBezTo>
                      <a:pt x="40351" y="23852"/>
                      <a:pt x="41078" y="24694"/>
                      <a:pt x="41155" y="25306"/>
                    </a:cubicBezTo>
                    <a:cubicBezTo>
                      <a:pt x="42648" y="29824"/>
                      <a:pt x="45519" y="33767"/>
                      <a:pt x="47740" y="37940"/>
                    </a:cubicBezTo>
                    <a:cubicBezTo>
                      <a:pt x="47816" y="38093"/>
                      <a:pt x="47893" y="38246"/>
                      <a:pt x="48008" y="38399"/>
                    </a:cubicBezTo>
                    <a:cubicBezTo>
                      <a:pt x="47893" y="38438"/>
                      <a:pt x="47778" y="38476"/>
                      <a:pt x="47663" y="38552"/>
                    </a:cubicBezTo>
                    <a:lnTo>
                      <a:pt x="47663" y="38552"/>
                    </a:lnTo>
                    <a:cubicBezTo>
                      <a:pt x="47395" y="38246"/>
                      <a:pt x="46859" y="37978"/>
                      <a:pt x="46515" y="38361"/>
                    </a:cubicBezTo>
                    <a:cubicBezTo>
                      <a:pt x="46362" y="37825"/>
                      <a:pt x="45519" y="37787"/>
                      <a:pt x="45443" y="38399"/>
                    </a:cubicBezTo>
                    <a:cubicBezTo>
                      <a:pt x="45558" y="38935"/>
                      <a:pt x="45941" y="39471"/>
                      <a:pt x="46362" y="39969"/>
                    </a:cubicBezTo>
                    <a:lnTo>
                      <a:pt x="46362" y="39969"/>
                    </a:lnTo>
                    <a:close/>
                    <a:moveTo>
                      <a:pt x="51645" y="18798"/>
                    </a:moveTo>
                    <a:cubicBezTo>
                      <a:pt x="50879" y="17841"/>
                      <a:pt x="50879" y="16501"/>
                      <a:pt x="50496" y="15391"/>
                    </a:cubicBezTo>
                    <a:cubicBezTo>
                      <a:pt x="49807" y="12979"/>
                      <a:pt x="49118" y="10529"/>
                      <a:pt x="48008" y="8270"/>
                    </a:cubicBezTo>
                    <a:cubicBezTo>
                      <a:pt x="46821" y="5399"/>
                      <a:pt x="44026" y="4442"/>
                      <a:pt x="41193" y="4097"/>
                    </a:cubicBezTo>
                    <a:cubicBezTo>
                      <a:pt x="40734" y="4289"/>
                      <a:pt x="39853" y="4671"/>
                      <a:pt x="39739" y="3944"/>
                    </a:cubicBezTo>
                    <a:cubicBezTo>
                      <a:pt x="40083" y="3829"/>
                      <a:pt x="40389" y="3676"/>
                      <a:pt x="40734" y="3523"/>
                    </a:cubicBezTo>
                    <a:cubicBezTo>
                      <a:pt x="41346" y="3293"/>
                      <a:pt x="41921" y="3064"/>
                      <a:pt x="42533" y="2910"/>
                    </a:cubicBezTo>
                    <a:cubicBezTo>
                      <a:pt x="43069" y="2757"/>
                      <a:pt x="43605" y="2642"/>
                      <a:pt x="44141" y="2566"/>
                    </a:cubicBezTo>
                    <a:cubicBezTo>
                      <a:pt x="44486" y="2528"/>
                      <a:pt x="44830" y="2528"/>
                      <a:pt x="45175" y="2528"/>
                    </a:cubicBezTo>
                    <a:cubicBezTo>
                      <a:pt x="45251" y="2528"/>
                      <a:pt x="45328" y="2528"/>
                      <a:pt x="45443" y="2528"/>
                    </a:cubicBezTo>
                    <a:cubicBezTo>
                      <a:pt x="46438" y="2719"/>
                      <a:pt x="47395" y="3178"/>
                      <a:pt x="48199" y="3906"/>
                    </a:cubicBezTo>
                    <a:cubicBezTo>
                      <a:pt x="51224" y="6164"/>
                      <a:pt x="51262" y="10184"/>
                      <a:pt x="51415" y="13592"/>
                    </a:cubicBezTo>
                    <a:cubicBezTo>
                      <a:pt x="51453" y="14242"/>
                      <a:pt x="51530" y="14931"/>
                      <a:pt x="51683" y="15621"/>
                    </a:cubicBezTo>
                    <a:cubicBezTo>
                      <a:pt x="51721" y="16080"/>
                      <a:pt x="51760" y="16578"/>
                      <a:pt x="51874" y="17037"/>
                    </a:cubicBezTo>
                    <a:cubicBezTo>
                      <a:pt x="51989" y="17611"/>
                      <a:pt x="52142" y="18224"/>
                      <a:pt x="52334" y="18760"/>
                    </a:cubicBezTo>
                    <a:cubicBezTo>
                      <a:pt x="52296" y="18836"/>
                      <a:pt x="52181" y="18875"/>
                      <a:pt x="52066" y="18875"/>
                    </a:cubicBezTo>
                    <a:cubicBezTo>
                      <a:pt x="51951" y="18875"/>
                      <a:pt x="51798" y="18875"/>
                      <a:pt x="51645" y="18798"/>
                    </a:cubicBezTo>
                    <a:lnTo>
                      <a:pt x="51645" y="18798"/>
                    </a:lnTo>
                    <a:close/>
                    <a:moveTo>
                      <a:pt x="4824" y="121130"/>
                    </a:moveTo>
                    <a:cubicBezTo>
                      <a:pt x="4058" y="120250"/>
                      <a:pt x="4058" y="118872"/>
                      <a:pt x="4288" y="117800"/>
                    </a:cubicBezTo>
                    <a:cubicBezTo>
                      <a:pt x="3331" y="117225"/>
                      <a:pt x="4249" y="115809"/>
                      <a:pt x="4900" y="116804"/>
                    </a:cubicBezTo>
                    <a:cubicBezTo>
                      <a:pt x="4977" y="116804"/>
                      <a:pt x="5053" y="116804"/>
                      <a:pt x="5092" y="116804"/>
                    </a:cubicBezTo>
                    <a:cubicBezTo>
                      <a:pt x="6585" y="115809"/>
                      <a:pt x="7274" y="113895"/>
                      <a:pt x="7580" y="112172"/>
                    </a:cubicBezTo>
                    <a:cubicBezTo>
                      <a:pt x="7542" y="111598"/>
                      <a:pt x="7925" y="111292"/>
                      <a:pt x="8269" y="111368"/>
                    </a:cubicBezTo>
                    <a:cubicBezTo>
                      <a:pt x="8308" y="111598"/>
                      <a:pt x="8308" y="111827"/>
                      <a:pt x="8384" y="112057"/>
                    </a:cubicBezTo>
                    <a:cubicBezTo>
                      <a:pt x="8461" y="112478"/>
                      <a:pt x="8614" y="112938"/>
                      <a:pt x="8844" y="113282"/>
                    </a:cubicBezTo>
                    <a:cubicBezTo>
                      <a:pt x="8997" y="113818"/>
                      <a:pt x="9265" y="114278"/>
                      <a:pt x="9954" y="114392"/>
                    </a:cubicBezTo>
                    <a:cubicBezTo>
                      <a:pt x="11523" y="114737"/>
                      <a:pt x="12825" y="113665"/>
                      <a:pt x="13744" y="112402"/>
                    </a:cubicBezTo>
                    <a:cubicBezTo>
                      <a:pt x="14165" y="112019"/>
                      <a:pt x="14586" y="111598"/>
                      <a:pt x="14931" y="111138"/>
                    </a:cubicBezTo>
                    <a:cubicBezTo>
                      <a:pt x="15122" y="110832"/>
                      <a:pt x="15314" y="110564"/>
                      <a:pt x="15505" y="110258"/>
                    </a:cubicBezTo>
                    <a:cubicBezTo>
                      <a:pt x="15696" y="109952"/>
                      <a:pt x="15849" y="109645"/>
                      <a:pt x="16003" y="109339"/>
                    </a:cubicBezTo>
                    <a:cubicBezTo>
                      <a:pt x="16041" y="109224"/>
                      <a:pt x="16079" y="109148"/>
                      <a:pt x="16117" y="109071"/>
                    </a:cubicBezTo>
                    <a:cubicBezTo>
                      <a:pt x="16845" y="109645"/>
                      <a:pt x="15773" y="112172"/>
                      <a:pt x="15620" y="112823"/>
                    </a:cubicBezTo>
                    <a:cubicBezTo>
                      <a:pt x="14433" y="116115"/>
                      <a:pt x="14471" y="115732"/>
                      <a:pt x="11370" y="116766"/>
                    </a:cubicBezTo>
                    <a:cubicBezTo>
                      <a:pt x="10145" y="117379"/>
                      <a:pt x="9073" y="118259"/>
                      <a:pt x="8193" y="119293"/>
                    </a:cubicBezTo>
                    <a:cubicBezTo>
                      <a:pt x="7580" y="119982"/>
                      <a:pt x="6508" y="121322"/>
                      <a:pt x="5436" y="121322"/>
                    </a:cubicBezTo>
                    <a:cubicBezTo>
                      <a:pt x="5245" y="121322"/>
                      <a:pt x="5053" y="121245"/>
                      <a:pt x="4824" y="121130"/>
                    </a:cubicBezTo>
                    <a:lnTo>
                      <a:pt x="4824" y="121130"/>
                    </a:lnTo>
                    <a:close/>
                    <a:moveTo>
                      <a:pt x="62403" y="119676"/>
                    </a:moveTo>
                    <a:cubicBezTo>
                      <a:pt x="60029" y="117379"/>
                      <a:pt x="59378" y="113933"/>
                      <a:pt x="59876" y="110756"/>
                    </a:cubicBezTo>
                    <a:cubicBezTo>
                      <a:pt x="59991" y="109913"/>
                      <a:pt x="60144" y="109033"/>
                      <a:pt x="60373" y="108191"/>
                    </a:cubicBezTo>
                    <a:cubicBezTo>
                      <a:pt x="60144" y="108382"/>
                      <a:pt x="59876" y="108344"/>
                      <a:pt x="59570" y="107923"/>
                    </a:cubicBezTo>
                    <a:cubicBezTo>
                      <a:pt x="59570" y="106621"/>
                      <a:pt x="59991" y="105358"/>
                      <a:pt x="59914" y="104056"/>
                    </a:cubicBezTo>
                    <a:cubicBezTo>
                      <a:pt x="59570" y="102103"/>
                      <a:pt x="57349" y="106391"/>
                      <a:pt x="57081" y="106965"/>
                    </a:cubicBezTo>
                    <a:cubicBezTo>
                      <a:pt x="56660" y="107884"/>
                      <a:pt x="56277" y="108803"/>
                      <a:pt x="55971" y="109760"/>
                    </a:cubicBezTo>
                    <a:cubicBezTo>
                      <a:pt x="56009" y="110028"/>
                      <a:pt x="55856" y="110296"/>
                      <a:pt x="55626" y="110373"/>
                    </a:cubicBezTo>
                    <a:cubicBezTo>
                      <a:pt x="54325" y="110602"/>
                      <a:pt x="54861" y="107425"/>
                      <a:pt x="54669" y="106621"/>
                    </a:cubicBezTo>
                    <a:cubicBezTo>
                      <a:pt x="54440" y="103367"/>
                      <a:pt x="54172" y="100074"/>
                      <a:pt x="54210" y="96782"/>
                    </a:cubicBezTo>
                    <a:cubicBezTo>
                      <a:pt x="54210" y="95940"/>
                      <a:pt x="54057" y="94983"/>
                      <a:pt x="54478" y="94179"/>
                    </a:cubicBezTo>
                    <a:cubicBezTo>
                      <a:pt x="56660" y="91078"/>
                      <a:pt x="58344" y="87670"/>
                      <a:pt x="59952" y="84225"/>
                    </a:cubicBezTo>
                    <a:cubicBezTo>
                      <a:pt x="60909" y="82311"/>
                      <a:pt x="61867" y="80435"/>
                      <a:pt x="62441" y="78406"/>
                    </a:cubicBezTo>
                    <a:cubicBezTo>
                      <a:pt x="63360" y="75611"/>
                      <a:pt x="63589" y="72548"/>
                      <a:pt x="64700" y="69869"/>
                    </a:cubicBezTo>
                    <a:cubicBezTo>
                      <a:pt x="65772" y="68452"/>
                      <a:pt x="66614" y="66844"/>
                      <a:pt x="67226" y="65198"/>
                    </a:cubicBezTo>
                    <a:cubicBezTo>
                      <a:pt x="67686" y="64471"/>
                      <a:pt x="68260" y="61752"/>
                      <a:pt x="69370" y="62518"/>
                    </a:cubicBezTo>
                    <a:cubicBezTo>
                      <a:pt x="69638" y="62748"/>
                      <a:pt x="69562" y="63169"/>
                      <a:pt x="69523" y="63513"/>
                    </a:cubicBezTo>
                    <a:cubicBezTo>
                      <a:pt x="69370" y="65045"/>
                      <a:pt x="69217" y="66614"/>
                      <a:pt x="69179" y="68146"/>
                    </a:cubicBezTo>
                    <a:cubicBezTo>
                      <a:pt x="69179" y="73812"/>
                      <a:pt x="69217" y="79478"/>
                      <a:pt x="69485" y="85144"/>
                    </a:cubicBezTo>
                    <a:cubicBezTo>
                      <a:pt x="69638" y="92992"/>
                      <a:pt x="68987" y="100840"/>
                      <a:pt x="69638" y="108650"/>
                    </a:cubicBezTo>
                    <a:cubicBezTo>
                      <a:pt x="69715" y="110909"/>
                      <a:pt x="69370" y="113129"/>
                      <a:pt x="69332" y="115350"/>
                    </a:cubicBezTo>
                    <a:cubicBezTo>
                      <a:pt x="69179" y="116268"/>
                      <a:pt x="69600" y="121016"/>
                      <a:pt x="67801" y="119369"/>
                    </a:cubicBezTo>
                    <a:cubicBezTo>
                      <a:pt x="65580" y="115771"/>
                      <a:pt x="63819" y="111330"/>
                      <a:pt x="65044" y="107080"/>
                    </a:cubicBezTo>
                    <a:cubicBezTo>
                      <a:pt x="65236" y="106200"/>
                      <a:pt x="65580" y="104936"/>
                      <a:pt x="65006" y="104171"/>
                    </a:cubicBezTo>
                    <a:cubicBezTo>
                      <a:pt x="64968" y="104171"/>
                      <a:pt x="64929" y="104132"/>
                      <a:pt x="64929" y="104132"/>
                    </a:cubicBezTo>
                    <a:cubicBezTo>
                      <a:pt x="64929" y="104132"/>
                      <a:pt x="64929" y="104132"/>
                      <a:pt x="64968" y="104132"/>
                    </a:cubicBezTo>
                    <a:cubicBezTo>
                      <a:pt x="64968" y="104132"/>
                      <a:pt x="64968" y="104171"/>
                      <a:pt x="64968" y="104171"/>
                    </a:cubicBezTo>
                    <a:cubicBezTo>
                      <a:pt x="60986" y="104094"/>
                      <a:pt x="60029" y="113550"/>
                      <a:pt x="61445" y="116307"/>
                    </a:cubicBezTo>
                    <a:cubicBezTo>
                      <a:pt x="61675" y="117532"/>
                      <a:pt x="62824" y="118259"/>
                      <a:pt x="63283" y="119293"/>
                    </a:cubicBezTo>
                    <a:cubicBezTo>
                      <a:pt x="63321" y="119752"/>
                      <a:pt x="62709" y="120020"/>
                      <a:pt x="62403" y="119676"/>
                    </a:cubicBezTo>
                    <a:lnTo>
                      <a:pt x="62403" y="119676"/>
                    </a:lnTo>
                    <a:close/>
                    <a:moveTo>
                      <a:pt x="16845" y="103443"/>
                    </a:moveTo>
                    <a:cubicBezTo>
                      <a:pt x="16424" y="103022"/>
                      <a:pt x="16577" y="102295"/>
                      <a:pt x="16385" y="101759"/>
                    </a:cubicBezTo>
                    <a:cubicBezTo>
                      <a:pt x="15735" y="99653"/>
                      <a:pt x="14969" y="97356"/>
                      <a:pt x="13323" y="95787"/>
                    </a:cubicBezTo>
                    <a:cubicBezTo>
                      <a:pt x="12021" y="94600"/>
                      <a:pt x="9915" y="95098"/>
                      <a:pt x="9226" y="96744"/>
                    </a:cubicBezTo>
                    <a:cubicBezTo>
                      <a:pt x="9112" y="97012"/>
                      <a:pt x="9035" y="97318"/>
                      <a:pt x="8997" y="97624"/>
                    </a:cubicBezTo>
                    <a:cubicBezTo>
                      <a:pt x="8844" y="97969"/>
                      <a:pt x="8729" y="98313"/>
                      <a:pt x="8690" y="98658"/>
                    </a:cubicBezTo>
                    <a:cubicBezTo>
                      <a:pt x="8614" y="99347"/>
                      <a:pt x="8614" y="100074"/>
                      <a:pt x="8614" y="100763"/>
                    </a:cubicBezTo>
                    <a:cubicBezTo>
                      <a:pt x="8614" y="100878"/>
                      <a:pt x="8614" y="100955"/>
                      <a:pt x="8614" y="101070"/>
                    </a:cubicBezTo>
                    <a:cubicBezTo>
                      <a:pt x="8576" y="101606"/>
                      <a:pt x="8576" y="102142"/>
                      <a:pt x="8576" y="102678"/>
                    </a:cubicBezTo>
                    <a:cubicBezTo>
                      <a:pt x="8499" y="102639"/>
                      <a:pt x="8384" y="102601"/>
                      <a:pt x="8308" y="102525"/>
                    </a:cubicBezTo>
                    <a:cubicBezTo>
                      <a:pt x="7695" y="100840"/>
                      <a:pt x="7695" y="98849"/>
                      <a:pt x="6815" y="97203"/>
                    </a:cubicBezTo>
                    <a:cubicBezTo>
                      <a:pt x="5934" y="95557"/>
                      <a:pt x="3522" y="93949"/>
                      <a:pt x="3943" y="97088"/>
                    </a:cubicBezTo>
                    <a:cubicBezTo>
                      <a:pt x="4020" y="97586"/>
                      <a:pt x="4096" y="98045"/>
                      <a:pt x="4249" y="98505"/>
                    </a:cubicBezTo>
                    <a:cubicBezTo>
                      <a:pt x="4326" y="98888"/>
                      <a:pt x="3982" y="99156"/>
                      <a:pt x="3637" y="99117"/>
                    </a:cubicBezTo>
                    <a:cubicBezTo>
                      <a:pt x="3446" y="98734"/>
                      <a:pt x="3292" y="98390"/>
                      <a:pt x="3101" y="98007"/>
                    </a:cubicBezTo>
                    <a:cubicBezTo>
                      <a:pt x="2603" y="95519"/>
                      <a:pt x="1608" y="95327"/>
                      <a:pt x="536" y="92992"/>
                    </a:cubicBezTo>
                    <a:cubicBezTo>
                      <a:pt x="0" y="90312"/>
                      <a:pt x="536" y="87517"/>
                      <a:pt x="268" y="84799"/>
                    </a:cubicBezTo>
                    <a:cubicBezTo>
                      <a:pt x="38" y="80320"/>
                      <a:pt x="613" y="75841"/>
                      <a:pt x="536" y="71362"/>
                    </a:cubicBezTo>
                    <a:cubicBezTo>
                      <a:pt x="727" y="70098"/>
                      <a:pt x="38" y="65887"/>
                      <a:pt x="881" y="65351"/>
                    </a:cubicBezTo>
                    <a:cubicBezTo>
                      <a:pt x="1646" y="64509"/>
                      <a:pt x="5283" y="71170"/>
                      <a:pt x="5743" y="71936"/>
                    </a:cubicBezTo>
                    <a:cubicBezTo>
                      <a:pt x="7006" y="74731"/>
                      <a:pt x="7236" y="77946"/>
                      <a:pt x="7618" y="80933"/>
                    </a:cubicBezTo>
                    <a:cubicBezTo>
                      <a:pt x="8422" y="83689"/>
                      <a:pt x="9494" y="86407"/>
                      <a:pt x="10796" y="88934"/>
                    </a:cubicBezTo>
                    <a:cubicBezTo>
                      <a:pt x="11791" y="90695"/>
                      <a:pt x="13131" y="92226"/>
                      <a:pt x="14510" y="93719"/>
                    </a:cubicBezTo>
                    <a:cubicBezTo>
                      <a:pt x="15849" y="95212"/>
                      <a:pt x="17879" y="96514"/>
                      <a:pt x="17572" y="98811"/>
                    </a:cubicBezTo>
                    <a:cubicBezTo>
                      <a:pt x="17611" y="99883"/>
                      <a:pt x="17649" y="100955"/>
                      <a:pt x="17687" y="102027"/>
                    </a:cubicBezTo>
                    <a:cubicBezTo>
                      <a:pt x="17725" y="102525"/>
                      <a:pt x="17764" y="103520"/>
                      <a:pt x="17189" y="103520"/>
                    </a:cubicBezTo>
                    <a:cubicBezTo>
                      <a:pt x="17113" y="103520"/>
                      <a:pt x="16998" y="103520"/>
                      <a:pt x="16845" y="103443"/>
                    </a:cubicBezTo>
                    <a:lnTo>
                      <a:pt x="16845" y="103443"/>
                    </a:lnTo>
                    <a:close/>
                    <a:moveTo>
                      <a:pt x="67609" y="7772"/>
                    </a:moveTo>
                    <a:cubicBezTo>
                      <a:pt x="68566" y="8997"/>
                      <a:pt x="69447" y="10376"/>
                      <a:pt x="69408" y="12022"/>
                    </a:cubicBezTo>
                    <a:cubicBezTo>
                      <a:pt x="69370" y="12864"/>
                      <a:pt x="70098" y="18722"/>
                      <a:pt x="68260" y="17114"/>
                    </a:cubicBezTo>
                    <a:cubicBezTo>
                      <a:pt x="65925" y="12941"/>
                      <a:pt x="63168" y="8921"/>
                      <a:pt x="60106" y="5207"/>
                    </a:cubicBezTo>
                    <a:cubicBezTo>
                      <a:pt x="59034" y="3944"/>
                      <a:pt x="57808" y="2834"/>
                      <a:pt x="56430" y="1877"/>
                    </a:cubicBezTo>
                    <a:cubicBezTo>
                      <a:pt x="56162" y="1647"/>
                      <a:pt x="55665" y="1532"/>
                      <a:pt x="55550" y="1111"/>
                    </a:cubicBezTo>
                    <a:cubicBezTo>
                      <a:pt x="54975" y="920"/>
                      <a:pt x="55205" y="1"/>
                      <a:pt x="55818" y="116"/>
                    </a:cubicBezTo>
                    <a:cubicBezTo>
                      <a:pt x="56047" y="154"/>
                      <a:pt x="56315" y="192"/>
                      <a:pt x="56545" y="192"/>
                    </a:cubicBezTo>
                    <a:cubicBezTo>
                      <a:pt x="58344" y="154"/>
                      <a:pt x="59761" y="690"/>
                      <a:pt x="61024" y="1532"/>
                    </a:cubicBezTo>
                    <a:cubicBezTo>
                      <a:pt x="61867" y="1494"/>
                      <a:pt x="63513" y="3178"/>
                      <a:pt x="64010" y="3561"/>
                    </a:cubicBezTo>
                    <a:cubicBezTo>
                      <a:pt x="64317" y="3829"/>
                      <a:pt x="66001" y="5552"/>
                      <a:pt x="66958" y="6968"/>
                    </a:cubicBezTo>
                    <a:lnTo>
                      <a:pt x="66958" y="6968"/>
                    </a:lnTo>
                    <a:cubicBezTo>
                      <a:pt x="67188" y="7236"/>
                      <a:pt x="67379" y="7504"/>
                      <a:pt x="67571" y="7811"/>
                    </a:cubicBezTo>
                    <a:close/>
                  </a:path>
                </a:pathLst>
              </a:custGeom>
              <a:solidFill>
                <a:srgbClr val="5946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42"/>
              <p:cNvSpPr/>
              <p:nvPr/>
            </p:nvSpPr>
            <p:spPr>
              <a:xfrm>
                <a:off x="567350" y="976300"/>
                <a:ext cx="960950" cy="741775"/>
              </a:xfrm>
              <a:custGeom>
                <a:avLst/>
                <a:gdLst/>
                <a:ahLst/>
                <a:cxnLst/>
                <a:rect l="l" t="t" r="r" b="b"/>
                <a:pathLst>
                  <a:path w="38438" h="29671" extrusionOk="0">
                    <a:moveTo>
                      <a:pt x="2374" y="14740"/>
                    </a:moveTo>
                    <a:cubicBezTo>
                      <a:pt x="1877" y="14319"/>
                      <a:pt x="2336" y="13324"/>
                      <a:pt x="2451" y="12788"/>
                    </a:cubicBezTo>
                    <a:cubicBezTo>
                      <a:pt x="2680" y="12137"/>
                      <a:pt x="2948" y="11486"/>
                      <a:pt x="3255" y="10835"/>
                    </a:cubicBezTo>
                    <a:cubicBezTo>
                      <a:pt x="3638" y="10070"/>
                      <a:pt x="4059" y="9380"/>
                      <a:pt x="4288" y="8538"/>
                    </a:cubicBezTo>
                    <a:cubicBezTo>
                      <a:pt x="3484" y="9036"/>
                      <a:pt x="2719" y="9648"/>
                      <a:pt x="1991" y="10261"/>
                    </a:cubicBezTo>
                    <a:cubicBezTo>
                      <a:pt x="1685" y="10491"/>
                      <a:pt x="1379" y="10797"/>
                      <a:pt x="996" y="10873"/>
                    </a:cubicBezTo>
                    <a:cubicBezTo>
                      <a:pt x="1" y="10988"/>
                      <a:pt x="575" y="9648"/>
                      <a:pt x="766" y="9151"/>
                    </a:cubicBezTo>
                    <a:cubicBezTo>
                      <a:pt x="1264" y="8079"/>
                      <a:pt x="2106" y="7237"/>
                      <a:pt x="2757" y="6279"/>
                    </a:cubicBezTo>
                    <a:cubicBezTo>
                      <a:pt x="2106" y="6356"/>
                      <a:pt x="192" y="7466"/>
                      <a:pt x="383" y="6050"/>
                    </a:cubicBezTo>
                    <a:cubicBezTo>
                      <a:pt x="537" y="5437"/>
                      <a:pt x="919" y="4901"/>
                      <a:pt x="1264" y="4365"/>
                    </a:cubicBezTo>
                    <a:cubicBezTo>
                      <a:pt x="1455" y="4021"/>
                      <a:pt x="1800" y="3676"/>
                      <a:pt x="1838" y="3293"/>
                    </a:cubicBezTo>
                    <a:cubicBezTo>
                      <a:pt x="1494" y="3178"/>
                      <a:pt x="1111" y="3255"/>
                      <a:pt x="805" y="3025"/>
                    </a:cubicBezTo>
                    <a:cubicBezTo>
                      <a:pt x="383" y="2719"/>
                      <a:pt x="728" y="2221"/>
                      <a:pt x="996" y="1953"/>
                    </a:cubicBezTo>
                    <a:cubicBezTo>
                      <a:pt x="1455" y="1494"/>
                      <a:pt x="2987" y="1"/>
                      <a:pt x="3523" y="843"/>
                    </a:cubicBezTo>
                    <a:cubicBezTo>
                      <a:pt x="3676" y="1111"/>
                      <a:pt x="3408" y="1379"/>
                      <a:pt x="3484" y="1647"/>
                    </a:cubicBezTo>
                    <a:cubicBezTo>
                      <a:pt x="4212" y="1571"/>
                      <a:pt x="5360" y="690"/>
                      <a:pt x="6049" y="1073"/>
                    </a:cubicBezTo>
                    <a:cubicBezTo>
                      <a:pt x="6317" y="1226"/>
                      <a:pt x="6356" y="1571"/>
                      <a:pt x="6279" y="1839"/>
                    </a:cubicBezTo>
                    <a:cubicBezTo>
                      <a:pt x="6088" y="2336"/>
                      <a:pt x="5743" y="2796"/>
                      <a:pt x="5667" y="3370"/>
                    </a:cubicBezTo>
                    <a:cubicBezTo>
                      <a:pt x="5628" y="3446"/>
                      <a:pt x="5590" y="3561"/>
                      <a:pt x="5667" y="3600"/>
                    </a:cubicBezTo>
                    <a:lnTo>
                      <a:pt x="5667" y="3600"/>
                    </a:lnTo>
                    <a:lnTo>
                      <a:pt x="5667" y="3600"/>
                    </a:lnTo>
                    <a:cubicBezTo>
                      <a:pt x="5935" y="3638"/>
                      <a:pt x="6203" y="3485"/>
                      <a:pt x="6432" y="3408"/>
                    </a:cubicBezTo>
                    <a:cubicBezTo>
                      <a:pt x="7160" y="3025"/>
                      <a:pt x="7887" y="2528"/>
                      <a:pt x="8691" y="2375"/>
                    </a:cubicBezTo>
                    <a:cubicBezTo>
                      <a:pt x="9418" y="2260"/>
                      <a:pt x="9495" y="3064"/>
                      <a:pt x="9112" y="3485"/>
                    </a:cubicBezTo>
                    <a:cubicBezTo>
                      <a:pt x="8844" y="3829"/>
                      <a:pt x="8538" y="4174"/>
                      <a:pt x="8232" y="4480"/>
                    </a:cubicBezTo>
                    <a:cubicBezTo>
                      <a:pt x="7887" y="4901"/>
                      <a:pt x="7428" y="5361"/>
                      <a:pt x="7543" y="5935"/>
                    </a:cubicBezTo>
                    <a:cubicBezTo>
                      <a:pt x="8193" y="5667"/>
                      <a:pt x="11141" y="3446"/>
                      <a:pt x="11524" y="4557"/>
                    </a:cubicBezTo>
                    <a:cubicBezTo>
                      <a:pt x="11562" y="4672"/>
                      <a:pt x="11562" y="4748"/>
                      <a:pt x="11524" y="4863"/>
                    </a:cubicBezTo>
                    <a:cubicBezTo>
                      <a:pt x="10720" y="5246"/>
                      <a:pt x="9993" y="5782"/>
                      <a:pt x="9342" y="6356"/>
                    </a:cubicBezTo>
                    <a:cubicBezTo>
                      <a:pt x="8768" y="6739"/>
                      <a:pt x="8232" y="7122"/>
                      <a:pt x="7734" y="7543"/>
                    </a:cubicBezTo>
                    <a:cubicBezTo>
                      <a:pt x="7198" y="8002"/>
                      <a:pt x="6739" y="8462"/>
                      <a:pt x="6279" y="8998"/>
                    </a:cubicBezTo>
                    <a:cubicBezTo>
                      <a:pt x="5781" y="9495"/>
                      <a:pt x="5322" y="10031"/>
                      <a:pt x="4901" y="10567"/>
                    </a:cubicBezTo>
                    <a:cubicBezTo>
                      <a:pt x="4671" y="10873"/>
                      <a:pt x="4442" y="11141"/>
                      <a:pt x="4250" y="11448"/>
                    </a:cubicBezTo>
                    <a:cubicBezTo>
                      <a:pt x="4059" y="11754"/>
                      <a:pt x="3829" y="12060"/>
                      <a:pt x="3638" y="12405"/>
                    </a:cubicBezTo>
                    <a:cubicBezTo>
                      <a:pt x="3293" y="13017"/>
                      <a:pt x="2948" y="13668"/>
                      <a:pt x="2680" y="14357"/>
                    </a:cubicBezTo>
                    <a:cubicBezTo>
                      <a:pt x="2604" y="14510"/>
                      <a:pt x="2566" y="14664"/>
                      <a:pt x="2489" y="14778"/>
                    </a:cubicBezTo>
                    <a:cubicBezTo>
                      <a:pt x="2451" y="14778"/>
                      <a:pt x="2412" y="14778"/>
                      <a:pt x="2374" y="14740"/>
                    </a:cubicBezTo>
                    <a:lnTo>
                      <a:pt x="2374" y="14740"/>
                    </a:lnTo>
                    <a:close/>
                    <a:moveTo>
                      <a:pt x="38361" y="23507"/>
                    </a:moveTo>
                    <a:cubicBezTo>
                      <a:pt x="38438" y="23775"/>
                      <a:pt x="38361" y="24158"/>
                      <a:pt x="38055" y="24120"/>
                    </a:cubicBezTo>
                    <a:cubicBezTo>
                      <a:pt x="37404" y="23967"/>
                      <a:pt x="36791" y="22895"/>
                      <a:pt x="36408" y="22397"/>
                    </a:cubicBezTo>
                    <a:cubicBezTo>
                      <a:pt x="36600" y="23775"/>
                      <a:pt x="36983" y="25077"/>
                      <a:pt x="37289" y="26455"/>
                    </a:cubicBezTo>
                    <a:cubicBezTo>
                      <a:pt x="37366" y="26838"/>
                      <a:pt x="37289" y="27450"/>
                      <a:pt x="36791" y="27412"/>
                    </a:cubicBezTo>
                    <a:cubicBezTo>
                      <a:pt x="36026" y="27182"/>
                      <a:pt x="34686" y="24656"/>
                      <a:pt x="34188" y="23928"/>
                    </a:cubicBezTo>
                    <a:cubicBezTo>
                      <a:pt x="34456" y="25268"/>
                      <a:pt x="34839" y="26608"/>
                      <a:pt x="35260" y="27948"/>
                    </a:cubicBezTo>
                    <a:cubicBezTo>
                      <a:pt x="35375" y="28407"/>
                      <a:pt x="35605" y="28829"/>
                      <a:pt x="35605" y="29326"/>
                    </a:cubicBezTo>
                    <a:cubicBezTo>
                      <a:pt x="35528" y="29671"/>
                      <a:pt x="35107" y="29671"/>
                      <a:pt x="34915" y="29441"/>
                    </a:cubicBezTo>
                    <a:cubicBezTo>
                      <a:pt x="34379" y="28943"/>
                      <a:pt x="34073" y="28293"/>
                      <a:pt x="33652" y="27680"/>
                    </a:cubicBezTo>
                    <a:cubicBezTo>
                      <a:pt x="33040" y="26608"/>
                      <a:pt x="32427" y="25536"/>
                      <a:pt x="31853" y="24426"/>
                    </a:cubicBezTo>
                    <a:cubicBezTo>
                      <a:pt x="31010" y="22895"/>
                      <a:pt x="30436" y="21287"/>
                      <a:pt x="29824" y="19679"/>
                    </a:cubicBezTo>
                    <a:cubicBezTo>
                      <a:pt x="29556" y="18913"/>
                      <a:pt x="28292" y="15621"/>
                      <a:pt x="28713" y="15008"/>
                    </a:cubicBezTo>
                    <a:cubicBezTo>
                      <a:pt x="29020" y="14740"/>
                      <a:pt x="29288" y="15046"/>
                      <a:pt x="29441" y="15314"/>
                    </a:cubicBezTo>
                    <a:cubicBezTo>
                      <a:pt x="30092" y="16463"/>
                      <a:pt x="30628" y="17688"/>
                      <a:pt x="31393" y="18760"/>
                    </a:cubicBezTo>
                    <a:cubicBezTo>
                      <a:pt x="31240" y="18224"/>
                      <a:pt x="30857" y="15774"/>
                      <a:pt x="32044" y="16616"/>
                    </a:cubicBezTo>
                    <a:cubicBezTo>
                      <a:pt x="32733" y="17535"/>
                      <a:pt x="33269" y="18683"/>
                      <a:pt x="34226" y="19372"/>
                    </a:cubicBezTo>
                    <a:cubicBezTo>
                      <a:pt x="34418" y="18683"/>
                      <a:pt x="33767" y="16731"/>
                      <a:pt x="34494" y="16310"/>
                    </a:cubicBezTo>
                    <a:cubicBezTo>
                      <a:pt x="34992" y="16118"/>
                      <a:pt x="35183" y="16807"/>
                      <a:pt x="35337" y="17152"/>
                    </a:cubicBezTo>
                    <a:cubicBezTo>
                      <a:pt x="35834" y="18262"/>
                      <a:pt x="36294" y="19372"/>
                      <a:pt x="36830" y="20483"/>
                    </a:cubicBezTo>
                    <a:cubicBezTo>
                      <a:pt x="37327" y="21478"/>
                      <a:pt x="37940" y="22473"/>
                      <a:pt x="38361" y="23507"/>
                    </a:cubicBezTo>
                    <a:close/>
                  </a:path>
                </a:pathLst>
              </a:custGeom>
              <a:solidFill>
                <a:srgbClr val="8B7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42"/>
              <p:cNvSpPr/>
              <p:nvPr/>
            </p:nvSpPr>
            <p:spPr>
              <a:xfrm>
                <a:off x="251500" y="2632075"/>
                <a:ext cx="164650" cy="120625"/>
              </a:xfrm>
              <a:custGeom>
                <a:avLst/>
                <a:gdLst/>
                <a:ahLst/>
                <a:cxnLst/>
                <a:rect l="l" t="t" r="r" b="b"/>
                <a:pathLst>
                  <a:path w="6586" h="4825" extrusionOk="0">
                    <a:moveTo>
                      <a:pt x="4404" y="805"/>
                    </a:moveTo>
                    <a:cubicBezTo>
                      <a:pt x="6586" y="2030"/>
                      <a:pt x="5590" y="4824"/>
                      <a:pt x="3140" y="4480"/>
                    </a:cubicBezTo>
                    <a:cubicBezTo>
                      <a:pt x="1" y="3906"/>
                      <a:pt x="1877" y="1"/>
                      <a:pt x="4404" y="805"/>
                    </a:cubicBezTo>
                    <a:close/>
                  </a:path>
                </a:pathLst>
              </a:custGeom>
              <a:solidFill>
                <a:srgbClr val="98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42"/>
              <p:cNvSpPr/>
              <p:nvPr/>
            </p:nvSpPr>
            <p:spPr>
              <a:xfrm>
                <a:off x="1833600" y="2637825"/>
                <a:ext cx="99550" cy="125400"/>
              </a:xfrm>
              <a:custGeom>
                <a:avLst/>
                <a:gdLst/>
                <a:ahLst/>
                <a:cxnLst/>
                <a:rect l="l" t="t" r="r" b="b"/>
                <a:pathLst>
                  <a:path w="3982" h="5016" extrusionOk="0">
                    <a:moveTo>
                      <a:pt x="3752" y="2029"/>
                    </a:moveTo>
                    <a:cubicBezTo>
                      <a:pt x="3982" y="3484"/>
                      <a:pt x="2603" y="5016"/>
                      <a:pt x="1149" y="4862"/>
                    </a:cubicBezTo>
                    <a:cubicBezTo>
                      <a:pt x="0" y="4709"/>
                      <a:pt x="268" y="3369"/>
                      <a:pt x="651" y="2604"/>
                    </a:cubicBezTo>
                    <a:cubicBezTo>
                      <a:pt x="613" y="1838"/>
                      <a:pt x="1110" y="957"/>
                      <a:pt x="1876" y="766"/>
                    </a:cubicBezTo>
                    <a:cubicBezTo>
                      <a:pt x="2680" y="0"/>
                      <a:pt x="3637" y="1264"/>
                      <a:pt x="3752" y="2029"/>
                    </a:cubicBezTo>
                    <a:close/>
                  </a:path>
                </a:pathLst>
              </a:custGeom>
              <a:solidFill>
                <a:srgbClr val="98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42"/>
              <p:cNvSpPr/>
              <p:nvPr/>
            </p:nvSpPr>
            <p:spPr>
              <a:xfrm>
                <a:off x="290750" y="2637825"/>
                <a:ext cx="77550" cy="71800"/>
              </a:xfrm>
              <a:custGeom>
                <a:avLst/>
                <a:gdLst/>
                <a:ahLst/>
                <a:cxnLst/>
                <a:rect l="l" t="t" r="r" b="b"/>
                <a:pathLst>
                  <a:path w="3102" h="2872" extrusionOk="0">
                    <a:moveTo>
                      <a:pt x="1570" y="2719"/>
                    </a:moveTo>
                    <a:cubicBezTo>
                      <a:pt x="1" y="2604"/>
                      <a:pt x="843" y="0"/>
                      <a:pt x="2144" y="843"/>
                    </a:cubicBezTo>
                    <a:cubicBezTo>
                      <a:pt x="3102" y="1302"/>
                      <a:pt x="2604" y="2872"/>
                      <a:pt x="1570" y="2719"/>
                    </a:cubicBezTo>
                    <a:close/>
                  </a:path>
                </a:pathLst>
              </a:custGeom>
              <a:solidFill>
                <a:srgbClr val="D2EB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42"/>
              <p:cNvSpPr/>
              <p:nvPr/>
            </p:nvSpPr>
            <p:spPr>
              <a:xfrm>
                <a:off x="1840300" y="2644525"/>
                <a:ext cx="87100" cy="81375"/>
              </a:xfrm>
              <a:custGeom>
                <a:avLst/>
                <a:gdLst/>
                <a:ahLst/>
                <a:cxnLst/>
                <a:rect l="l" t="t" r="r" b="b"/>
                <a:pathLst>
                  <a:path w="3484" h="3255" extrusionOk="0">
                    <a:moveTo>
                      <a:pt x="804" y="2336"/>
                    </a:moveTo>
                    <a:cubicBezTo>
                      <a:pt x="0" y="1532"/>
                      <a:pt x="1493" y="0"/>
                      <a:pt x="2335" y="651"/>
                    </a:cubicBezTo>
                    <a:cubicBezTo>
                      <a:pt x="3484" y="1532"/>
                      <a:pt x="1799" y="3254"/>
                      <a:pt x="804" y="2336"/>
                    </a:cubicBezTo>
                    <a:close/>
                  </a:path>
                </a:pathLst>
              </a:custGeom>
              <a:solidFill>
                <a:srgbClr val="D2EB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42"/>
              <p:cNvSpPr/>
              <p:nvPr/>
            </p:nvSpPr>
            <p:spPr>
              <a:xfrm>
                <a:off x="245775" y="3857150"/>
                <a:ext cx="1722800" cy="869075"/>
              </a:xfrm>
              <a:custGeom>
                <a:avLst/>
                <a:gdLst/>
                <a:ahLst/>
                <a:cxnLst/>
                <a:rect l="l" t="t" r="r" b="b"/>
                <a:pathLst>
                  <a:path w="68912" h="34763" extrusionOk="0">
                    <a:moveTo>
                      <a:pt x="2489" y="34494"/>
                    </a:moveTo>
                    <a:cubicBezTo>
                      <a:pt x="1953" y="34571"/>
                      <a:pt x="1608" y="34303"/>
                      <a:pt x="1455" y="33997"/>
                    </a:cubicBezTo>
                    <a:cubicBezTo>
                      <a:pt x="1417" y="33997"/>
                      <a:pt x="1378" y="33997"/>
                      <a:pt x="1340" y="33958"/>
                    </a:cubicBezTo>
                    <a:cubicBezTo>
                      <a:pt x="996" y="33767"/>
                      <a:pt x="881" y="33422"/>
                      <a:pt x="957" y="33078"/>
                    </a:cubicBezTo>
                    <a:cubicBezTo>
                      <a:pt x="613" y="32351"/>
                      <a:pt x="843" y="31432"/>
                      <a:pt x="728" y="30628"/>
                    </a:cubicBezTo>
                    <a:cubicBezTo>
                      <a:pt x="689" y="28522"/>
                      <a:pt x="651" y="26417"/>
                      <a:pt x="536" y="24311"/>
                    </a:cubicBezTo>
                    <a:cubicBezTo>
                      <a:pt x="345" y="19602"/>
                      <a:pt x="77" y="14855"/>
                      <a:pt x="153" y="10146"/>
                    </a:cubicBezTo>
                    <a:cubicBezTo>
                      <a:pt x="115" y="9878"/>
                      <a:pt x="115" y="9648"/>
                      <a:pt x="153" y="9457"/>
                    </a:cubicBezTo>
                    <a:cubicBezTo>
                      <a:pt x="77" y="9342"/>
                      <a:pt x="39" y="9227"/>
                      <a:pt x="39" y="9112"/>
                    </a:cubicBezTo>
                    <a:cubicBezTo>
                      <a:pt x="0" y="8729"/>
                      <a:pt x="192" y="8423"/>
                      <a:pt x="498" y="8155"/>
                    </a:cubicBezTo>
                    <a:cubicBezTo>
                      <a:pt x="1034" y="7007"/>
                      <a:pt x="4747" y="6011"/>
                      <a:pt x="6049" y="5169"/>
                    </a:cubicBezTo>
                    <a:cubicBezTo>
                      <a:pt x="6355" y="4595"/>
                      <a:pt x="7044" y="4365"/>
                      <a:pt x="7542" y="3906"/>
                    </a:cubicBezTo>
                    <a:cubicBezTo>
                      <a:pt x="7772" y="2834"/>
                      <a:pt x="9954" y="1264"/>
                      <a:pt x="11256" y="575"/>
                    </a:cubicBezTo>
                    <a:cubicBezTo>
                      <a:pt x="11332" y="460"/>
                      <a:pt x="11447" y="384"/>
                      <a:pt x="11562" y="307"/>
                    </a:cubicBezTo>
                    <a:cubicBezTo>
                      <a:pt x="12175" y="1"/>
                      <a:pt x="12940" y="728"/>
                      <a:pt x="12634" y="1379"/>
                    </a:cubicBezTo>
                    <a:cubicBezTo>
                      <a:pt x="12481" y="1724"/>
                      <a:pt x="12328" y="2106"/>
                      <a:pt x="12251" y="2489"/>
                    </a:cubicBezTo>
                    <a:cubicBezTo>
                      <a:pt x="12328" y="3293"/>
                      <a:pt x="13361" y="3867"/>
                      <a:pt x="13782" y="4480"/>
                    </a:cubicBezTo>
                    <a:cubicBezTo>
                      <a:pt x="13859" y="4595"/>
                      <a:pt x="13936" y="4710"/>
                      <a:pt x="13974" y="4786"/>
                    </a:cubicBezTo>
                    <a:cubicBezTo>
                      <a:pt x="14931" y="5705"/>
                      <a:pt x="16003" y="6432"/>
                      <a:pt x="17113" y="7122"/>
                    </a:cubicBezTo>
                    <a:cubicBezTo>
                      <a:pt x="17305" y="7160"/>
                      <a:pt x="17496" y="7236"/>
                      <a:pt x="17649" y="7351"/>
                    </a:cubicBezTo>
                    <a:cubicBezTo>
                      <a:pt x="19602" y="8155"/>
                      <a:pt x="21363" y="9304"/>
                      <a:pt x="23124" y="10414"/>
                    </a:cubicBezTo>
                    <a:cubicBezTo>
                      <a:pt x="23583" y="10605"/>
                      <a:pt x="24042" y="10797"/>
                      <a:pt x="24387" y="10835"/>
                    </a:cubicBezTo>
                    <a:cubicBezTo>
                      <a:pt x="25957" y="11409"/>
                      <a:pt x="27488" y="11907"/>
                      <a:pt x="29096" y="12328"/>
                    </a:cubicBezTo>
                    <a:cubicBezTo>
                      <a:pt x="29134" y="12328"/>
                      <a:pt x="29172" y="12290"/>
                      <a:pt x="29211" y="12290"/>
                    </a:cubicBezTo>
                    <a:cubicBezTo>
                      <a:pt x="30704" y="12290"/>
                      <a:pt x="32197" y="12290"/>
                      <a:pt x="33652" y="12405"/>
                    </a:cubicBezTo>
                    <a:cubicBezTo>
                      <a:pt x="35106" y="12520"/>
                      <a:pt x="36523" y="12634"/>
                      <a:pt x="37939" y="12749"/>
                    </a:cubicBezTo>
                    <a:cubicBezTo>
                      <a:pt x="38054" y="12634"/>
                      <a:pt x="38207" y="12596"/>
                      <a:pt x="38361" y="12558"/>
                    </a:cubicBezTo>
                    <a:cubicBezTo>
                      <a:pt x="39815" y="12405"/>
                      <a:pt x="41308" y="12290"/>
                      <a:pt x="42802" y="12098"/>
                    </a:cubicBezTo>
                    <a:cubicBezTo>
                      <a:pt x="44371" y="11907"/>
                      <a:pt x="45903" y="11677"/>
                      <a:pt x="47472" y="11409"/>
                    </a:cubicBezTo>
                    <a:cubicBezTo>
                      <a:pt x="47549" y="11409"/>
                      <a:pt x="47625" y="11371"/>
                      <a:pt x="47702" y="11333"/>
                    </a:cubicBezTo>
                    <a:cubicBezTo>
                      <a:pt x="48085" y="10797"/>
                      <a:pt x="49271" y="10567"/>
                      <a:pt x="49846" y="10223"/>
                    </a:cubicBezTo>
                    <a:cubicBezTo>
                      <a:pt x="50382" y="9993"/>
                      <a:pt x="50918" y="9725"/>
                      <a:pt x="51454" y="9495"/>
                    </a:cubicBezTo>
                    <a:cubicBezTo>
                      <a:pt x="51760" y="9342"/>
                      <a:pt x="52066" y="9189"/>
                      <a:pt x="52334" y="8997"/>
                    </a:cubicBezTo>
                    <a:cubicBezTo>
                      <a:pt x="53253" y="8462"/>
                      <a:pt x="54210" y="7926"/>
                      <a:pt x="55091" y="7313"/>
                    </a:cubicBezTo>
                    <a:cubicBezTo>
                      <a:pt x="55627" y="6394"/>
                      <a:pt x="57617" y="5284"/>
                      <a:pt x="58421" y="3982"/>
                    </a:cubicBezTo>
                    <a:cubicBezTo>
                      <a:pt x="58804" y="3944"/>
                      <a:pt x="59072" y="3561"/>
                      <a:pt x="59072" y="3217"/>
                    </a:cubicBezTo>
                    <a:cubicBezTo>
                      <a:pt x="59072" y="3025"/>
                      <a:pt x="58957" y="2834"/>
                      <a:pt x="58842" y="2719"/>
                    </a:cubicBezTo>
                    <a:lnTo>
                      <a:pt x="58842" y="2719"/>
                    </a:lnTo>
                    <a:cubicBezTo>
                      <a:pt x="58728" y="2489"/>
                      <a:pt x="58498" y="2336"/>
                      <a:pt x="58268" y="2298"/>
                    </a:cubicBezTo>
                    <a:cubicBezTo>
                      <a:pt x="58383" y="1877"/>
                      <a:pt x="58842" y="1532"/>
                      <a:pt x="59493" y="1685"/>
                    </a:cubicBezTo>
                    <a:cubicBezTo>
                      <a:pt x="59953" y="1800"/>
                      <a:pt x="60335" y="2030"/>
                      <a:pt x="60718" y="2298"/>
                    </a:cubicBezTo>
                    <a:cubicBezTo>
                      <a:pt x="60795" y="2336"/>
                      <a:pt x="60833" y="2413"/>
                      <a:pt x="60871" y="2451"/>
                    </a:cubicBezTo>
                    <a:cubicBezTo>
                      <a:pt x="61446" y="2681"/>
                      <a:pt x="61982" y="3064"/>
                      <a:pt x="62211" y="3408"/>
                    </a:cubicBezTo>
                    <a:cubicBezTo>
                      <a:pt x="62633" y="3829"/>
                      <a:pt x="62939" y="4327"/>
                      <a:pt x="63207" y="4863"/>
                    </a:cubicBezTo>
                    <a:cubicBezTo>
                      <a:pt x="63322" y="4978"/>
                      <a:pt x="63436" y="5131"/>
                      <a:pt x="63551" y="5246"/>
                    </a:cubicBezTo>
                    <a:cubicBezTo>
                      <a:pt x="64394" y="6126"/>
                      <a:pt x="65848" y="5782"/>
                      <a:pt x="66882" y="6318"/>
                    </a:cubicBezTo>
                    <a:cubicBezTo>
                      <a:pt x="67916" y="6509"/>
                      <a:pt x="68299" y="7083"/>
                      <a:pt x="68222" y="7543"/>
                    </a:cubicBezTo>
                    <a:cubicBezTo>
                      <a:pt x="68605" y="7658"/>
                      <a:pt x="68911" y="8040"/>
                      <a:pt x="68796" y="8500"/>
                    </a:cubicBezTo>
                    <a:cubicBezTo>
                      <a:pt x="68758" y="9916"/>
                      <a:pt x="68758" y="11333"/>
                      <a:pt x="68681" y="12711"/>
                    </a:cubicBezTo>
                    <a:cubicBezTo>
                      <a:pt x="68490" y="14931"/>
                      <a:pt x="68605" y="17114"/>
                      <a:pt x="68643" y="19334"/>
                    </a:cubicBezTo>
                    <a:cubicBezTo>
                      <a:pt x="68643" y="19487"/>
                      <a:pt x="68605" y="19602"/>
                      <a:pt x="68566" y="19717"/>
                    </a:cubicBezTo>
                    <a:cubicBezTo>
                      <a:pt x="68452" y="22933"/>
                      <a:pt x="68528" y="26149"/>
                      <a:pt x="68490" y="29364"/>
                    </a:cubicBezTo>
                    <a:cubicBezTo>
                      <a:pt x="68452" y="30704"/>
                      <a:pt x="68337" y="32006"/>
                      <a:pt x="68337" y="33346"/>
                    </a:cubicBezTo>
                    <a:cubicBezTo>
                      <a:pt x="68452" y="33729"/>
                      <a:pt x="68184" y="34188"/>
                      <a:pt x="67763" y="34303"/>
                    </a:cubicBezTo>
                    <a:cubicBezTo>
                      <a:pt x="67686" y="34418"/>
                      <a:pt x="67495" y="34533"/>
                      <a:pt x="67303" y="34533"/>
                    </a:cubicBezTo>
                    <a:cubicBezTo>
                      <a:pt x="64126" y="34648"/>
                      <a:pt x="60986" y="34609"/>
                      <a:pt x="57809" y="34571"/>
                    </a:cubicBezTo>
                    <a:cubicBezTo>
                      <a:pt x="55550" y="34571"/>
                      <a:pt x="53291" y="34533"/>
                      <a:pt x="51033" y="34571"/>
                    </a:cubicBezTo>
                    <a:cubicBezTo>
                      <a:pt x="39586" y="34533"/>
                      <a:pt x="28139" y="34686"/>
                      <a:pt x="16654" y="34762"/>
                    </a:cubicBezTo>
                    <a:cubicBezTo>
                      <a:pt x="11945" y="34648"/>
                      <a:pt x="7236" y="34571"/>
                      <a:pt x="2489" y="3449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42"/>
              <p:cNvSpPr/>
              <p:nvPr/>
            </p:nvSpPr>
            <p:spPr>
              <a:xfrm>
                <a:off x="248650" y="3862900"/>
                <a:ext cx="1714175" cy="639375"/>
              </a:xfrm>
              <a:custGeom>
                <a:avLst/>
                <a:gdLst/>
                <a:ahLst/>
                <a:cxnLst/>
                <a:rect l="l" t="t" r="r" b="b"/>
                <a:pathLst>
                  <a:path w="68567" h="25575" extrusionOk="0">
                    <a:moveTo>
                      <a:pt x="14548" y="4633"/>
                    </a:moveTo>
                    <a:cubicBezTo>
                      <a:pt x="14586" y="4824"/>
                      <a:pt x="14510" y="5054"/>
                      <a:pt x="14280" y="5054"/>
                    </a:cubicBezTo>
                    <a:cubicBezTo>
                      <a:pt x="14089" y="5054"/>
                      <a:pt x="13974" y="4939"/>
                      <a:pt x="13974" y="4748"/>
                    </a:cubicBezTo>
                    <a:cubicBezTo>
                      <a:pt x="13476" y="4633"/>
                      <a:pt x="12940" y="4863"/>
                      <a:pt x="12481" y="5054"/>
                    </a:cubicBezTo>
                    <a:cubicBezTo>
                      <a:pt x="11141" y="5743"/>
                      <a:pt x="10375" y="7236"/>
                      <a:pt x="10030" y="8614"/>
                    </a:cubicBezTo>
                    <a:cubicBezTo>
                      <a:pt x="9954" y="9303"/>
                      <a:pt x="9112" y="9342"/>
                      <a:pt x="8614" y="9571"/>
                    </a:cubicBezTo>
                    <a:cubicBezTo>
                      <a:pt x="7465" y="9954"/>
                      <a:pt x="6355" y="10529"/>
                      <a:pt x="5322" y="11141"/>
                    </a:cubicBezTo>
                    <a:cubicBezTo>
                      <a:pt x="4288" y="11754"/>
                      <a:pt x="3331" y="12366"/>
                      <a:pt x="2450" y="13132"/>
                    </a:cubicBezTo>
                    <a:cubicBezTo>
                      <a:pt x="2029" y="13515"/>
                      <a:pt x="1608" y="13936"/>
                      <a:pt x="1225" y="14357"/>
                    </a:cubicBezTo>
                    <a:cubicBezTo>
                      <a:pt x="957" y="14587"/>
                      <a:pt x="651" y="15084"/>
                      <a:pt x="268" y="14816"/>
                    </a:cubicBezTo>
                    <a:cubicBezTo>
                      <a:pt x="0" y="14587"/>
                      <a:pt x="115" y="14127"/>
                      <a:pt x="77" y="13821"/>
                    </a:cubicBezTo>
                    <a:cubicBezTo>
                      <a:pt x="115" y="12672"/>
                      <a:pt x="153" y="11524"/>
                      <a:pt x="153" y="10375"/>
                    </a:cubicBezTo>
                    <a:cubicBezTo>
                      <a:pt x="153" y="9878"/>
                      <a:pt x="153" y="9418"/>
                      <a:pt x="153" y="8921"/>
                    </a:cubicBezTo>
                    <a:cubicBezTo>
                      <a:pt x="115" y="8576"/>
                      <a:pt x="38" y="8193"/>
                      <a:pt x="345" y="7887"/>
                    </a:cubicBezTo>
                    <a:cubicBezTo>
                      <a:pt x="728" y="7466"/>
                      <a:pt x="1263" y="7236"/>
                      <a:pt x="1761" y="6930"/>
                    </a:cubicBezTo>
                    <a:cubicBezTo>
                      <a:pt x="2680" y="6394"/>
                      <a:pt x="3675" y="5858"/>
                      <a:pt x="4594" y="5399"/>
                    </a:cubicBezTo>
                    <a:cubicBezTo>
                      <a:pt x="5398" y="4977"/>
                      <a:pt x="6202" y="4671"/>
                      <a:pt x="6968" y="4212"/>
                    </a:cubicBezTo>
                    <a:cubicBezTo>
                      <a:pt x="7121" y="3791"/>
                      <a:pt x="7580" y="3293"/>
                      <a:pt x="7772" y="3101"/>
                    </a:cubicBezTo>
                    <a:cubicBezTo>
                      <a:pt x="8193" y="2642"/>
                      <a:pt x="8691" y="2298"/>
                      <a:pt x="9150" y="1953"/>
                    </a:cubicBezTo>
                    <a:cubicBezTo>
                      <a:pt x="9877" y="1417"/>
                      <a:pt x="10566" y="843"/>
                      <a:pt x="11370" y="460"/>
                    </a:cubicBezTo>
                    <a:cubicBezTo>
                      <a:pt x="11485" y="422"/>
                      <a:pt x="11562" y="460"/>
                      <a:pt x="11638" y="498"/>
                    </a:cubicBezTo>
                    <a:cubicBezTo>
                      <a:pt x="11753" y="422"/>
                      <a:pt x="11906" y="307"/>
                      <a:pt x="12060" y="230"/>
                    </a:cubicBezTo>
                    <a:cubicBezTo>
                      <a:pt x="12213" y="1"/>
                      <a:pt x="12595" y="1"/>
                      <a:pt x="12634" y="345"/>
                    </a:cubicBezTo>
                    <a:cubicBezTo>
                      <a:pt x="12634" y="498"/>
                      <a:pt x="12519" y="575"/>
                      <a:pt x="12442" y="651"/>
                    </a:cubicBezTo>
                    <a:cubicBezTo>
                      <a:pt x="12289" y="843"/>
                      <a:pt x="12251" y="1072"/>
                      <a:pt x="12213" y="1302"/>
                    </a:cubicBezTo>
                    <a:cubicBezTo>
                      <a:pt x="12213" y="1991"/>
                      <a:pt x="12519" y="2642"/>
                      <a:pt x="12902" y="3216"/>
                    </a:cubicBezTo>
                    <a:cubicBezTo>
                      <a:pt x="13055" y="3446"/>
                      <a:pt x="13246" y="3676"/>
                      <a:pt x="13399" y="3867"/>
                    </a:cubicBezTo>
                    <a:cubicBezTo>
                      <a:pt x="13476" y="3944"/>
                      <a:pt x="13553" y="4059"/>
                      <a:pt x="13514" y="4173"/>
                    </a:cubicBezTo>
                    <a:cubicBezTo>
                      <a:pt x="13897" y="4097"/>
                      <a:pt x="14471" y="4173"/>
                      <a:pt x="14548" y="4633"/>
                    </a:cubicBezTo>
                    <a:lnTo>
                      <a:pt x="14548" y="4633"/>
                    </a:lnTo>
                    <a:close/>
                    <a:moveTo>
                      <a:pt x="59149" y="15352"/>
                    </a:moveTo>
                    <a:cubicBezTo>
                      <a:pt x="58881" y="15314"/>
                      <a:pt x="58651" y="15237"/>
                      <a:pt x="58383" y="15199"/>
                    </a:cubicBezTo>
                    <a:cubicBezTo>
                      <a:pt x="57579" y="15773"/>
                      <a:pt x="56775" y="16271"/>
                      <a:pt x="55933" y="16692"/>
                    </a:cubicBezTo>
                    <a:cubicBezTo>
                      <a:pt x="50764" y="19525"/>
                      <a:pt x="44792" y="20214"/>
                      <a:pt x="39011" y="20329"/>
                    </a:cubicBezTo>
                    <a:cubicBezTo>
                      <a:pt x="34379" y="20253"/>
                      <a:pt x="29708" y="19908"/>
                      <a:pt x="25267" y="18453"/>
                    </a:cubicBezTo>
                    <a:cubicBezTo>
                      <a:pt x="23009" y="17764"/>
                      <a:pt x="20980" y="16654"/>
                      <a:pt x="18912" y="15582"/>
                    </a:cubicBezTo>
                    <a:cubicBezTo>
                      <a:pt x="18108" y="15161"/>
                      <a:pt x="17304" y="14701"/>
                      <a:pt x="16539" y="14165"/>
                    </a:cubicBezTo>
                    <a:cubicBezTo>
                      <a:pt x="16079" y="13783"/>
                      <a:pt x="15543" y="13476"/>
                      <a:pt x="15237" y="13017"/>
                    </a:cubicBezTo>
                    <a:cubicBezTo>
                      <a:pt x="15160" y="12864"/>
                      <a:pt x="15237" y="12672"/>
                      <a:pt x="15352" y="12634"/>
                    </a:cubicBezTo>
                    <a:cubicBezTo>
                      <a:pt x="15543" y="12519"/>
                      <a:pt x="15696" y="12672"/>
                      <a:pt x="15773" y="12826"/>
                    </a:cubicBezTo>
                    <a:cubicBezTo>
                      <a:pt x="15964" y="12979"/>
                      <a:pt x="16118" y="13132"/>
                      <a:pt x="16309" y="13247"/>
                    </a:cubicBezTo>
                    <a:cubicBezTo>
                      <a:pt x="16424" y="13208"/>
                      <a:pt x="16577" y="13208"/>
                      <a:pt x="16654" y="13362"/>
                    </a:cubicBezTo>
                    <a:cubicBezTo>
                      <a:pt x="16960" y="13668"/>
                      <a:pt x="17343" y="13897"/>
                      <a:pt x="17687" y="14127"/>
                    </a:cubicBezTo>
                    <a:cubicBezTo>
                      <a:pt x="21707" y="16654"/>
                      <a:pt x="26454" y="17496"/>
                      <a:pt x="31087" y="18070"/>
                    </a:cubicBezTo>
                    <a:cubicBezTo>
                      <a:pt x="35374" y="18530"/>
                      <a:pt x="39700" y="18683"/>
                      <a:pt x="43950" y="18032"/>
                    </a:cubicBezTo>
                    <a:cubicBezTo>
                      <a:pt x="47166" y="17611"/>
                      <a:pt x="50267" y="16539"/>
                      <a:pt x="53100" y="15046"/>
                    </a:cubicBezTo>
                    <a:cubicBezTo>
                      <a:pt x="54057" y="14472"/>
                      <a:pt x="55014" y="13936"/>
                      <a:pt x="55933" y="13323"/>
                    </a:cubicBezTo>
                    <a:cubicBezTo>
                      <a:pt x="55933" y="13247"/>
                      <a:pt x="55933" y="13132"/>
                      <a:pt x="56009" y="13094"/>
                    </a:cubicBezTo>
                    <a:cubicBezTo>
                      <a:pt x="55780" y="12902"/>
                      <a:pt x="55856" y="12481"/>
                      <a:pt x="55741" y="12251"/>
                    </a:cubicBezTo>
                    <a:cubicBezTo>
                      <a:pt x="54937" y="10031"/>
                      <a:pt x="52602" y="9763"/>
                      <a:pt x="50535" y="9954"/>
                    </a:cubicBezTo>
                    <a:cubicBezTo>
                      <a:pt x="50037" y="10337"/>
                      <a:pt x="49731" y="9457"/>
                      <a:pt x="50496" y="9380"/>
                    </a:cubicBezTo>
                    <a:cubicBezTo>
                      <a:pt x="50803" y="9342"/>
                      <a:pt x="51147" y="9342"/>
                      <a:pt x="51453" y="9342"/>
                    </a:cubicBezTo>
                    <a:cubicBezTo>
                      <a:pt x="51645" y="9150"/>
                      <a:pt x="52066" y="9074"/>
                      <a:pt x="52334" y="8921"/>
                    </a:cubicBezTo>
                    <a:cubicBezTo>
                      <a:pt x="52985" y="8576"/>
                      <a:pt x="53674" y="8193"/>
                      <a:pt x="54286" y="7772"/>
                    </a:cubicBezTo>
                    <a:cubicBezTo>
                      <a:pt x="55205" y="7160"/>
                      <a:pt x="55971" y="6432"/>
                      <a:pt x="56737" y="5667"/>
                    </a:cubicBezTo>
                    <a:cubicBezTo>
                      <a:pt x="57464" y="5016"/>
                      <a:pt x="58115" y="4327"/>
                      <a:pt x="58651" y="3561"/>
                    </a:cubicBezTo>
                    <a:cubicBezTo>
                      <a:pt x="58957" y="3101"/>
                      <a:pt x="58919" y="2834"/>
                      <a:pt x="58651" y="2336"/>
                    </a:cubicBezTo>
                    <a:cubicBezTo>
                      <a:pt x="58536" y="2106"/>
                      <a:pt x="58383" y="1876"/>
                      <a:pt x="58306" y="1608"/>
                    </a:cubicBezTo>
                    <a:cubicBezTo>
                      <a:pt x="58268" y="1111"/>
                      <a:pt x="58842" y="1226"/>
                      <a:pt x="59149" y="1340"/>
                    </a:cubicBezTo>
                    <a:cubicBezTo>
                      <a:pt x="59914" y="1570"/>
                      <a:pt x="60603" y="1953"/>
                      <a:pt x="61292" y="2374"/>
                    </a:cubicBezTo>
                    <a:cubicBezTo>
                      <a:pt x="62135" y="2948"/>
                      <a:pt x="62824" y="3829"/>
                      <a:pt x="63321" y="4748"/>
                    </a:cubicBezTo>
                    <a:cubicBezTo>
                      <a:pt x="63360" y="4977"/>
                      <a:pt x="63321" y="5245"/>
                      <a:pt x="63245" y="5475"/>
                    </a:cubicBezTo>
                    <a:lnTo>
                      <a:pt x="63245" y="5475"/>
                    </a:lnTo>
                    <a:cubicBezTo>
                      <a:pt x="64661" y="5590"/>
                      <a:pt x="66040" y="5934"/>
                      <a:pt x="67303" y="6585"/>
                    </a:cubicBezTo>
                    <a:cubicBezTo>
                      <a:pt x="68413" y="7006"/>
                      <a:pt x="68490" y="7160"/>
                      <a:pt x="68528" y="8308"/>
                    </a:cubicBezTo>
                    <a:cubicBezTo>
                      <a:pt x="68566" y="9380"/>
                      <a:pt x="68451" y="10490"/>
                      <a:pt x="68413" y="11562"/>
                    </a:cubicBezTo>
                    <a:cubicBezTo>
                      <a:pt x="68413" y="13017"/>
                      <a:pt x="68451" y="14472"/>
                      <a:pt x="68375" y="15927"/>
                    </a:cubicBezTo>
                    <a:cubicBezTo>
                      <a:pt x="68337" y="17113"/>
                      <a:pt x="68337" y="18262"/>
                      <a:pt x="68298" y="19449"/>
                    </a:cubicBezTo>
                    <a:cubicBezTo>
                      <a:pt x="68260" y="20444"/>
                      <a:pt x="68184" y="21439"/>
                      <a:pt x="68222" y="22435"/>
                    </a:cubicBezTo>
                    <a:cubicBezTo>
                      <a:pt x="68260" y="23124"/>
                      <a:pt x="68222" y="23813"/>
                      <a:pt x="68260" y="24502"/>
                    </a:cubicBezTo>
                    <a:cubicBezTo>
                      <a:pt x="68222" y="24847"/>
                      <a:pt x="68490" y="25536"/>
                      <a:pt x="67992" y="25574"/>
                    </a:cubicBezTo>
                    <a:cubicBezTo>
                      <a:pt x="67801" y="25536"/>
                      <a:pt x="67724" y="25344"/>
                      <a:pt x="67648" y="25191"/>
                    </a:cubicBezTo>
                    <a:cubicBezTo>
                      <a:pt x="67456" y="24808"/>
                      <a:pt x="67265" y="24426"/>
                      <a:pt x="67035" y="24081"/>
                    </a:cubicBezTo>
                    <a:cubicBezTo>
                      <a:pt x="66308" y="22971"/>
                      <a:pt x="65504" y="21861"/>
                      <a:pt x="64661" y="20827"/>
                    </a:cubicBezTo>
                    <a:cubicBezTo>
                      <a:pt x="63283" y="19142"/>
                      <a:pt x="61752" y="17534"/>
                      <a:pt x="60067" y="16118"/>
                    </a:cubicBezTo>
                    <a:cubicBezTo>
                      <a:pt x="59761" y="15850"/>
                      <a:pt x="59455" y="15620"/>
                      <a:pt x="59149" y="15352"/>
                    </a:cubicBezTo>
                    <a:close/>
                  </a:path>
                </a:pathLst>
              </a:custGeom>
              <a:solidFill>
                <a:srgbClr val="000000">
                  <a:alpha val="8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42"/>
              <p:cNvSpPr/>
              <p:nvPr/>
            </p:nvSpPr>
            <p:spPr>
              <a:xfrm>
                <a:off x="1845075" y="3296300"/>
                <a:ext cx="140725" cy="585775"/>
              </a:xfrm>
              <a:custGeom>
                <a:avLst/>
                <a:gdLst/>
                <a:ahLst/>
                <a:cxnLst/>
                <a:rect l="l" t="t" r="r" b="b"/>
                <a:pathLst>
                  <a:path w="5629" h="23431" extrusionOk="0">
                    <a:moveTo>
                      <a:pt x="4212" y="23124"/>
                    </a:moveTo>
                    <a:cubicBezTo>
                      <a:pt x="3523" y="21325"/>
                      <a:pt x="2374" y="19717"/>
                      <a:pt x="1647" y="17879"/>
                    </a:cubicBezTo>
                    <a:cubicBezTo>
                      <a:pt x="0" y="14012"/>
                      <a:pt x="1800" y="9993"/>
                      <a:pt x="3255" y="6356"/>
                    </a:cubicBezTo>
                    <a:cubicBezTo>
                      <a:pt x="3944" y="4595"/>
                      <a:pt x="4556" y="2795"/>
                      <a:pt x="4709" y="919"/>
                    </a:cubicBezTo>
                    <a:cubicBezTo>
                      <a:pt x="4748" y="575"/>
                      <a:pt x="4594" y="39"/>
                      <a:pt x="5054" y="1"/>
                    </a:cubicBezTo>
                    <a:cubicBezTo>
                      <a:pt x="5628" y="39"/>
                      <a:pt x="5398" y="919"/>
                      <a:pt x="5398" y="1302"/>
                    </a:cubicBezTo>
                    <a:cubicBezTo>
                      <a:pt x="5284" y="2412"/>
                      <a:pt x="4977" y="3523"/>
                      <a:pt x="4633" y="4633"/>
                    </a:cubicBezTo>
                    <a:cubicBezTo>
                      <a:pt x="3484" y="8308"/>
                      <a:pt x="1111" y="11983"/>
                      <a:pt x="1838" y="16003"/>
                    </a:cubicBezTo>
                    <a:cubicBezTo>
                      <a:pt x="2183" y="17802"/>
                      <a:pt x="3178" y="19410"/>
                      <a:pt x="4020" y="20980"/>
                    </a:cubicBezTo>
                    <a:cubicBezTo>
                      <a:pt x="4327" y="21593"/>
                      <a:pt x="4633" y="22205"/>
                      <a:pt x="4862" y="22856"/>
                    </a:cubicBezTo>
                    <a:cubicBezTo>
                      <a:pt x="4977" y="23047"/>
                      <a:pt x="4901" y="23315"/>
                      <a:pt x="4633" y="23392"/>
                    </a:cubicBezTo>
                    <a:cubicBezTo>
                      <a:pt x="4480" y="23430"/>
                      <a:pt x="4250" y="23315"/>
                      <a:pt x="4212" y="231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42"/>
              <p:cNvSpPr/>
              <p:nvPr/>
            </p:nvSpPr>
            <p:spPr>
              <a:xfrm>
                <a:off x="1224875" y="1047125"/>
                <a:ext cx="512075" cy="695850"/>
              </a:xfrm>
              <a:custGeom>
                <a:avLst/>
                <a:gdLst/>
                <a:ahLst/>
                <a:cxnLst/>
                <a:rect l="l" t="t" r="r" b="b"/>
                <a:pathLst>
                  <a:path w="20483" h="27834" extrusionOk="0">
                    <a:moveTo>
                      <a:pt x="20176" y="26991"/>
                    </a:moveTo>
                    <a:cubicBezTo>
                      <a:pt x="20482" y="27335"/>
                      <a:pt x="20023" y="27833"/>
                      <a:pt x="19678" y="27489"/>
                    </a:cubicBezTo>
                    <a:cubicBezTo>
                      <a:pt x="18645" y="26340"/>
                      <a:pt x="17573" y="25153"/>
                      <a:pt x="16692" y="23852"/>
                    </a:cubicBezTo>
                    <a:cubicBezTo>
                      <a:pt x="15008" y="21401"/>
                      <a:pt x="13591" y="18798"/>
                      <a:pt x="12404" y="16080"/>
                    </a:cubicBezTo>
                    <a:cubicBezTo>
                      <a:pt x="11333" y="13477"/>
                      <a:pt x="10567" y="10759"/>
                      <a:pt x="9648" y="8117"/>
                    </a:cubicBezTo>
                    <a:cubicBezTo>
                      <a:pt x="8423" y="4825"/>
                      <a:pt x="6777" y="1073"/>
                      <a:pt x="2795" y="767"/>
                    </a:cubicBezTo>
                    <a:cubicBezTo>
                      <a:pt x="2259" y="728"/>
                      <a:pt x="1685" y="767"/>
                      <a:pt x="1149" y="843"/>
                    </a:cubicBezTo>
                    <a:cubicBezTo>
                      <a:pt x="766" y="843"/>
                      <a:pt x="77" y="1188"/>
                      <a:pt x="1" y="575"/>
                    </a:cubicBezTo>
                    <a:cubicBezTo>
                      <a:pt x="1" y="384"/>
                      <a:pt x="154" y="231"/>
                      <a:pt x="345" y="231"/>
                    </a:cubicBezTo>
                    <a:cubicBezTo>
                      <a:pt x="690" y="192"/>
                      <a:pt x="1034" y="154"/>
                      <a:pt x="1379" y="116"/>
                    </a:cubicBezTo>
                    <a:cubicBezTo>
                      <a:pt x="2259" y="1"/>
                      <a:pt x="3178" y="1"/>
                      <a:pt x="4059" y="231"/>
                    </a:cubicBezTo>
                    <a:cubicBezTo>
                      <a:pt x="5935" y="767"/>
                      <a:pt x="7466" y="2107"/>
                      <a:pt x="8423" y="3829"/>
                    </a:cubicBezTo>
                    <a:cubicBezTo>
                      <a:pt x="10031" y="6471"/>
                      <a:pt x="10797" y="9495"/>
                      <a:pt x="11792" y="12443"/>
                    </a:cubicBezTo>
                    <a:cubicBezTo>
                      <a:pt x="12404" y="14281"/>
                      <a:pt x="13094" y="16157"/>
                      <a:pt x="14012" y="17918"/>
                    </a:cubicBezTo>
                    <a:cubicBezTo>
                      <a:pt x="15123" y="20100"/>
                      <a:pt x="16348" y="22282"/>
                      <a:pt x="17841" y="24234"/>
                    </a:cubicBezTo>
                    <a:cubicBezTo>
                      <a:pt x="18568" y="25192"/>
                      <a:pt x="19372" y="26110"/>
                      <a:pt x="20176" y="270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42"/>
              <p:cNvSpPr/>
              <p:nvPr/>
            </p:nvSpPr>
            <p:spPr>
              <a:xfrm>
                <a:off x="1724475" y="1631925"/>
                <a:ext cx="260350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10414" h="9801" extrusionOk="0">
                    <a:moveTo>
                      <a:pt x="10031" y="8959"/>
                    </a:moveTo>
                    <a:cubicBezTo>
                      <a:pt x="10414" y="9227"/>
                      <a:pt x="10069" y="9801"/>
                      <a:pt x="9648" y="9571"/>
                    </a:cubicBezTo>
                    <a:cubicBezTo>
                      <a:pt x="8500" y="8882"/>
                      <a:pt x="7428" y="7963"/>
                      <a:pt x="6394" y="7083"/>
                    </a:cubicBezTo>
                    <a:cubicBezTo>
                      <a:pt x="5016" y="5858"/>
                      <a:pt x="3599" y="4633"/>
                      <a:pt x="2336" y="3254"/>
                    </a:cubicBezTo>
                    <a:cubicBezTo>
                      <a:pt x="1609" y="2450"/>
                      <a:pt x="958" y="1608"/>
                      <a:pt x="307" y="804"/>
                    </a:cubicBezTo>
                    <a:cubicBezTo>
                      <a:pt x="1" y="421"/>
                      <a:pt x="537" y="0"/>
                      <a:pt x="843" y="345"/>
                    </a:cubicBezTo>
                    <a:cubicBezTo>
                      <a:pt x="1685" y="1378"/>
                      <a:pt x="2489" y="2412"/>
                      <a:pt x="3408" y="3369"/>
                    </a:cubicBezTo>
                    <a:cubicBezTo>
                      <a:pt x="4442" y="4403"/>
                      <a:pt x="5628" y="5437"/>
                      <a:pt x="6739" y="6432"/>
                    </a:cubicBezTo>
                    <a:cubicBezTo>
                      <a:pt x="7619" y="7198"/>
                      <a:pt x="8538" y="7963"/>
                      <a:pt x="9495" y="8652"/>
                    </a:cubicBezTo>
                    <a:cubicBezTo>
                      <a:pt x="9686" y="8767"/>
                      <a:pt x="9840" y="8882"/>
                      <a:pt x="10031" y="89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42"/>
              <p:cNvSpPr/>
              <p:nvPr/>
            </p:nvSpPr>
            <p:spPr>
              <a:xfrm>
                <a:off x="255350" y="947600"/>
                <a:ext cx="406775" cy="407750"/>
              </a:xfrm>
              <a:custGeom>
                <a:avLst/>
                <a:gdLst/>
                <a:ahLst/>
                <a:cxnLst/>
                <a:rect l="l" t="t" r="r" b="b"/>
                <a:pathLst>
                  <a:path w="16271" h="16310" extrusionOk="0">
                    <a:moveTo>
                      <a:pt x="16003" y="77"/>
                    </a:moveTo>
                    <a:cubicBezTo>
                      <a:pt x="16156" y="154"/>
                      <a:pt x="16271" y="383"/>
                      <a:pt x="16194" y="536"/>
                    </a:cubicBezTo>
                    <a:cubicBezTo>
                      <a:pt x="15964" y="996"/>
                      <a:pt x="15428" y="1072"/>
                      <a:pt x="15046" y="1302"/>
                    </a:cubicBezTo>
                    <a:cubicBezTo>
                      <a:pt x="10452" y="3790"/>
                      <a:pt x="6355" y="7313"/>
                      <a:pt x="3407" y="11600"/>
                    </a:cubicBezTo>
                    <a:cubicBezTo>
                      <a:pt x="2603" y="12787"/>
                      <a:pt x="1838" y="14012"/>
                      <a:pt x="1149" y="15276"/>
                    </a:cubicBezTo>
                    <a:cubicBezTo>
                      <a:pt x="1034" y="15467"/>
                      <a:pt x="919" y="15697"/>
                      <a:pt x="804" y="15926"/>
                    </a:cubicBezTo>
                    <a:cubicBezTo>
                      <a:pt x="727" y="16118"/>
                      <a:pt x="498" y="16309"/>
                      <a:pt x="268" y="16233"/>
                    </a:cubicBezTo>
                    <a:cubicBezTo>
                      <a:pt x="115" y="16156"/>
                      <a:pt x="0" y="15926"/>
                      <a:pt x="77" y="15773"/>
                    </a:cubicBezTo>
                    <a:cubicBezTo>
                      <a:pt x="727" y="14472"/>
                      <a:pt x="1493" y="13285"/>
                      <a:pt x="2221" y="12098"/>
                    </a:cubicBezTo>
                    <a:cubicBezTo>
                      <a:pt x="5245" y="7351"/>
                      <a:pt x="9609" y="3446"/>
                      <a:pt x="14548" y="766"/>
                    </a:cubicBezTo>
                    <a:cubicBezTo>
                      <a:pt x="14854" y="575"/>
                      <a:pt x="15237" y="460"/>
                      <a:pt x="15543" y="268"/>
                    </a:cubicBezTo>
                    <a:cubicBezTo>
                      <a:pt x="15620" y="115"/>
                      <a:pt x="15811" y="0"/>
                      <a:pt x="16003" y="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42"/>
              <p:cNvSpPr/>
              <p:nvPr/>
            </p:nvSpPr>
            <p:spPr>
              <a:xfrm>
                <a:off x="1696725" y="947600"/>
                <a:ext cx="278550" cy="258425"/>
              </a:xfrm>
              <a:custGeom>
                <a:avLst/>
                <a:gdLst/>
                <a:ahLst/>
                <a:cxnLst/>
                <a:rect l="l" t="t" r="r" b="b"/>
                <a:pathLst>
                  <a:path w="11142" h="10337" extrusionOk="0">
                    <a:moveTo>
                      <a:pt x="10950" y="9610"/>
                    </a:moveTo>
                    <a:cubicBezTo>
                      <a:pt x="11141" y="10031"/>
                      <a:pt x="10528" y="10337"/>
                      <a:pt x="10299" y="9954"/>
                    </a:cubicBezTo>
                    <a:cubicBezTo>
                      <a:pt x="9533" y="8385"/>
                      <a:pt x="8461" y="7159"/>
                      <a:pt x="7351" y="5896"/>
                    </a:cubicBezTo>
                    <a:cubicBezTo>
                      <a:pt x="6815" y="5322"/>
                      <a:pt x="6279" y="4786"/>
                      <a:pt x="5743" y="4250"/>
                    </a:cubicBezTo>
                    <a:cubicBezTo>
                      <a:pt x="4212" y="2872"/>
                      <a:pt x="2565" y="1608"/>
                      <a:pt x="651" y="881"/>
                    </a:cubicBezTo>
                    <a:cubicBezTo>
                      <a:pt x="536" y="843"/>
                      <a:pt x="422" y="804"/>
                      <a:pt x="345" y="766"/>
                    </a:cubicBezTo>
                    <a:cubicBezTo>
                      <a:pt x="0" y="498"/>
                      <a:pt x="345" y="0"/>
                      <a:pt x="690" y="154"/>
                    </a:cubicBezTo>
                    <a:lnTo>
                      <a:pt x="690" y="154"/>
                    </a:lnTo>
                    <a:cubicBezTo>
                      <a:pt x="3408" y="1111"/>
                      <a:pt x="5705" y="3101"/>
                      <a:pt x="7657" y="5169"/>
                    </a:cubicBezTo>
                    <a:cubicBezTo>
                      <a:pt x="8882" y="6547"/>
                      <a:pt x="10107" y="7925"/>
                      <a:pt x="10950" y="96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42"/>
              <p:cNvSpPr/>
              <p:nvPr/>
            </p:nvSpPr>
            <p:spPr>
              <a:xfrm>
                <a:off x="938700" y="2167900"/>
                <a:ext cx="53625" cy="311075"/>
              </a:xfrm>
              <a:custGeom>
                <a:avLst/>
                <a:gdLst/>
                <a:ahLst/>
                <a:cxnLst/>
                <a:rect l="l" t="t" r="r" b="b"/>
                <a:pathLst>
                  <a:path w="2145" h="12443" extrusionOk="0">
                    <a:moveTo>
                      <a:pt x="843" y="421"/>
                    </a:moveTo>
                    <a:cubicBezTo>
                      <a:pt x="1991" y="3139"/>
                      <a:pt x="2145" y="6164"/>
                      <a:pt x="1915" y="9073"/>
                    </a:cubicBezTo>
                    <a:cubicBezTo>
                      <a:pt x="1838" y="10069"/>
                      <a:pt x="1685" y="11102"/>
                      <a:pt x="1494" y="12098"/>
                    </a:cubicBezTo>
                    <a:cubicBezTo>
                      <a:pt x="1455" y="12289"/>
                      <a:pt x="1302" y="12442"/>
                      <a:pt x="1111" y="12404"/>
                    </a:cubicBezTo>
                    <a:cubicBezTo>
                      <a:pt x="920" y="12404"/>
                      <a:pt x="766" y="12213"/>
                      <a:pt x="805" y="12021"/>
                    </a:cubicBezTo>
                    <a:cubicBezTo>
                      <a:pt x="1034" y="10873"/>
                      <a:pt x="1149" y="9724"/>
                      <a:pt x="1264" y="8537"/>
                    </a:cubicBezTo>
                    <a:cubicBezTo>
                      <a:pt x="1379" y="5896"/>
                      <a:pt x="1264" y="3139"/>
                      <a:pt x="192" y="727"/>
                    </a:cubicBezTo>
                    <a:cubicBezTo>
                      <a:pt x="1" y="268"/>
                      <a:pt x="652" y="0"/>
                      <a:pt x="843" y="4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42"/>
              <p:cNvSpPr/>
              <p:nvPr/>
            </p:nvSpPr>
            <p:spPr>
              <a:xfrm>
                <a:off x="800875" y="2617725"/>
                <a:ext cx="93825" cy="120625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4825" extrusionOk="0">
                    <a:moveTo>
                      <a:pt x="3485" y="4059"/>
                    </a:moveTo>
                    <a:cubicBezTo>
                      <a:pt x="3676" y="4135"/>
                      <a:pt x="3753" y="4250"/>
                      <a:pt x="3753" y="4403"/>
                    </a:cubicBezTo>
                    <a:cubicBezTo>
                      <a:pt x="3753" y="4633"/>
                      <a:pt x="3600" y="4824"/>
                      <a:pt x="3332" y="4748"/>
                    </a:cubicBezTo>
                    <a:cubicBezTo>
                      <a:pt x="1800" y="4326"/>
                      <a:pt x="728" y="3063"/>
                      <a:pt x="307" y="1570"/>
                    </a:cubicBezTo>
                    <a:cubicBezTo>
                      <a:pt x="192" y="1187"/>
                      <a:pt x="1" y="728"/>
                      <a:pt x="116" y="307"/>
                    </a:cubicBezTo>
                    <a:cubicBezTo>
                      <a:pt x="154" y="115"/>
                      <a:pt x="384" y="0"/>
                      <a:pt x="575" y="39"/>
                    </a:cubicBezTo>
                    <a:cubicBezTo>
                      <a:pt x="767" y="115"/>
                      <a:pt x="843" y="307"/>
                      <a:pt x="805" y="498"/>
                    </a:cubicBezTo>
                    <a:cubicBezTo>
                      <a:pt x="805" y="575"/>
                      <a:pt x="805" y="690"/>
                      <a:pt x="805" y="766"/>
                    </a:cubicBezTo>
                    <a:cubicBezTo>
                      <a:pt x="1111" y="1876"/>
                      <a:pt x="1532" y="2987"/>
                      <a:pt x="2566" y="3637"/>
                    </a:cubicBezTo>
                    <a:cubicBezTo>
                      <a:pt x="2604" y="3637"/>
                      <a:pt x="2642" y="3676"/>
                      <a:pt x="2681" y="3714"/>
                    </a:cubicBezTo>
                    <a:cubicBezTo>
                      <a:pt x="2949" y="3867"/>
                      <a:pt x="3217" y="3982"/>
                      <a:pt x="3523" y="40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42"/>
              <p:cNvSpPr/>
              <p:nvPr/>
            </p:nvSpPr>
            <p:spPr>
              <a:xfrm>
                <a:off x="860225" y="2670375"/>
                <a:ext cx="348400" cy="88075"/>
              </a:xfrm>
              <a:custGeom>
                <a:avLst/>
                <a:gdLst/>
                <a:ahLst/>
                <a:cxnLst/>
                <a:rect l="l" t="t" r="r" b="b"/>
                <a:pathLst>
                  <a:path w="13936" h="3523" extrusionOk="0">
                    <a:moveTo>
                      <a:pt x="12711" y="115"/>
                    </a:moveTo>
                    <a:cubicBezTo>
                      <a:pt x="13591" y="115"/>
                      <a:pt x="13936" y="957"/>
                      <a:pt x="13668" y="1608"/>
                    </a:cubicBezTo>
                    <a:cubicBezTo>
                      <a:pt x="13591" y="1799"/>
                      <a:pt x="13438" y="1991"/>
                      <a:pt x="13247" y="2144"/>
                    </a:cubicBezTo>
                    <a:cubicBezTo>
                      <a:pt x="12826" y="2450"/>
                      <a:pt x="12251" y="2527"/>
                      <a:pt x="11715" y="2565"/>
                    </a:cubicBezTo>
                    <a:cubicBezTo>
                      <a:pt x="11677" y="2565"/>
                      <a:pt x="11639" y="2565"/>
                      <a:pt x="11600" y="2603"/>
                    </a:cubicBezTo>
                    <a:cubicBezTo>
                      <a:pt x="11409" y="2603"/>
                      <a:pt x="11218" y="2488"/>
                      <a:pt x="11218" y="2297"/>
                    </a:cubicBezTo>
                    <a:cubicBezTo>
                      <a:pt x="11179" y="2106"/>
                      <a:pt x="11332" y="1914"/>
                      <a:pt x="11524" y="1876"/>
                    </a:cubicBezTo>
                    <a:cubicBezTo>
                      <a:pt x="11868" y="1876"/>
                      <a:pt x="12175" y="1838"/>
                      <a:pt x="12519" y="1723"/>
                    </a:cubicBezTo>
                    <a:cubicBezTo>
                      <a:pt x="13093" y="1570"/>
                      <a:pt x="13323" y="804"/>
                      <a:pt x="12558" y="804"/>
                    </a:cubicBezTo>
                    <a:cubicBezTo>
                      <a:pt x="11064" y="995"/>
                      <a:pt x="10031" y="2182"/>
                      <a:pt x="8691" y="2795"/>
                    </a:cubicBezTo>
                    <a:cubicBezTo>
                      <a:pt x="7427" y="3446"/>
                      <a:pt x="5820" y="3522"/>
                      <a:pt x="4480" y="3063"/>
                    </a:cubicBezTo>
                    <a:cubicBezTo>
                      <a:pt x="3867" y="2833"/>
                      <a:pt x="3293" y="2488"/>
                      <a:pt x="2795" y="2029"/>
                    </a:cubicBezTo>
                    <a:cubicBezTo>
                      <a:pt x="2259" y="1646"/>
                      <a:pt x="1685" y="651"/>
                      <a:pt x="881" y="957"/>
                    </a:cubicBezTo>
                    <a:cubicBezTo>
                      <a:pt x="843" y="1225"/>
                      <a:pt x="996" y="1455"/>
                      <a:pt x="1149" y="1608"/>
                    </a:cubicBezTo>
                    <a:cubicBezTo>
                      <a:pt x="1340" y="1570"/>
                      <a:pt x="1570" y="1761"/>
                      <a:pt x="1570" y="1953"/>
                    </a:cubicBezTo>
                    <a:cubicBezTo>
                      <a:pt x="1570" y="2106"/>
                      <a:pt x="1494" y="2220"/>
                      <a:pt x="1379" y="2297"/>
                    </a:cubicBezTo>
                    <a:cubicBezTo>
                      <a:pt x="1264" y="2374"/>
                      <a:pt x="1149" y="2412"/>
                      <a:pt x="996" y="2374"/>
                    </a:cubicBezTo>
                    <a:cubicBezTo>
                      <a:pt x="690" y="2259"/>
                      <a:pt x="460" y="1953"/>
                      <a:pt x="307" y="1608"/>
                    </a:cubicBezTo>
                    <a:cubicBezTo>
                      <a:pt x="268" y="1493"/>
                      <a:pt x="230" y="1378"/>
                      <a:pt x="192" y="1263"/>
                    </a:cubicBezTo>
                    <a:cubicBezTo>
                      <a:pt x="0" y="230"/>
                      <a:pt x="1111" y="0"/>
                      <a:pt x="1838" y="345"/>
                    </a:cubicBezTo>
                    <a:cubicBezTo>
                      <a:pt x="2412" y="613"/>
                      <a:pt x="2795" y="1110"/>
                      <a:pt x="3255" y="1531"/>
                    </a:cubicBezTo>
                    <a:cubicBezTo>
                      <a:pt x="4671" y="2795"/>
                      <a:pt x="6853" y="2986"/>
                      <a:pt x="8499" y="2106"/>
                    </a:cubicBezTo>
                    <a:cubicBezTo>
                      <a:pt x="9112" y="1838"/>
                      <a:pt x="9610" y="1417"/>
                      <a:pt x="10184" y="1034"/>
                    </a:cubicBezTo>
                    <a:cubicBezTo>
                      <a:pt x="10911" y="574"/>
                      <a:pt x="11792" y="115"/>
                      <a:pt x="12711" y="1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42"/>
              <p:cNvSpPr/>
              <p:nvPr/>
            </p:nvSpPr>
            <p:spPr>
              <a:xfrm>
                <a:off x="1151175" y="2498075"/>
                <a:ext cx="127325" cy="243150"/>
              </a:xfrm>
              <a:custGeom>
                <a:avLst/>
                <a:gdLst/>
                <a:ahLst/>
                <a:cxnLst/>
                <a:rect l="l" t="t" r="r" b="b"/>
                <a:pathLst>
                  <a:path w="5093" h="9726" extrusionOk="0">
                    <a:moveTo>
                      <a:pt x="4633" y="3293"/>
                    </a:moveTo>
                    <a:cubicBezTo>
                      <a:pt x="4901" y="3982"/>
                      <a:pt x="5092" y="4710"/>
                      <a:pt x="4978" y="5476"/>
                    </a:cubicBezTo>
                    <a:cubicBezTo>
                      <a:pt x="4671" y="6892"/>
                      <a:pt x="3944" y="8385"/>
                      <a:pt x="2566" y="9036"/>
                    </a:cubicBezTo>
                    <a:cubicBezTo>
                      <a:pt x="2068" y="9266"/>
                      <a:pt x="1494" y="9457"/>
                      <a:pt x="920" y="9534"/>
                    </a:cubicBezTo>
                    <a:cubicBezTo>
                      <a:pt x="652" y="9572"/>
                      <a:pt x="230" y="9725"/>
                      <a:pt x="77" y="9457"/>
                    </a:cubicBezTo>
                    <a:cubicBezTo>
                      <a:pt x="77" y="9419"/>
                      <a:pt x="39" y="9380"/>
                      <a:pt x="39" y="9304"/>
                    </a:cubicBezTo>
                    <a:cubicBezTo>
                      <a:pt x="1" y="9112"/>
                      <a:pt x="154" y="8959"/>
                      <a:pt x="345" y="8921"/>
                    </a:cubicBezTo>
                    <a:cubicBezTo>
                      <a:pt x="805" y="8845"/>
                      <a:pt x="1302" y="8768"/>
                      <a:pt x="1723" y="8577"/>
                    </a:cubicBezTo>
                    <a:cubicBezTo>
                      <a:pt x="1838" y="8577"/>
                      <a:pt x="1953" y="8538"/>
                      <a:pt x="2030" y="8500"/>
                    </a:cubicBezTo>
                    <a:cubicBezTo>
                      <a:pt x="2795" y="8194"/>
                      <a:pt x="3408" y="7581"/>
                      <a:pt x="3714" y="6815"/>
                    </a:cubicBezTo>
                    <a:cubicBezTo>
                      <a:pt x="4059" y="6203"/>
                      <a:pt x="4327" y="5514"/>
                      <a:pt x="4288" y="4786"/>
                    </a:cubicBezTo>
                    <a:cubicBezTo>
                      <a:pt x="4174" y="4021"/>
                      <a:pt x="3944" y="3293"/>
                      <a:pt x="3485" y="2681"/>
                    </a:cubicBezTo>
                    <a:cubicBezTo>
                      <a:pt x="2795" y="1992"/>
                      <a:pt x="1991" y="1456"/>
                      <a:pt x="1264" y="843"/>
                    </a:cubicBezTo>
                    <a:cubicBezTo>
                      <a:pt x="881" y="537"/>
                      <a:pt x="1302" y="1"/>
                      <a:pt x="1685" y="269"/>
                    </a:cubicBezTo>
                    <a:cubicBezTo>
                      <a:pt x="2221" y="728"/>
                      <a:pt x="2795" y="1149"/>
                      <a:pt x="3370" y="1609"/>
                    </a:cubicBezTo>
                    <a:cubicBezTo>
                      <a:pt x="3906" y="2030"/>
                      <a:pt x="4365" y="2604"/>
                      <a:pt x="4633" y="32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42"/>
              <p:cNvSpPr/>
              <p:nvPr/>
            </p:nvSpPr>
            <p:spPr>
              <a:xfrm>
                <a:off x="240025" y="1109350"/>
                <a:ext cx="1737150" cy="3224475"/>
              </a:xfrm>
              <a:custGeom>
                <a:avLst/>
                <a:gdLst/>
                <a:ahLst/>
                <a:cxnLst/>
                <a:rect l="l" t="t" r="r" b="b"/>
                <a:pathLst>
                  <a:path w="69486" h="128979" extrusionOk="0">
                    <a:moveTo>
                      <a:pt x="5513" y="64126"/>
                    </a:moveTo>
                    <a:cubicBezTo>
                      <a:pt x="5399" y="63513"/>
                      <a:pt x="5322" y="62900"/>
                      <a:pt x="5245" y="62250"/>
                    </a:cubicBezTo>
                    <a:cubicBezTo>
                      <a:pt x="5054" y="62364"/>
                      <a:pt x="4748" y="62288"/>
                      <a:pt x="4709" y="61982"/>
                    </a:cubicBezTo>
                    <a:cubicBezTo>
                      <a:pt x="4097" y="61790"/>
                      <a:pt x="3331" y="61790"/>
                      <a:pt x="2795" y="62250"/>
                    </a:cubicBezTo>
                    <a:cubicBezTo>
                      <a:pt x="1991" y="62977"/>
                      <a:pt x="1800" y="64432"/>
                      <a:pt x="2834" y="65044"/>
                    </a:cubicBezTo>
                    <a:cubicBezTo>
                      <a:pt x="3599" y="65580"/>
                      <a:pt x="4671" y="65236"/>
                      <a:pt x="5207" y="64585"/>
                    </a:cubicBezTo>
                    <a:cubicBezTo>
                      <a:pt x="5322" y="64470"/>
                      <a:pt x="5399" y="64279"/>
                      <a:pt x="5513" y="64126"/>
                    </a:cubicBezTo>
                    <a:lnTo>
                      <a:pt x="5513" y="64126"/>
                    </a:lnTo>
                    <a:close/>
                    <a:moveTo>
                      <a:pt x="25076" y="33958"/>
                    </a:moveTo>
                    <a:lnTo>
                      <a:pt x="25076" y="33958"/>
                    </a:lnTo>
                    <a:cubicBezTo>
                      <a:pt x="22741" y="32580"/>
                      <a:pt x="18836" y="32771"/>
                      <a:pt x="16156" y="32809"/>
                    </a:cubicBezTo>
                    <a:cubicBezTo>
                      <a:pt x="15888" y="32809"/>
                      <a:pt x="15620" y="32848"/>
                      <a:pt x="15314" y="32886"/>
                    </a:cubicBezTo>
                    <a:lnTo>
                      <a:pt x="15238" y="32886"/>
                    </a:lnTo>
                    <a:cubicBezTo>
                      <a:pt x="14778" y="33613"/>
                      <a:pt x="14280" y="34303"/>
                      <a:pt x="13783" y="34992"/>
                    </a:cubicBezTo>
                    <a:cubicBezTo>
                      <a:pt x="14357" y="34915"/>
                      <a:pt x="14893" y="34915"/>
                      <a:pt x="15467" y="34992"/>
                    </a:cubicBezTo>
                    <a:cubicBezTo>
                      <a:pt x="16999" y="35145"/>
                      <a:pt x="18492" y="35528"/>
                      <a:pt x="19985" y="35834"/>
                    </a:cubicBezTo>
                    <a:cubicBezTo>
                      <a:pt x="21516" y="36102"/>
                      <a:pt x="24617" y="36676"/>
                      <a:pt x="25000" y="34609"/>
                    </a:cubicBezTo>
                    <a:cubicBezTo>
                      <a:pt x="25076" y="34379"/>
                      <a:pt x="25000" y="34149"/>
                      <a:pt x="25076" y="33958"/>
                    </a:cubicBezTo>
                    <a:lnTo>
                      <a:pt x="25076" y="33958"/>
                    </a:lnTo>
                    <a:close/>
                    <a:moveTo>
                      <a:pt x="49463" y="34877"/>
                    </a:moveTo>
                    <a:cubicBezTo>
                      <a:pt x="49004" y="34149"/>
                      <a:pt x="48544" y="33422"/>
                      <a:pt x="48047" y="32733"/>
                    </a:cubicBezTo>
                    <a:cubicBezTo>
                      <a:pt x="47932" y="32541"/>
                      <a:pt x="47817" y="32388"/>
                      <a:pt x="47702" y="32197"/>
                    </a:cubicBezTo>
                    <a:cubicBezTo>
                      <a:pt x="47549" y="32273"/>
                      <a:pt x="47281" y="32235"/>
                      <a:pt x="47051" y="32197"/>
                    </a:cubicBezTo>
                    <a:cubicBezTo>
                      <a:pt x="45750" y="32120"/>
                      <a:pt x="44448" y="32312"/>
                      <a:pt x="43146" y="32541"/>
                    </a:cubicBezTo>
                    <a:cubicBezTo>
                      <a:pt x="41998" y="32809"/>
                      <a:pt x="40849" y="33116"/>
                      <a:pt x="39739" y="33499"/>
                    </a:cubicBezTo>
                    <a:cubicBezTo>
                      <a:pt x="39433" y="33613"/>
                      <a:pt x="39127" y="33728"/>
                      <a:pt x="38820" y="33843"/>
                    </a:cubicBezTo>
                    <a:cubicBezTo>
                      <a:pt x="38820" y="33881"/>
                      <a:pt x="38782" y="33881"/>
                      <a:pt x="38782" y="33881"/>
                    </a:cubicBezTo>
                    <a:cubicBezTo>
                      <a:pt x="38897" y="34877"/>
                      <a:pt x="39165" y="35949"/>
                      <a:pt x="40275" y="36178"/>
                    </a:cubicBezTo>
                    <a:cubicBezTo>
                      <a:pt x="42764" y="36446"/>
                      <a:pt x="45099" y="35413"/>
                      <a:pt x="47472" y="35030"/>
                    </a:cubicBezTo>
                    <a:cubicBezTo>
                      <a:pt x="48123" y="34915"/>
                      <a:pt x="48774" y="34877"/>
                      <a:pt x="49425" y="34877"/>
                    </a:cubicBezTo>
                    <a:lnTo>
                      <a:pt x="49425" y="34877"/>
                    </a:lnTo>
                    <a:close/>
                    <a:moveTo>
                      <a:pt x="52220" y="42304"/>
                    </a:moveTo>
                    <a:cubicBezTo>
                      <a:pt x="53138" y="42457"/>
                      <a:pt x="54019" y="42534"/>
                      <a:pt x="54899" y="42457"/>
                    </a:cubicBezTo>
                    <a:cubicBezTo>
                      <a:pt x="54631" y="42112"/>
                      <a:pt x="54325" y="41768"/>
                      <a:pt x="54057" y="41423"/>
                    </a:cubicBezTo>
                    <a:cubicBezTo>
                      <a:pt x="53866" y="41538"/>
                      <a:pt x="53636" y="41653"/>
                      <a:pt x="53406" y="41768"/>
                    </a:cubicBezTo>
                    <a:cubicBezTo>
                      <a:pt x="53062" y="41998"/>
                      <a:pt x="52641" y="42151"/>
                      <a:pt x="52220" y="42304"/>
                    </a:cubicBezTo>
                    <a:lnTo>
                      <a:pt x="52220" y="42304"/>
                    </a:lnTo>
                    <a:close/>
                    <a:moveTo>
                      <a:pt x="58728" y="113473"/>
                    </a:moveTo>
                    <a:cubicBezTo>
                      <a:pt x="58804" y="113397"/>
                      <a:pt x="58881" y="113282"/>
                      <a:pt x="58958" y="113167"/>
                    </a:cubicBezTo>
                    <a:cubicBezTo>
                      <a:pt x="56967" y="111214"/>
                      <a:pt x="55933" y="108496"/>
                      <a:pt x="55167" y="105855"/>
                    </a:cubicBezTo>
                    <a:cubicBezTo>
                      <a:pt x="54555" y="103673"/>
                      <a:pt x="54096" y="101452"/>
                      <a:pt x="53904" y="99232"/>
                    </a:cubicBezTo>
                    <a:cubicBezTo>
                      <a:pt x="53636" y="96207"/>
                      <a:pt x="53866" y="93221"/>
                      <a:pt x="53866" y="90197"/>
                    </a:cubicBezTo>
                    <a:cubicBezTo>
                      <a:pt x="53866" y="89622"/>
                      <a:pt x="53904" y="89048"/>
                      <a:pt x="53904" y="88474"/>
                    </a:cubicBezTo>
                    <a:cubicBezTo>
                      <a:pt x="52334" y="90312"/>
                      <a:pt x="50573" y="91958"/>
                      <a:pt x="48889" y="93681"/>
                    </a:cubicBezTo>
                    <a:cubicBezTo>
                      <a:pt x="44946" y="97356"/>
                      <a:pt x="39892" y="100686"/>
                      <a:pt x="34265" y="99997"/>
                    </a:cubicBezTo>
                    <a:cubicBezTo>
                      <a:pt x="30819" y="99691"/>
                      <a:pt x="26991" y="98045"/>
                      <a:pt x="24081" y="96207"/>
                    </a:cubicBezTo>
                    <a:cubicBezTo>
                      <a:pt x="22588" y="95135"/>
                      <a:pt x="21095" y="94025"/>
                      <a:pt x="19640" y="92877"/>
                    </a:cubicBezTo>
                    <a:cubicBezTo>
                      <a:pt x="18913" y="92302"/>
                      <a:pt x="18224" y="91690"/>
                      <a:pt x="17573" y="91077"/>
                    </a:cubicBezTo>
                    <a:cubicBezTo>
                      <a:pt x="17611" y="91766"/>
                      <a:pt x="17688" y="92455"/>
                      <a:pt x="17688" y="93145"/>
                    </a:cubicBezTo>
                    <a:cubicBezTo>
                      <a:pt x="17726" y="96131"/>
                      <a:pt x="17458" y="99117"/>
                      <a:pt x="16922" y="102026"/>
                    </a:cubicBezTo>
                    <a:cubicBezTo>
                      <a:pt x="16386" y="104898"/>
                      <a:pt x="15697" y="107845"/>
                      <a:pt x="14089" y="110334"/>
                    </a:cubicBezTo>
                    <a:cubicBezTo>
                      <a:pt x="13668" y="110908"/>
                      <a:pt x="13247" y="111444"/>
                      <a:pt x="12749" y="111980"/>
                    </a:cubicBezTo>
                    <a:cubicBezTo>
                      <a:pt x="12749" y="111980"/>
                      <a:pt x="12749" y="111980"/>
                      <a:pt x="12711" y="111980"/>
                    </a:cubicBezTo>
                    <a:cubicBezTo>
                      <a:pt x="12749" y="112172"/>
                      <a:pt x="12902" y="112325"/>
                      <a:pt x="13017" y="112478"/>
                    </a:cubicBezTo>
                    <a:cubicBezTo>
                      <a:pt x="13323" y="112861"/>
                      <a:pt x="13668" y="113205"/>
                      <a:pt x="13974" y="113550"/>
                    </a:cubicBezTo>
                    <a:cubicBezTo>
                      <a:pt x="14778" y="114354"/>
                      <a:pt x="15544" y="115119"/>
                      <a:pt x="16386" y="115809"/>
                    </a:cubicBezTo>
                    <a:cubicBezTo>
                      <a:pt x="17535" y="116651"/>
                      <a:pt x="18798" y="117225"/>
                      <a:pt x="20023" y="117952"/>
                    </a:cubicBezTo>
                    <a:cubicBezTo>
                      <a:pt x="21669" y="118871"/>
                      <a:pt x="23354" y="119790"/>
                      <a:pt x="25153" y="120403"/>
                    </a:cubicBezTo>
                    <a:cubicBezTo>
                      <a:pt x="28216" y="121474"/>
                      <a:pt x="31393" y="122010"/>
                      <a:pt x="34609" y="122278"/>
                    </a:cubicBezTo>
                    <a:cubicBezTo>
                      <a:pt x="37557" y="122623"/>
                      <a:pt x="40467" y="122202"/>
                      <a:pt x="43338" y="121704"/>
                    </a:cubicBezTo>
                    <a:cubicBezTo>
                      <a:pt x="46822" y="121168"/>
                      <a:pt x="50152" y="119828"/>
                      <a:pt x="53177" y="118029"/>
                    </a:cubicBezTo>
                    <a:cubicBezTo>
                      <a:pt x="55282" y="116842"/>
                      <a:pt x="57158" y="115234"/>
                      <a:pt x="58728" y="113473"/>
                    </a:cubicBezTo>
                    <a:lnTo>
                      <a:pt x="58728" y="113473"/>
                    </a:lnTo>
                    <a:close/>
                    <a:moveTo>
                      <a:pt x="63552" y="115005"/>
                    </a:moveTo>
                    <a:cubicBezTo>
                      <a:pt x="63513" y="115043"/>
                      <a:pt x="63513" y="115081"/>
                      <a:pt x="63513" y="115119"/>
                    </a:cubicBezTo>
                    <a:cubicBezTo>
                      <a:pt x="63475" y="115158"/>
                      <a:pt x="63398" y="115196"/>
                      <a:pt x="63360" y="115273"/>
                    </a:cubicBezTo>
                    <a:cubicBezTo>
                      <a:pt x="63092" y="115770"/>
                      <a:pt x="62824" y="116268"/>
                      <a:pt x="62556" y="116766"/>
                    </a:cubicBezTo>
                    <a:cubicBezTo>
                      <a:pt x="60910" y="119445"/>
                      <a:pt x="58575" y="121589"/>
                      <a:pt x="55895" y="123197"/>
                    </a:cubicBezTo>
                    <a:cubicBezTo>
                      <a:pt x="49463" y="127562"/>
                      <a:pt x="41117" y="128595"/>
                      <a:pt x="33499" y="127983"/>
                    </a:cubicBezTo>
                    <a:cubicBezTo>
                      <a:pt x="29785" y="127562"/>
                      <a:pt x="25957" y="127179"/>
                      <a:pt x="22397" y="125915"/>
                    </a:cubicBezTo>
                    <a:cubicBezTo>
                      <a:pt x="19832" y="124997"/>
                      <a:pt x="17420" y="123695"/>
                      <a:pt x="15123" y="122202"/>
                    </a:cubicBezTo>
                    <a:cubicBezTo>
                      <a:pt x="13208" y="121053"/>
                      <a:pt x="11524" y="119599"/>
                      <a:pt x="10107" y="117838"/>
                    </a:cubicBezTo>
                    <a:cubicBezTo>
                      <a:pt x="9380" y="116995"/>
                      <a:pt x="8653" y="116115"/>
                      <a:pt x="8117" y="115119"/>
                    </a:cubicBezTo>
                    <a:cubicBezTo>
                      <a:pt x="7925" y="114737"/>
                      <a:pt x="7734" y="114392"/>
                      <a:pt x="7542" y="114047"/>
                    </a:cubicBezTo>
                    <a:cubicBezTo>
                      <a:pt x="7696" y="113933"/>
                      <a:pt x="7849" y="113703"/>
                      <a:pt x="8002" y="113588"/>
                    </a:cubicBezTo>
                    <a:cubicBezTo>
                      <a:pt x="8270" y="113320"/>
                      <a:pt x="8576" y="113052"/>
                      <a:pt x="8921" y="112746"/>
                    </a:cubicBezTo>
                    <a:cubicBezTo>
                      <a:pt x="9801" y="111942"/>
                      <a:pt x="11677" y="110487"/>
                      <a:pt x="12902" y="110411"/>
                    </a:cubicBezTo>
                    <a:cubicBezTo>
                      <a:pt x="12940" y="110487"/>
                      <a:pt x="12979" y="110525"/>
                      <a:pt x="13017" y="110564"/>
                    </a:cubicBezTo>
                    <a:cubicBezTo>
                      <a:pt x="12902" y="110717"/>
                      <a:pt x="12787" y="110870"/>
                      <a:pt x="12672" y="110985"/>
                    </a:cubicBezTo>
                    <a:cubicBezTo>
                      <a:pt x="12519" y="111253"/>
                      <a:pt x="11983" y="111559"/>
                      <a:pt x="12022" y="111865"/>
                    </a:cubicBezTo>
                    <a:cubicBezTo>
                      <a:pt x="11907" y="112669"/>
                      <a:pt x="13400" y="113894"/>
                      <a:pt x="13859" y="114430"/>
                    </a:cubicBezTo>
                    <a:cubicBezTo>
                      <a:pt x="14510" y="115081"/>
                      <a:pt x="15199" y="115770"/>
                      <a:pt x="15927" y="116344"/>
                    </a:cubicBezTo>
                    <a:cubicBezTo>
                      <a:pt x="16731" y="116957"/>
                      <a:pt x="17611" y="117416"/>
                      <a:pt x="18492" y="117914"/>
                    </a:cubicBezTo>
                    <a:cubicBezTo>
                      <a:pt x="21095" y="119407"/>
                      <a:pt x="23737" y="120824"/>
                      <a:pt x="26646" y="121628"/>
                    </a:cubicBezTo>
                    <a:cubicBezTo>
                      <a:pt x="30092" y="122546"/>
                      <a:pt x="33690" y="123044"/>
                      <a:pt x="37251" y="123121"/>
                    </a:cubicBezTo>
                    <a:cubicBezTo>
                      <a:pt x="39050" y="123082"/>
                      <a:pt x="40849" y="122814"/>
                      <a:pt x="42610" y="122546"/>
                    </a:cubicBezTo>
                    <a:cubicBezTo>
                      <a:pt x="44103" y="122317"/>
                      <a:pt x="45558" y="122010"/>
                      <a:pt x="46975" y="121589"/>
                    </a:cubicBezTo>
                    <a:cubicBezTo>
                      <a:pt x="49808" y="120709"/>
                      <a:pt x="52449" y="119369"/>
                      <a:pt x="54899" y="117761"/>
                    </a:cubicBezTo>
                    <a:cubicBezTo>
                      <a:pt x="56086" y="116995"/>
                      <a:pt x="57158" y="116038"/>
                      <a:pt x="58192" y="115043"/>
                    </a:cubicBezTo>
                    <a:cubicBezTo>
                      <a:pt x="58728" y="114545"/>
                      <a:pt x="59264" y="114009"/>
                      <a:pt x="59685" y="113397"/>
                    </a:cubicBezTo>
                    <a:cubicBezTo>
                      <a:pt x="59723" y="113320"/>
                      <a:pt x="59723" y="113243"/>
                      <a:pt x="59723" y="113167"/>
                    </a:cubicBezTo>
                    <a:cubicBezTo>
                      <a:pt x="59762" y="113052"/>
                      <a:pt x="59723" y="112937"/>
                      <a:pt x="59647" y="112822"/>
                    </a:cubicBezTo>
                    <a:cubicBezTo>
                      <a:pt x="59455" y="112669"/>
                      <a:pt x="59264" y="112478"/>
                      <a:pt x="59111" y="112325"/>
                    </a:cubicBezTo>
                    <a:cubicBezTo>
                      <a:pt x="58958" y="112133"/>
                      <a:pt x="58843" y="111980"/>
                      <a:pt x="58690" y="111827"/>
                    </a:cubicBezTo>
                    <a:cubicBezTo>
                      <a:pt x="58728" y="111789"/>
                      <a:pt x="58766" y="111750"/>
                      <a:pt x="58804" y="111712"/>
                    </a:cubicBezTo>
                    <a:cubicBezTo>
                      <a:pt x="59685" y="111597"/>
                      <a:pt x="60527" y="112057"/>
                      <a:pt x="61293" y="112440"/>
                    </a:cubicBezTo>
                    <a:cubicBezTo>
                      <a:pt x="62288" y="113014"/>
                      <a:pt x="62977" y="113971"/>
                      <a:pt x="63552" y="114966"/>
                    </a:cubicBezTo>
                    <a:cubicBezTo>
                      <a:pt x="63552" y="114966"/>
                      <a:pt x="63552" y="115005"/>
                      <a:pt x="63552" y="115005"/>
                    </a:cubicBezTo>
                    <a:lnTo>
                      <a:pt x="63552" y="115005"/>
                    </a:lnTo>
                    <a:close/>
                    <a:moveTo>
                      <a:pt x="64317" y="59378"/>
                    </a:moveTo>
                    <a:cubicBezTo>
                      <a:pt x="64164" y="61829"/>
                      <a:pt x="64049" y="64317"/>
                      <a:pt x="63513" y="66729"/>
                    </a:cubicBezTo>
                    <a:cubicBezTo>
                      <a:pt x="62939" y="69485"/>
                      <a:pt x="62097" y="72203"/>
                      <a:pt x="61025" y="74768"/>
                    </a:cubicBezTo>
                    <a:cubicBezTo>
                      <a:pt x="60336" y="76453"/>
                      <a:pt x="59685" y="78099"/>
                      <a:pt x="58881" y="79707"/>
                    </a:cubicBezTo>
                    <a:cubicBezTo>
                      <a:pt x="57732" y="82004"/>
                      <a:pt x="56354" y="84186"/>
                      <a:pt x="54746" y="86215"/>
                    </a:cubicBezTo>
                    <a:cubicBezTo>
                      <a:pt x="53445" y="88053"/>
                      <a:pt x="51913" y="89699"/>
                      <a:pt x="50267" y="91269"/>
                    </a:cubicBezTo>
                    <a:cubicBezTo>
                      <a:pt x="48927" y="92647"/>
                      <a:pt x="47587" y="94025"/>
                      <a:pt x="46056" y="95174"/>
                    </a:cubicBezTo>
                    <a:cubicBezTo>
                      <a:pt x="42802" y="97700"/>
                      <a:pt x="38859" y="99729"/>
                      <a:pt x="34647" y="99347"/>
                    </a:cubicBezTo>
                    <a:cubicBezTo>
                      <a:pt x="33078" y="99270"/>
                      <a:pt x="31470" y="98811"/>
                      <a:pt x="30015" y="98275"/>
                    </a:cubicBezTo>
                    <a:cubicBezTo>
                      <a:pt x="28484" y="97777"/>
                      <a:pt x="26991" y="97049"/>
                      <a:pt x="25574" y="96284"/>
                    </a:cubicBezTo>
                    <a:cubicBezTo>
                      <a:pt x="24655" y="95786"/>
                      <a:pt x="23851" y="95174"/>
                      <a:pt x="23009" y="94561"/>
                    </a:cubicBezTo>
                    <a:cubicBezTo>
                      <a:pt x="21669" y="93604"/>
                      <a:pt x="20329" y="92609"/>
                      <a:pt x="19104" y="91537"/>
                    </a:cubicBezTo>
                    <a:cubicBezTo>
                      <a:pt x="17458" y="90044"/>
                      <a:pt x="15850" y="88512"/>
                      <a:pt x="14319" y="86904"/>
                    </a:cubicBezTo>
                    <a:cubicBezTo>
                      <a:pt x="12979" y="85296"/>
                      <a:pt x="11830" y="83497"/>
                      <a:pt x="10873" y="81621"/>
                    </a:cubicBezTo>
                    <a:cubicBezTo>
                      <a:pt x="8959" y="77984"/>
                      <a:pt x="8002" y="73964"/>
                      <a:pt x="7160" y="69945"/>
                    </a:cubicBezTo>
                    <a:cubicBezTo>
                      <a:pt x="6777" y="68069"/>
                      <a:pt x="6471" y="66155"/>
                      <a:pt x="6203" y="64279"/>
                    </a:cubicBezTo>
                    <a:cubicBezTo>
                      <a:pt x="6241" y="64164"/>
                      <a:pt x="6241" y="64011"/>
                      <a:pt x="6164" y="63934"/>
                    </a:cubicBezTo>
                    <a:cubicBezTo>
                      <a:pt x="5781" y="61139"/>
                      <a:pt x="5475" y="58306"/>
                      <a:pt x="5284" y="55473"/>
                    </a:cubicBezTo>
                    <a:cubicBezTo>
                      <a:pt x="5092" y="52985"/>
                      <a:pt x="5131" y="50458"/>
                      <a:pt x="5016" y="47932"/>
                    </a:cubicBezTo>
                    <a:cubicBezTo>
                      <a:pt x="4977" y="46783"/>
                      <a:pt x="4863" y="45673"/>
                      <a:pt x="4863" y="44524"/>
                    </a:cubicBezTo>
                    <a:lnTo>
                      <a:pt x="4863" y="44486"/>
                    </a:lnTo>
                    <a:cubicBezTo>
                      <a:pt x="5092" y="44295"/>
                      <a:pt x="5322" y="44065"/>
                      <a:pt x="5552" y="43873"/>
                    </a:cubicBezTo>
                    <a:cubicBezTo>
                      <a:pt x="7772" y="42036"/>
                      <a:pt x="9801" y="40007"/>
                      <a:pt x="11562" y="37786"/>
                    </a:cubicBezTo>
                    <a:cubicBezTo>
                      <a:pt x="12137" y="37097"/>
                      <a:pt x="12711" y="36370"/>
                      <a:pt x="13247" y="35681"/>
                    </a:cubicBezTo>
                    <a:cubicBezTo>
                      <a:pt x="13323" y="35719"/>
                      <a:pt x="13400" y="35719"/>
                      <a:pt x="13476" y="35719"/>
                    </a:cubicBezTo>
                    <a:cubicBezTo>
                      <a:pt x="16348" y="35336"/>
                      <a:pt x="19104" y="36638"/>
                      <a:pt x="21937" y="36829"/>
                    </a:cubicBezTo>
                    <a:cubicBezTo>
                      <a:pt x="23392" y="36906"/>
                      <a:pt x="25306" y="36523"/>
                      <a:pt x="25651" y="34877"/>
                    </a:cubicBezTo>
                    <a:cubicBezTo>
                      <a:pt x="25727" y="34609"/>
                      <a:pt x="25842" y="34188"/>
                      <a:pt x="25689" y="33920"/>
                    </a:cubicBezTo>
                    <a:cubicBezTo>
                      <a:pt x="25727" y="33881"/>
                      <a:pt x="25727" y="33843"/>
                      <a:pt x="25727" y="33805"/>
                    </a:cubicBezTo>
                    <a:cubicBezTo>
                      <a:pt x="25689" y="33192"/>
                      <a:pt x="24272" y="32848"/>
                      <a:pt x="23775" y="32656"/>
                    </a:cubicBezTo>
                    <a:cubicBezTo>
                      <a:pt x="22320" y="32235"/>
                      <a:pt x="20827" y="32159"/>
                      <a:pt x="19334" y="32082"/>
                    </a:cubicBezTo>
                    <a:cubicBezTo>
                      <a:pt x="18147" y="32082"/>
                      <a:pt x="16922" y="32006"/>
                      <a:pt x="15735" y="32159"/>
                    </a:cubicBezTo>
                    <a:cubicBezTo>
                      <a:pt x="16539" y="30934"/>
                      <a:pt x="17267" y="29708"/>
                      <a:pt x="17956" y="28445"/>
                    </a:cubicBezTo>
                    <a:cubicBezTo>
                      <a:pt x="19793" y="25114"/>
                      <a:pt x="21669" y="21784"/>
                      <a:pt x="23239" y="18338"/>
                    </a:cubicBezTo>
                    <a:cubicBezTo>
                      <a:pt x="24426" y="15812"/>
                      <a:pt x="25498" y="13323"/>
                      <a:pt x="26876" y="10949"/>
                    </a:cubicBezTo>
                    <a:cubicBezTo>
                      <a:pt x="27641" y="9648"/>
                      <a:pt x="28484" y="8384"/>
                      <a:pt x="29364" y="7198"/>
                    </a:cubicBezTo>
                    <a:cubicBezTo>
                      <a:pt x="30934" y="4824"/>
                      <a:pt x="33614" y="2604"/>
                      <a:pt x="36600" y="3561"/>
                    </a:cubicBezTo>
                    <a:cubicBezTo>
                      <a:pt x="36715" y="3752"/>
                      <a:pt x="36868" y="3790"/>
                      <a:pt x="37021" y="3752"/>
                    </a:cubicBezTo>
                    <a:cubicBezTo>
                      <a:pt x="37212" y="4939"/>
                      <a:pt x="37366" y="6126"/>
                      <a:pt x="37595" y="7274"/>
                    </a:cubicBezTo>
                    <a:cubicBezTo>
                      <a:pt x="38476" y="11830"/>
                      <a:pt x="39777" y="16309"/>
                      <a:pt x="41462" y="20597"/>
                    </a:cubicBezTo>
                    <a:cubicBezTo>
                      <a:pt x="42381" y="22741"/>
                      <a:pt x="43453" y="24770"/>
                      <a:pt x="44563" y="26799"/>
                    </a:cubicBezTo>
                    <a:cubicBezTo>
                      <a:pt x="45443" y="28407"/>
                      <a:pt x="46324" y="29976"/>
                      <a:pt x="47281" y="31508"/>
                    </a:cubicBezTo>
                    <a:cubicBezTo>
                      <a:pt x="47051" y="31508"/>
                      <a:pt x="46822" y="31508"/>
                      <a:pt x="46554" y="31470"/>
                    </a:cubicBezTo>
                    <a:cubicBezTo>
                      <a:pt x="45099" y="31470"/>
                      <a:pt x="43644" y="31699"/>
                      <a:pt x="42266" y="32044"/>
                    </a:cubicBezTo>
                    <a:cubicBezTo>
                      <a:pt x="41156" y="32312"/>
                      <a:pt x="40084" y="32618"/>
                      <a:pt x="39050" y="33001"/>
                    </a:cubicBezTo>
                    <a:cubicBezTo>
                      <a:pt x="38897" y="33077"/>
                      <a:pt x="38744" y="33116"/>
                      <a:pt x="38552" y="33192"/>
                    </a:cubicBezTo>
                    <a:cubicBezTo>
                      <a:pt x="38323" y="33039"/>
                      <a:pt x="37901" y="33231"/>
                      <a:pt x="38016" y="33652"/>
                    </a:cubicBezTo>
                    <a:cubicBezTo>
                      <a:pt x="38131" y="35221"/>
                      <a:pt x="38591" y="36714"/>
                      <a:pt x="40428" y="36906"/>
                    </a:cubicBezTo>
                    <a:cubicBezTo>
                      <a:pt x="42917" y="37136"/>
                      <a:pt x="45290" y="36102"/>
                      <a:pt x="47702" y="35719"/>
                    </a:cubicBezTo>
                    <a:cubicBezTo>
                      <a:pt x="48430" y="35604"/>
                      <a:pt x="49119" y="35604"/>
                      <a:pt x="49846" y="35566"/>
                    </a:cubicBezTo>
                    <a:lnTo>
                      <a:pt x="49884" y="35566"/>
                    </a:lnTo>
                    <a:cubicBezTo>
                      <a:pt x="50535" y="36561"/>
                      <a:pt x="51148" y="37557"/>
                      <a:pt x="51837" y="38514"/>
                    </a:cubicBezTo>
                    <a:cubicBezTo>
                      <a:pt x="52373" y="39318"/>
                      <a:pt x="52947" y="40083"/>
                      <a:pt x="53560" y="40849"/>
                    </a:cubicBezTo>
                    <a:cubicBezTo>
                      <a:pt x="53330" y="41002"/>
                      <a:pt x="53100" y="41155"/>
                      <a:pt x="52832" y="41232"/>
                    </a:cubicBezTo>
                    <a:cubicBezTo>
                      <a:pt x="51798" y="41538"/>
                      <a:pt x="50727" y="41653"/>
                      <a:pt x="49655" y="41806"/>
                    </a:cubicBezTo>
                    <a:cubicBezTo>
                      <a:pt x="49578" y="41806"/>
                      <a:pt x="49463" y="41806"/>
                      <a:pt x="49387" y="41806"/>
                    </a:cubicBezTo>
                    <a:cubicBezTo>
                      <a:pt x="48506" y="41653"/>
                      <a:pt x="47587" y="41576"/>
                      <a:pt x="46668" y="41615"/>
                    </a:cubicBezTo>
                    <a:cubicBezTo>
                      <a:pt x="44103" y="41730"/>
                      <a:pt x="41462" y="42763"/>
                      <a:pt x="39777" y="44754"/>
                    </a:cubicBezTo>
                    <a:cubicBezTo>
                      <a:pt x="39777" y="44754"/>
                      <a:pt x="39739" y="44792"/>
                      <a:pt x="39701" y="44831"/>
                    </a:cubicBezTo>
                    <a:cubicBezTo>
                      <a:pt x="39548" y="44907"/>
                      <a:pt x="39471" y="45137"/>
                      <a:pt x="39586" y="45290"/>
                    </a:cubicBezTo>
                    <a:cubicBezTo>
                      <a:pt x="39854" y="45711"/>
                      <a:pt x="40237" y="45328"/>
                      <a:pt x="40428" y="45060"/>
                    </a:cubicBezTo>
                    <a:cubicBezTo>
                      <a:pt x="40620" y="44831"/>
                      <a:pt x="40849" y="44639"/>
                      <a:pt x="41079" y="44448"/>
                    </a:cubicBezTo>
                    <a:cubicBezTo>
                      <a:pt x="42151" y="43491"/>
                      <a:pt x="43491" y="42878"/>
                      <a:pt x="44907" y="42572"/>
                    </a:cubicBezTo>
                    <a:cubicBezTo>
                      <a:pt x="44410" y="43414"/>
                      <a:pt x="44218" y="44601"/>
                      <a:pt x="44793" y="45481"/>
                    </a:cubicBezTo>
                    <a:cubicBezTo>
                      <a:pt x="45329" y="46247"/>
                      <a:pt x="46247" y="46783"/>
                      <a:pt x="47166" y="46821"/>
                    </a:cubicBezTo>
                    <a:cubicBezTo>
                      <a:pt x="49233" y="46936"/>
                      <a:pt x="51071" y="45022"/>
                      <a:pt x="50152" y="42993"/>
                    </a:cubicBezTo>
                    <a:cubicBezTo>
                      <a:pt x="50076" y="42878"/>
                      <a:pt x="49961" y="42725"/>
                      <a:pt x="49846" y="42610"/>
                    </a:cubicBezTo>
                    <a:cubicBezTo>
                      <a:pt x="49961" y="42610"/>
                      <a:pt x="50037" y="42648"/>
                      <a:pt x="50114" y="42648"/>
                    </a:cubicBezTo>
                    <a:cubicBezTo>
                      <a:pt x="50152" y="42725"/>
                      <a:pt x="50229" y="42802"/>
                      <a:pt x="50344" y="42840"/>
                    </a:cubicBezTo>
                    <a:cubicBezTo>
                      <a:pt x="50688" y="42878"/>
                      <a:pt x="51033" y="42993"/>
                      <a:pt x="51416" y="43108"/>
                    </a:cubicBezTo>
                    <a:cubicBezTo>
                      <a:pt x="51454" y="43146"/>
                      <a:pt x="51492" y="43184"/>
                      <a:pt x="51531" y="43223"/>
                    </a:cubicBezTo>
                    <a:cubicBezTo>
                      <a:pt x="51798" y="43376"/>
                      <a:pt x="52066" y="43491"/>
                      <a:pt x="52373" y="43605"/>
                    </a:cubicBezTo>
                    <a:cubicBezTo>
                      <a:pt x="53483" y="43988"/>
                      <a:pt x="54708" y="44027"/>
                      <a:pt x="55780" y="43529"/>
                    </a:cubicBezTo>
                    <a:cubicBezTo>
                      <a:pt x="55857" y="43644"/>
                      <a:pt x="55933" y="43720"/>
                      <a:pt x="56010" y="43797"/>
                    </a:cubicBezTo>
                    <a:cubicBezTo>
                      <a:pt x="57158" y="45060"/>
                      <a:pt x="58345" y="46324"/>
                      <a:pt x="59570" y="47510"/>
                    </a:cubicBezTo>
                    <a:cubicBezTo>
                      <a:pt x="60833" y="48621"/>
                      <a:pt x="62097" y="49693"/>
                      <a:pt x="63360" y="50765"/>
                    </a:cubicBezTo>
                    <a:cubicBezTo>
                      <a:pt x="63820" y="51147"/>
                      <a:pt x="64241" y="51492"/>
                      <a:pt x="64700" y="51875"/>
                    </a:cubicBezTo>
                    <a:cubicBezTo>
                      <a:pt x="64470" y="51951"/>
                      <a:pt x="64470" y="52258"/>
                      <a:pt x="64509" y="52526"/>
                    </a:cubicBezTo>
                    <a:cubicBezTo>
                      <a:pt x="64509" y="54823"/>
                      <a:pt x="64470" y="57120"/>
                      <a:pt x="64317" y="59378"/>
                    </a:cubicBezTo>
                    <a:lnTo>
                      <a:pt x="64317" y="59378"/>
                    </a:lnTo>
                    <a:close/>
                    <a:moveTo>
                      <a:pt x="65504" y="65619"/>
                    </a:moveTo>
                    <a:cubicBezTo>
                      <a:pt x="67189" y="65312"/>
                      <a:pt x="68107" y="63551"/>
                      <a:pt x="66729" y="62288"/>
                    </a:cubicBezTo>
                    <a:cubicBezTo>
                      <a:pt x="66231" y="61790"/>
                      <a:pt x="65428" y="61829"/>
                      <a:pt x="64853" y="62250"/>
                    </a:cubicBezTo>
                    <a:cubicBezTo>
                      <a:pt x="64853" y="62250"/>
                      <a:pt x="64853" y="62250"/>
                      <a:pt x="64853" y="62250"/>
                    </a:cubicBezTo>
                    <a:cubicBezTo>
                      <a:pt x="64738" y="63360"/>
                      <a:pt x="64624" y="64508"/>
                      <a:pt x="64432" y="65619"/>
                    </a:cubicBezTo>
                    <a:cubicBezTo>
                      <a:pt x="64470" y="65619"/>
                      <a:pt x="64470" y="65619"/>
                      <a:pt x="64470" y="65619"/>
                    </a:cubicBezTo>
                    <a:cubicBezTo>
                      <a:pt x="64815" y="65733"/>
                      <a:pt x="65160" y="65695"/>
                      <a:pt x="65504" y="65619"/>
                    </a:cubicBezTo>
                    <a:lnTo>
                      <a:pt x="65504" y="65619"/>
                    </a:lnTo>
                    <a:close/>
                    <a:moveTo>
                      <a:pt x="68337" y="55359"/>
                    </a:moveTo>
                    <a:cubicBezTo>
                      <a:pt x="68414" y="55129"/>
                      <a:pt x="68452" y="54861"/>
                      <a:pt x="68529" y="54593"/>
                    </a:cubicBezTo>
                    <a:cubicBezTo>
                      <a:pt x="67457" y="53789"/>
                      <a:pt x="66308" y="53023"/>
                      <a:pt x="65236" y="52219"/>
                    </a:cubicBezTo>
                    <a:cubicBezTo>
                      <a:pt x="65236" y="54861"/>
                      <a:pt x="65198" y="57541"/>
                      <a:pt x="64968" y="60182"/>
                    </a:cubicBezTo>
                    <a:cubicBezTo>
                      <a:pt x="64968" y="60603"/>
                      <a:pt x="64930" y="60986"/>
                      <a:pt x="64892" y="61407"/>
                    </a:cubicBezTo>
                    <a:cubicBezTo>
                      <a:pt x="65236" y="61254"/>
                      <a:pt x="65542" y="61216"/>
                      <a:pt x="65887" y="61216"/>
                    </a:cubicBezTo>
                    <a:cubicBezTo>
                      <a:pt x="65849" y="61101"/>
                      <a:pt x="65887" y="60986"/>
                      <a:pt x="65963" y="60910"/>
                    </a:cubicBezTo>
                    <a:cubicBezTo>
                      <a:pt x="66270" y="60412"/>
                      <a:pt x="66538" y="59876"/>
                      <a:pt x="66806" y="59340"/>
                    </a:cubicBezTo>
                    <a:cubicBezTo>
                      <a:pt x="67457" y="58038"/>
                      <a:pt x="67954" y="56737"/>
                      <a:pt x="68337" y="55359"/>
                    </a:cubicBezTo>
                    <a:lnTo>
                      <a:pt x="68337" y="55359"/>
                    </a:lnTo>
                    <a:close/>
                    <a:moveTo>
                      <a:pt x="68720" y="53827"/>
                    </a:moveTo>
                    <a:cubicBezTo>
                      <a:pt x="68873" y="53483"/>
                      <a:pt x="69486" y="53674"/>
                      <a:pt x="69371" y="54095"/>
                    </a:cubicBezTo>
                    <a:cubicBezTo>
                      <a:pt x="68950" y="56124"/>
                      <a:pt x="68261" y="58115"/>
                      <a:pt x="67303" y="59953"/>
                    </a:cubicBezTo>
                    <a:cubicBezTo>
                      <a:pt x="67112" y="60374"/>
                      <a:pt x="66882" y="60757"/>
                      <a:pt x="66653" y="61139"/>
                    </a:cubicBezTo>
                    <a:cubicBezTo>
                      <a:pt x="66653" y="61216"/>
                      <a:pt x="66576" y="61293"/>
                      <a:pt x="66538" y="61369"/>
                    </a:cubicBezTo>
                    <a:cubicBezTo>
                      <a:pt x="66882" y="61484"/>
                      <a:pt x="67150" y="61675"/>
                      <a:pt x="67418" y="61982"/>
                    </a:cubicBezTo>
                    <a:cubicBezTo>
                      <a:pt x="68299" y="62862"/>
                      <a:pt x="68337" y="64432"/>
                      <a:pt x="67457" y="65351"/>
                    </a:cubicBezTo>
                    <a:cubicBezTo>
                      <a:pt x="66691" y="66155"/>
                      <a:pt x="65428" y="66576"/>
                      <a:pt x="64317" y="66308"/>
                    </a:cubicBezTo>
                    <a:cubicBezTo>
                      <a:pt x="64279" y="66576"/>
                      <a:pt x="64202" y="66844"/>
                      <a:pt x="64164" y="67112"/>
                    </a:cubicBezTo>
                    <a:cubicBezTo>
                      <a:pt x="63284" y="71323"/>
                      <a:pt x="61676" y="75304"/>
                      <a:pt x="59915" y="79209"/>
                    </a:cubicBezTo>
                    <a:cubicBezTo>
                      <a:pt x="58536" y="82195"/>
                      <a:pt x="56661" y="84952"/>
                      <a:pt x="54631" y="87517"/>
                    </a:cubicBezTo>
                    <a:cubicBezTo>
                      <a:pt x="54670" y="87555"/>
                      <a:pt x="54670" y="87593"/>
                      <a:pt x="54670" y="87632"/>
                    </a:cubicBezTo>
                    <a:cubicBezTo>
                      <a:pt x="54670" y="87670"/>
                      <a:pt x="54631" y="87747"/>
                      <a:pt x="54631" y="87823"/>
                    </a:cubicBezTo>
                    <a:cubicBezTo>
                      <a:pt x="54593" y="88512"/>
                      <a:pt x="54593" y="89240"/>
                      <a:pt x="54593" y="89967"/>
                    </a:cubicBezTo>
                    <a:cubicBezTo>
                      <a:pt x="54555" y="92838"/>
                      <a:pt x="54364" y="95748"/>
                      <a:pt x="54593" y="98619"/>
                    </a:cubicBezTo>
                    <a:cubicBezTo>
                      <a:pt x="54708" y="100648"/>
                      <a:pt x="55053" y="102639"/>
                      <a:pt x="55589" y="104591"/>
                    </a:cubicBezTo>
                    <a:cubicBezTo>
                      <a:pt x="56163" y="106888"/>
                      <a:pt x="56890" y="109224"/>
                      <a:pt x="58230" y="111176"/>
                    </a:cubicBezTo>
                    <a:cubicBezTo>
                      <a:pt x="58268" y="111176"/>
                      <a:pt x="58268" y="111176"/>
                      <a:pt x="58307" y="111138"/>
                    </a:cubicBezTo>
                    <a:cubicBezTo>
                      <a:pt x="59417" y="110640"/>
                      <a:pt x="61293" y="111521"/>
                      <a:pt x="62212" y="112210"/>
                    </a:cubicBezTo>
                    <a:cubicBezTo>
                      <a:pt x="63054" y="112861"/>
                      <a:pt x="63628" y="113741"/>
                      <a:pt x="64164" y="114583"/>
                    </a:cubicBezTo>
                    <a:cubicBezTo>
                      <a:pt x="64202" y="114698"/>
                      <a:pt x="64241" y="114813"/>
                      <a:pt x="64202" y="114890"/>
                    </a:cubicBezTo>
                    <a:cubicBezTo>
                      <a:pt x="64241" y="114966"/>
                      <a:pt x="64241" y="115043"/>
                      <a:pt x="64241" y="115119"/>
                    </a:cubicBezTo>
                    <a:cubicBezTo>
                      <a:pt x="64279" y="115196"/>
                      <a:pt x="64279" y="115234"/>
                      <a:pt x="64279" y="115311"/>
                    </a:cubicBezTo>
                    <a:cubicBezTo>
                      <a:pt x="64892" y="115464"/>
                      <a:pt x="65542" y="115655"/>
                      <a:pt x="66193" y="115847"/>
                    </a:cubicBezTo>
                    <a:cubicBezTo>
                      <a:pt x="67112" y="116076"/>
                      <a:pt x="68031" y="116383"/>
                      <a:pt x="68911" y="116842"/>
                    </a:cubicBezTo>
                    <a:cubicBezTo>
                      <a:pt x="69332" y="117072"/>
                      <a:pt x="68988" y="117684"/>
                      <a:pt x="68567" y="117455"/>
                    </a:cubicBezTo>
                    <a:cubicBezTo>
                      <a:pt x="67878" y="117072"/>
                      <a:pt x="67150" y="116842"/>
                      <a:pt x="66423" y="116651"/>
                    </a:cubicBezTo>
                    <a:cubicBezTo>
                      <a:pt x="65504" y="116421"/>
                      <a:pt x="64700" y="116076"/>
                      <a:pt x="63820" y="115962"/>
                    </a:cubicBezTo>
                    <a:lnTo>
                      <a:pt x="63820" y="115962"/>
                    </a:lnTo>
                    <a:cubicBezTo>
                      <a:pt x="62135" y="119216"/>
                      <a:pt x="59455" y="121896"/>
                      <a:pt x="56316" y="123810"/>
                    </a:cubicBezTo>
                    <a:cubicBezTo>
                      <a:pt x="50497" y="127753"/>
                      <a:pt x="43223" y="128978"/>
                      <a:pt x="36294" y="128863"/>
                    </a:cubicBezTo>
                    <a:cubicBezTo>
                      <a:pt x="34533" y="128863"/>
                      <a:pt x="32771" y="128634"/>
                      <a:pt x="31010" y="128442"/>
                    </a:cubicBezTo>
                    <a:cubicBezTo>
                      <a:pt x="29211" y="128174"/>
                      <a:pt x="27373" y="127944"/>
                      <a:pt x="25612" y="127562"/>
                    </a:cubicBezTo>
                    <a:cubicBezTo>
                      <a:pt x="22626" y="126949"/>
                      <a:pt x="19793" y="125762"/>
                      <a:pt x="17152" y="124307"/>
                    </a:cubicBezTo>
                    <a:cubicBezTo>
                      <a:pt x="14663" y="122776"/>
                      <a:pt x="12060" y="121283"/>
                      <a:pt x="10184" y="119024"/>
                    </a:cubicBezTo>
                    <a:cubicBezTo>
                      <a:pt x="9610" y="118335"/>
                      <a:pt x="8997" y="117646"/>
                      <a:pt x="8423" y="116957"/>
                    </a:cubicBezTo>
                    <a:cubicBezTo>
                      <a:pt x="7925" y="116268"/>
                      <a:pt x="7504" y="115502"/>
                      <a:pt x="7083" y="114737"/>
                    </a:cubicBezTo>
                    <a:cubicBezTo>
                      <a:pt x="7083" y="114775"/>
                      <a:pt x="7045" y="114775"/>
                      <a:pt x="7045" y="114775"/>
                    </a:cubicBezTo>
                    <a:lnTo>
                      <a:pt x="6585" y="115005"/>
                    </a:lnTo>
                    <a:cubicBezTo>
                      <a:pt x="5207" y="115694"/>
                      <a:pt x="3791" y="116268"/>
                      <a:pt x="2489" y="117110"/>
                    </a:cubicBezTo>
                    <a:cubicBezTo>
                      <a:pt x="2221" y="117302"/>
                      <a:pt x="1953" y="117455"/>
                      <a:pt x="1685" y="117684"/>
                    </a:cubicBezTo>
                    <a:cubicBezTo>
                      <a:pt x="1417" y="117838"/>
                      <a:pt x="1073" y="118335"/>
                      <a:pt x="728" y="117991"/>
                    </a:cubicBezTo>
                    <a:cubicBezTo>
                      <a:pt x="460" y="117570"/>
                      <a:pt x="996" y="117302"/>
                      <a:pt x="1264" y="117110"/>
                    </a:cubicBezTo>
                    <a:cubicBezTo>
                      <a:pt x="2106" y="116459"/>
                      <a:pt x="3102" y="115923"/>
                      <a:pt x="4059" y="115426"/>
                    </a:cubicBezTo>
                    <a:cubicBezTo>
                      <a:pt x="3063" y="111980"/>
                      <a:pt x="4212" y="107922"/>
                      <a:pt x="4939" y="104477"/>
                    </a:cubicBezTo>
                    <a:cubicBezTo>
                      <a:pt x="5590" y="101261"/>
                      <a:pt x="5322" y="97853"/>
                      <a:pt x="4250" y="94752"/>
                    </a:cubicBezTo>
                    <a:cubicBezTo>
                      <a:pt x="3561" y="92723"/>
                      <a:pt x="2336" y="90924"/>
                      <a:pt x="1302" y="89048"/>
                    </a:cubicBezTo>
                    <a:cubicBezTo>
                      <a:pt x="958" y="88474"/>
                      <a:pt x="613" y="87861"/>
                      <a:pt x="269" y="87287"/>
                    </a:cubicBezTo>
                    <a:cubicBezTo>
                      <a:pt x="154" y="87096"/>
                      <a:pt x="1" y="86866"/>
                      <a:pt x="1" y="86636"/>
                    </a:cubicBezTo>
                    <a:cubicBezTo>
                      <a:pt x="1" y="86215"/>
                      <a:pt x="613" y="86139"/>
                      <a:pt x="690" y="86598"/>
                    </a:cubicBezTo>
                    <a:cubicBezTo>
                      <a:pt x="1034" y="87211"/>
                      <a:pt x="1417" y="87785"/>
                      <a:pt x="1762" y="88436"/>
                    </a:cubicBezTo>
                    <a:cubicBezTo>
                      <a:pt x="2680" y="90082"/>
                      <a:pt x="3714" y="91690"/>
                      <a:pt x="4518" y="93413"/>
                    </a:cubicBezTo>
                    <a:cubicBezTo>
                      <a:pt x="5131" y="94791"/>
                      <a:pt x="5475" y="96284"/>
                      <a:pt x="5743" y="97777"/>
                    </a:cubicBezTo>
                    <a:cubicBezTo>
                      <a:pt x="5973" y="99232"/>
                      <a:pt x="6049" y="100725"/>
                      <a:pt x="5973" y="102218"/>
                    </a:cubicBezTo>
                    <a:cubicBezTo>
                      <a:pt x="5858" y="104362"/>
                      <a:pt x="5169" y="106391"/>
                      <a:pt x="4824" y="108496"/>
                    </a:cubicBezTo>
                    <a:cubicBezTo>
                      <a:pt x="4518" y="110104"/>
                      <a:pt x="4327" y="111750"/>
                      <a:pt x="4403" y="113397"/>
                    </a:cubicBezTo>
                    <a:cubicBezTo>
                      <a:pt x="4480" y="113971"/>
                      <a:pt x="4518" y="114583"/>
                      <a:pt x="4709" y="115119"/>
                    </a:cubicBezTo>
                    <a:cubicBezTo>
                      <a:pt x="4786" y="115081"/>
                      <a:pt x="4901" y="115043"/>
                      <a:pt x="5016" y="115005"/>
                    </a:cubicBezTo>
                    <a:cubicBezTo>
                      <a:pt x="5628" y="114698"/>
                      <a:pt x="6241" y="114392"/>
                      <a:pt x="6853" y="114086"/>
                    </a:cubicBezTo>
                    <a:cubicBezTo>
                      <a:pt x="6853" y="114086"/>
                      <a:pt x="6853" y="114086"/>
                      <a:pt x="6892" y="114047"/>
                    </a:cubicBezTo>
                    <a:cubicBezTo>
                      <a:pt x="6930" y="114009"/>
                      <a:pt x="6968" y="113971"/>
                      <a:pt x="7006" y="113933"/>
                    </a:cubicBezTo>
                    <a:cubicBezTo>
                      <a:pt x="6930" y="113818"/>
                      <a:pt x="6968" y="113665"/>
                      <a:pt x="7045" y="113550"/>
                    </a:cubicBezTo>
                    <a:cubicBezTo>
                      <a:pt x="8078" y="112516"/>
                      <a:pt x="9150" y="111482"/>
                      <a:pt x="10375" y="110717"/>
                    </a:cubicBezTo>
                    <a:cubicBezTo>
                      <a:pt x="11026" y="110334"/>
                      <a:pt x="12826" y="109224"/>
                      <a:pt x="13438" y="109989"/>
                    </a:cubicBezTo>
                    <a:cubicBezTo>
                      <a:pt x="13744" y="109568"/>
                      <a:pt x="13974" y="109109"/>
                      <a:pt x="14204" y="108688"/>
                    </a:cubicBezTo>
                    <a:cubicBezTo>
                      <a:pt x="15084" y="106888"/>
                      <a:pt x="15582" y="105051"/>
                      <a:pt x="15965" y="103137"/>
                    </a:cubicBezTo>
                    <a:cubicBezTo>
                      <a:pt x="16654" y="99997"/>
                      <a:pt x="16999" y="96782"/>
                      <a:pt x="16960" y="93604"/>
                    </a:cubicBezTo>
                    <a:cubicBezTo>
                      <a:pt x="16960" y="92953"/>
                      <a:pt x="16922" y="92226"/>
                      <a:pt x="16884" y="91575"/>
                    </a:cubicBezTo>
                    <a:cubicBezTo>
                      <a:pt x="16884" y="91307"/>
                      <a:pt x="16769" y="90771"/>
                      <a:pt x="16845" y="90388"/>
                    </a:cubicBezTo>
                    <a:cubicBezTo>
                      <a:pt x="16386" y="89967"/>
                      <a:pt x="15965" y="89584"/>
                      <a:pt x="15544" y="89163"/>
                    </a:cubicBezTo>
                    <a:cubicBezTo>
                      <a:pt x="12366" y="86215"/>
                      <a:pt x="10146" y="82349"/>
                      <a:pt x="8653" y="78290"/>
                    </a:cubicBezTo>
                    <a:cubicBezTo>
                      <a:pt x="7389" y="74768"/>
                      <a:pt x="6585" y="71093"/>
                      <a:pt x="5973" y="67380"/>
                    </a:cubicBezTo>
                    <a:cubicBezTo>
                      <a:pt x="5858" y="66652"/>
                      <a:pt x="5743" y="65925"/>
                      <a:pt x="5628" y="65197"/>
                    </a:cubicBezTo>
                    <a:cubicBezTo>
                      <a:pt x="5399" y="65427"/>
                      <a:pt x="5092" y="65657"/>
                      <a:pt x="4748" y="65810"/>
                    </a:cubicBezTo>
                    <a:cubicBezTo>
                      <a:pt x="4403" y="65963"/>
                      <a:pt x="4020" y="66040"/>
                      <a:pt x="3638" y="66040"/>
                    </a:cubicBezTo>
                    <a:cubicBezTo>
                      <a:pt x="2680" y="66040"/>
                      <a:pt x="1762" y="65351"/>
                      <a:pt x="1494" y="64394"/>
                    </a:cubicBezTo>
                    <a:cubicBezTo>
                      <a:pt x="1187" y="63398"/>
                      <a:pt x="1685" y="62288"/>
                      <a:pt x="2451" y="61637"/>
                    </a:cubicBezTo>
                    <a:cubicBezTo>
                      <a:pt x="1685" y="60757"/>
                      <a:pt x="1073" y="59761"/>
                      <a:pt x="498" y="58766"/>
                    </a:cubicBezTo>
                    <a:cubicBezTo>
                      <a:pt x="345" y="58460"/>
                      <a:pt x="192" y="58153"/>
                      <a:pt x="39" y="57809"/>
                    </a:cubicBezTo>
                    <a:cubicBezTo>
                      <a:pt x="1" y="57656"/>
                      <a:pt x="77" y="57426"/>
                      <a:pt x="230" y="57349"/>
                    </a:cubicBezTo>
                    <a:cubicBezTo>
                      <a:pt x="422" y="57273"/>
                      <a:pt x="651" y="57388"/>
                      <a:pt x="690" y="57541"/>
                    </a:cubicBezTo>
                    <a:cubicBezTo>
                      <a:pt x="996" y="58230"/>
                      <a:pt x="1340" y="58881"/>
                      <a:pt x="1762" y="59493"/>
                    </a:cubicBezTo>
                    <a:cubicBezTo>
                      <a:pt x="2183" y="60106"/>
                      <a:pt x="2604" y="60757"/>
                      <a:pt x="3063" y="61293"/>
                    </a:cubicBezTo>
                    <a:cubicBezTo>
                      <a:pt x="3293" y="61216"/>
                      <a:pt x="3561" y="61178"/>
                      <a:pt x="3791" y="61178"/>
                    </a:cubicBezTo>
                    <a:cubicBezTo>
                      <a:pt x="4212" y="61178"/>
                      <a:pt x="4786" y="61178"/>
                      <a:pt x="5131" y="61446"/>
                    </a:cubicBezTo>
                    <a:cubicBezTo>
                      <a:pt x="4939" y="59685"/>
                      <a:pt x="4748" y="57924"/>
                      <a:pt x="4633" y="56163"/>
                    </a:cubicBezTo>
                    <a:cubicBezTo>
                      <a:pt x="4633" y="56124"/>
                      <a:pt x="4633" y="56124"/>
                      <a:pt x="4633" y="56086"/>
                    </a:cubicBezTo>
                    <a:cubicBezTo>
                      <a:pt x="4518" y="56048"/>
                      <a:pt x="4403" y="55971"/>
                      <a:pt x="4365" y="55856"/>
                    </a:cubicBezTo>
                    <a:cubicBezTo>
                      <a:pt x="3829" y="54095"/>
                      <a:pt x="2872" y="52449"/>
                      <a:pt x="1532" y="51186"/>
                    </a:cubicBezTo>
                    <a:cubicBezTo>
                      <a:pt x="1379" y="51147"/>
                      <a:pt x="1226" y="50994"/>
                      <a:pt x="1226" y="50841"/>
                    </a:cubicBezTo>
                    <a:cubicBezTo>
                      <a:pt x="1226" y="50458"/>
                      <a:pt x="1685" y="50382"/>
                      <a:pt x="1915" y="50573"/>
                    </a:cubicBezTo>
                    <a:cubicBezTo>
                      <a:pt x="3025" y="51492"/>
                      <a:pt x="3752" y="52755"/>
                      <a:pt x="4441" y="54019"/>
                    </a:cubicBezTo>
                    <a:cubicBezTo>
                      <a:pt x="4441" y="54095"/>
                      <a:pt x="4480" y="54172"/>
                      <a:pt x="4518" y="54210"/>
                    </a:cubicBezTo>
                    <a:cubicBezTo>
                      <a:pt x="4441" y="52334"/>
                      <a:pt x="4403" y="50458"/>
                      <a:pt x="4365" y="48582"/>
                    </a:cubicBezTo>
                    <a:cubicBezTo>
                      <a:pt x="4327" y="47396"/>
                      <a:pt x="4212" y="46247"/>
                      <a:pt x="4173" y="45060"/>
                    </a:cubicBezTo>
                    <a:cubicBezTo>
                      <a:pt x="3523" y="45596"/>
                      <a:pt x="2795" y="46094"/>
                      <a:pt x="2030" y="46477"/>
                    </a:cubicBezTo>
                    <a:cubicBezTo>
                      <a:pt x="1570" y="46783"/>
                      <a:pt x="1073" y="47013"/>
                      <a:pt x="575" y="47281"/>
                    </a:cubicBezTo>
                    <a:cubicBezTo>
                      <a:pt x="422" y="47396"/>
                      <a:pt x="192" y="47357"/>
                      <a:pt x="77" y="47166"/>
                    </a:cubicBezTo>
                    <a:cubicBezTo>
                      <a:pt x="1" y="47013"/>
                      <a:pt x="39" y="46783"/>
                      <a:pt x="230" y="46668"/>
                    </a:cubicBezTo>
                    <a:cubicBezTo>
                      <a:pt x="690" y="46438"/>
                      <a:pt x="1111" y="46209"/>
                      <a:pt x="1570" y="45941"/>
                    </a:cubicBezTo>
                    <a:cubicBezTo>
                      <a:pt x="2948" y="45213"/>
                      <a:pt x="4135" y="44218"/>
                      <a:pt x="5322" y="43184"/>
                    </a:cubicBezTo>
                    <a:cubicBezTo>
                      <a:pt x="8921" y="40160"/>
                      <a:pt x="11907" y="36523"/>
                      <a:pt x="14587" y="32656"/>
                    </a:cubicBezTo>
                    <a:cubicBezTo>
                      <a:pt x="16156" y="30283"/>
                      <a:pt x="17535" y="27794"/>
                      <a:pt x="18913" y="25306"/>
                    </a:cubicBezTo>
                    <a:cubicBezTo>
                      <a:pt x="19678" y="23889"/>
                      <a:pt x="20482" y="22435"/>
                      <a:pt x="21210" y="21018"/>
                    </a:cubicBezTo>
                    <a:cubicBezTo>
                      <a:pt x="22473" y="18491"/>
                      <a:pt x="23583" y="15888"/>
                      <a:pt x="24808" y="13323"/>
                    </a:cubicBezTo>
                    <a:cubicBezTo>
                      <a:pt x="26034" y="10758"/>
                      <a:pt x="27603" y="8346"/>
                      <a:pt x="29326" y="6087"/>
                    </a:cubicBezTo>
                    <a:cubicBezTo>
                      <a:pt x="30781" y="4058"/>
                      <a:pt x="33154" y="2374"/>
                      <a:pt x="35758" y="2642"/>
                    </a:cubicBezTo>
                    <a:cubicBezTo>
                      <a:pt x="36064" y="2680"/>
                      <a:pt x="36408" y="2757"/>
                      <a:pt x="36715" y="2872"/>
                    </a:cubicBezTo>
                    <a:cubicBezTo>
                      <a:pt x="36791" y="2872"/>
                      <a:pt x="36830" y="2910"/>
                      <a:pt x="36906" y="2910"/>
                    </a:cubicBezTo>
                    <a:lnTo>
                      <a:pt x="36868" y="2718"/>
                    </a:lnTo>
                    <a:cubicBezTo>
                      <a:pt x="36753" y="2642"/>
                      <a:pt x="36638" y="2489"/>
                      <a:pt x="36485" y="2412"/>
                    </a:cubicBezTo>
                    <a:cubicBezTo>
                      <a:pt x="34839" y="1379"/>
                      <a:pt x="32810" y="689"/>
                      <a:pt x="30857" y="1034"/>
                    </a:cubicBezTo>
                    <a:cubicBezTo>
                      <a:pt x="26225" y="2029"/>
                      <a:pt x="23966" y="6738"/>
                      <a:pt x="21975" y="10605"/>
                    </a:cubicBezTo>
                    <a:cubicBezTo>
                      <a:pt x="19564" y="15276"/>
                      <a:pt x="17305" y="19984"/>
                      <a:pt x="15084" y="24770"/>
                    </a:cubicBezTo>
                    <a:cubicBezTo>
                      <a:pt x="13936" y="27373"/>
                      <a:pt x="12826" y="30015"/>
                      <a:pt x="11447" y="32541"/>
                    </a:cubicBezTo>
                    <a:cubicBezTo>
                      <a:pt x="9725" y="35796"/>
                      <a:pt x="7657" y="38935"/>
                      <a:pt x="5169" y="41691"/>
                    </a:cubicBezTo>
                    <a:cubicBezTo>
                      <a:pt x="4212" y="42725"/>
                      <a:pt x="3178" y="43720"/>
                      <a:pt x="2030" y="44601"/>
                    </a:cubicBezTo>
                    <a:cubicBezTo>
                      <a:pt x="1647" y="44907"/>
                      <a:pt x="1264" y="45175"/>
                      <a:pt x="843" y="45443"/>
                    </a:cubicBezTo>
                    <a:cubicBezTo>
                      <a:pt x="651" y="45558"/>
                      <a:pt x="422" y="45481"/>
                      <a:pt x="345" y="45290"/>
                    </a:cubicBezTo>
                    <a:cubicBezTo>
                      <a:pt x="115" y="44869"/>
                      <a:pt x="690" y="44716"/>
                      <a:pt x="958" y="44524"/>
                    </a:cubicBezTo>
                    <a:cubicBezTo>
                      <a:pt x="2030" y="43759"/>
                      <a:pt x="2987" y="42916"/>
                      <a:pt x="3906" y="41998"/>
                    </a:cubicBezTo>
                    <a:cubicBezTo>
                      <a:pt x="7198" y="38667"/>
                      <a:pt x="9648" y="34609"/>
                      <a:pt x="11754" y="30436"/>
                    </a:cubicBezTo>
                    <a:cubicBezTo>
                      <a:pt x="13017" y="27909"/>
                      <a:pt x="14012" y="25229"/>
                      <a:pt x="15276" y="22664"/>
                    </a:cubicBezTo>
                    <a:cubicBezTo>
                      <a:pt x="17305" y="18300"/>
                      <a:pt x="19410" y="14012"/>
                      <a:pt x="21631" y="9763"/>
                    </a:cubicBezTo>
                    <a:cubicBezTo>
                      <a:pt x="23583" y="5858"/>
                      <a:pt x="26072" y="1302"/>
                      <a:pt x="30704" y="345"/>
                    </a:cubicBezTo>
                    <a:cubicBezTo>
                      <a:pt x="32542" y="0"/>
                      <a:pt x="34456" y="536"/>
                      <a:pt x="36102" y="1379"/>
                    </a:cubicBezTo>
                    <a:cubicBezTo>
                      <a:pt x="36294" y="1493"/>
                      <a:pt x="36523" y="1608"/>
                      <a:pt x="36715" y="1723"/>
                    </a:cubicBezTo>
                    <a:cubicBezTo>
                      <a:pt x="36638" y="1340"/>
                      <a:pt x="36600" y="996"/>
                      <a:pt x="36600" y="651"/>
                    </a:cubicBezTo>
                    <a:cubicBezTo>
                      <a:pt x="36600" y="460"/>
                      <a:pt x="36753" y="230"/>
                      <a:pt x="36944" y="230"/>
                    </a:cubicBezTo>
                    <a:cubicBezTo>
                      <a:pt x="37174" y="230"/>
                      <a:pt x="37327" y="421"/>
                      <a:pt x="37327" y="613"/>
                    </a:cubicBezTo>
                    <a:cubicBezTo>
                      <a:pt x="37327" y="1225"/>
                      <a:pt x="37442" y="1838"/>
                      <a:pt x="37557" y="2451"/>
                    </a:cubicBezTo>
                    <a:cubicBezTo>
                      <a:pt x="37863" y="4441"/>
                      <a:pt x="38169" y="6509"/>
                      <a:pt x="38591" y="8499"/>
                    </a:cubicBezTo>
                    <a:cubicBezTo>
                      <a:pt x="39395" y="12328"/>
                      <a:pt x="40543" y="16079"/>
                      <a:pt x="41921" y="19755"/>
                    </a:cubicBezTo>
                    <a:cubicBezTo>
                      <a:pt x="43223" y="23047"/>
                      <a:pt x="45022" y="26110"/>
                      <a:pt x="46707" y="29211"/>
                    </a:cubicBezTo>
                    <a:cubicBezTo>
                      <a:pt x="47894" y="31240"/>
                      <a:pt x="49195" y="33192"/>
                      <a:pt x="50459" y="35145"/>
                    </a:cubicBezTo>
                    <a:cubicBezTo>
                      <a:pt x="51607" y="36982"/>
                      <a:pt x="52832" y="38782"/>
                      <a:pt x="54172" y="40466"/>
                    </a:cubicBezTo>
                    <a:cubicBezTo>
                      <a:pt x="54440" y="40275"/>
                      <a:pt x="54823" y="40351"/>
                      <a:pt x="54823" y="40696"/>
                    </a:cubicBezTo>
                    <a:cubicBezTo>
                      <a:pt x="54823" y="40849"/>
                      <a:pt x="54746" y="40964"/>
                      <a:pt x="54631" y="41040"/>
                    </a:cubicBezTo>
                    <a:cubicBezTo>
                      <a:pt x="54976" y="41500"/>
                      <a:pt x="55321" y="41921"/>
                      <a:pt x="55703" y="42342"/>
                    </a:cubicBezTo>
                    <a:cubicBezTo>
                      <a:pt x="56010" y="42266"/>
                      <a:pt x="56354" y="42151"/>
                      <a:pt x="56661" y="41998"/>
                    </a:cubicBezTo>
                    <a:cubicBezTo>
                      <a:pt x="56852" y="41921"/>
                      <a:pt x="57043" y="41844"/>
                      <a:pt x="57235" y="41998"/>
                    </a:cubicBezTo>
                    <a:cubicBezTo>
                      <a:pt x="57350" y="42074"/>
                      <a:pt x="57388" y="42266"/>
                      <a:pt x="57350" y="42419"/>
                    </a:cubicBezTo>
                    <a:cubicBezTo>
                      <a:pt x="57120" y="42763"/>
                      <a:pt x="56814" y="42993"/>
                      <a:pt x="56469" y="43223"/>
                    </a:cubicBezTo>
                    <a:cubicBezTo>
                      <a:pt x="57771" y="44639"/>
                      <a:pt x="59072" y="46094"/>
                      <a:pt x="60527" y="47396"/>
                    </a:cubicBezTo>
                    <a:cubicBezTo>
                      <a:pt x="61791" y="48429"/>
                      <a:pt x="63016" y="49539"/>
                      <a:pt x="64279" y="50611"/>
                    </a:cubicBezTo>
                    <a:cubicBezTo>
                      <a:pt x="65696" y="51760"/>
                      <a:pt x="67227" y="52794"/>
                      <a:pt x="68720" y="538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42"/>
              <p:cNvSpPr/>
              <p:nvPr/>
            </p:nvSpPr>
            <p:spPr>
              <a:xfrm>
                <a:off x="443900" y="2139175"/>
                <a:ext cx="418275" cy="146450"/>
              </a:xfrm>
              <a:custGeom>
                <a:avLst/>
                <a:gdLst/>
                <a:ahLst/>
                <a:cxnLst/>
                <a:rect l="l" t="t" r="r" b="b"/>
                <a:pathLst>
                  <a:path w="16731" h="5858" extrusionOk="0">
                    <a:moveTo>
                      <a:pt x="16692" y="3752"/>
                    </a:moveTo>
                    <a:cubicBezTo>
                      <a:pt x="16692" y="4212"/>
                      <a:pt x="16003" y="4212"/>
                      <a:pt x="16003" y="3752"/>
                    </a:cubicBezTo>
                    <a:cubicBezTo>
                      <a:pt x="15773" y="3102"/>
                      <a:pt x="15314" y="2489"/>
                      <a:pt x="14739" y="2068"/>
                    </a:cubicBezTo>
                    <a:cubicBezTo>
                      <a:pt x="14548" y="1953"/>
                      <a:pt x="14318" y="1800"/>
                      <a:pt x="14088" y="1723"/>
                    </a:cubicBezTo>
                    <a:cubicBezTo>
                      <a:pt x="14471" y="2451"/>
                      <a:pt x="14395" y="3370"/>
                      <a:pt x="13974" y="4097"/>
                    </a:cubicBezTo>
                    <a:cubicBezTo>
                      <a:pt x="13284" y="5284"/>
                      <a:pt x="11715" y="5858"/>
                      <a:pt x="10413" y="5475"/>
                    </a:cubicBezTo>
                    <a:cubicBezTo>
                      <a:pt x="8461" y="4863"/>
                      <a:pt x="7695" y="2642"/>
                      <a:pt x="8958" y="1111"/>
                    </a:cubicBezTo>
                    <a:cubicBezTo>
                      <a:pt x="8461" y="1149"/>
                      <a:pt x="7925" y="1302"/>
                      <a:pt x="7427" y="1455"/>
                    </a:cubicBezTo>
                    <a:cubicBezTo>
                      <a:pt x="6432" y="1800"/>
                      <a:pt x="5513" y="2336"/>
                      <a:pt x="4479" y="2566"/>
                    </a:cubicBezTo>
                    <a:cubicBezTo>
                      <a:pt x="3599" y="2795"/>
                      <a:pt x="2680" y="2910"/>
                      <a:pt x="1799" y="2795"/>
                    </a:cubicBezTo>
                    <a:cubicBezTo>
                      <a:pt x="1417" y="2757"/>
                      <a:pt x="1034" y="2642"/>
                      <a:pt x="689" y="2527"/>
                    </a:cubicBezTo>
                    <a:cubicBezTo>
                      <a:pt x="383" y="2451"/>
                      <a:pt x="0" y="2221"/>
                      <a:pt x="191" y="1876"/>
                    </a:cubicBezTo>
                    <a:cubicBezTo>
                      <a:pt x="268" y="1762"/>
                      <a:pt x="345" y="1723"/>
                      <a:pt x="459" y="1685"/>
                    </a:cubicBezTo>
                    <a:cubicBezTo>
                      <a:pt x="1608" y="1762"/>
                      <a:pt x="2756" y="1647"/>
                      <a:pt x="3905" y="1417"/>
                    </a:cubicBezTo>
                    <a:cubicBezTo>
                      <a:pt x="3292" y="1341"/>
                      <a:pt x="2718" y="1187"/>
                      <a:pt x="2182" y="996"/>
                    </a:cubicBezTo>
                    <a:cubicBezTo>
                      <a:pt x="1876" y="919"/>
                      <a:pt x="1608" y="651"/>
                      <a:pt x="1799" y="345"/>
                    </a:cubicBezTo>
                    <a:cubicBezTo>
                      <a:pt x="2029" y="1"/>
                      <a:pt x="2680" y="230"/>
                      <a:pt x="3024" y="269"/>
                    </a:cubicBezTo>
                    <a:cubicBezTo>
                      <a:pt x="4058" y="422"/>
                      <a:pt x="5092" y="383"/>
                      <a:pt x="6125" y="345"/>
                    </a:cubicBezTo>
                    <a:cubicBezTo>
                      <a:pt x="7542" y="269"/>
                      <a:pt x="8920" y="154"/>
                      <a:pt x="10337" y="230"/>
                    </a:cubicBezTo>
                    <a:cubicBezTo>
                      <a:pt x="10413" y="230"/>
                      <a:pt x="10490" y="230"/>
                      <a:pt x="10566" y="307"/>
                    </a:cubicBezTo>
                    <a:cubicBezTo>
                      <a:pt x="11830" y="307"/>
                      <a:pt x="13131" y="537"/>
                      <a:pt x="14242" y="996"/>
                    </a:cubicBezTo>
                    <a:cubicBezTo>
                      <a:pt x="14931" y="1302"/>
                      <a:pt x="15543" y="1723"/>
                      <a:pt x="16003" y="2298"/>
                    </a:cubicBezTo>
                    <a:cubicBezTo>
                      <a:pt x="16271" y="2757"/>
                      <a:pt x="16692" y="3216"/>
                      <a:pt x="16730" y="375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42"/>
              <p:cNvSpPr/>
              <p:nvPr/>
            </p:nvSpPr>
            <p:spPr>
              <a:xfrm>
                <a:off x="715700" y="2876150"/>
                <a:ext cx="738900" cy="102425"/>
              </a:xfrm>
              <a:custGeom>
                <a:avLst/>
                <a:gdLst/>
                <a:ahLst/>
                <a:cxnLst/>
                <a:rect l="l" t="t" r="r" b="b"/>
                <a:pathLst>
                  <a:path w="29556" h="4097" extrusionOk="0">
                    <a:moveTo>
                      <a:pt x="14587" y="3867"/>
                    </a:moveTo>
                    <a:cubicBezTo>
                      <a:pt x="13132" y="3369"/>
                      <a:pt x="11601" y="3407"/>
                      <a:pt x="10069" y="3331"/>
                    </a:cubicBezTo>
                    <a:cubicBezTo>
                      <a:pt x="7887" y="3254"/>
                      <a:pt x="5667" y="3024"/>
                      <a:pt x="3561" y="2450"/>
                    </a:cubicBezTo>
                    <a:cubicBezTo>
                      <a:pt x="2642" y="2182"/>
                      <a:pt x="1723" y="1799"/>
                      <a:pt x="881" y="1531"/>
                    </a:cubicBezTo>
                    <a:cubicBezTo>
                      <a:pt x="537" y="1378"/>
                      <a:pt x="1" y="1417"/>
                      <a:pt x="39" y="957"/>
                    </a:cubicBezTo>
                    <a:cubicBezTo>
                      <a:pt x="154" y="498"/>
                      <a:pt x="537" y="651"/>
                      <a:pt x="843" y="766"/>
                    </a:cubicBezTo>
                    <a:cubicBezTo>
                      <a:pt x="1455" y="995"/>
                      <a:pt x="2068" y="1225"/>
                      <a:pt x="2680" y="1417"/>
                    </a:cubicBezTo>
                    <a:cubicBezTo>
                      <a:pt x="3484" y="1723"/>
                      <a:pt x="4327" y="1914"/>
                      <a:pt x="5207" y="2106"/>
                    </a:cubicBezTo>
                    <a:cubicBezTo>
                      <a:pt x="7083" y="2488"/>
                      <a:pt x="8997" y="2603"/>
                      <a:pt x="10911" y="2642"/>
                    </a:cubicBezTo>
                    <a:cubicBezTo>
                      <a:pt x="12251" y="2680"/>
                      <a:pt x="13553" y="2756"/>
                      <a:pt x="14855" y="3178"/>
                    </a:cubicBezTo>
                    <a:cubicBezTo>
                      <a:pt x="15467" y="3292"/>
                      <a:pt x="16080" y="3024"/>
                      <a:pt x="16654" y="2910"/>
                    </a:cubicBezTo>
                    <a:cubicBezTo>
                      <a:pt x="17420" y="2756"/>
                      <a:pt x="18224" y="2642"/>
                      <a:pt x="18989" y="2565"/>
                    </a:cubicBezTo>
                    <a:cubicBezTo>
                      <a:pt x="20482" y="2374"/>
                      <a:pt x="21975" y="2335"/>
                      <a:pt x="23469" y="2029"/>
                    </a:cubicBezTo>
                    <a:cubicBezTo>
                      <a:pt x="25383" y="1646"/>
                      <a:pt x="27259" y="1072"/>
                      <a:pt x="28943" y="115"/>
                    </a:cubicBezTo>
                    <a:cubicBezTo>
                      <a:pt x="29135" y="0"/>
                      <a:pt x="29326" y="38"/>
                      <a:pt x="29441" y="230"/>
                    </a:cubicBezTo>
                    <a:cubicBezTo>
                      <a:pt x="29556" y="383"/>
                      <a:pt x="29479" y="613"/>
                      <a:pt x="29326" y="727"/>
                    </a:cubicBezTo>
                    <a:cubicBezTo>
                      <a:pt x="28713" y="1034"/>
                      <a:pt x="28101" y="1378"/>
                      <a:pt x="27450" y="1646"/>
                    </a:cubicBezTo>
                    <a:cubicBezTo>
                      <a:pt x="26072" y="2144"/>
                      <a:pt x="24617" y="2565"/>
                      <a:pt x="23162" y="2833"/>
                    </a:cubicBezTo>
                    <a:cubicBezTo>
                      <a:pt x="21095" y="3139"/>
                      <a:pt x="18989" y="3178"/>
                      <a:pt x="16960" y="3599"/>
                    </a:cubicBezTo>
                    <a:cubicBezTo>
                      <a:pt x="16156" y="3714"/>
                      <a:pt x="15352" y="4096"/>
                      <a:pt x="14587" y="386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42"/>
              <p:cNvSpPr/>
              <p:nvPr/>
            </p:nvSpPr>
            <p:spPr>
              <a:xfrm>
                <a:off x="730050" y="2881875"/>
                <a:ext cx="728375" cy="209625"/>
              </a:xfrm>
              <a:custGeom>
                <a:avLst/>
                <a:gdLst/>
                <a:ahLst/>
                <a:cxnLst/>
                <a:rect l="l" t="t" r="r" b="b"/>
                <a:pathLst>
                  <a:path w="29135" h="8385" extrusionOk="0">
                    <a:moveTo>
                      <a:pt x="14089" y="8308"/>
                    </a:moveTo>
                    <a:cubicBezTo>
                      <a:pt x="11448" y="8270"/>
                      <a:pt x="8883" y="7543"/>
                      <a:pt x="6586" y="6318"/>
                    </a:cubicBezTo>
                    <a:cubicBezTo>
                      <a:pt x="5552" y="5858"/>
                      <a:pt x="4595" y="5246"/>
                      <a:pt x="3753" y="4556"/>
                    </a:cubicBezTo>
                    <a:cubicBezTo>
                      <a:pt x="2566" y="3638"/>
                      <a:pt x="1417" y="2719"/>
                      <a:pt x="460" y="1570"/>
                    </a:cubicBezTo>
                    <a:cubicBezTo>
                      <a:pt x="345" y="1417"/>
                      <a:pt x="231" y="1302"/>
                      <a:pt x="116" y="1149"/>
                    </a:cubicBezTo>
                    <a:cubicBezTo>
                      <a:pt x="39" y="1073"/>
                      <a:pt x="1" y="996"/>
                      <a:pt x="1" y="881"/>
                    </a:cubicBezTo>
                    <a:cubicBezTo>
                      <a:pt x="1" y="690"/>
                      <a:pt x="154" y="498"/>
                      <a:pt x="345" y="498"/>
                    </a:cubicBezTo>
                    <a:cubicBezTo>
                      <a:pt x="537" y="498"/>
                      <a:pt x="690" y="690"/>
                      <a:pt x="805" y="843"/>
                    </a:cubicBezTo>
                    <a:cubicBezTo>
                      <a:pt x="1953" y="2336"/>
                      <a:pt x="3523" y="3485"/>
                      <a:pt x="5054" y="4633"/>
                    </a:cubicBezTo>
                    <a:cubicBezTo>
                      <a:pt x="8194" y="6700"/>
                      <a:pt x="11831" y="7811"/>
                      <a:pt x="15621" y="7581"/>
                    </a:cubicBezTo>
                    <a:cubicBezTo>
                      <a:pt x="16846" y="7504"/>
                      <a:pt x="18071" y="7313"/>
                      <a:pt x="19258" y="6930"/>
                    </a:cubicBezTo>
                    <a:cubicBezTo>
                      <a:pt x="20100" y="6624"/>
                      <a:pt x="20980" y="6203"/>
                      <a:pt x="21784" y="5820"/>
                    </a:cubicBezTo>
                    <a:cubicBezTo>
                      <a:pt x="23431" y="4978"/>
                      <a:pt x="24962" y="3944"/>
                      <a:pt x="26340" y="2719"/>
                    </a:cubicBezTo>
                    <a:cubicBezTo>
                      <a:pt x="26914" y="2183"/>
                      <a:pt x="27374" y="1685"/>
                      <a:pt x="27871" y="1073"/>
                    </a:cubicBezTo>
                    <a:cubicBezTo>
                      <a:pt x="27986" y="920"/>
                      <a:pt x="28139" y="728"/>
                      <a:pt x="28254" y="498"/>
                    </a:cubicBezTo>
                    <a:cubicBezTo>
                      <a:pt x="28407" y="307"/>
                      <a:pt x="28599" y="1"/>
                      <a:pt x="28905" y="154"/>
                    </a:cubicBezTo>
                    <a:cubicBezTo>
                      <a:pt x="29058" y="269"/>
                      <a:pt x="29135" y="498"/>
                      <a:pt x="29020" y="652"/>
                    </a:cubicBezTo>
                    <a:cubicBezTo>
                      <a:pt x="28867" y="920"/>
                      <a:pt x="28675" y="1188"/>
                      <a:pt x="28484" y="1456"/>
                    </a:cubicBezTo>
                    <a:cubicBezTo>
                      <a:pt x="27833" y="2298"/>
                      <a:pt x="27067" y="3102"/>
                      <a:pt x="26225" y="3791"/>
                    </a:cubicBezTo>
                    <a:cubicBezTo>
                      <a:pt x="24273" y="5399"/>
                      <a:pt x="22014" y="6624"/>
                      <a:pt x="19679" y="7543"/>
                    </a:cubicBezTo>
                    <a:cubicBezTo>
                      <a:pt x="17879" y="8155"/>
                      <a:pt x="15965" y="8385"/>
                      <a:pt x="14089" y="83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42"/>
              <p:cNvSpPr/>
              <p:nvPr/>
            </p:nvSpPr>
            <p:spPr>
              <a:xfrm>
                <a:off x="1436400" y="2836900"/>
                <a:ext cx="29700" cy="77550"/>
              </a:xfrm>
              <a:custGeom>
                <a:avLst/>
                <a:gdLst/>
                <a:ahLst/>
                <a:cxnLst/>
                <a:rect l="l" t="t" r="r" b="b"/>
                <a:pathLst>
                  <a:path w="1188" h="3102" extrusionOk="0">
                    <a:moveTo>
                      <a:pt x="460" y="2757"/>
                    </a:moveTo>
                    <a:cubicBezTo>
                      <a:pt x="421" y="2029"/>
                      <a:pt x="230" y="1302"/>
                      <a:pt x="39" y="575"/>
                    </a:cubicBezTo>
                    <a:cubicBezTo>
                      <a:pt x="0" y="115"/>
                      <a:pt x="689" y="0"/>
                      <a:pt x="766" y="460"/>
                    </a:cubicBezTo>
                    <a:cubicBezTo>
                      <a:pt x="957" y="1187"/>
                      <a:pt x="1111" y="1915"/>
                      <a:pt x="1187" y="2680"/>
                    </a:cubicBezTo>
                    <a:cubicBezTo>
                      <a:pt x="1187" y="2872"/>
                      <a:pt x="1072" y="3063"/>
                      <a:pt x="881" y="3063"/>
                    </a:cubicBezTo>
                    <a:cubicBezTo>
                      <a:pt x="689" y="3101"/>
                      <a:pt x="498" y="2987"/>
                      <a:pt x="460" y="27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42"/>
              <p:cNvSpPr/>
              <p:nvPr/>
            </p:nvSpPr>
            <p:spPr>
              <a:xfrm>
                <a:off x="711875" y="2843600"/>
                <a:ext cx="33525" cy="84250"/>
              </a:xfrm>
              <a:custGeom>
                <a:avLst/>
                <a:gdLst/>
                <a:ahLst/>
                <a:cxnLst/>
                <a:rect l="l" t="t" r="r" b="b"/>
                <a:pathLst>
                  <a:path w="1341" h="3370" extrusionOk="0">
                    <a:moveTo>
                      <a:pt x="0" y="2910"/>
                    </a:moveTo>
                    <a:cubicBezTo>
                      <a:pt x="39" y="2412"/>
                      <a:pt x="383" y="0"/>
                      <a:pt x="1187" y="498"/>
                    </a:cubicBezTo>
                    <a:cubicBezTo>
                      <a:pt x="1302" y="613"/>
                      <a:pt x="1340" y="843"/>
                      <a:pt x="1264" y="957"/>
                    </a:cubicBezTo>
                    <a:cubicBezTo>
                      <a:pt x="919" y="1532"/>
                      <a:pt x="804" y="2221"/>
                      <a:pt x="728" y="2872"/>
                    </a:cubicBezTo>
                    <a:cubicBezTo>
                      <a:pt x="728" y="2987"/>
                      <a:pt x="690" y="3063"/>
                      <a:pt x="613" y="3140"/>
                    </a:cubicBezTo>
                    <a:cubicBezTo>
                      <a:pt x="422" y="3369"/>
                      <a:pt x="0" y="3216"/>
                      <a:pt x="0" y="2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42"/>
              <p:cNvSpPr/>
              <p:nvPr/>
            </p:nvSpPr>
            <p:spPr>
              <a:xfrm>
                <a:off x="1735000" y="2151625"/>
                <a:ext cx="233575" cy="223025"/>
              </a:xfrm>
              <a:custGeom>
                <a:avLst/>
                <a:gdLst/>
                <a:ahLst/>
                <a:cxnLst/>
                <a:rect l="l" t="t" r="r" b="b"/>
                <a:pathLst>
                  <a:path w="9343" h="8921" extrusionOk="0">
                    <a:moveTo>
                      <a:pt x="8576" y="8691"/>
                    </a:moveTo>
                    <a:cubicBezTo>
                      <a:pt x="6624" y="7542"/>
                      <a:pt x="4978" y="5934"/>
                      <a:pt x="3408" y="4326"/>
                    </a:cubicBezTo>
                    <a:cubicBezTo>
                      <a:pt x="2336" y="3140"/>
                      <a:pt x="1111" y="2068"/>
                      <a:pt x="231" y="766"/>
                    </a:cubicBezTo>
                    <a:cubicBezTo>
                      <a:pt x="1" y="345"/>
                      <a:pt x="613" y="0"/>
                      <a:pt x="881" y="421"/>
                    </a:cubicBezTo>
                    <a:cubicBezTo>
                      <a:pt x="1494" y="1340"/>
                      <a:pt x="2298" y="2144"/>
                      <a:pt x="3064" y="2948"/>
                    </a:cubicBezTo>
                    <a:cubicBezTo>
                      <a:pt x="4135" y="4058"/>
                      <a:pt x="5169" y="5130"/>
                      <a:pt x="6279" y="6126"/>
                    </a:cubicBezTo>
                    <a:cubicBezTo>
                      <a:pt x="7122" y="6853"/>
                      <a:pt x="7964" y="7542"/>
                      <a:pt x="8921" y="8078"/>
                    </a:cubicBezTo>
                    <a:cubicBezTo>
                      <a:pt x="9342" y="8308"/>
                      <a:pt x="8997" y="8920"/>
                      <a:pt x="8576" y="86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42"/>
              <p:cNvSpPr/>
              <p:nvPr/>
            </p:nvSpPr>
            <p:spPr>
              <a:xfrm>
                <a:off x="1890050" y="2235850"/>
                <a:ext cx="96700" cy="93825"/>
              </a:xfrm>
              <a:custGeom>
                <a:avLst/>
                <a:gdLst/>
                <a:ahLst/>
                <a:cxnLst/>
                <a:rect l="l" t="t" r="r" b="b"/>
                <a:pathLst>
                  <a:path w="3868" h="3753" extrusionOk="0">
                    <a:moveTo>
                      <a:pt x="3063" y="3446"/>
                    </a:moveTo>
                    <a:cubicBezTo>
                      <a:pt x="1992" y="2642"/>
                      <a:pt x="996" y="1761"/>
                      <a:pt x="116" y="728"/>
                    </a:cubicBezTo>
                    <a:cubicBezTo>
                      <a:pt x="1" y="575"/>
                      <a:pt x="39" y="345"/>
                      <a:pt x="192" y="230"/>
                    </a:cubicBezTo>
                    <a:cubicBezTo>
                      <a:pt x="498" y="0"/>
                      <a:pt x="728" y="345"/>
                      <a:pt x="920" y="575"/>
                    </a:cubicBezTo>
                    <a:cubicBezTo>
                      <a:pt x="1724" y="1455"/>
                      <a:pt x="2566" y="2182"/>
                      <a:pt x="3523" y="2910"/>
                    </a:cubicBezTo>
                    <a:cubicBezTo>
                      <a:pt x="3867" y="3178"/>
                      <a:pt x="3446" y="3752"/>
                      <a:pt x="3063" y="34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42"/>
              <p:cNvSpPr/>
              <p:nvPr/>
            </p:nvSpPr>
            <p:spPr>
              <a:xfrm>
                <a:off x="1952275" y="2356425"/>
                <a:ext cx="27775" cy="25875"/>
              </a:xfrm>
              <a:custGeom>
                <a:avLst/>
                <a:gdLst/>
                <a:ahLst/>
                <a:cxnLst/>
                <a:rect l="l" t="t" r="r" b="b"/>
                <a:pathLst>
                  <a:path w="1111" h="1035" extrusionOk="0">
                    <a:moveTo>
                      <a:pt x="345" y="843"/>
                    </a:moveTo>
                    <a:cubicBezTo>
                      <a:pt x="0" y="537"/>
                      <a:pt x="421" y="1"/>
                      <a:pt x="766" y="269"/>
                    </a:cubicBezTo>
                    <a:cubicBezTo>
                      <a:pt x="919" y="384"/>
                      <a:pt x="1110" y="460"/>
                      <a:pt x="1110" y="690"/>
                    </a:cubicBezTo>
                    <a:cubicBezTo>
                      <a:pt x="1110" y="882"/>
                      <a:pt x="957" y="1035"/>
                      <a:pt x="766" y="1035"/>
                    </a:cubicBezTo>
                    <a:cubicBezTo>
                      <a:pt x="613" y="1035"/>
                      <a:pt x="460" y="920"/>
                      <a:pt x="345" y="805"/>
                    </a:cubicBezTo>
                    <a:close/>
                  </a:path>
                </a:pathLst>
              </a:custGeom>
              <a:solidFill>
                <a:srgbClr val="5729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42"/>
              <p:cNvSpPr/>
              <p:nvPr/>
            </p:nvSpPr>
            <p:spPr>
              <a:xfrm>
                <a:off x="1715875" y="3403500"/>
                <a:ext cx="136875" cy="531200"/>
              </a:xfrm>
              <a:custGeom>
                <a:avLst/>
                <a:gdLst/>
                <a:ahLst/>
                <a:cxnLst/>
                <a:rect l="l" t="t" r="r" b="b"/>
                <a:pathLst>
                  <a:path w="5475" h="21248" extrusionOk="0">
                    <a:moveTo>
                      <a:pt x="2795" y="20827"/>
                    </a:moveTo>
                    <a:cubicBezTo>
                      <a:pt x="2182" y="19295"/>
                      <a:pt x="1034" y="18032"/>
                      <a:pt x="536" y="16424"/>
                    </a:cubicBezTo>
                    <a:cubicBezTo>
                      <a:pt x="0" y="14625"/>
                      <a:pt x="115" y="12711"/>
                      <a:pt x="498" y="10873"/>
                    </a:cubicBezTo>
                    <a:cubicBezTo>
                      <a:pt x="957" y="8193"/>
                      <a:pt x="1991" y="5666"/>
                      <a:pt x="3254" y="3293"/>
                    </a:cubicBezTo>
                    <a:cubicBezTo>
                      <a:pt x="3637" y="2565"/>
                      <a:pt x="4020" y="1838"/>
                      <a:pt x="4364" y="1111"/>
                    </a:cubicBezTo>
                    <a:cubicBezTo>
                      <a:pt x="4518" y="804"/>
                      <a:pt x="4632" y="536"/>
                      <a:pt x="4747" y="268"/>
                    </a:cubicBezTo>
                    <a:cubicBezTo>
                      <a:pt x="4824" y="77"/>
                      <a:pt x="5054" y="0"/>
                      <a:pt x="5207" y="77"/>
                    </a:cubicBezTo>
                    <a:cubicBezTo>
                      <a:pt x="5398" y="153"/>
                      <a:pt x="5475" y="345"/>
                      <a:pt x="5398" y="536"/>
                    </a:cubicBezTo>
                    <a:cubicBezTo>
                      <a:pt x="5245" y="843"/>
                      <a:pt x="5130" y="1187"/>
                      <a:pt x="4977" y="1532"/>
                    </a:cubicBezTo>
                    <a:cubicBezTo>
                      <a:pt x="4518" y="2489"/>
                      <a:pt x="3982" y="3446"/>
                      <a:pt x="3484" y="4403"/>
                    </a:cubicBezTo>
                    <a:cubicBezTo>
                      <a:pt x="2489" y="6355"/>
                      <a:pt x="1685" y="8384"/>
                      <a:pt x="1263" y="10528"/>
                    </a:cubicBezTo>
                    <a:cubicBezTo>
                      <a:pt x="919" y="12213"/>
                      <a:pt x="728" y="13974"/>
                      <a:pt x="1072" y="15658"/>
                    </a:cubicBezTo>
                    <a:cubicBezTo>
                      <a:pt x="1378" y="17151"/>
                      <a:pt x="2374" y="18338"/>
                      <a:pt x="3063" y="19678"/>
                    </a:cubicBezTo>
                    <a:cubicBezTo>
                      <a:pt x="3178" y="19984"/>
                      <a:pt x="3331" y="20252"/>
                      <a:pt x="3446" y="20559"/>
                    </a:cubicBezTo>
                    <a:cubicBezTo>
                      <a:pt x="3599" y="20980"/>
                      <a:pt x="2986" y="21248"/>
                      <a:pt x="2795" y="208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42"/>
              <p:cNvSpPr/>
              <p:nvPr/>
            </p:nvSpPr>
            <p:spPr>
              <a:xfrm>
                <a:off x="1864225" y="3271425"/>
                <a:ext cx="38300" cy="83275"/>
              </a:xfrm>
              <a:custGeom>
                <a:avLst/>
                <a:gdLst/>
                <a:ahLst/>
                <a:cxnLst/>
                <a:rect l="l" t="t" r="r" b="b"/>
                <a:pathLst>
                  <a:path w="1532" h="3331" extrusionOk="0">
                    <a:moveTo>
                      <a:pt x="230" y="3254"/>
                    </a:moveTo>
                    <a:cubicBezTo>
                      <a:pt x="77" y="3178"/>
                      <a:pt x="0" y="2948"/>
                      <a:pt x="77" y="2795"/>
                    </a:cubicBezTo>
                    <a:cubicBezTo>
                      <a:pt x="153" y="2527"/>
                      <a:pt x="268" y="2259"/>
                      <a:pt x="345" y="1991"/>
                    </a:cubicBezTo>
                    <a:cubicBezTo>
                      <a:pt x="536" y="1417"/>
                      <a:pt x="689" y="881"/>
                      <a:pt x="804" y="306"/>
                    </a:cubicBezTo>
                    <a:cubicBezTo>
                      <a:pt x="881" y="115"/>
                      <a:pt x="1072" y="0"/>
                      <a:pt x="1263" y="38"/>
                    </a:cubicBezTo>
                    <a:cubicBezTo>
                      <a:pt x="1455" y="115"/>
                      <a:pt x="1531" y="306"/>
                      <a:pt x="1493" y="498"/>
                    </a:cubicBezTo>
                    <a:cubicBezTo>
                      <a:pt x="1378" y="957"/>
                      <a:pt x="1263" y="1417"/>
                      <a:pt x="1149" y="1876"/>
                    </a:cubicBezTo>
                    <a:cubicBezTo>
                      <a:pt x="1034" y="2259"/>
                      <a:pt x="881" y="2680"/>
                      <a:pt x="728" y="3063"/>
                    </a:cubicBezTo>
                    <a:cubicBezTo>
                      <a:pt x="651" y="3254"/>
                      <a:pt x="421" y="3331"/>
                      <a:pt x="268" y="32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42"/>
              <p:cNvSpPr/>
              <p:nvPr/>
            </p:nvSpPr>
            <p:spPr>
              <a:xfrm>
                <a:off x="1620150" y="3543225"/>
                <a:ext cx="80425" cy="199100"/>
              </a:xfrm>
              <a:custGeom>
                <a:avLst/>
                <a:gdLst/>
                <a:ahLst/>
                <a:cxnLst/>
                <a:rect l="l" t="t" r="r" b="b"/>
                <a:pathLst>
                  <a:path w="3217" h="7964" extrusionOk="0">
                    <a:moveTo>
                      <a:pt x="1" y="7466"/>
                    </a:moveTo>
                    <a:cubicBezTo>
                      <a:pt x="39" y="5590"/>
                      <a:pt x="766" y="3714"/>
                      <a:pt x="1647" y="2068"/>
                    </a:cubicBezTo>
                    <a:cubicBezTo>
                      <a:pt x="1953" y="1456"/>
                      <a:pt x="2221" y="881"/>
                      <a:pt x="2489" y="269"/>
                    </a:cubicBezTo>
                    <a:cubicBezTo>
                      <a:pt x="2566" y="77"/>
                      <a:pt x="2757" y="1"/>
                      <a:pt x="2949" y="77"/>
                    </a:cubicBezTo>
                    <a:cubicBezTo>
                      <a:pt x="3140" y="154"/>
                      <a:pt x="3217" y="345"/>
                      <a:pt x="3140" y="537"/>
                    </a:cubicBezTo>
                    <a:cubicBezTo>
                      <a:pt x="2566" y="1877"/>
                      <a:pt x="1800" y="3102"/>
                      <a:pt x="1341" y="4480"/>
                    </a:cubicBezTo>
                    <a:cubicBezTo>
                      <a:pt x="996" y="5437"/>
                      <a:pt x="728" y="6432"/>
                      <a:pt x="690" y="7466"/>
                    </a:cubicBezTo>
                    <a:cubicBezTo>
                      <a:pt x="690" y="7925"/>
                      <a:pt x="1" y="7964"/>
                      <a:pt x="1" y="746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42"/>
              <p:cNvSpPr/>
              <p:nvPr/>
            </p:nvSpPr>
            <p:spPr>
              <a:xfrm>
                <a:off x="245775" y="3057975"/>
                <a:ext cx="219200" cy="576200"/>
              </a:xfrm>
              <a:custGeom>
                <a:avLst/>
                <a:gdLst/>
                <a:ahLst/>
                <a:cxnLst/>
                <a:rect l="l" t="t" r="r" b="b"/>
                <a:pathLst>
                  <a:path w="8768" h="23048" extrusionOk="0">
                    <a:moveTo>
                      <a:pt x="8040" y="22588"/>
                    </a:moveTo>
                    <a:cubicBezTo>
                      <a:pt x="8231" y="14817"/>
                      <a:pt x="6355" y="11448"/>
                      <a:pt x="2297" y="5093"/>
                    </a:cubicBezTo>
                    <a:cubicBezTo>
                      <a:pt x="1723" y="4174"/>
                      <a:pt x="1149" y="3255"/>
                      <a:pt x="689" y="2298"/>
                    </a:cubicBezTo>
                    <a:cubicBezTo>
                      <a:pt x="421" y="1685"/>
                      <a:pt x="77" y="1111"/>
                      <a:pt x="0" y="460"/>
                    </a:cubicBezTo>
                    <a:cubicBezTo>
                      <a:pt x="0" y="1"/>
                      <a:pt x="689" y="1"/>
                      <a:pt x="689" y="460"/>
                    </a:cubicBezTo>
                    <a:cubicBezTo>
                      <a:pt x="804" y="881"/>
                      <a:pt x="996" y="1264"/>
                      <a:pt x="1149" y="1647"/>
                    </a:cubicBezTo>
                    <a:cubicBezTo>
                      <a:pt x="2604" y="4557"/>
                      <a:pt x="4556" y="7160"/>
                      <a:pt x="6087" y="10031"/>
                    </a:cubicBezTo>
                    <a:cubicBezTo>
                      <a:pt x="7504" y="12711"/>
                      <a:pt x="8461" y="15659"/>
                      <a:pt x="8652" y="18722"/>
                    </a:cubicBezTo>
                    <a:cubicBezTo>
                      <a:pt x="8729" y="19985"/>
                      <a:pt x="8767" y="21287"/>
                      <a:pt x="8729" y="22588"/>
                    </a:cubicBezTo>
                    <a:cubicBezTo>
                      <a:pt x="8729" y="23048"/>
                      <a:pt x="8040" y="23048"/>
                      <a:pt x="8040" y="2258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42"/>
              <p:cNvSpPr/>
              <p:nvPr/>
            </p:nvSpPr>
            <p:spPr>
              <a:xfrm>
                <a:off x="428575" y="3682000"/>
                <a:ext cx="31600" cy="67025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2681" extrusionOk="0">
                    <a:moveTo>
                      <a:pt x="345" y="2642"/>
                    </a:moveTo>
                    <a:cubicBezTo>
                      <a:pt x="154" y="2604"/>
                      <a:pt x="0" y="2413"/>
                      <a:pt x="39" y="2221"/>
                    </a:cubicBezTo>
                    <a:cubicBezTo>
                      <a:pt x="115" y="1877"/>
                      <a:pt x="154" y="1494"/>
                      <a:pt x="230" y="1111"/>
                    </a:cubicBezTo>
                    <a:cubicBezTo>
                      <a:pt x="230" y="843"/>
                      <a:pt x="268" y="575"/>
                      <a:pt x="307" y="345"/>
                    </a:cubicBezTo>
                    <a:cubicBezTo>
                      <a:pt x="307" y="154"/>
                      <a:pt x="536" y="1"/>
                      <a:pt x="690" y="39"/>
                    </a:cubicBezTo>
                    <a:cubicBezTo>
                      <a:pt x="1264" y="116"/>
                      <a:pt x="919" y="843"/>
                      <a:pt x="919" y="1226"/>
                    </a:cubicBezTo>
                    <a:cubicBezTo>
                      <a:pt x="881" y="1571"/>
                      <a:pt x="804" y="1953"/>
                      <a:pt x="728" y="2336"/>
                    </a:cubicBezTo>
                    <a:cubicBezTo>
                      <a:pt x="728" y="2528"/>
                      <a:pt x="536" y="2681"/>
                      <a:pt x="345" y="26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42"/>
              <p:cNvSpPr/>
              <p:nvPr/>
            </p:nvSpPr>
            <p:spPr>
              <a:xfrm>
                <a:off x="1851775" y="3568125"/>
                <a:ext cx="118700" cy="412525"/>
              </a:xfrm>
              <a:custGeom>
                <a:avLst/>
                <a:gdLst/>
                <a:ahLst/>
                <a:cxnLst/>
                <a:rect l="l" t="t" r="r" b="b"/>
                <a:pathLst>
                  <a:path w="4748" h="16501" extrusionOk="0">
                    <a:moveTo>
                      <a:pt x="3905" y="16156"/>
                    </a:moveTo>
                    <a:cubicBezTo>
                      <a:pt x="2987" y="15007"/>
                      <a:pt x="2297" y="13667"/>
                      <a:pt x="1723" y="12289"/>
                    </a:cubicBezTo>
                    <a:cubicBezTo>
                      <a:pt x="1111" y="10949"/>
                      <a:pt x="651" y="9533"/>
                      <a:pt x="383" y="8040"/>
                    </a:cubicBezTo>
                    <a:cubicBezTo>
                      <a:pt x="0" y="5934"/>
                      <a:pt x="307" y="3752"/>
                      <a:pt x="843" y="1685"/>
                    </a:cubicBezTo>
                    <a:cubicBezTo>
                      <a:pt x="958" y="1264"/>
                      <a:pt x="1111" y="842"/>
                      <a:pt x="1264" y="421"/>
                    </a:cubicBezTo>
                    <a:cubicBezTo>
                      <a:pt x="1379" y="115"/>
                      <a:pt x="1761" y="0"/>
                      <a:pt x="1953" y="306"/>
                    </a:cubicBezTo>
                    <a:cubicBezTo>
                      <a:pt x="2029" y="421"/>
                      <a:pt x="2029" y="613"/>
                      <a:pt x="1915" y="728"/>
                    </a:cubicBezTo>
                    <a:cubicBezTo>
                      <a:pt x="1723" y="1149"/>
                      <a:pt x="1608" y="1608"/>
                      <a:pt x="1455" y="2029"/>
                    </a:cubicBezTo>
                    <a:cubicBezTo>
                      <a:pt x="728" y="5054"/>
                      <a:pt x="690" y="7504"/>
                      <a:pt x="1723" y="10413"/>
                    </a:cubicBezTo>
                    <a:cubicBezTo>
                      <a:pt x="2412" y="12289"/>
                      <a:pt x="3216" y="14127"/>
                      <a:pt x="4441" y="15696"/>
                    </a:cubicBezTo>
                    <a:cubicBezTo>
                      <a:pt x="4748" y="16079"/>
                      <a:pt x="4212" y="16500"/>
                      <a:pt x="3905" y="161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42"/>
              <p:cNvSpPr/>
              <p:nvPr/>
            </p:nvSpPr>
            <p:spPr>
              <a:xfrm>
                <a:off x="244800" y="1549600"/>
                <a:ext cx="335025" cy="536950"/>
              </a:xfrm>
              <a:custGeom>
                <a:avLst/>
                <a:gdLst/>
                <a:ahLst/>
                <a:cxnLst/>
                <a:rect l="l" t="t" r="r" b="b"/>
                <a:pathLst>
                  <a:path w="13401" h="21478" extrusionOk="0">
                    <a:moveTo>
                      <a:pt x="384" y="21478"/>
                    </a:moveTo>
                    <a:cubicBezTo>
                      <a:pt x="116" y="21440"/>
                      <a:pt x="1" y="21133"/>
                      <a:pt x="116" y="20904"/>
                    </a:cubicBezTo>
                    <a:cubicBezTo>
                      <a:pt x="460" y="20483"/>
                      <a:pt x="882" y="20176"/>
                      <a:pt x="1264" y="19832"/>
                    </a:cubicBezTo>
                    <a:cubicBezTo>
                      <a:pt x="2872" y="18224"/>
                      <a:pt x="4250" y="16501"/>
                      <a:pt x="5514" y="14663"/>
                    </a:cubicBezTo>
                    <a:cubicBezTo>
                      <a:pt x="6815" y="12788"/>
                      <a:pt x="7887" y="10720"/>
                      <a:pt x="8921" y="8691"/>
                    </a:cubicBezTo>
                    <a:cubicBezTo>
                      <a:pt x="9955" y="6624"/>
                      <a:pt x="10988" y="4595"/>
                      <a:pt x="11869" y="2489"/>
                    </a:cubicBezTo>
                    <a:cubicBezTo>
                      <a:pt x="12137" y="1762"/>
                      <a:pt x="12405" y="996"/>
                      <a:pt x="12673" y="269"/>
                    </a:cubicBezTo>
                    <a:cubicBezTo>
                      <a:pt x="12749" y="77"/>
                      <a:pt x="12979" y="1"/>
                      <a:pt x="13132" y="77"/>
                    </a:cubicBezTo>
                    <a:cubicBezTo>
                      <a:pt x="13324" y="154"/>
                      <a:pt x="13400" y="384"/>
                      <a:pt x="13324" y="537"/>
                    </a:cubicBezTo>
                    <a:cubicBezTo>
                      <a:pt x="13056" y="1302"/>
                      <a:pt x="12788" y="2030"/>
                      <a:pt x="12520" y="2757"/>
                    </a:cubicBezTo>
                    <a:cubicBezTo>
                      <a:pt x="11678" y="4901"/>
                      <a:pt x="10606" y="6930"/>
                      <a:pt x="9572" y="8998"/>
                    </a:cubicBezTo>
                    <a:cubicBezTo>
                      <a:pt x="8194" y="11716"/>
                      <a:pt x="6701" y="14434"/>
                      <a:pt x="4786" y="16884"/>
                    </a:cubicBezTo>
                    <a:cubicBezTo>
                      <a:pt x="3600" y="18454"/>
                      <a:pt x="2221" y="19908"/>
                      <a:pt x="767" y="21248"/>
                    </a:cubicBezTo>
                    <a:cubicBezTo>
                      <a:pt x="690" y="21401"/>
                      <a:pt x="537" y="21478"/>
                      <a:pt x="384" y="21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42"/>
              <p:cNvSpPr/>
              <p:nvPr/>
            </p:nvSpPr>
            <p:spPr>
              <a:xfrm>
                <a:off x="583625" y="1378300"/>
                <a:ext cx="69900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796" h="5092" extrusionOk="0">
                    <a:moveTo>
                      <a:pt x="0" y="4747"/>
                    </a:moveTo>
                    <a:cubicBezTo>
                      <a:pt x="77" y="4020"/>
                      <a:pt x="498" y="3369"/>
                      <a:pt x="766" y="2718"/>
                    </a:cubicBezTo>
                    <a:cubicBezTo>
                      <a:pt x="1111" y="2067"/>
                      <a:pt x="1455" y="1417"/>
                      <a:pt x="1838" y="766"/>
                    </a:cubicBezTo>
                    <a:cubicBezTo>
                      <a:pt x="1991" y="498"/>
                      <a:pt x="2183" y="0"/>
                      <a:pt x="2565" y="191"/>
                    </a:cubicBezTo>
                    <a:cubicBezTo>
                      <a:pt x="2757" y="306"/>
                      <a:pt x="2795" y="536"/>
                      <a:pt x="2719" y="689"/>
                    </a:cubicBezTo>
                    <a:cubicBezTo>
                      <a:pt x="1991" y="1914"/>
                      <a:pt x="1302" y="3101"/>
                      <a:pt x="804" y="4403"/>
                    </a:cubicBezTo>
                    <a:cubicBezTo>
                      <a:pt x="766" y="4518"/>
                      <a:pt x="728" y="4632"/>
                      <a:pt x="728" y="4747"/>
                    </a:cubicBezTo>
                    <a:cubicBezTo>
                      <a:pt x="728" y="4939"/>
                      <a:pt x="575" y="5092"/>
                      <a:pt x="383" y="5092"/>
                    </a:cubicBezTo>
                    <a:cubicBezTo>
                      <a:pt x="192" y="5092"/>
                      <a:pt x="0" y="4939"/>
                      <a:pt x="0" y="47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42"/>
              <p:cNvSpPr/>
              <p:nvPr/>
            </p:nvSpPr>
            <p:spPr>
              <a:xfrm>
                <a:off x="1563700" y="939950"/>
                <a:ext cx="298625" cy="302450"/>
              </a:xfrm>
              <a:custGeom>
                <a:avLst/>
                <a:gdLst/>
                <a:ahLst/>
                <a:cxnLst/>
                <a:rect l="l" t="t" r="r" b="b"/>
                <a:pathLst>
                  <a:path w="11945" h="12098" extrusionOk="0">
                    <a:moveTo>
                      <a:pt x="11102" y="11715"/>
                    </a:moveTo>
                    <a:cubicBezTo>
                      <a:pt x="8997" y="8078"/>
                      <a:pt x="6508" y="4632"/>
                      <a:pt x="3024" y="2259"/>
                    </a:cubicBezTo>
                    <a:cubicBezTo>
                      <a:pt x="2603" y="1991"/>
                      <a:pt x="2220" y="1761"/>
                      <a:pt x="1799" y="1531"/>
                    </a:cubicBezTo>
                    <a:cubicBezTo>
                      <a:pt x="1455" y="1378"/>
                      <a:pt x="1072" y="1149"/>
                      <a:pt x="689" y="1187"/>
                    </a:cubicBezTo>
                    <a:cubicBezTo>
                      <a:pt x="0" y="1263"/>
                      <a:pt x="0" y="0"/>
                      <a:pt x="1493" y="613"/>
                    </a:cubicBezTo>
                    <a:cubicBezTo>
                      <a:pt x="3828" y="1608"/>
                      <a:pt x="5972" y="3599"/>
                      <a:pt x="7657" y="5513"/>
                    </a:cubicBezTo>
                    <a:cubicBezTo>
                      <a:pt x="9226" y="7312"/>
                      <a:pt x="10490" y="9303"/>
                      <a:pt x="11715" y="11332"/>
                    </a:cubicBezTo>
                    <a:cubicBezTo>
                      <a:pt x="11945" y="11753"/>
                      <a:pt x="11370" y="12098"/>
                      <a:pt x="11102" y="11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42"/>
              <p:cNvSpPr/>
              <p:nvPr/>
            </p:nvSpPr>
            <p:spPr>
              <a:xfrm>
                <a:off x="1888150" y="1285450"/>
                <a:ext cx="93825" cy="139750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5590" extrusionOk="0">
                    <a:moveTo>
                      <a:pt x="2910" y="5169"/>
                    </a:moveTo>
                    <a:cubicBezTo>
                      <a:pt x="2221" y="3599"/>
                      <a:pt x="1378" y="2106"/>
                      <a:pt x="268" y="805"/>
                    </a:cubicBezTo>
                    <a:cubicBezTo>
                      <a:pt x="0" y="422"/>
                      <a:pt x="536" y="1"/>
                      <a:pt x="842" y="345"/>
                    </a:cubicBezTo>
                    <a:cubicBezTo>
                      <a:pt x="1953" y="1723"/>
                      <a:pt x="2871" y="3255"/>
                      <a:pt x="3561" y="4863"/>
                    </a:cubicBezTo>
                    <a:cubicBezTo>
                      <a:pt x="3752" y="5322"/>
                      <a:pt x="3101" y="5590"/>
                      <a:pt x="2910" y="51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42"/>
              <p:cNvSpPr/>
              <p:nvPr/>
            </p:nvSpPr>
            <p:spPr>
              <a:xfrm>
                <a:off x="1215300" y="1974550"/>
                <a:ext cx="82350" cy="63200"/>
              </a:xfrm>
              <a:custGeom>
                <a:avLst/>
                <a:gdLst/>
                <a:ahLst/>
                <a:cxnLst/>
                <a:rect l="l" t="t" r="r" b="b"/>
                <a:pathLst>
                  <a:path w="3294" h="2528" extrusionOk="0">
                    <a:moveTo>
                      <a:pt x="2527" y="2298"/>
                    </a:moveTo>
                    <a:cubicBezTo>
                      <a:pt x="2106" y="2068"/>
                      <a:pt x="1" y="460"/>
                      <a:pt x="996" y="39"/>
                    </a:cubicBezTo>
                    <a:cubicBezTo>
                      <a:pt x="1188" y="1"/>
                      <a:pt x="1379" y="116"/>
                      <a:pt x="1417" y="269"/>
                    </a:cubicBezTo>
                    <a:cubicBezTo>
                      <a:pt x="1723" y="920"/>
                      <a:pt x="2336" y="1302"/>
                      <a:pt x="2910" y="1685"/>
                    </a:cubicBezTo>
                    <a:cubicBezTo>
                      <a:pt x="3293" y="1953"/>
                      <a:pt x="2949" y="2528"/>
                      <a:pt x="2527" y="22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42"/>
              <p:cNvSpPr/>
              <p:nvPr/>
            </p:nvSpPr>
            <p:spPr>
              <a:xfrm>
                <a:off x="1285175" y="1978375"/>
                <a:ext cx="57450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298" h="1916" extrusionOk="0">
                    <a:moveTo>
                      <a:pt x="1570" y="1762"/>
                    </a:moveTo>
                    <a:cubicBezTo>
                      <a:pt x="996" y="1456"/>
                      <a:pt x="230" y="1188"/>
                      <a:pt x="77" y="499"/>
                    </a:cubicBezTo>
                    <a:cubicBezTo>
                      <a:pt x="0" y="307"/>
                      <a:pt x="115" y="116"/>
                      <a:pt x="307" y="39"/>
                    </a:cubicBezTo>
                    <a:cubicBezTo>
                      <a:pt x="498" y="1"/>
                      <a:pt x="690" y="116"/>
                      <a:pt x="728" y="307"/>
                    </a:cubicBezTo>
                    <a:cubicBezTo>
                      <a:pt x="766" y="460"/>
                      <a:pt x="919" y="575"/>
                      <a:pt x="1072" y="690"/>
                    </a:cubicBezTo>
                    <a:cubicBezTo>
                      <a:pt x="1302" y="843"/>
                      <a:pt x="1570" y="958"/>
                      <a:pt x="1838" y="1111"/>
                    </a:cubicBezTo>
                    <a:cubicBezTo>
                      <a:pt x="2297" y="1303"/>
                      <a:pt x="1991" y="1915"/>
                      <a:pt x="1570" y="1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42"/>
              <p:cNvSpPr/>
              <p:nvPr/>
            </p:nvSpPr>
            <p:spPr>
              <a:xfrm>
                <a:off x="1235400" y="2163100"/>
                <a:ext cx="392450" cy="81375"/>
              </a:xfrm>
              <a:custGeom>
                <a:avLst/>
                <a:gdLst/>
                <a:ahLst/>
                <a:cxnLst/>
                <a:rect l="l" t="t" r="r" b="b"/>
                <a:pathLst>
                  <a:path w="15698" h="3255" extrusionOk="0">
                    <a:moveTo>
                      <a:pt x="1" y="2795"/>
                    </a:moveTo>
                    <a:cubicBezTo>
                      <a:pt x="39" y="2451"/>
                      <a:pt x="345" y="2259"/>
                      <a:pt x="537" y="2068"/>
                    </a:cubicBezTo>
                    <a:cubicBezTo>
                      <a:pt x="1111" y="1609"/>
                      <a:pt x="1762" y="1226"/>
                      <a:pt x="2451" y="958"/>
                    </a:cubicBezTo>
                    <a:cubicBezTo>
                      <a:pt x="4633" y="77"/>
                      <a:pt x="7045" y="1"/>
                      <a:pt x="9265" y="575"/>
                    </a:cubicBezTo>
                    <a:cubicBezTo>
                      <a:pt x="9265" y="384"/>
                      <a:pt x="9380" y="192"/>
                      <a:pt x="9572" y="154"/>
                    </a:cubicBezTo>
                    <a:cubicBezTo>
                      <a:pt x="9954" y="192"/>
                      <a:pt x="10337" y="345"/>
                      <a:pt x="10682" y="422"/>
                    </a:cubicBezTo>
                    <a:cubicBezTo>
                      <a:pt x="11256" y="575"/>
                      <a:pt x="11792" y="690"/>
                      <a:pt x="12366" y="728"/>
                    </a:cubicBezTo>
                    <a:cubicBezTo>
                      <a:pt x="12519" y="728"/>
                      <a:pt x="12711" y="805"/>
                      <a:pt x="12749" y="958"/>
                    </a:cubicBezTo>
                    <a:cubicBezTo>
                      <a:pt x="13630" y="1073"/>
                      <a:pt x="14472" y="881"/>
                      <a:pt x="15314" y="919"/>
                    </a:cubicBezTo>
                    <a:cubicBezTo>
                      <a:pt x="15582" y="958"/>
                      <a:pt x="15697" y="1302"/>
                      <a:pt x="15506" y="1494"/>
                    </a:cubicBezTo>
                    <a:cubicBezTo>
                      <a:pt x="15352" y="1647"/>
                      <a:pt x="15161" y="1685"/>
                      <a:pt x="14970" y="1723"/>
                    </a:cubicBezTo>
                    <a:cubicBezTo>
                      <a:pt x="14472" y="1877"/>
                      <a:pt x="13974" y="1991"/>
                      <a:pt x="13477" y="2030"/>
                    </a:cubicBezTo>
                    <a:cubicBezTo>
                      <a:pt x="12251" y="2145"/>
                      <a:pt x="11065" y="1838"/>
                      <a:pt x="9954" y="1455"/>
                    </a:cubicBezTo>
                    <a:cubicBezTo>
                      <a:pt x="8576" y="1073"/>
                      <a:pt x="7198" y="805"/>
                      <a:pt x="5782" y="919"/>
                    </a:cubicBezTo>
                    <a:cubicBezTo>
                      <a:pt x="4288" y="1034"/>
                      <a:pt x="2795" y="1379"/>
                      <a:pt x="1570" y="2183"/>
                    </a:cubicBezTo>
                    <a:cubicBezTo>
                      <a:pt x="1264" y="2413"/>
                      <a:pt x="958" y="2642"/>
                      <a:pt x="690" y="2910"/>
                    </a:cubicBezTo>
                    <a:cubicBezTo>
                      <a:pt x="575" y="3255"/>
                      <a:pt x="1" y="3140"/>
                      <a:pt x="39" y="27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42"/>
              <p:cNvSpPr/>
              <p:nvPr/>
            </p:nvSpPr>
            <p:spPr>
              <a:xfrm>
                <a:off x="508025" y="2156400"/>
                <a:ext cx="362750" cy="92875"/>
              </a:xfrm>
              <a:custGeom>
                <a:avLst/>
                <a:gdLst/>
                <a:ahLst/>
                <a:cxnLst/>
                <a:rect l="l" t="t" r="r" b="b"/>
                <a:pathLst>
                  <a:path w="14510" h="3715" extrusionOk="0">
                    <a:moveTo>
                      <a:pt x="13438" y="3178"/>
                    </a:moveTo>
                    <a:cubicBezTo>
                      <a:pt x="13323" y="2910"/>
                      <a:pt x="13093" y="2604"/>
                      <a:pt x="12863" y="2413"/>
                    </a:cubicBezTo>
                    <a:cubicBezTo>
                      <a:pt x="12327" y="1953"/>
                      <a:pt x="11753" y="1532"/>
                      <a:pt x="11102" y="1302"/>
                    </a:cubicBezTo>
                    <a:cubicBezTo>
                      <a:pt x="8576" y="498"/>
                      <a:pt x="5857" y="690"/>
                      <a:pt x="3407" y="1609"/>
                    </a:cubicBezTo>
                    <a:cubicBezTo>
                      <a:pt x="2718" y="1838"/>
                      <a:pt x="842" y="2451"/>
                      <a:pt x="230" y="2068"/>
                    </a:cubicBezTo>
                    <a:cubicBezTo>
                      <a:pt x="0" y="1877"/>
                      <a:pt x="153" y="1455"/>
                      <a:pt x="459" y="1455"/>
                    </a:cubicBezTo>
                    <a:cubicBezTo>
                      <a:pt x="881" y="1494"/>
                      <a:pt x="1302" y="1417"/>
                      <a:pt x="1646" y="1341"/>
                    </a:cubicBezTo>
                    <a:cubicBezTo>
                      <a:pt x="2335" y="1226"/>
                      <a:pt x="2986" y="996"/>
                      <a:pt x="3637" y="766"/>
                    </a:cubicBezTo>
                    <a:cubicBezTo>
                      <a:pt x="4709" y="384"/>
                      <a:pt x="5857" y="192"/>
                      <a:pt x="7006" y="116"/>
                    </a:cubicBezTo>
                    <a:cubicBezTo>
                      <a:pt x="8269" y="1"/>
                      <a:pt x="9533" y="154"/>
                      <a:pt x="10796" y="460"/>
                    </a:cubicBezTo>
                    <a:cubicBezTo>
                      <a:pt x="11485" y="613"/>
                      <a:pt x="12098" y="958"/>
                      <a:pt x="12672" y="1379"/>
                    </a:cubicBezTo>
                    <a:cubicBezTo>
                      <a:pt x="13208" y="1723"/>
                      <a:pt x="13782" y="2145"/>
                      <a:pt x="14012" y="2757"/>
                    </a:cubicBezTo>
                    <a:cubicBezTo>
                      <a:pt x="14510" y="3178"/>
                      <a:pt x="13782" y="3714"/>
                      <a:pt x="13438" y="31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42"/>
              <p:cNvSpPr/>
              <p:nvPr/>
            </p:nvSpPr>
            <p:spPr>
              <a:xfrm>
                <a:off x="436225" y="2172675"/>
                <a:ext cx="175175" cy="40225"/>
              </a:xfrm>
              <a:custGeom>
                <a:avLst/>
                <a:gdLst/>
                <a:ahLst/>
                <a:cxnLst/>
                <a:rect l="l" t="t" r="r" b="b"/>
                <a:pathLst>
                  <a:path w="7007" h="1609" extrusionOk="0">
                    <a:moveTo>
                      <a:pt x="2604" y="1532"/>
                    </a:moveTo>
                    <a:cubicBezTo>
                      <a:pt x="1800" y="1494"/>
                      <a:pt x="996" y="1264"/>
                      <a:pt x="230" y="919"/>
                    </a:cubicBezTo>
                    <a:cubicBezTo>
                      <a:pt x="116" y="843"/>
                      <a:pt x="1" y="690"/>
                      <a:pt x="39" y="536"/>
                    </a:cubicBezTo>
                    <a:cubicBezTo>
                      <a:pt x="39" y="345"/>
                      <a:pt x="192" y="230"/>
                      <a:pt x="384" y="230"/>
                    </a:cubicBezTo>
                    <a:cubicBezTo>
                      <a:pt x="1226" y="536"/>
                      <a:pt x="1953" y="804"/>
                      <a:pt x="2834" y="843"/>
                    </a:cubicBezTo>
                    <a:cubicBezTo>
                      <a:pt x="3867" y="958"/>
                      <a:pt x="4901" y="843"/>
                      <a:pt x="5896" y="460"/>
                    </a:cubicBezTo>
                    <a:cubicBezTo>
                      <a:pt x="6241" y="383"/>
                      <a:pt x="6739" y="1"/>
                      <a:pt x="6968" y="460"/>
                    </a:cubicBezTo>
                    <a:cubicBezTo>
                      <a:pt x="7007" y="613"/>
                      <a:pt x="6930" y="843"/>
                      <a:pt x="6777" y="919"/>
                    </a:cubicBezTo>
                    <a:cubicBezTo>
                      <a:pt x="6050" y="1187"/>
                      <a:pt x="5322" y="1417"/>
                      <a:pt x="4595" y="1532"/>
                    </a:cubicBezTo>
                    <a:cubicBezTo>
                      <a:pt x="3944" y="1608"/>
                      <a:pt x="3255" y="1608"/>
                      <a:pt x="2604" y="15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42"/>
              <p:cNvSpPr/>
              <p:nvPr/>
            </p:nvSpPr>
            <p:spPr>
              <a:xfrm>
                <a:off x="552050" y="2153525"/>
                <a:ext cx="173250" cy="51725"/>
              </a:xfrm>
              <a:custGeom>
                <a:avLst/>
                <a:gdLst/>
                <a:ahLst/>
                <a:cxnLst/>
                <a:rect l="l" t="t" r="r" b="b"/>
                <a:pathLst>
                  <a:path w="6930" h="2069" extrusionOk="0">
                    <a:moveTo>
                      <a:pt x="0" y="1647"/>
                    </a:moveTo>
                    <a:cubicBezTo>
                      <a:pt x="38" y="1341"/>
                      <a:pt x="306" y="1302"/>
                      <a:pt x="574" y="1264"/>
                    </a:cubicBezTo>
                    <a:cubicBezTo>
                      <a:pt x="919" y="1188"/>
                      <a:pt x="1263" y="1111"/>
                      <a:pt x="1608" y="1073"/>
                    </a:cubicBezTo>
                    <a:cubicBezTo>
                      <a:pt x="2986" y="767"/>
                      <a:pt x="4326" y="307"/>
                      <a:pt x="5704" y="231"/>
                    </a:cubicBezTo>
                    <a:cubicBezTo>
                      <a:pt x="6087" y="231"/>
                      <a:pt x="6891" y="1"/>
                      <a:pt x="6929" y="537"/>
                    </a:cubicBezTo>
                    <a:cubicBezTo>
                      <a:pt x="6929" y="728"/>
                      <a:pt x="6776" y="881"/>
                      <a:pt x="6585" y="881"/>
                    </a:cubicBezTo>
                    <a:cubicBezTo>
                      <a:pt x="5896" y="881"/>
                      <a:pt x="5207" y="958"/>
                      <a:pt x="4556" y="1073"/>
                    </a:cubicBezTo>
                    <a:cubicBezTo>
                      <a:pt x="3522" y="1302"/>
                      <a:pt x="2489" y="1609"/>
                      <a:pt x="1417" y="1800"/>
                    </a:cubicBezTo>
                    <a:cubicBezTo>
                      <a:pt x="1110" y="1877"/>
                      <a:pt x="804" y="1953"/>
                      <a:pt x="459" y="1992"/>
                    </a:cubicBezTo>
                    <a:cubicBezTo>
                      <a:pt x="230" y="2068"/>
                      <a:pt x="0" y="1877"/>
                      <a:pt x="0" y="16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42"/>
              <p:cNvSpPr/>
              <p:nvPr/>
            </p:nvSpPr>
            <p:spPr>
              <a:xfrm>
                <a:off x="1662275" y="4175875"/>
                <a:ext cx="136875" cy="94775"/>
              </a:xfrm>
              <a:custGeom>
                <a:avLst/>
                <a:gdLst/>
                <a:ahLst/>
                <a:cxnLst/>
                <a:rect l="l" t="t" r="r" b="b"/>
                <a:pathLst>
                  <a:path w="5475" h="3791" extrusionOk="0">
                    <a:moveTo>
                      <a:pt x="4633" y="3484"/>
                    </a:moveTo>
                    <a:cubicBezTo>
                      <a:pt x="3369" y="2297"/>
                      <a:pt x="1876" y="1302"/>
                      <a:pt x="230" y="689"/>
                    </a:cubicBezTo>
                    <a:cubicBezTo>
                      <a:pt x="0" y="460"/>
                      <a:pt x="230" y="0"/>
                      <a:pt x="574" y="77"/>
                    </a:cubicBezTo>
                    <a:cubicBezTo>
                      <a:pt x="2297" y="651"/>
                      <a:pt x="3790" y="1761"/>
                      <a:pt x="5169" y="2986"/>
                    </a:cubicBezTo>
                    <a:cubicBezTo>
                      <a:pt x="5475" y="3293"/>
                      <a:pt x="4977" y="3790"/>
                      <a:pt x="4633" y="348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42"/>
              <p:cNvSpPr/>
              <p:nvPr/>
            </p:nvSpPr>
            <p:spPr>
              <a:xfrm>
                <a:off x="1739800" y="4105050"/>
                <a:ext cx="92850" cy="51700"/>
              </a:xfrm>
              <a:custGeom>
                <a:avLst/>
                <a:gdLst/>
                <a:ahLst/>
                <a:cxnLst/>
                <a:rect l="l" t="t" r="r" b="b"/>
                <a:pathLst>
                  <a:path w="3714" h="2068" extrusionOk="0">
                    <a:moveTo>
                      <a:pt x="3139" y="1991"/>
                    </a:moveTo>
                    <a:cubicBezTo>
                      <a:pt x="2259" y="1570"/>
                      <a:pt x="1378" y="1149"/>
                      <a:pt x="460" y="804"/>
                    </a:cubicBezTo>
                    <a:cubicBezTo>
                      <a:pt x="0" y="651"/>
                      <a:pt x="192" y="0"/>
                      <a:pt x="651" y="115"/>
                    </a:cubicBezTo>
                    <a:cubicBezTo>
                      <a:pt x="1608" y="460"/>
                      <a:pt x="2527" y="881"/>
                      <a:pt x="3446" y="1340"/>
                    </a:cubicBezTo>
                    <a:cubicBezTo>
                      <a:pt x="3599" y="1417"/>
                      <a:pt x="3714" y="1608"/>
                      <a:pt x="3637" y="1800"/>
                    </a:cubicBezTo>
                    <a:cubicBezTo>
                      <a:pt x="3561" y="1953"/>
                      <a:pt x="3331" y="2068"/>
                      <a:pt x="3139" y="19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42"/>
              <p:cNvSpPr/>
              <p:nvPr/>
            </p:nvSpPr>
            <p:spPr>
              <a:xfrm>
                <a:off x="1384700" y="1708475"/>
                <a:ext cx="306300" cy="404875"/>
              </a:xfrm>
              <a:custGeom>
                <a:avLst/>
                <a:gdLst/>
                <a:ahLst/>
                <a:cxnLst/>
                <a:rect l="l" t="t" r="r" b="b"/>
                <a:pathLst>
                  <a:path w="12252" h="16195" extrusionOk="0">
                    <a:moveTo>
                      <a:pt x="11448" y="15850"/>
                    </a:moveTo>
                    <a:cubicBezTo>
                      <a:pt x="9266" y="13630"/>
                      <a:pt x="7313" y="11256"/>
                      <a:pt x="5361" y="8844"/>
                    </a:cubicBezTo>
                    <a:cubicBezTo>
                      <a:pt x="3370" y="6318"/>
                      <a:pt x="1571" y="3638"/>
                      <a:pt x="192" y="728"/>
                    </a:cubicBezTo>
                    <a:cubicBezTo>
                      <a:pt x="1" y="307"/>
                      <a:pt x="652" y="1"/>
                      <a:pt x="843" y="460"/>
                    </a:cubicBezTo>
                    <a:cubicBezTo>
                      <a:pt x="2949" y="4978"/>
                      <a:pt x="6165" y="8806"/>
                      <a:pt x="9380" y="12558"/>
                    </a:cubicBezTo>
                    <a:cubicBezTo>
                      <a:pt x="10223" y="13515"/>
                      <a:pt x="11065" y="14472"/>
                      <a:pt x="11945" y="15353"/>
                    </a:cubicBezTo>
                    <a:cubicBezTo>
                      <a:pt x="12252" y="15697"/>
                      <a:pt x="11792" y="16195"/>
                      <a:pt x="11448" y="158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42"/>
              <p:cNvSpPr/>
              <p:nvPr/>
            </p:nvSpPr>
            <p:spPr>
              <a:xfrm>
                <a:off x="1658450" y="2001350"/>
                <a:ext cx="128275" cy="13020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5208" extrusionOk="0">
                    <a:moveTo>
                      <a:pt x="4326" y="4901"/>
                    </a:moveTo>
                    <a:cubicBezTo>
                      <a:pt x="2833" y="3676"/>
                      <a:pt x="1378" y="2298"/>
                      <a:pt x="153" y="805"/>
                    </a:cubicBezTo>
                    <a:cubicBezTo>
                      <a:pt x="0" y="652"/>
                      <a:pt x="38" y="422"/>
                      <a:pt x="192" y="307"/>
                    </a:cubicBezTo>
                    <a:cubicBezTo>
                      <a:pt x="651" y="1"/>
                      <a:pt x="881" y="652"/>
                      <a:pt x="1149" y="881"/>
                    </a:cubicBezTo>
                    <a:cubicBezTo>
                      <a:pt x="2029" y="1877"/>
                      <a:pt x="2986" y="2795"/>
                      <a:pt x="3943" y="3676"/>
                    </a:cubicBezTo>
                    <a:cubicBezTo>
                      <a:pt x="4211" y="3906"/>
                      <a:pt x="4479" y="4135"/>
                      <a:pt x="4786" y="4365"/>
                    </a:cubicBezTo>
                    <a:cubicBezTo>
                      <a:pt x="5130" y="4633"/>
                      <a:pt x="4709" y="5207"/>
                      <a:pt x="4326" y="49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42"/>
              <p:cNvSpPr/>
              <p:nvPr/>
            </p:nvSpPr>
            <p:spPr>
              <a:xfrm>
                <a:off x="1651750" y="1524725"/>
                <a:ext cx="69875" cy="85200"/>
              </a:xfrm>
              <a:custGeom>
                <a:avLst/>
                <a:gdLst/>
                <a:ahLst/>
                <a:cxnLst/>
                <a:rect l="l" t="t" r="r" b="b"/>
                <a:pathLst>
                  <a:path w="2795" h="3408" extrusionOk="0">
                    <a:moveTo>
                      <a:pt x="1991" y="3101"/>
                    </a:moveTo>
                    <a:cubicBezTo>
                      <a:pt x="1340" y="2374"/>
                      <a:pt x="766" y="1570"/>
                      <a:pt x="230" y="766"/>
                    </a:cubicBezTo>
                    <a:cubicBezTo>
                      <a:pt x="0" y="345"/>
                      <a:pt x="613" y="0"/>
                      <a:pt x="842" y="383"/>
                    </a:cubicBezTo>
                    <a:cubicBezTo>
                      <a:pt x="1340" y="1187"/>
                      <a:pt x="1876" y="1915"/>
                      <a:pt x="2489" y="2604"/>
                    </a:cubicBezTo>
                    <a:cubicBezTo>
                      <a:pt x="2795" y="2948"/>
                      <a:pt x="2335" y="3408"/>
                      <a:pt x="1991" y="31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42"/>
              <p:cNvSpPr/>
              <p:nvPr/>
            </p:nvSpPr>
            <p:spPr>
              <a:xfrm>
                <a:off x="656375" y="1285450"/>
                <a:ext cx="45000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800" h="1839" extrusionOk="0">
                    <a:moveTo>
                      <a:pt x="613" y="1762"/>
                    </a:moveTo>
                    <a:cubicBezTo>
                      <a:pt x="0" y="1494"/>
                      <a:pt x="727" y="728"/>
                      <a:pt x="957" y="383"/>
                    </a:cubicBezTo>
                    <a:cubicBezTo>
                      <a:pt x="1225" y="1"/>
                      <a:pt x="1799" y="422"/>
                      <a:pt x="1493" y="805"/>
                    </a:cubicBezTo>
                    <a:cubicBezTo>
                      <a:pt x="1340" y="1034"/>
                      <a:pt x="1225" y="1226"/>
                      <a:pt x="1110" y="1455"/>
                    </a:cubicBezTo>
                    <a:cubicBezTo>
                      <a:pt x="1034" y="1647"/>
                      <a:pt x="881" y="1838"/>
                      <a:pt x="613" y="1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42"/>
              <p:cNvSpPr/>
              <p:nvPr/>
            </p:nvSpPr>
            <p:spPr>
              <a:xfrm>
                <a:off x="261075" y="1196450"/>
                <a:ext cx="157950" cy="230675"/>
              </a:xfrm>
              <a:custGeom>
                <a:avLst/>
                <a:gdLst/>
                <a:ahLst/>
                <a:cxnLst/>
                <a:rect l="l" t="t" r="r" b="b"/>
                <a:pathLst>
                  <a:path w="6318" h="9227" extrusionOk="0">
                    <a:moveTo>
                      <a:pt x="307" y="9150"/>
                    </a:moveTo>
                    <a:cubicBezTo>
                      <a:pt x="77" y="9112"/>
                      <a:pt x="1" y="8767"/>
                      <a:pt x="154" y="8576"/>
                    </a:cubicBezTo>
                    <a:cubicBezTo>
                      <a:pt x="269" y="8308"/>
                      <a:pt x="384" y="8078"/>
                      <a:pt x="537" y="7810"/>
                    </a:cubicBezTo>
                    <a:cubicBezTo>
                      <a:pt x="1111" y="6815"/>
                      <a:pt x="1685" y="5781"/>
                      <a:pt x="2298" y="4786"/>
                    </a:cubicBezTo>
                    <a:cubicBezTo>
                      <a:pt x="3064" y="3484"/>
                      <a:pt x="3906" y="2182"/>
                      <a:pt x="4863" y="996"/>
                    </a:cubicBezTo>
                    <a:cubicBezTo>
                      <a:pt x="5093" y="728"/>
                      <a:pt x="5322" y="460"/>
                      <a:pt x="5552" y="192"/>
                    </a:cubicBezTo>
                    <a:cubicBezTo>
                      <a:pt x="5590" y="153"/>
                      <a:pt x="5667" y="77"/>
                      <a:pt x="5782" y="77"/>
                    </a:cubicBezTo>
                    <a:cubicBezTo>
                      <a:pt x="6050" y="0"/>
                      <a:pt x="6318" y="421"/>
                      <a:pt x="6088" y="651"/>
                    </a:cubicBezTo>
                    <a:cubicBezTo>
                      <a:pt x="4327" y="2642"/>
                      <a:pt x="2949" y="4939"/>
                      <a:pt x="1647" y="7274"/>
                    </a:cubicBezTo>
                    <a:cubicBezTo>
                      <a:pt x="1341" y="7810"/>
                      <a:pt x="1073" y="8308"/>
                      <a:pt x="805" y="8844"/>
                    </a:cubicBezTo>
                    <a:cubicBezTo>
                      <a:pt x="728" y="9035"/>
                      <a:pt x="537" y="9227"/>
                      <a:pt x="307" y="91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42"/>
              <p:cNvSpPr/>
              <p:nvPr/>
            </p:nvSpPr>
            <p:spPr>
              <a:xfrm>
                <a:off x="444850" y="1121800"/>
                <a:ext cx="58400" cy="53600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2144" extrusionOk="0">
                    <a:moveTo>
                      <a:pt x="421" y="1991"/>
                    </a:moveTo>
                    <a:cubicBezTo>
                      <a:pt x="0" y="1685"/>
                      <a:pt x="575" y="1149"/>
                      <a:pt x="766" y="881"/>
                    </a:cubicBezTo>
                    <a:cubicBezTo>
                      <a:pt x="996" y="613"/>
                      <a:pt x="1225" y="345"/>
                      <a:pt x="1493" y="115"/>
                    </a:cubicBezTo>
                    <a:cubicBezTo>
                      <a:pt x="1608" y="0"/>
                      <a:pt x="1838" y="0"/>
                      <a:pt x="1991" y="115"/>
                    </a:cubicBezTo>
                    <a:cubicBezTo>
                      <a:pt x="2336" y="536"/>
                      <a:pt x="1646" y="842"/>
                      <a:pt x="1455" y="1149"/>
                    </a:cubicBezTo>
                    <a:cubicBezTo>
                      <a:pt x="1302" y="1340"/>
                      <a:pt x="1149" y="1531"/>
                      <a:pt x="1034" y="1685"/>
                    </a:cubicBezTo>
                    <a:cubicBezTo>
                      <a:pt x="919" y="1953"/>
                      <a:pt x="728" y="2144"/>
                      <a:pt x="421" y="19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42"/>
              <p:cNvSpPr/>
              <p:nvPr/>
            </p:nvSpPr>
            <p:spPr>
              <a:xfrm>
                <a:off x="1739800" y="1165825"/>
                <a:ext cx="223975" cy="326375"/>
              </a:xfrm>
              <a:custGeom>
                <a:avLst/>
                <a:gdLst/>
                <a:ahLst/>
                <a:cxnLst/>
                <a:rect l="l" t="t" r="r" b="b"/>
                <a:pathLst>
                  <a:path w="8959" h="13055" extrusionOk="0">
                    <a:moveTo>
                      <a:pt x="8116" y="12749"/>
                    </a:moveTo>
                    <a:cubicBezTo>
                      <a:pt x="6508" y="11102"/>
                      <a:pt x="5283" y="9112"/>
                      <a:pt x="4135" y="7121"/>
                    </a:cubicBezTo>
                    <a:cubicBezTo>
                      <a:pt x="2910" y="4977"/>
                      <a:pt x="1646" y="2795"/>
                      <a:pt x="230" y="766"/>
                    </a:cubicBezTo>
                    <a:cubicBezTo>
                      <a:pt x="0" y="345"/>
                      <a:pt x="574" y="0"/>
                      <a:pt x="842" y="383"/>
                    </a:cubicBezTo>
                    <a:cubicBezTo>
                      <a:pt x="2680" y="2986"/>
                      <a:pt x="4135" y="5819"/>
                      <a:pt x="5781" y="8499"/>
                    </a:cubicBezTo>
                    <a:cubicBezTo>
                      <a:pt x="6623" y="9839"/>
                      <a:pt x="7504" y="11141"/>
                      <a:pt x="8614" y="12251"/>
                    </a:cubicBezTo>
                    <a:cubicBezTo>
                      <a:pt x="8959" y="12557"/>
                      <a:pt x="8461" y="13055"/>
                      <a:pt x="8116" y="127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42"/>
              <p:cNvSpPr/>
              <p:nvPr/>
            </p:nvSpPr>
            <p:spPr>
              <a:xfrm>
                <a:off x="276400" y="3471450"/>
                <a:ext cx="114875" cy="56852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22741" extrusionOk="0">
                    <a:moveTo>
                      <a:pt x="651" y="22282"/>
                    </a:moveTo>
                    <a:cubicBezTo>
                      <a:pt x="0" y="19372"/>
                      <a:pt x="804" y="16386"/>
                      <a:pt x="1417" y="13515"/>
                    </a:cubicBezTo>
                    <a:cubicBezTo>
                      <a:pt x="1953" y="11256"/>
                      <a:pt x="2489" y="8997"/>
                      <a:pt x="2872" y="6738"/>
                    </a:cubicBezTo>
                    <a:cubicBezTo>
                      <a:pt x="3178" y="4901"/>
                      <a:pt x="3254" y="2987"/>
                      <a:pt x="2910" y="1149"/>
                    </a:cubicBezTo>
                    <a:cubicBezTo>
                      <a:pt x="2872" y="804"/>
                      <a:pt x="2489" y="230"/>
                      <a:pt x="2986" y="39"/>
                    </a:cubicBezTo>
                    <a:cubicBezTo>
                      <a:pt x="3178" y="0"/>
                      <a:pt x="3369" y="115"/>
                      <a:pt x="3408" y="307"/>
                    </a:cubicBezTo>
                    <a:cubicBezTo>
                      <a:pt x="4594" y="4748"/>
                      <a:pt x="3025" y="9265"/>
                      <a:pt x="2106" y="13591"/>
                    </a:cubicBezTo>
                    <a:cubicBezTo>
                      <a:pt x="1570" y="15965"/>
                      <a:pt x="996" y="18453"/>
                      <a:pt x="1149" y="20903"/>
                    </a:cubicBezTo>
                    <a:cubicBezTo>
                      <a:pt x="1149" y="21325"/>
                      <a:pt x="1225" y="21707"/>
                      <a:pt x="1340" y="22090"/>
                    </a:cubicBezTo>
                    <a:cubicBezTo>
                      <a:pt x="1455" y="22550"/>
                      <a:pt x="766" y="22741"/>
                      <a:pt x="651" y="222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42"/>
              <p:cNvSpPr/>
              <p:nvPr/>
            </p:nvSpPr>
            <p:spPr>
              <a:xfrm>
                <a:off x="419000" y="4049525"/>
                <a:ext cx="321600" cy="252700"/>
              </a:xfrm>
              <a:custGeom>
                <a:avLst/>
                <a:gdLst/>
                <a:ahLst/>
                <a:cxnLst/>
                <a:rect l="l" t="t" r="r" b="b"/>
                <a:pathLst>
                  <a:path w="12864" h="10108" extrusionOk="0">
                    <a:moveTo>
                      <a:pt x="12098" y="9878"/>
                    </a:moveTo>
                    <a:cubicBezTo>
                      <a:pt x="9878" y="8768"/>
                      <a:pt x="7696" y="7466"/>
                      <a:pt x="5667" y="6011"/>
                    </a:cubicBezTo>
                    <a:cubicBezTo>
                      <a:pt x="3676" y="4518"/>
                      <a:pt x="1991" y="2681"/>
                      <a:pt x="345" y="805"/>
                    </a:cubicBezTo>
                    <a:cubicBezTo>
                      <a:pt x="1" y="499"/>
                      <a:pt x="498" y="1"/>
                      <a:pt x="843" y="307"/>
                    </a:cubicBezTo>
                    <a:cubicBezTo>
                      <a:pt x="996" y="499"/>
                      <a:pt x="1149" y="690"/>
                      <a:pt x="1302" y="843"/>
                    </a:cubicBezTo>
                    <a:cubicBezTo>
                      <a:pt x="3178" y="3025"/>
                      <a:pt x="5246" y="5016"/>
                      <a:pt x="7696" y="6547"/>
                    </a:cubicBezTo>
                    <a:cubicBezTo>
                      <a:pt x="9227" y="7543"/>
                      <a:pt x="10797" y="8462"/>
                      <a:pt x="12443" y="9265"/>
                    </a:cubicBezTo>
                    <a:cubicBezTo>
                      <a:pt x="12864" y="9495"/>
                      <a:pt x="12519" y="10108"/>
                      <a:pt x="12098" y="98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42"/>
              <p:cNvSpPr/>
              <p:nvPr/>
            </p:nvSpPr>
            <p:spPr>
              <a:xfrm>
                <a:off x="770250" y="4293600"/>
                <a:ext cx="139775" cy="54575"/>
              </a:xfrm>
              <a:custGeom>
                <a:avLst/>
                <a:gdLst/>
                <a:ahLst/>
                <a:cxnLst/>
                <a:rect l="l" t="t" r="r" b="b"/>
                <a:pathLst>
                  <a:path w="5591" h="2183" extrusionOk="0">
                    <a:moveTo>
                      <a:pt x="5054" y="2144"/>
                    </a:moveTo>
                    <a:cubicBezTo>
                      <a:pt x="3982" y="2029"/>
                      <a:pt x="2949" y="1838"/>
                      <a:pt x="1915" y="1493"/>
                    </a:cubicBezTo>
                    <a:cubicBezTo>
                      <a:pt x="1379" y="1302"/>
                      <a:pt x="766" y="1187"/>
                      <a:pt x="307" y="804"/>
                    </a:cubicBezTo>
                    <a:cubicBezTo>
                      <a:pt x="1" y="498"/>
                      <a:pt x="460" y="0"/>
                      <a:pt x="805" y="306"/>
                    </a:cubicBezTo>
                    <a:cubicBezTo>
                      <a:pt x="1188" y="536"/>
                      <a:pt x="1647" y="651"/>
                      <a:pt x="2068" y="804"/>
                    </a:cubicBezTo>
                    <a:cubicBezTo>
                      <a:pt x="3063" y="1110"/>
                      <a:pt x="4097" y="1340"/>
                      <a:pt x="5131" y="1455"/>
                    </a:cubicBezTo>
                    <a:cubicBezTo>
                      <a:pt x="5590" y="1532"/>
                      <a:pt x="5514" y="2182"/>
                      <a:pt x="5054" y="21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42"/>
              <p:cNvSpPr/>
              <p:nvPr/>
            </p:nvSpPr>
            <p:spPr>
              <a:xfrm>
                <a:off x="1120550" y="1185925"/>
                <a:ext cx="296725" cy="675725"/>
              </a:xfrm>
              <a:custGeom>
                <a:avLst/>
                <a:gdLst/>
                <a:ahLst/>
                <a:cxnLst/>
                <a:rect l="l" t="t" r="r" b="b"/>
                <a:pathLst>
                  <a:path w="11869" h="27029" extrusionOk="0">
                    <a:moveTo>
                      <a:pt x="11065" y="26684"/>
                    </a:moveTo>
                    <a:cubicBezTo>
                      <a:pt x="9648" y="24923"/>
                      <a:pt x="8232" y="23162"/>
                      <a:pt x="7045" y="21247"/>
                    </a:cubicBezTo>
                    <a:cubicBezTo>
                      <a:pt x="5475" y="18682"/>
                      <a:pt x="4097" y="15964"/>
                      <a:pt x="2987" y="13170"/>
                    </a:cubicBezTo>
                    <a:cubicBezTo>
                      <a:pt x="1685" y="9571"/>
                      <a:pt x="766" y="5819"/>
                      <a:pt x="230" y="2029"/>
                    </a:cubicBezTo>
                    <a:cubicBezTo>
                      <a:pt x="192" y="1723"/>
                      <a:pt x="154" y="1378"/>
                      <a:pt x="115" y="1072"/>
                    </a:cubicBezTo>
                    <a:cubicBezTo>
                      <a:pt x="115" y="689"/>
                      <a:pt x="1" y="0"/>
                      <a:pt x="537" y="77"/>
                    </a:cubicBezTo>
                    <a:cubicBezTo>
                      <a:pt x="996" y="153"/>
                      <a:pt x="766" y="727"/>
                      <a:pt x="843" y="1034"/>
                    </a:cubicBezTo>
                    <a:cubicBezTo>
                      <a:pt x="919" y="1953"/>
                      <a:pt x="1073" y="2833"/>
                      <a:pt x="1226" y="3752"/>
                    </a:cubicBezTo>
                    <a:cubicBezTo>
                      <a:pt x="1915" y="7733"/>
                      <a:pt x="3025" y="11677"/>
                      <a:pt x="4710" y="15352"/>
                    </a:cubicBezTo>
                    <a:cubicBezTo>
                      <a:pt x="5935" y="17993"/>
                      <a:pt x="7313" y="20520"/>
                      <a:pt x="8997" y="22855"/>
                    </a:cubicBezTo>
                    <a:cubicBezTo>
                      <a:pt x="9840" y="24042"/>
                      <a:pt x="10682" y="25114"/>
                      <a:pt x="11601" y="26224"/>
                    </a:cubicBezTo>
                    <a:cubicBezTo>
                      <a:pt x="11869" y="26569"/>
                      <a:pt x="11371" y="27028"/>
                      <a:pt x="11065" y="2668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42"/>
              <p:cNvSpPr/>
              <p:nvPr/>
            </p:nvSpPr>
            <p:spPr>
              <a:xfrm>
                <a:off x="1317725" y="2101850"/>
                <a:ext cx="122525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4901" h="1762" extrusionOk="0">
                    <a:moveTo>
                      <a:pt x="383" y="1455"/>
                    </a:moveTo>
                    <a:cubicBezTo>
                      <a:pt x="0" y="958"/>
                      <a:pt x="804" y="613"/>
                      <a:pt x="1149" y="422"/>
                    </a:cubicBezTo>
                    <a:cubicBezTo>
                      <a:pt x="1838" y="115"/>
                      <a:pt x="2603" y="1"/>
                      <a:pt x="3369" y="1"/>
                    </a:cubicBezTo>
                    <a:cubicBezTo>
                      <a:pt x="3790" y="39"/>
                      <a:pt x="4211" y="115"/>
                      <a:pt x="4594" y="192"/>
                    </a:cubicBezTo>
                    <a:cubicBezTo>
                      <a:pt x="4786" y="230"/>
                      <a:pt x="4900" y="460"/>
                      <a:pt x="4862" y="651"/>
                    </a:cubicBezTo>
                    <a:cubicBezTo>
                      <a:pt x="4747" y="958"/>
                      <a:pt x="4403" y="919"/>
                      <a:pt x="4173" y="843"/>
                    </a:cubicBezTo>
                    <a:cubicBezTo>
                      <a:pt x="3216" y="613"/>
                      <a:pt x="2182" y="690"/>
                      <a:pt x="1302" y="1149"/>
                    </a:cubicBezTo>
                    <a:cubicBezTo>
                      <a:pt x="995" y="1264"/>
                      <a:pt x="727" y="1762"/>
                      <a:pt x="383" y="14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42"/>
              <p:cNvSpPr/>
              <p:nvPr/>
            </p:nvSpPr>
            <p:spPr>
              <a:xfrm>
                <a:off x="680300" y="2097075"/>
                <a:ext cx="100500" cy="38300"/>
              </a:xfrm>
              <a:custGeom>
                <a:avLst/>
                <a:gdLst/>
                <a:ahLst/>
                <a:cxnLst/>
                <a:rect l="l" t="t" r="r" b="b"/>
                <a:pathLst>
                  <a:path w="4020" h="1532" extrusionOk="0">
                    <a:moveTo>
                      <a:pt x="3254" y="1302"/>
                    </a:moveTo>
                    <a:cubicBezTo>
                      <a:pt x="2680" y="881"/>
                      <a:pt x="1914" y="842"/>
                      <a:pt x="1225" y="766"/>
                    </a:cubicBezTo>
                    <a:cubicBezTo>
                      <a:pt x="995" y="728"/>
                      <a:pt x="766" y="728"/>
                      <a:pt x="536" y="766"/>
                    </a:cubicBezTo>
                    <a:cubicBezTo>
                      <a:pt x="421" y="766"/>
                      <a:pt x="345" y="766"/>
                      <a:pt x="230" y="689"/>
                    </a:cubicBezTo>
                    <a:cubicBezTo>
                      <a:pt x="0" y="498"/>
                      <a:pt x="115" y="77"/>
                      <a:pt x="421" y="77"/>
                    </a:cubicBezTo>
                    <a:cubicBezTo>
                      <a:pt x="1493" y="0"/>
                      <a:pt x="2680" y="77"/>
                      <a:pt x="3637" y="689"/>
                    </a:cubicBezTo>
                    <a:cubicBezTo>
                      <a:pt x="4020" y="957"/>
                      <a:pt x="3675" y="1531"/>
                      <a:pt x="3254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42"/>
              <p:cNvSpPr/>
              <p:nvPr/>
            </p:nvSpPr>
            <p:spPr>
              <a:xfrm>
                <a:off x="1502425" y="2830200"/>
                <a:ext cx="287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762" extrusionOk="0">
                    <a:moveTo>
                      <a:pt x="269" y="1417"/>
                    </a:moveTo>
                    <a:cubicBezTo>
                      <a:pt x="231" y="1187"/>
                      <a:pt x="192" y="958"/>
                      <a:pt x="116" y="728"/>
                    </a:cubicBezTo>
                    <a:cubicBezTo>
                      <a:pt x="1" y="575"/>
                      <a:pt x="39" y="307"/>
                      <a:pt x="231" y="230"/>
                    </a:cubicBezTo>
                    <a:cubicBezTo>
                      <a:pt x="613" y="0"/>
                      <a:pt x="805" y="422"/>
                      <a:pt x="843" y="728"/>
                    </a:cubicBezTo>
                    <a:cubicBezTo>
                      <a:pt x="920" y="1034"/>
                      <a:pt x="1149" y="1647"/>
                      <a:pt x="652" y="1723"/>
                    </a:cubicBezTo>
                    <a:cubicBezTo>
                      <a:pt x="460" y="1761"/>
                      <a:pt x="307" y="1647"/>
                      <a:pt x="269" y="14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42"/>
              <p:cNvSpPr/>
              <p:nvPr/>
            </p:nvSpPr>
            <p:spPr>
              <a:xfrm>
                <a:off x="374975" y="4394075"/>
                <a:ext cx="38300" cy="52675"/>
              </a:xfrm>
              <a:custGeom>
                <a:avLst/>
                <a:gdLst/>
                <a:ahLst/>
                <a:cxnLst/>
                <a:rect l="l" t="t" r="r" b="b"/>
                <a:pathLst>
                  <a:path w="1532" h="2107" extrusionOk="0">
                    <a:moveTo>
                      <a:pt x="422" y="2030"/>
                    </a:moveTo>
                    <a:cubicBezTo>
                      <a:pt x="1" y="1800"/>
                      <a:pt x="383" y="1264"/>
                      <a:pt x="498" y="958"/>
                    </a:cubicBezTo>
                    <a:cubicBezTo>
                      <a:pt x="651" y="652"/>
                      <a:pt x="805" y="1"/>
                      <a:pt x="1264" y="231"/>
                    </a:cubicBezTo>
                    <a:cubicBezTo>
                      <a:pt x="1532" y="422"/>
                      <a:pt x="1417" y="728"/>
                      <a:pt x="1264" y="958"/>
                    </a:cubicBezTo>
                    <a:cubicBezTo>
                      <a:pt x="1111" y="1264"/>
                      <a:pt x="996" y="1532"/>
                      <a:pt x="881" y="1839"/>
                    </a:cubicBezTo>
                    <a:cubicBezTo>
                      <a:pt x="843" y="2030"/>
                      <a:pt x="613" y="2107"/>
                      <a:pt x="422" y="20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42"/>
              <p:cNvSpPr/>
              <p:nvPr/>
            </p:nvSpPr>
            <p:spPr>
              <a:xfrm>
                <a:off x="362525" y="4295500"/>
                <a:ext cx="39275" cy="402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609" extrusionOk="0">
                    <a:moveTo>
                      <a:pt x="231" y="1456"/>
                    </a:moveTo>
                    <a:cubicBezTo>
                      <a:pt x="77" y="1379"/>
                      <a:pt x="1" y="1149"/>
                      <a:pt x="77" y="996"/>
                    </a:cubicBezTo>
                    <a:cubicBezTo>
                      <a:pt x="269" y="690"/>
                      <a:pt x="499" y="384"/>
                      <a:pt x="728" y="116"/>
                    </a:cubicBezTo>
                    <a:cubicBezTo>
                      <a:pt x="881" y="1"/>
                      <a:pt x="1111" y="1"/>
                      <a:pt x="1264" y="116"/>
                    </a:cubicBezTo>
                    <a:cubicBezTo>
                      <a:pt x="1571" y="498"/>
                      <a:pt x="996" y="805"/>
                      <a:pt x="843" y="1149"/>
                    </a:cubicBezTo>
                    <a:cubicBezTo>
                      <a:pt x="728" y="1379"/>
                      <a:pt x="499" y="1609"/>
                      <a:pt x="231" y="14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42"/>
              <p:cNvSpPr/>
              <p:nvPr/>
            </p:nvSpPr>
            <p:spPr>
              <a:xfrm>
                <a:off x="550125" y="4493625"/>
                <a:ext cx="39275" cy="469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877" extrusionOk="0">
                    <a:moveTo>
                      <a:pt x="422" y="1762"/>
                    </a:moveTo>
                    <a:cubicBezTo>
                      <a:pt x="1" y="1532"/>
                      <a:pt x="345" y="1034"/>
                      <a:pt x="498" y="728"/>
                    </a:cubicBezTo>
                    <a:cubicBezTo>
                      <a:pt x="651" y="460"/>
                      <a:pt x="881" y="0"/>
                      <a:pt x="1264" y="268"/>
                    </a:cubicBezTo>
                    <a:cubicBezTo>
                      <a:pt x="1570" y="536"/>
                      <a:pt x="1187" y="881"/>
                      <a:pt x="1072" y="1149"/>
                    </a:cubicBezTo>
                    <a:cubicBezTo>
                      <a:pt x="919" y="1417"/>
                      <a:pt x="843" y="1876"/>
                      <a:pt x="422" y="17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42"/>
              <p:cNvSpPr/>
              <p:nvPr/>
            </p:nvSpPr>
            <p:spPr>
              <a:xfrm>
                <a:off x="567350" y="4322300"/>
                <a:ext cx="56500" cy="86175"/>
              </a:xfrm>
              <a:custGeom>
                <a:avLst/>
                <a:gdLst/>
                <a:ahLst/>
                <a:cxnLst/>
                <a:rect l="l" t="t" r="r" b="b"/>
                <a:pathLst>
                  <a:path w="2260" h="3447" extrusionOk="0">
                    <a:moveTo>
                      <a:pt x="269" y="3370"/>
                    </a:moveTo>
                    <a:cubicBezTo>
                      <a:pt x="77" y="3293"/>
                      <a:pt x="1" y="3063"/>
                      <a:pt x="77" y="2872"/>
                    </a:cubicBezTo>
                    <a:cubicBezTo>
                      <a:pt x="422" y="1991"/>
                      <a:pt x="728" y="1034"/>
                      <a:pt x="1417" y="345"/>
                    </a:cubicBezTo>
                    <a:cubicBezTo>
                      <a:pt x="1800" y="1"/>
                      <a:pt x="2259" y="575"/>
                      <a:pt x="1838" y="919"/>
                    </a:cubicBezTo>
                    <a:cubicBezTo>
                      <a:pt x="1302" y="1570"/>
                      <a:pt x="1034" y="2374"/>
                      <a:pt x="728" y="3178"/>
                    </a:cubicBezTo>
                    <a:cubicBezTo>
                      <a:pt x="651" y="3331"/>
                      <a:pt x="460" y="3446"/>
                      <a:pt x="269" y="33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42"/>
              <p:cNvSpPr/>
              <p:nvPr/>
            </p:nvSpPr>
            <p:spPr>
              <a:xfrm>
                <a:off x="405600" y="4575925"/>
                <a:ext cx="42150" cy="58425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2337" extrusionOk="0">
                    <a:moveTo>
                      <a:pt x="230" y="2260"/>
                    </a:moveTo>
                    <a:cubicBezTo>
                      <a:pt x="77" y="2183"/>
                      <a:pt x="1" y="1992"/>
                      <a:pt x="39" y="1800"/>
                    </a:cubicBezTo>
                    <a:cubicBezTo>
                      <a:pt x="230" y="1264"/>
                      <a:pt x="460" y="728"/>
                      <a:pt x="766" y="269"/>
                    </a:cubicBezTo>
                    <a:cubicBezTo>
                      <a:pt x="881" y="77"/>
                      <a:pt x="1073" y="1"/>
                      <a:pt x="1264" y="116"/>
                    </a:cubicBezTo>
                    <a:cubicBezTo>
                      <a:pt x="1685" y="384"/>
                      <a:pt x="1226" y="805"/>
                      <a:pt x="1111" y="1111"/>
                    </a:cubicBezTo>
                    <a:cubicBezTo>
                      <a:pt x="958" y="1417"/>
                      <a:pt x="805" y="1762"/>
                      <a:pt x="690" y="2068"/>
                    </a:cubicBezTo>
                    <a:cubicBezTo>
                      <a:pt x="651" y="2260"/>
                      <a:pt x="422" y="2336"/>
                      <a:pt x="230" y="22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42"/>
              <p:cNvSpPr/>
              <p:nvPr/>
            </p:nvSpPr>
            <p:spPr>
              <a:xfrm>
                <a:off x="515675" y="4656325"/>
                <a:ext cx="34475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1418" extrusionOk="0">
                    <a:moveTo>
                      <a:pt x="460" y="1302"/>
                    </a:moveTo>
                    <a:cubicBezTo>
                      <a:pt x="0" y="1073"/>
                      <a:pt x="421" y="498"/>
                      <a:pt x="613" y="192"/>
                    </a:cubicBezTo>
                    <a:cubicBezTo>
                      <a:pt x="728" y="39"/>
                      <a:pt x="957" y="1"/>
                      <a:pt x="1111" y="116"/>
                    </a:cubicBezTo>
                    <a:cubicBezTo>
                      <a:pt x="1379" y="345"/>
                      <a:pt x="1187" y="613"/>
                      <a:pt x="1034" y="843"/>
                    </a:cubicBezTo>
                    <a:cubicBezTo>
                      <a:pt x="919" y="1111"/>
                      <a:pt x="804" y="1417"/>
                      <a:pt x="46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42"/>
              <p:cNvSpPr/>
              <p:nvPr/>
            </p:nvSpPr>
            <p:spPr>
              <a:xfrm>
                <a:off x="713800" y="4449600"/>
                <a:ext cx="38300" cy="42125"/>
              </a:xfrm>
              <a:custGeom>
                <a:avLst/>
                <a:gdLst/>
                <a:ahLst/>
                <a:cxnLst/>
                <a:rect l="l" t="t" r="r" b="b"/>
                <a:pathLst>
                  <a:path w="1532" h="1685" extrusionOk="0">
                    <a:moveTo>
                      <a:pt x="536" y="1532"/>
                    </a:moveTo>
                    <a:cubicBezTo>
                      <a:pt x="0" y="1264"/>
                      <a:pt x="613" y="575"/>
                      <a:pt x="766" y="192"/>
                    </a:cubicBezTo>
                    <a:cubicBezTo>
                      <a:pt x="842" y="39"/>
                      <a:pt x="1072" y="0"/>
                      <a:pt x="1263" y="77"/>
                    </a:cubicBezTo>
                    <a:cubicBezTo>
                      <a:pt x="1531" y="268"/>
                      <a:pt x="1378" y="575"/>
                      <a:pt x="1263" y="804"/>
                    </a:cubicBezTo>
                    <a:lnTo>
                      <a:pt x="1263" y="804"/>
                    </a:lnTo>
                    <a:cubicBezTo>
                      <a:pt x="1072" y="1072"/>
                      <a:pt x="995" y="1685"/>
                      <a:pt x="536" y="15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42"/>
              <p:cNvSpPr/>
              <p:nvPr/>
            </p:nvSpPr>
            <p:spPr>
              <a:xfrm>
                <a:off x="795150" y="4637200"/>
                <a:ext cx="25850" cy="3830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1532" extrusionOk="0">
                    <a:moveTo>
                      <a:pt x="345" y="1493"/>
                    </a:moveTo>
                    <a:cubicBezTo>
                      <a:pt x="153" y="1493"/>
                      <a:pt x="0" y="1302"/>
                      <a:pt x="38" y="1110"/>
                    </a:cubicBezTo>
                    <a:cubicBezTo>
                      <a:pt x="115" y="727"/>
                      <a:pt x="306" y="0"/>
                      <a:pt x="804" y="230"/>
                    </a:cubicBezTo>
                    <a:cubicBezTo>
                      <a:pt x="996" y="306"/>
                      <a:pt x="1034" y="536"/>
                      <a:pt x="957" y="727"/>
                    </a:cubicBezTo>
                    <a:cubicBezTo>
                      <a:pt x="881" y="804"/>
                      <a:pt x="842" y="881"/>
                      <a:pt x="804" y="995"/>
                    </a:cubicBezTo>
                    <a:cubicBezTo>
                      <a:pt x="766" y="1225"/>
                      <a:pt x="689" y="1531"/>
                      <a:pt x="345" y="14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42"/>
              <p:cNvSpPr/>
              <p:nvPr/>
            </p:nvSpPr>
            <p:spPr>
              <a:xfrm>
                <a:off x="905200" y="4442900"/>
                <a:ext cx="26825" cy="36400"/>
              </a:xfrm>
              <a:custGeom>
                <a:avLst/>
                <a:gdLst/>
                <a:ahLst/>
                <a:cxnLst/>
                <a:rect l="l" t="t" r="r" b="b"/>
                <a:pathLst>
                  <a:path w="1073" h="1456" extrusionOk="0">
                    <a:moveTo>
                      <a:pt x="307" y="1379"/>
                    </a:moveTo>
                    <a:cubicBezTo>
                      <a:pt x="116" y="1340"/>
                      <a:pt x="1" y="1111"/>
                      <a:pt x="39" y="958"/>
                    </a:cubicBezTo>
                    <a:cubicBezTo>
                      <a:pt x="154" y="613"/>
                      <a:pt x="230" y="0"/>
                      <a:pt x="728" y="192"/>
                    </a:cubicBezTo>
                    <a:cubicBezTo>
                      <a:pt x="1073" y="345"/>
                      <a:pt x="881" y="728"/>
                      <a:pt x="766" y="996"/>
                    </a:cubicBezTo>
                    <a:cubicBezTo>
                      <a:pt x="728" y="1226"/>
                      <a:pt x="537" y="1455"/>
                      <a:pt x="269" y="13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42"/>
              <p:cNvSpPr/>
              <p:nvPr/>
            </p:nvSpPr>
            <p:spPr>
              <a:xfrm>
                <a:off x="967425" y="4601775"/>
                <a:ext cx="26825" cy="53625"/>
              </a:xfrm>
              <a:custGeom>
                <a:avLst/>
                <a:gdLst/>
                <a:ahLst/>
                <a:cxnLst/>
                <a:rect l="l" t="t" r="r" b="b"/>
                <a:pathLst>
                  <a:path w="1073" h="2145" extrusionOk="0">
                    <a:moveTo>
                      <a:pt x="306" y="2106"/>
                    </a:moveTo>
                    <a:cubicBezTo>
                      <a:pt x="115" y="2106"/>
                      <a:pt x="0" y="1915"/>
                      <a:pt x="0" y="1723"/>
                    </a:cubicBezTo>
                    <a:cubicBezTo>
                      <a:pt x="77" y="1417"/>
                      <a:pt x="115" y="1111"/>
                      <a:pt x="192" y="804"/>
                    </a:cubicBezTo>
                    <a:cubicBezTo>
                      <a:pt x="268" y="498"/>
                      <a:pt x="306" y="39"/>
                      <a:pt x="689" y="1"/>
                    </a:cubicBezTo>
                    <a:cubicBezTo>
                      <a:pt x="881" y="1"/>
                      <a:pt x="1072" y="192"/>
                      <a:pt x="1072" y="345"/>
                    </a:cubicBezTo>
                    <a:cubicBezTo>
                      <a:pt x="1072" y="422"/>
                      <a:pt x="1034" y="498"/>
                      <a:pt x="996" y="575"/>
                    </a:cubicBezTo>
                    <a:cubicBezTo>
                      <a:pt x="919" y="766"/>
                      <a:pt x="881" y="958"/>
                      <a:pt x="842" y="1187"/>
                    </a:cubicBezTo>
                    <a:cubicBezTo>
                      <a:pt x="728" y="1494"/>
                      <a:pt x="804" y="2144"/>
                      <a:pt x="306" y="21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42"/>
              <p:cNvSpPr/>
              <p:nvPr/>
            </p:nvSpPr>
            <p:spPr>
              <a:xfrm>
                <a:off x="1050675" y="4512775"/>
                <a:ext cx="26825" cy="31600"/>
              </a:xfrm>
              <a:custGeom>
                <a:avLst/>
                <a:gdLst/>
                <a:ahLst/>
                <a:cxnLst/>
                <a:rect l="l" t="t" r="r" b="b"/>
                <a:pathLst>
                  <a:path w="1073" h="1264" extrusionOk="0">
                    <a:moveTo>
                      <a:pt x="422" y="1225"/>
                    </a:moveTo>
                    <a:cubicBezTo>
                      <a:pt x="1" y="1072"/>
                      <a:pt x="269" y="536"/>
                      <a:pt x="345" y="230"/>
                    </a:cubicBezTo>
                    <a:cubicBezTo>
                      <a:pt x="422" y="77"/>
                      <a:pt x="652" y="0"/>
                      <a:pt x="805" y="77"/>
                    </a:cubicBezTo>
                    <a:cubicBezTo>
                      <a:pt x="1073" y="153"/>
                      <a:pt x="1073" y="460"/>
                      <a:pt x="958" y="689"/>
                    </a:cubicBezTo>
                    <a:cubicBezTo>
                      <a:pt x="920" y="766"/>
                      <a:pt x="881" y="881"/>
                      <a:pt x="881" y="996"/>
                    </a:cubicBezTo>
                    <a:cubicBezTo>
                      <a:pt x="843" y="1149"/>
                      <a:pt x="613" y="1264"/>
                      <a:pt x="422" y="12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42"/>
              <p:cNvSpPr/>
              <p:nvPr/>
            </p:nvSpPr>
            <p:spPr>
              <a:xfrm>
                <a:off x="1175100" y="4413225"/>
                <a:ext cx="22050" cy="83300"/>
              </a:xfrm>
              <a:custGeom>
                <a:avLst/>
                <a:gdLst/>
                <a:ahLst/>
                <a:cxnLst/>
                <a:rect l="l" t="t" r="r" b="b"/>
                <a:pathLst>
                  <a:path w="882" h="3332" extrusionOk="0">
                    <a:moveTo>
                      <a:pt x="345" y="3331"/>
                    </a:moveTo>
                    <a:cubicBezTo>
                      <a:pt x="154" y="3293"/>
                      <a:pt x="1" y="3102"/>
                      <a:pt x="39" y="2910"/>
                    </a:cubicBezTo>
                    <a:cubicBezTo>
                      <a:pt x="77" y="2413"/>
                      <a:pt x="116" y="1877"/>
                      <a:pt x="154" y="1341"/>
                    </a:cubicBezTo>
                    <a:cubicBezTo>
                      <a:pt x="192" y="996"/>
                      <a:pt x="116" y="613"/>
                      <a:pt x="231" y="269"/>
                    </a:cubicBezTo>
                    <a:cubicBezTo>
                      <a:pt x="384" y="1"/>
                      <a:pt x="805" y="39"/>
                      <a:pt x="881" y="345"/>
                    </a:cubicBezTo>
                    <a:cubicBezTo>
                      <a:pt x="881" y="1226"/>
                      <a:pt x="805" y="2145"/>
                      <a:pt x="728" y="3025"/>
                    </a:cubicBezTo>
                    <a:cubicBezTo>
                      <a:pt x="728" y="3216"/>
                      <a:pt x="537" y="3331"/>
                      <a:pt x="345" y="33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42"/>
              <p:cNvSpPr/>
              <p:nvPr/>
            </p:nvSpPr>
            <p:spPr>
              <a:xfrm>
                <a:off x="1222000" y="4625700"/>
                <a:ext cx="24925" cy="36400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456" extrusionOk="0">
                    <a:moveTo>
                      <a:pt x="154" y="996"/>
                    </a:moveTo>
                    <a:cubicBezTo>
                      <a:pt x="192" y="651"/>
                      <a:pt x="1" y="39"/>
                      <a:pt x="498" y="1"/>
                    </a:cubicBezTo>
                    <a:cubicBezTo>
                      <a:pt x="996" y="39"/>
                      <a:pt x="843" y="651"/>
                      <a:pt x="843" y="996"/>
                    </a:cubicBezTo>
                    <a:cubicBezTo>
                      <a:pt x="843" y="1455"/>
                      <a:pt x="154" y="1455"/>
                      <a:pt x="154" y="99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42"/>
              <p:cNvSpPr/>
              <p:nvPr/>
            </p:nvSpPr>
            <p:spPr>
              <a:xfrm>
                <a:off x="1356950" y="4651550"/>
                <a:ext cx="24925" cy="39250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570" extrusionOk="0">
                    <a:moveTo>
                      <a:pt x="116" y="1225"/>
                    </a:moveTo>
                    <a:cubicBezTo>
                      <a:pt x="77" y="957"/>
                      <a:pt x="39" y="728"/>
                      <a:pt x="1" y="460"/>
                    </a:cubicBezTo>
                    <a:cubicBezTo>
                      <a:pt x="39" y="0"/>
                      <a:pt x="728" y="0"/>
                      <a:pt x="728" y="460"/>
                    </a:cubicBezTo>
                    <a:cubicBezTo>
                      <a:pt x="728" y="804"/>
                      <a:pt x="996" y="1417"/>
                      <a:pt x="498" y="1532"/>
                    </a:cubicBezTo>
                    <a:cubicBezTo>
                      <a:pt x="307" y="1570"/>
                      <a:pt x="116" y="1417"/>
                      <a:pt x="116" y="12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42"/>
              <p:cNvSpPr/>
              <p:nvPr/>
            </p:nvSpPr>
            <p:spPr>
              <a:xfrm>
                <a:off x="1382800" y="4513725"/>
                <a:ext cx="25875" cy="49800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1992" extrusionOk="0">
                    <a:moveTo>
                      <a:pt x="230" y="1532"/>
                    </a:moveTo>
                    <a:cubicBezTo>
                      <a:pt x="154" y="1187"/>
                      <a:pt x="39" y="843"/>
                      <a:pt x="0" y="460"/>
                    </a:cubicBezTo>
                    <a:cubicBezTo>
                      <a:pt x="0" y="39"/>
                      <a:pt x="651" y="0"/>
                      <a:pt x="689" y="460"/>
                    </a:cubicBezTo>
                    <a:cubicBezTo>
                      <a:pt x="766" y="766"/>
                      <a:pt x="843" y="1034"/>
                      <a:pt x="919" y="1340"/>
                    </a:cubicBezTo>
                    <a:cubicBezTo>
                      <a:pt x="1034" y="1800"/>
                      <a:pt x="383" y="1991"/>
                      <a:pt x="230" y="15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42"/>
              <p:cNvSpPr/>
              <p:nvPr/>
            </p:nvSpPr>
            <p:spPr>
              <a:xfrm>
                <a:off x="1561775" y="4597950"/>
                <a:ext cx="32575" cy="62225"/>
              </a:xfrm>
              <a:custGeom>
                <a:avLst/>
                <a:gdLst/>
                <a:ahLst/>
                <a:cxnLst/>
                <a:rect l="l" t="t" r="r" b="b"/>
                <a:pathLst>
                  <a:path w="1303" h="2489" extrusionOk="0">
                    <a:moveTo>
                      <a:pt x="575" y="2183"/>
                    </a:moveTo>
                    <a:cubicBezTo>
                      <a:pt x="460" y="1685"/>
                      <a:pt x="268" y="1149"/>
                      <a:pt x="115" y="651"/>
                    </a:cubicBezTo>
                    <a:cubicBezTo>
                      <a:pt x="0" y="192"/>
                      <a:pt x="651" y="0"/>
                      <a:pt x="804" y="460"/>
                    </a:cubicBezTo>
                    <a:cubicBezTo>
                      <a:pt x="958" y="957"/>
                      <a:pt x="1149" y="1493"/>
                      <a:pt x="1264" y="1991"/>
                    </a:cubicBezTo>
                    <a:cubicBezTo>
                      <a:pt x="1302" y="2183"/>
                      <a:pt x="1187" y="2374"/>
                      <a:pt x="996" y="2451"/>
                    </a:cubicBezTo>
                    <a:cubicBezTo>
                      <a:pt x="843" y="2489"/>
                      <a:pt x="613" y="2374"/>
                      <a:pt x="575" y="21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42"/>
              <p:cNvSpPr/>
              <p:nvPr/>
            </p:nvSpPr>
            <p:spPr>
              <a:xfrm>
                <a:off x="1556025" y="4444825"/>
                <a:ext cx="35450" cy="49775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1991" extrusionOk="0">
                    <a:moveTo>
                      <a:pt x="575" y="1570"/>
                    </a:moveTo>
                    <a:cubicBezTo>
                      <a:pt x="422" y="1263"/>
                      <a:pt x="307" y="995"/>
                      <a:pt x="154" y="727"/>
                    </a:cubicBezTo>
                    <a:cubicBezTo>
                      <a:pt x="1" y="268"/>
                      <a:pt x="613" y="0"/>
                      <a:pt x="805" y="421"/>
                    </a:cubicBezTo>
                    <a:cubicBezTo>
                      <a:pt x="958" y="727"/>
                      <a:pt x="1111" y="995"/>
                      <a:pt x="1226" y="1263"/>
                    </a:cubicBezTo>
                    <a:cubicBezTo>
                      <a:pt x="1417" y="1684"/>
                      <a:pt x="766" y="1991"/>
                      <a:pt x="575" y="15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42"/>
              <p:cNvSpPr/>
              <p:nvPr/>
            </p:nvSpPr>
            <p:spPr>
              <a:xfrm>
                <a:off x="1602925" y="4282100"/>
                <a:ext cx="57450" cy="52675"/>
              </a:xfrm>
              <a:custGeom>
                <a:avLst/>
                <a:gdLst/>
                <a:ahLst/>
                <a:cxnLst/>
                <a:rect l="l" t="t" r="r" b="b"/>
                <a:pathLst>
                  <a:path w="2298" h="2107" extrusionOk="0">
                    <a:moveTo>
                      <a:pt x="1609" y="1953"/>
                    </a:moveTo>
                    <a:cubicBezTo>
                      <a:pt x="1264" y="1494"/>
                      <a:pt x="919" y="996"/>
                      <a:pt x="422" y="690"/>
                    </a:cubicBezTo>
                    <a:cubicBezTo>
                      <a:pt x="1" y="652"/>
                      <a:pt x="1" y="1"/>
                      <a:pt x="460" y="1"/>
                    </a:cubicBezTo>
                    <a:cubicBezTo>
                      <a:pt x="1149" y="77"/>
                      <a:pt x="1762" y="996"/>
                      <a:pt x="2183" y="1494"/>
                    </a:cubicBezTo>
                    <a:cubicBezTo>
                      <a:pt x="2298" y="1647"/>
                      <a:pt x="2259" y="1877"/>
                      <a:pt x="2106" y="1992"/>
                    </a:cubicBezTo>
                    <a:cubicBezTo>
                      <a:pt x="1953" y="2106"/>
                      <a:pt x="1723" y="2106"/>
                      <a:pt x="1609" y="1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42"/>
              <p:cNvSpPr/>
              <p:nvPr/>
            </p:nvSpPr>
            <p:spPr>
              <a:xfrm>
                <a:off x="1720650" y="4338575"/>
                <a:ext cx="30650" cy="33525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1341" extrusionOk="0">
                    <a:moveTo>
                      <a:pt x="383" y="958"/>
                    </a:moveTo>
                    <a:cubicBezTo>
                      <a:pt x="230" y="766"/>
                      <a:pt x="39" y="613"/>
                      <a:pt x="1" y="345"/>
                    </a:cubicBezTo>
                    <a:cubicBezTo>
                      <a:pt x="1" y="154"/>
                      <a:pt x="192" y="1"/>
                      <a:pt x="383" y="1"/>
                    </a:cubicBezTo>
                    <a:cubicBezTo>
                      <a:pt x="690" y="1"/>
                      <a:pt x="728" y="345"/>
                      <a:pt x="919" y="536"/>
                    </a:cubicBezTo>
                    <a:cubicBezTo>
                      <a:pt x="1226" y="919"/>
                      <a:pt x="651" y="1340"/>
                      <a:pt x="383" y="9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42"/>
              <p:cNvSpPr/>
              <p:nvPr/>
            </p:nvSpPr>
            <p:spPr>
              <a:xfrm>
                <a:off x="1759900" y="4496500"/>
                <a:ext cx="68925" cy="72750"/>
              </a:xfrm>
              <a:custGeom>
                <a:avLst/>
                <a:gdLst/>
                <a:ahLst/>
                <a:cxnLst/>
                <a:rect l="l" t="t" r="r" b="b"/>
                <a:pathLst>
                  <a:path w="2757" h="2910" extrusionOk="0">
                    <a:moveTo>
                      <a:pt x="1953" y="2565"/>
                    </a:moveTo>
                    <a:cubicBezTo>
                      <a:pt x="1455" y="1915"/>
                      <a:pt x="996" y="1302"/>
                      <a:pt x="383" y="766"/>
                    </a:cubicBezTo>
                    <a:cubicBezTo>
                      <a:pt x="0" y="575"/>
                      <a:pt x="230" y="0"/>
                      <a:pt x="651" y="115"/>
                    </a:cubicBezTo>
                    <a:cubicBezTo>
                      <a:pt x="1034" y="307"/>
                      <a:pt x="1302" y="689"/>
                      <a:pt x="1608" y="996"/>
                    </a:cubicBezTo>
                    <a:cubicBezTo>
                      <a:pt x="1914" y="1379"/>
                      <a:pt x="2221" y="1723"/>
                      <a:pt x="2489" y="2106"/>
                    </a:cubicBezTo>
                    <a:cubicBezTo>
                      <a:pt x="2757" y="2489"/>
                      <a:pt x="2221" y="2910"/>
                      <a:pt x="1914" y="25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42"/>
              <p:cNvSpPr/>
              <p:nvPr/>
            </p:nvSpPr>
            <p:spPr>
              <a:xfrm>
                <a:off x="1799125" y="4637200"/>
                <a:ext cx="33525" cy="36375"/>
              </a:xfrm>
              <a:custGeom>
                <a:avLst/>
                <a:gdLst/>
                <a:ahLst/>
                <a:cxnLst/>
                <a:rect l="l" t="t" r="r" b="b"/>
                <a:pathLst>
                  <a:path w="1341" h="1455" extrusionOk="0">
                    <a:moveTo>
                      <a:pt x="460" y="1225"/>
                    </a:moveTo>
                    <a:cubicBezTo>
                      <a:pt x="384" y="1072"/>
                      <a:pt x="269" y="881"/>
                      <a:pt x="154" y="727"/>
                    </a:cubicBezTo>
                    <a:cubicBezTo>
                      <a:pt x="1" y="268"/>
                      <a:pt x="613" y="0"/>
                      <a:pt x="843" y="421"/>
                    </a:cubicBezTo>
                    <a:cubicBezTo>
                      <a:pt x="958" y="727"/>
                      <a:pt x="1341" y="1110"/>
                      <a:pt x="958" y="1378"/>
                    </a:cubicBezTo>
                    <a:cubicBezTo>
                      <a:pt x="805" y="1455"/>
                      <a:pt x="575" y="1417"/>
                      <a:pt x="460" y="12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42"/>
              <p:cNvSpPr/>
              <p:nvPr/>
            </p:nvSpPr>
            <p:spPr>
              <a:xfrm>
                <a:off x="1894850" y="4409400"/>
                <a:ext cx="37350" cy="488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953" extrusionOk="0">
                    <a:moveTo>
                      <a:pt x="651" y="1570"/>
                    </a:moveTo>
                    <a:cubicBezTo>
                      <a:pt x="460" y="1187"/>
                      <a:pt x="77" y="881"/>
                      <a:pt x="0" y="498"/>
                    </a:cubicBezTo>
                    <a:cubicBezTo>
                      <a:pt x="0" y="115"/>
                      <a:pt x="574" y="1"/>
                      <a:pt x="689" y="383"/>
                    </a:cubicBezTo>
                    <a:cubicBezTo>
                      <a:pt x="881" y="651"/>
                      <a:pt x="1072" y="919"/>
                      <a:pt x="1264" y="1187"/>
                    </a:cubicBezTo>
                    <a:cubicBezTo>
                      <a:pt x="1493" y="1608"/>
                      <a:pt x="881" y="1953"/>
                      <a:pt x="651" y="15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42"/>
              <p:cNvSpPr/>
              <p:nvPr/>
            </p:nvSpPr>
            <p:spPr>
              <a:xfrm>
                <a:off x="1906325" y="4240950"/>
                <a:ext cx="35450" cy="3735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1494" extrusionOk="0">
                    <a:moveTo>
                      <a:pt x="575" y="1149"/>
                    </a:moveTo>
                    <a:cubicBezTo>
                      <a:pt x="460" y="996"/>
                      <a:pt x="307" y="881"/>
                      <a:pt x="192" y="766"/>
                    </a:cubicBezTo>
                    <a:cubicBezTo>
                      <a:pt x="39" y="651"/>
                      <a:pt x="1" y="422"/>
                      <a:pt x="115" y="269"/>
                    </a:cubicBezTo>
                    <a:cubicBezTo>
                      <a:pt x="345" y="1"/>
                      <a:pt x="651" y="192"/>
                      <a:pt x="843" y="383"/>
                    </a:cubicBezTo>
                    <a:cubicBezTo>
                      <a:pt x="958" y="498"/>
                      <a:pt x="1034" y="613"/>
                      <a:pt x="1149" y="690"/>
                    </a:cubicBezTo>
                    <a:cubicBezTo>
                      <a:pt x="1417" y="1073"/>
                      <a:pt x="881" y="1494"/>
                      <a:pt x="575" y="11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42"/>
              <p:cNvSpPr/>
              <p:nvPr/>
            </p:nvSpPr>
            <p:spPr>
              <a:xfrm>
                <a:off x="1912075" y="4103125"/>
                <a:ext cx="30650" cy="23000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920" extrusionOk="0">
                    <a:moveTo>
                      <a:pt x="536" y="843"/>
                    </a:moveTo>
                    <a:cubicBezTo>
                      <a:pt x="460" y="805"/>
                      <a:pt x="383" y="766"/>
                      <a:pt x="307" y="728"/>
                    </a:cubicBezTo>
                    <a:cubicBezTo>
                      <a:pt x="115" y="690"/>
                      <a:pt x="0" y="498"/>
                      <a:pt x="77" y="307"/>
                    </a:cubicBezTo>
                    <a:cubicBezTo>
                      <a:pt x="115" y="116"/>
                      <a:pt x="307" y="1"/>
                      <a:pt x="498" y="39"/>
                    </a:cubicBezTo>
                    <a:cubicBezTo>
                      <a:pt x="804" y="154"/>
                      <a:pt x="1225" y="345"/>
                      <a:pt x="1034" y="728"/>
                    </a:cubicBezTo>
                    <a:cubicBezTo>
                      <a:pt x="919" y="881"/>
                      <a:pt x="728" y="920"/>
                      <a:pt x="536" y="84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42"/>
              <p:cNvSpPr/>
              <p:nvPr/>
            </p:nvSpPr>
            <p:spPr>
              <a:xfrm>
                <a:off x="384550" y="4123225"/>
                <a:ext cx="38300" cy="45025"/>
              </a:xfrm>
              <a:custGeom>
                <a:avLst/>
                <a:gdLst/>
                <a:ahLst/>
                <a:cxnLst/>
                <a:rect l="l" t="t" r="r" b="b"/>
                <a:pathLst>
                  <a:path w="1532" h="1801" extrusionOk="0">
                    <a:moveTo>
                      <a:pt x="192" y="1532"/>
                    </a:moveTo>
                    <a:cubicBezTo>
                      <a:pt x="39" y="1417"/>
                      <a:pt x="0" y="1187"/>
                      <a:pt x="154" y="1034"/>
                    </a:cubicBezTo>
                    <a:cubicBezTo>
                      <a:pt x="422" y="766"/>
                      <a:pt x="919" y="1"/>
                      <a:pt x="1340" y="460"/>
                    </a:cubicBezTo>
                    <a:cubicBezTo>
                      <a:pt x="1532" y="728"/>
                      <a:pt x="1302" y="958"/>
                      <a:pt x="1072" y="1111"/>
                    </a:cubicBezTo>
                    <a:cubicBezTo>
                      <a:pt x="804" y="1302"/>
                      <a:pt x="575" y="1800"/>
                      <a:pt x="192" y="15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42"/>
              <p:cNvSpPr/>
              <p:nvPr/>
            </p:nvSpPr>
            <p:spPr>
              <a:xfrm>
                <a:off x="274475" y="4091650"/>
                <a:ext cx="48850" cy="55525"/>
              </a:xfrm>
              <a:custGeom>
                <a:avLst/>
                <a:gdLst/>
                <a:ahLst/>
                <a:cxnLst/>
                <a:rect l="l" t="t" r="r" b="b"/>
                <a:pathLst>
                  <a:path w="1954" h="2221" extrusionOk="0">
                    <a:moveTo>
                      <a:pt x="154" y="1876"/>
                    </a:moveTo>
                    <a:cubicBezTo>
                      <a:pt x="1" y="1723"/>
                      <a:pt x="1" y="1532"/>
                      <a:pt x="154" y="1379"/>
                    </a:cubicBezTo>
                    <a:cubicBezTo>
                      <a:pt x="460" y="1111"/>
                      <a:pt x="1341" y="0"/>
                      <a:pt x="1724" y="575"/>
                    </a:cubicBezTo>
                    <a:cubicBezTo>
                      <a:pt x="1953" y="1034"/>
                      <a:pt x="1341" y="1149"/>
                      <a:pt x="1111" y="1417"/>
                    </a:cubicBezTo>
                    <a:cubicBezTo>
                      <a:pt x="843" y="1647"/>
                      <a:pt x="537" y="2221"/>
                      <a:pt x="154" y="18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42"/>
              <p:cNvSpPr/>
              <p:nvPr/>
            </p:nvSpPr>
            <p:spPr>
              <a:xfrm>
                <a:off x="264900" y="4516600"/>
                <a:ext cx="450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1801" h="2413" extrusionOk="0">
                    <a:moveTo>
                      <a:pt x="192" y="2336"/>
                    </a:moveTo>
                    <a:cubicBezTo>
                      <a:pt x="39" y="2221"/>
                      <a:pt x="1" y="1991"/>
                      <a:pt x="78" y="1838"/>
                    </a:cubicBezTo>
                    <a:cubicBezTo>
                      <a:pt x="307" y="1493"/>
                      <a:pt x="996" y="0"/>
                      <a:pt x="1532" y="613"/>
                    </a:cubicBezTo>
                    <a:cubicBezTo>
                      <a:pt x="1800" y="957"/>
                      <a:pt x="1264" y="1225"/>
                      <a:pt x="1111" y="1532"/>
                    </a:cubicBezTo>
                    <a:cubicBezTo>
                      <a:pt x="958" y="1723"/>
                      <a:pt x="805" y="1953"/>
                      <a:pt x="690" y="2221"/>
                    </a:cubicBezTo>
                    <a:cubicBezTo>
                      <a:pt x="613" y="2374"/>
                      <a:pt x="384" y="2412"/>
                      <a:pt x="192" y="233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42"/>
              <p:cNvSpPr/>
              <p:nvPr/>
            </p:nvSpPr>
            <p:spPr>
              <a:xfrm>
                <a:off x="234275" y="936125"/>
                <a:ext cx="1752475" cy="3800625"/>
              </a:xfrm>
              <a:custGeom>
                <a:avLst/>
                <a:gdLst/>
                <a:ahLst/>
                <a:cxnLst/>
                <a:rect l="l" t="t" r="r" b="b"/>
                <a:pathLst>
                  <a:path w="70099" h="152025" extrusionOk="0">
                    <a:moveTo>
                      <a:pt x="767" y="151029"/>
                    </a:moveTo>
                    <a:cubicBezTo>
                      <a:pt x="843" y="143908"/>
                      <a:pt x="499" y="136788"/>
                      <a:pt x="307" y="129667"/>
                    </a:cubicBezTo>
                    <a:cubicBezTo>
                      <a:pt x="1" y="112286"/>
                      <a:pt x="231" y="94867"/>
                      <a:pt x="269" y="77486"/>
                    </a:cubicBezTo>
                    <a:cubicBezTo>
                      <a:pt x="269" y="65886"/>
                      <a:pt x="154" y="54286"/>
                      <a:pt x="269" y="42686"/>
                    </a:cubicBezTo>
                    <a:cubicBezTo>
                      <a:pt x="499" y="31278"/>
                      <a:pt x="728" y="19908"/>
                      <a:pt x="690" y="8537"/>
                    </a:cubicBezTo>
                    <a:cubicBezTo>
                      <a:pt x="652" y="6164"/>
                      <a:pt x="652" y="3790"/>
                      <a:pt x="537" y="1455"/>
                    </a:cubicBezTo>
                    <a:cubicBezTo>
                      <a:pt x="537" y="1263"/>
                      <a:pt x="499" y="1110"/>
                      <a:pt x="499" y="957"/>
                    </a:cubicBezTo>
                    <a:cubicBezTo>
                      <a:pt x="499" y="804"/>
                      <a:pt x="575" y="651"/>
                      <a:pt x="728" y="574"/>
                    </a:cubicBezTo>
                    <a:cubicBezTo>
                      <a:pt x="652" y="230"/>
                      <a:pt x="1035" y="115"/>
                      <a:pt x="1341" y="115"/>
                    </a:cubicBezTo>
                    <a:cubicBezTo>
                      <a:pt x="4250" y="0"/>
                      <a:pt x="7160" y="268"/>
                      <a:pt x="10069" y="383"/>
                    </a:cubicBezTo>
                    <a:cubicBezTo>
                      <a:pt x="21095" y="613"/>
                      <a:pt x="32159" y="727"/>
                      <a:pt x="43185" y="651"/>
                    </a:cubicBezTo>
                    <a:cubicBezTo>
                      <a:pt x="47205" y="651"/>
                      <a:pt x="51263" y="613"/>
                      <a:pt x="55283" y="574"/>
                    </a:cubicBezTo>
                    <a:cubicBezTo>
                      <a:pt x="59264" y="574"/>
                      <a:pt x="63246" y="574"/>
                      <a:pt x="67189" y="498"/>
                    </a:cubicBezTo>
                    <a:cubicBezTo>
                      <a:pt x="67725" y="498"/>
                      <a:pt x="68261" y="498"/>
                      <a:pt x="68759" y="574"/>
                    </a:cubicBezTo>
                    <a:cubicBezTo>
                      <a:pt x="68835" y="574"/>
                      <a:pt x="68912" y="613"/>
                      <a:pt x="68950" y="651"/>
                    </a:cubicBezTo>
                    <a:cubicBezTo>
                      <a:pt x="69026" y="613"/>
                      <a:pt x="69103" y="574"/>
                      <a:pt x="69141" y="574"/>
                    </a:cubicBezTo>
                    <a:cubicBezTo>
                      <a:pt x="69333" y="574"/>
                      <a:pt x="69524" y="766"/>
                      <a:pt x="69524" y="957"/>
                    </a:cubicBezTo>
                    <a:cubicBezTo>
                      <a:pt x="69448" y="1302"/>
                      <a:pt x="69524" y="1684"/>
                      <a:pt x="69524" y="2067"/>
                    </a:cubicBezTo>
                    <a:cubicBezTo>
                      <a:pt x="69639" y="3982"/>
                      <a:pt x="69716" y="5896"/>
                      <a:pt x="69716" y="7810"/>
                    </a:cubicBezTo>
                    <a:cubicBezTo>
                      <a:pt x="69869" y="15084"/>
                      <a:pt x="69562" y="22319"/>
                      <a:pt x="69601" y="29555"/>
                    </a:cubicBezTo>
                    <a:cubicBezTo>
                      <a:pt x="69601" y="33804"/>
                      <a:pt x="69792" y="38092"/>
                      <a:pt x="69907" y="42342"/>
                    </a:cubicBezTo>
                    <a:cubicBezTo>
                      <a:pt x="69984" y="47969"/>
                      <a:pt x="69945" y="53559"/>
                      <a:pt x="69945" y="59148"/>
                    </a:cubicBezTo>
                    <a:cubicBezTo>
                      <a:pt x="69945" y="64891"/>
                      <a:pt x="69639" y="70633"/>
                      <a:pt x="69639" y="76376"/>
                    </a:cubicBezTo>
                    <a:cubicBezTo>
                      <a:pt x="69792" y="87670"/>
                      <a:pt x="70098" y="98963"/>
                      <a:pt x="69754" y="110257"/>
                    </a:cubicBezTo>
                    <a:cubicBezTo>
                      <a:pt x="69639" y="114545"/>
                      <a:pt x="69486" y="118794"/>
                      <a:pt x="69486" y="123082"/>
                    </a:cubicBezTo>
                    <a:cubicBezTo>
                      <a:pt x="69371" y="128365"/>
                      <a:pt x="69256" y="133648"/>
                      <a:pt x="69294" y="138932"/>
                    </a:cubicBezTo>
                    <a:cubicBezTo>
                      <a:pt x="69256" y="142568"/>
                      <a:pt x="69294" y="146167"/>
                      <a:pt x="69256" y="149766"/>
                    </a:cubicBezTo>
                    <a:cubicBezTo>
                      <a:pt x="69256" y="150225"/>
                      <a:pt x="69256" y="150685"/>
                      <a:pt x="69256" y="151144"/>
                    </a:cubicBezTo>
                    <a:cubicBezTo>
                      <a:pt x="69256" y="151335"/>
                      <a:pt x="69103" y="151489"/>
                      <a:pt x="68912" y="151489"/>
                    </a:cubicBezTo>
                    <a:cubicBezTo>
                      <a:pt x="68835" y="151603"/>
                      <a:pt x="68759" y="151718"/>
                      <a:pt x="68605" y="151718"/>
                    </a:cubicBezTo>
                    <a:cubicBezTo>
                      <a:pt x="66806" y="151910"/>
                      <a:pt x="64968" y="152025"/>
                      <a:pt x="63131" y="151986"/>
                    </a:cubicBezTo>
                    <a:cubicBezTo>
                      <a:pt x="57618" y="151871"/>
                      <a:pt x="52105" y="151757"/>
                      <a:pt x="46592" y="151757"/>
                    </a:cubicBezTo>
                    <a:cubicBezTo>
                      <a:pt x="41692" y="151910"/>
                      <a:pt x="36753" y="152025"/>
                      <a:pt x="31815" y="151948"/>
                    </a:cubicBezTo>
                    <a:cubicBezTo>
                      <a:pt x="26264" y="151948"/>
                      <a:pt x="20712" y="151871"/>
                      <a:pt x="15161" y="151833"/>
                    </a:cubicBezTo>
                    <a:cubicBezTo>
                      <a:pt x="12443" y="151795"/>
                      <a:pt x="9725" y="151833"/>
                      <a:pt x="7045" y="151757"/>
                    </a:cubicBezTo>
                    <a:cubicBezTo>
                      <a:pt x="5131" y="151680"/>
                      <a:pt x="3217" y="151489"/>
                      <a:pt x="1341" y="151335"/>
                    </a:cubicBezTo>
                    <a:cubicBezTo>
                      <a:pt x="1264" y="151374"/>
                      <a:pt x="1188" y="151374"/>
                      <a:pt x="1149" y="151374"/>
                    </a:cubicBezTo>
                    <a:cubicBezTo>
                      <a:pt x="958" y="151374"/>
                      <a:pt x="767" y="151221"/>
                      <a:pt x="767" y="151029"/>
                    </a:cubicBezTo>
                    <a:lnTo>
                      <a:pt x="767" y="151029"/>
                    </a:lnTo>
                    <a:close/>
                    <a:moveTo>
                      <a:pt x="1188" y="842"/>
                    </a:moveTo>
                    <a:lnTo>
                      <a:pt x="1188" y="881"/>
                    </a:lnTo>
                    <a:cubicBezTo>
                      <a:pt x="1303" y="2144"/>
                      <a:pt x="1341" y="3407"/>
                      <a:pt x="1341" y="4671"/>
                    </a:cubicBezTo>
                    <a:cubicBezTo>
                      <a:pt x="1570" y="17572"/>
                      <a:pt x="1188" y="30474"/>
                      <a:pt x="958" y="43375"/>
                    </a:cubicBezTo>
                    <a:cubicBezTo>
                      <a:pt x="920" y="66537"/>
                      <a:pt x="958" y="89699"/>
                      <a:pt x="881" y="112860"/>
                    </a:cubicBezTo>
                    <a:cubicBezTo>
                      <a:pt x="728" y="124154"/>
                      <a:pt x="1303" y="135409"/>
                      <a:pt x="1494" y="146665"/>
                    </a:cubicBezTo>
                    <a:cubicBezTo>
                      <a:pt x="1494" y="147966"/>
                      <a:pt x="1532" y="149306"/>
                      <a:pt x="1494" y="150608"/>
                    </a:cubicBezTo>
                    <a:cubicBezTo>
                      <a:pt x="1724" y="150608"/>
                      <a:pt x="1992" y="150685"/>
                      <a:pt x="2221" y="150685"/>
                    </a:cubicBezTo>
                    <a:cubicBezTo>
                      <a:pt x="6356" y="151144"/>
                      <a:pt x="10529" y="151067"/>
                      <a:pt x="14702" y="151106"/>
                    </a:cubicBezTo>
                    <a:cubicBezTo>
                      <a:pt x="17458" y="151144"/>
                      <a:pt x="20253" y="151144"/>
                      <a:pt x="23048" y="151182"/>
                    </a:cubicBezTo>
                    <a:cubicBezTo>
                      <a:pt x="31432" y="151297"/>
                      <a:pt x="39854" y="151221"/>
                      <a:pt x="48238" y="151029"/>
                    </a:cubicBezTo>
                    <a:cubicBezTo>
                      <a:pt x="53751" y="151029"/>
                      <a:pt x="59226" y="151182"/>
                      <a:pt x="64700" y="151259"/>
                    </a:cubicBezTo>
                    <a:cubicBezTo>
                      <a:pt x="65964" y="151221"/>
                      <a:pt x="67227" y="151144"/>
                      <a:pt x="68491" y="151029"/>
                    </a:cubicBezTo>
                    <a:lnTo>
                      <a:pt x="68529" y="151029"/>
                    </a:lnTo>
                    <a:cubicBezTo>
                      <a:pt x="68605" y="143947"/>
                      <a:pt x="68529" y="136864"/>
                      <a:pt x="68644" y="129782"/>
                    </a:cubicBezTo>
                    <a:cubicBezTo>
                      <a:pt x="68720" y="125762"/>
                      <a:pt x="68797" y="121704"/>
                      <a:pt x="68835" y="117684"/>
                    </a:cubicBezTo>
                    <a:cubicBezTo>
                      <a:pt x="69256" y="104974"/>
                      <a:pt x="69294" y="92225"/>
                      <a:pt x="68950" y="79515"/>
                    </a:cubicBezTo>
                    <a:cubicBezTo>
                      <a:pt x="68835" y="73811"/>
                      <a:pt x="69065" y="68107"/>
                      <a:pt x="69218" y="62364"/>
                    </a:cubicBezTo>
                    <a:cubicBezTo>
                      <a:pt x="69218" y="56736"/>
                      <a:pt x="69256" y="51109"/>
                      <a:pt x="69218" y="45481"/>
                    </a:cubicBezTo>
                    <a:cubicBezTo>
                      <a:pt x="69218" y="41193"/>
                      <a:pt x="68988" y="36944"/>
                      <a:pt x="68912" y="32694"/>
                    </a:cubicBezTo>
                    <a:cubicBezTo>
                      <a:pt x="68759" y="24042"/>
                      <a:pt x="69180" y="15390"/>
                      <a:pt x="68988" y="6738"/>
                    </a:cubicBezTo>
                    <a:cubicBezTo>
                      <a:pt x="68950" y="4900"/>
                      <a:pt x="68873" y="3101"/>
                      <a:pt x="68759" y="1263"/>
                    </a:cubicBezTo>
                    <a:lnTo>
                      <a:pt x="68682" y="1263"/>
                    </a:lnTo>
                    <a:cubicBezTo>
                      <a:pt x="68184" y="1225"/>
                      <a:pt x="67687" y="1187"/>
                      <a:pt x="67189" y="1187"/>
                    </a:cubicBezTo>
                    <a:cubicBezTo>
                      <a:pt x="63207" y="1263"/>
                      <a:pt x="59226" y="1263"/>
                      <a:pt x="55283" y="1263"/>
                    </a:cubicBezTo>
                    <a:cubicBezTo>
                      <a:pt x="49846" y="1302"/>
                      <a:pt x="44410" y="1378"/>
                      <a:pt x="39012" y="1378"/>
                    </a:cubicBezTo>
                    <a:cubicBezTo>
                      <a:pt x="30704" y="1340"/>
                      <a:pt x="22435" y="1340"/>
                      <a:pt x="14128" y="1149"/>
                    </a:cubicBezTo>
                    <a:cubicBezTo>
                      <a:pt x="10529" y="1149"/>
                      <a:pt x="6892" y="842"/>
                      <a:pt x="3293" y="804"/>
                    </a:cubicBezTo>
                    <a:cubicBezTo>
                      <a:pt x="2642" y="804"/>
                      <a:pt x="2030" y="766"/>
                      <a:pt x="1417" y="804"/>
                    </a:cubicBezTo>
                    <a:cubicBezTo>
                      <a:pt x="1341" y="804"/>
                      <a:pt x="1264" y="842"/>
                      <a:pt x="1188" y="8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90" name="Google Shape;2090;p42"/>
            <p:cNvSpPr/>
            <p:nvPr/>
          </p:nvSpPr>
          <p:spPr>
            <a:xfrm>
              <a:off x="5752683" y="4210965"/>
              <a:ext cx="409995" cy="17353"/>
            </a:xfrm>
            <a:custGeom>
              <a:avLst/>
              <a:gdLst/>
              <a:ahLst/>
              <a:cxnLst/>
              <a:rect l="l" t="t" r="r" b="b"/>
              <a:pathLst>
                <a:path w="11199" h="474" extrusionOk="0">
                  <a:moveTo>
                    <a:pt x="10962" y="474"/>
                  </a:moveTo>
                  <a:cubicBezTo>
                    <a:pt x="7394" y="356"/>
                    <a:pt x="3806" y="395"/>
                    <a:pt x="237" y="415"/>
                  </a:cubicBezTo>
                  <a:cubicBezTo>
                    <a:pt x="1" y="395"/>
                    <a:pt x="1" y="40"/>
                    <a:pt x="237" y="40"/>
                  </a:cubicBezTo>
                  <a:cubicBezTo>
                    <a:pt x="3372" y="21"/>
                    <a:pt x="6507" y="1"/>
                    <a:pt x="9641" y="80"/>
                  </a:cubicBezTo>
                  <a:cubicBezTo>
                    <a:pt x="10075" y="80"/>
                    <a:pt x="10529" y="99"/>
                    <a:pt x="10962" y="99"/>
                  </a:cubicBezTo>
                  <a:cubicBezTo>
                    <a:pt x="11199" y="99"/>
                    <a:pt x="11199" y="454"/>
                    <a:pt x="10962" y="4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2"/>
            <p:cNvSpPr/>
            <p:nvPr/>
          </p:nvSpPr>
          <p:spPr>
            <a:xfrm>
              <a:off x="6216061" y="4215322"/>
              <a:ext cx="90976" cy="17353"/>
            </a:xfrm>
            <a:custGeom>
              <a:avLst/>
              <a:gdLst/>
              <a:ahLst/>
              <a:cxnLst/>
              <a:rect l="l" t="t" r="r" b="b"/>
              <a:pathLst>
                <a:path w="2485" h="474" extrusionOk="0">
                  <a:moveTo>
                    <a:pt x="1" y="296"/>
                  </a:moveTo>
                  <a:cubicBezTo>
                    <a:pt x="1" y="79"/>
                    <a:pt x="237" y="118"/>
                    <a:pt x="375" y="99"/>
                  </a:cubicBezTo>
                  <a:cubicBezTo>
                    <a:pt x="651" y="79"/>
                    <a:pt x="927" y="79"/>
                    <a:pt x="1203" y="59"/>
                  </a:cubicBezTo>
                  <a:cubicBezTo>
                    <a:pt x="1558" y="40"/>
                    <a:pt x="1933" y="20"/>
                    <a:pt x="2307" y="0"/>
                  </a:cubicBezTo>
                  <a:cubicBezTo>
                    <a:pt x="2406" y="0"/>
                    <a:pt x="2485" y="79"/>
                    <a:pt x="2485" y="178"/>
                  </a:cubicBezTo>
                  <a:cubicBezTo>
                    <a:pt x="2485" y="296"/>
                    <a:pt x="2406" y="355"/>
                    <a:pt x="2307" y="375"/>
                  </a:cubicBezTo>
                  <a:cubicBezTo>
                    <a:pt x="1755" y="394"/>
                    <a:pt x="1203" y="414"/>
                    <a:pt x="671" y="454"/>
                  </a:cubicBezTo>
                  <a:cubicBezTo>
                    <a:pt x="513" y="454"/>
                    <a:pt x="336" y="473"/>
                    <a:pt x="178" y="473"/>
                  </a:cubicBezTo>
                  <a:cubicBezTo>
                    <a:pt x="80" y="473"/>
                    <a:pt x="1" y="394"/>
                    <a:pt x="1" y="2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2" name="Google Shape;2092;p42"/>
          <p:cNvGrpSpPr/>
          <p:nvPr/>
        </p:nvGrpSpPr>
        <p:grpSpPr>
          <a:xfrm>
            <a:off x="4656970" y="3104729"/>
            <a:ext cx="696474" cy="1504662"/>
            <a:chOff x="7077673" y="1323651"/>
            <a:chExt cx="1343767" cy="2903071"/>
          </a:xfrm>
        </p:grpSpPr>
        <p:grpSp>
          <p:nvGrpSpPr>
            <p:cNvPr id="2093" name="Google Shape;2093;p42"/>
            <p:cNvGrpSpPr/>
            <p:nvPr/>
          </p:nvGrpSpPr>
          <p:grpSpPr>
            <a:xfrm>
              <a:off x="7077673" y="1323651"/>
              <a:ext cx="1343767" cy="2860871"/>
              <a:chOff x="2009700" y="929425"/>
              <a:chExt cx="1787875" cy="3806375"/>
            </a:xfrm>
          </p:grpSpPr>
          <p:sp>
            <p:nvSpPr>
              <p:cNvPr id="2094" name="Google Shape;2094;p42"/>
              <p:cNvSpPr/>
              <p:nvPr/>
            </p:nvSpPr>
            <p:spPr>
              <a:xfrm>
                <a:off x="2029800" y="938975"/>
                <a:ext cx="1745750" cy="3783425"/>
              </a:xfrm>
              <a:custGeom>
                <a:avLst/>
                <a:gdLst/>
                <a:ahLst/>
                <a:cxnLst/>
                <a:rect l="l" t="t" r="r" b="b"/>
                <a:pathLst>
                  <a:path w="69830" h="151337" extrusionOk="0">
                    <a:moveTo>
                      <a:pt x="13361" y="151221"/>
                    </a:moveTo>
                    <a:cubicBezTo>
                      <a:pt x="13208" y="151221"/>
                      <a:pt x="13055" y="151221"/>
                      <a:pt x="12902" y="151221"/>
                    </a:cubicBezTo>
                    <a:cubicBezTo>
                      <a:pt x="9303" y="151030"/>
                      <a:pt x="5666" y="150915"/>
                      <a:pt x="2068" y="151183"/>
                    </a:cubicBezTo>
                    <a:lnTo>
                      <a:pt x="2068" y="151183"/>
                    </a:lnTo>
                    <a:cubicBezTo>
                      <a:pt x="1149" y="151298"/>
                      <a:pt x="613" y="150456"/>
                      <a:pt x="651" y="149614"/>
                    </a:cubicBezTo>
                    <a:lnTo>
                      <a:pt x="651" y="149614"/>
                    </a:lnTo>
                    <a:cubicBezTo>
                      <a:pt x="651" y="149575"/>
                      <a:pt x="651" y="149575"/>
                      <a:pt x="651" y="149537"/>
                    </a:cubicBezTo>
                    <a:lnTo>
                      <a:pt x="651" y="149537"/>
                    </a:lnTo>
                    <a:cubicBezTo>
                      <a:pt x="728" y="148503"/>
                      <a:pt x="651" y="147470"/>
                      <a:pt x="651" y="146474"/>
                    </a:cubicBezTo>
                    <a:cubicBezTo>
                      <a:pt x="689" y="139583"/>
                      <a:pt x="728" y="132692"/>
                      <a:pt x="957" y="125801"/>
                    </a:cubicBezTo>
                    <a:cubicBezTo>
                      <a:pt x="1110" y="117608"/>
                      <a:pt x="804" y="109416"/>
                      <a:pt x="957" y="101223"/>
                    </a:cubicBezTo>
                    <a:cubicBezTo>
                      <a:pt x="1225" y="98964"/>
                      <a:pt x="919" y="96629"/>
                      <a:pt x="1072" y="94370"/>
                    </a:cubicBezTo>
                    <a:cubicBezTo>
                      <a:pt x="1110" y="94294"/>
                      <a:pt x="1110" y="94255"/>
                      <a:pt x="1110" y="94179"/>
                    </a:cubicBezTo>
                    <a:cubicBezTo>
                      <a:pt x="651" y="92877"/>
                      <a:pt x="996" y="90427"/>
                      <a:pt x="919" y="89393"/>
                    </a:cubicBezTo>
                    <a:cubicBezTo>
                      <a:pt x="1034" y="87824"/>
                      <a:pt x="957" y="86216"/>
                      <a:pt x="919" y="84646"/>
                    </a:cubicBezTo>
                    <a:cubicBezTo>
                      <a:pt x="919" y="83230"/>
                      <a:pt x="1034" y="81813"/>
                      <a:pt x="957" y="80397"/>
                    </a:cubicBezTo>
                    <a:cubicBezTo>
                      <a:pt x="919" y="80397"/>
                      <a:pt x="919" y="80358"/>
                      <a:pt x="881" y="80358"/>
                    </a:cubicBezTo>
                    <a:cubicBezTo>
                      <a:pt x="919" y="79784"/>
                      <a:pt x="919" y="79210"/>
                      <a:pt x="919" y="78674"/>
                    </a:cubicBezTo>
                    <a:lnTo>
                      <a:pt x="919" y="78674"/>
                    </a:lnTo>
                    <a:cubicBezTo>
                      <a:pt x="919" y="78521"/>
                      <a:pt x="919" y="78406"/>
                      <a:pt x="957" y="78291"/>
                    </a:cubicBezTo>
                    <a:lnTo>
                      <a:pt x="957" y="78214"/>
                    </a:lnTo>
                    <a:cubicBezTo>
                      <a:pt x="957" y="76989"/>
                      <a:pt x="957" y="75803"/>
                      <a:pt x="919" y="74616"/>
                    </a:cubicBezTo>
                    <a:lnTo>
                      <a:pt x="919" y="74577"/>
                    </a:lnTo>
                    <a:lnTo>
                      <a:pt x="919" y="74539"/>
                    </a:lnTo>
                    <a:cubicBezTo>
                      <a:pt x="919" y="74003"/>
                      <a:pt x="919" y="73467"/>
                      <a:pt x="919" y="72970"/>
                    </a:cubicBezTo>
                    <a:lnTo>
                      <a:pt x="919" y="72931"/>
                    </a:lnTo>
                    <a:lnTo>
                      <a:pt x="919" y="72893"/>
                    </a:lnTo>
                    <a:lnTo>
                      <a:pt x="919" y="72893"/>
                    </a:lnTo>
                    <a:lnTo>
                      <a:pt x="919" y="72855"/>
                    </a:lnTo>
                    <a:lnTo>
                      <a:pt x="919" y="72855"/>
                    </a:lnTo>
                    <a:lnTo>
                      <a:pt x="919" y="72855"/>
                    </a:lnTo>
                    <a:cubicBezTo>
                      <a:pt x="919" y="72663"/>
                      <a:pt x="842" y="72510"/>
                      <a:pt x="728" y="72357"/>
                    </a:cubicBezTo>
                    <a:cubicBezTo>
                      <a:pt x="728" y="72319"/>
                      <a:pt x="689" y="72319"/>
                      <a:pt x="689" y="72280"/>
                    </a:cubicBezTo>
                    <a:cubicBezTo>
                      <a:pt x="651" y="71783"/>
                      <a:pt x="651" y="71285"/>
                      <a:pt x="651" y="70787"/>
                    </a:cubicBezTo>
                    <a:cubicBezTo>
                      <a:pt x="651" y="70481"/>
                      <a:pt x="651" y="70175"/>
                      <a:pt x="651" y="69869"/>
                    </a:cubicBezTo>
                    <a:lnTo>
                      <a:pt x="651" y="69869"/>
                    </a:lnTo>
                    <a:cubicBezTo>
                      <a:pt x="651" y="69141"/>
                      <a:pt x="613" y="68376"/>
                      <a:pt x="613" y="67648"/>
                    </a:cubicBezTo>
                    <a:cubicBezTo>
                      <a:pt x="613" y="66193"/>
                      <a:pt x="574" y="64777"/>
                      <a:pt x="574" y="63322"/>
                    </a:cubicBezTo>
                    <a:lnTo>
                      <a:pt x="574" y="63284"/>
                    </a:lnTo>
                    <a:cubicBezTo>
                      <a:pt x="536" y="62174"/>
                      <a:pt x="498" y="61063"/>
                      <a:pt x="498" y="59953"/>
                    </a:cubicBezTo>
                    <a:cubicBezTo>
                      <a:pt x="498" y="58537"/>
                      <a:pt x="460" y="57082"/>
                      <a:pt x="421" y="55665"/>
                    </a:cubicBezTo>
                    <a:cubicBezTo>
                      <a:pt x="421" y="54938"/>
                      <a:pt x="383" y="54211"/>
                      <a:pt x="345" y="53483"/>
                    </a:cubicBezTo>
                    <a:cubicBezTo>
                      <a:pt x="306" y="53139"/>
                      <a:pt x="306" y="52794"/>
                      <a:pt x="268" y="52450"/>
                    </a:cubicBezTo>
                    <a:cubicBezTo>
                      <a:pt x="268" y="52258"/>
                      <a:pt x="268" y="52067"/>
                      <a:pt x="268" y="51875"/>
                    </a:cubicBezTo>
                    <a:cubicBezTo>
                      <a:pt x="230" y="51684"/>
                      <a:pt x="230" y="51454"/>
                      <a:pt x="192" y="51301"/>
                    </a:cubicBezTo>
                    <a:cubicBezTo>
                      <a:pt x="153" y="51263"/>
                      <a:pt x="153" y="51224"/>
                      <a:pt x="153" y="51186"/>
                    </a:cubicBezTo>
                    <a:cubicBezTo>
                      <a:pt x="115" y="48851"/>
                      <a:pt x="77" y="46554"/>
                      <a:pt x="77" y="44257"/>
                    </a:cubicBezTo>
                    <a:cubicBezTo>
                      <a:pt x="77" y="44142"/>
                      <a:pt x="77" y="44027"/>
                      <a:pt x="0" y="43951"/>
                    </a:cubicBezTo>
                    <a:cubicBezTo>
                      <a:pt x="77" y="40352"/>
                      <a:pt x="192" y="36791"/>
                      <a:pt x="345" y="33193"/>
                    </a:cubicBezTo>
                    <a:cubicBezTo>
                      <a:pt x="460" y="28484"/>
                      <a:pt x="192" y="23737"/>
                      <a:pt x="230" y="18990"/>
                    </a:cubicBezTo>
                    <a:cubicBezTo>
                      <a:pt x="574" y="16425"/>
                      <a:pt x="345" y="13783"/>
                      <a:pt x="689" y="11218"/>
                    </a:cubicBezTo>
                    <a:cubicBezTo>
                      <a:pt x="881" y="8691"/>
                      <a:pt x="574" y="6050"/>
                      <a:pt x="651" y="3485"/>
                    </a:cubicBezTo>
                    <a:cubicBezTo>
                      <a:pt x="689" y="2834"/>
                      <a:pt x="613" y="2145"/>
                      <a:pt x="728" y="1494"/>
                    </a:cubicBezTo>
                    <a:cubicBezTo>
                      <a:pt x="957" y="881"/>
                      <a:pt x="1417" y="613"/>
                      <a:pt x="1876" y="613"/>
                    </a:cubicBezTo>
                    <a:cubicBezTo>
                      <a:pt x="1876" y="613"/>
                      <a:pt x="1876" y="613"/>
                      <a:pt x="1876" y="575"/>
                    </a:cubicBezTo>
                    <a:cubicBezTo>
                      <a:pt x="1991" y="575"/>
                      <a:pt x="2106" y="575"/>
                      <a:pt x="2182" y="537"/>
                    </a:cubicBezTo>
                    <a:cubicBezTo>
                      <a:pt x="2450" y="499"/>
                      <a:pt x="2680" y="345"/>
                      <a:pt x="2795" y="154"/>
                    </a:cubicBezTo>
                    <a:lnTo>
                      <a:pt x="2833" y="154"/>
                    </a:lnTo>
                    <a:cubicBezTo>
                      <a:pt x="3407" y="116"/>
                      <a:pt x="3982" y="154"/>
                      <a:pt x="4556" y="116"/>
                    </a:cubicBezTo>
                    <a:cubicBezTo>
                      <a:pt x="5322" y="77"/>
                      <a:pt x="6126" y="39"/>
                      <a:pt x="6891" y="1"/>
                    </a:cubicBezTo>
                    <a:cubicBezTo>
                      <a:pt x="6968" y="39"/>
                      <a:pt x="7044" y="39"/>
                      <a:pt x="7121" y="39"/>
                    </a:cubicBezTo>
                    <a:cubicBezTo>
                      <a:pt x="7351" y="39"/>
                      <a:pt x="7580" y="77"/>
                      <a:pt x="7848" y="77"/>
                    </a:cubicBezTo>
                    <a:cubicBezTo>
                      <a:pt x="8576" y="116"/>
                      <a:pt x="9303" y="116"/>
                      <a:pt x="10031" y="154"/>
                    </a:cubicBezTo>
                    <a:cubicBezTo>
                      <a:pt x="10145" y="307"/>
                      <a:pt x="10299" y="384"/>
                      <a:pt x="10490" y="384"/>
                    </a:cubicBezTo>
                    <a:lnTo>
                      <a:pt x="10528" y="384"/>
                    </a:lnTo>
                    <a:cubicBezTo>
                      <a:pt x="11256" y="307"/>
                      <a:pt x="11945" y="307"/>
                      <a:pt x="12672" y="307"/>
                    </a:cubicBezTo>
                    <a:cubicBezTo>
                      <a:pt x="13821" y="345"/>
                      <a:pt x="14931" y="384"/>
                      <a:pt x="16079" y="384"/>
                    </a:cubicBezTo>
                    <a:lnTo>
                      <a:pt x="16654" y="384"/>
                    </a:lnTo>
                    <a:cubicBezTo>
                      <a:pt x="16730" y="384"/>
                      <a:pt x="16845" y="384"/>
                      <a:pt x="16960" y="345"/>
                    </a:cubicBezTo>
                    <a:cubicBezTo>
                      <a:pt x="17458" y="345"/>
                      <a:pt x="17955" y="345"/>
                      <a:pt x="18453" y="345"/>
                    </a:cubicBezTo>
                    <a:cubicBezTo>
                      <a:pt x="18912" y="345"/>
                      <a:pt x="19372" y="345"/>
                      <a:pt x="19831" y="345"/>
                    </a:cubicBezTo>
                    <a:cubicBezTo>
                      <a:pt x="20827" y="422"/>
                      <a:pt x="21822" y="460"/>
                      <a:pt x="22817" y="460"/>
                    </a:cubicBezTo>
                    <a:cubicBezTo>
                      <a:pt x="30512" y="690"/>
                      <a:pt x="38207" y="537"/>
                      <a:pt x="45864" y="422"/>
                    </a:cubicBezTo>
                    <a:cubicBezTo>
                      <a:pt x="48582" y="537"/>
                      <a:pt x="51339" y="384"/>
                      <a:pt x="54057" y="269"/>
                    </a:cubicBezTo>
                    <a:cubicBezTo>
                      <a:pt x="54669" y="269"/>
                      <a:pt x="55282" y="269"/>
                      <a:pt x="55933" y="307"/>
                    </a:cubicBezTo>
                    <a:cubicBezTo>
                      <a:pt x="56086" y="307"/>
                      <a:pt x="56239" y="307"/>
                      <a:pt x="56392" y="307"/>
                    </a:cubicBezTo>
                    <a:cubicBezTo>
                      <a:pt x="57541" y="384"/>
                      <a:pt x="58689" y="460"/>
                      <a:pt x="59838" y="460"/>
                    </a:cubicBezTo>
                    <a:lnTo>
                      <a:pt x="60106" y="460"/>
                    </a:lnTo>
                    <a:cubicBezTo>
                      <a:pt x="60795" y="499"/>
                      <a:pt x="61484" y="537"/>
                      <a:pt x="62173" y="537"/>
                    </a:cubicBezTo>
                    <a:cubicBezTo>
                      <a:pt x="63551" y="613"/>
                      <a:pt x="64929" y="613"/>
                      <a:pt x="66308" y="575"/>
                    </a:cubicBezTo>
                    <a:cubicBezTo>
                      <a:pt x="66537" y="575"/>
                      <a:pt x="66767" y="537"/>
                      <a:pt x="67035" y="537"/>
                    </a:cubicBezTo>
                    <a:cubicBezTo>
                      <a:pt x="67648" y="460"/>
                      <a:pt x="68298" y="384"/>
                      <a:pt x="68796" y="881"/>
                    </a:cubicBezTo>
                    <a:cubicBezTo>
                      <a:pt x="69102" y="1188"/>
                      <a:pt x="69217" y="1724"/>
                      <a:pt x="69102" y="2145"/>
                    </a:cubicBezTo>
                    <a:cubicBezTo>
                      <a:pt x="69217" y="2336"/>
                      <a:pt x="69294" y="2604"/>
                      <a:pt x="69256" y="2872"/>
                    </a:cubicBezTo>
                    <a:cubicBezTo>
                      <a:pt x="69217" y="6165"/>
                      <a:pt x="69370" y="9304"/>
                      <a:pt x="69332" y="12558"/>
                    </a:cubicBezTo>
                    <a:cubicBezTo>
                      <a:pt x="69294" y="14778"/>
                      <a:pt x="69294" y="17037"/>
                      <a:pt x="69332" y="19258"/>
                    </a:cubicBezTo>
                    <a:cubicBezTo>
                      <a:pt x="69294" y="21937"/>
                      <a:pt x="68834" y="24579"/>
                      <a:pt x="69026" y="27259"/>
                    </a:cubicBezTo>
                    <a:cubicBezTo>
                      <a:pt x="69332" y="36179"/>
                      <a:pt x="68643" y="45099"/>
                      <a:pt x="68988" y="53981"/>
                    </a:cubicBezTo>
                    <a:cubicBezTo>
                      <a:pt x="68834" y="59800"/>
                      <a:pt x="69141" y="65581"/>
                      <a:pt x="69179" y="71362"/>
                    </a:cubicBezTo>
                    <a:cubicBezTo>
                      <a:pt x="69179" y="73199"/>
                      <a:pt x="69370" y="75037"/>
                      <a:pt x="69370" y="76874"/>
                    </a:cubicBezTo>
                    <a:cubicBezTo>
                      <a:pt x="69332" y="77410"/>
                      <a:pt x="69370" y="77985"/>
                      <a:pt x="69294" y="78521"/>
                    </a:cubicBezTo>
                    <a:cubicBezTo>
                      <a:pt x="69332" y="78674"/>
                      <a:pt x="69370" y="78827"/>
                      <a:pt x="69332" y="79018"/>
                    </a:cubicBezTo>
                    <a:cubicBezTo>
                      <a:pt x="69370" y="80550"/>
                      <a:pt x="69370" y="82081"/>
                      <a:pt x="69370" y="83651"/>
                    </a:cubicBezTo>
                    <a:cubicBezTo>
                      <a:pt x="69026" y="101185"/>
                      <a:pt x="69830" y="118719"/>
                      <a:pt x="69294" y="136214"/>
                    </a:cubicBezTo>
                    <a:cubicBezTo>
                      <a:pt x="69294" y="139009"/>
                      <a:pt x="69294" y="141765"/>
                      <a:pt x="69294" y="144522"/>
                    </a:cubicBezTo>
                    <a:cubicBezTo>
                      <a:pt x="69370" y="146245"/>
                      <a:pt x="69370" y="147967"/>
                      <a:pt x="69447" y="149652"/>
                    </a:cubicBezTo>
                    <a:cubicBezTo>
                      <a:pt x="69600" y="150609"/>
                      <a:pt x="68566" y="151298"/>
                      <a:pt x="67724" y="151145"/>
                    </a:cubicBezTo>
                    <a:lnTo>
                      <a:pt x="67724" y="151145"/>
                    </a:lnTo>
                    <a:cubicBezTo>
                      <a:pt x="67609" y="151145"/>
                      <a:pt x="67494" y="151183"/>
                      <a:pt x="67418" y="151183"/>
                    </a:cubicBezTo>
                    <a:cubicBezTo>
                      <a:pt x="63360" y="151107"/>
                      <a:pt x="59340" y="150992"/>
                      <a:pt x="55320" y="150839"/>
                    </a:cubicBezTo>
                    <a:cubicBezTo>
                      <a:pt x="49195" y="151030"/>
                      <a:pt x="43069" y="150915"/>
                      <a:pt x="36944" y="151145"/>
                    </a:cubicBezTo>
                    <a:cubicBezTo>
                      <a:pt x="29517" y="151336"/>
                      <a:pt x="22090" y="151107"/>
                      <a:pt x="14663" y="151068"/>
                    </a:cubicBezTo>
                    <a:cubicBezTo>
                      <a:pt x="14395" y="151221"/>
                      <a:pt x="14127" y="151260"/>
                      <a:pt x="13821" y="151260"/>
                    </a:cubicBezTo>
                    <a:cubicBezTo>
                      <a:pt x="13668" y="151260"/>
                      <a:pt x="13514" y="151260"/>
                      <a:pt x="13361" y="1512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42"/>
              <p:cNvSpPr/>
              <p:nvPr/>
            </p:nvSpPr>
            <p:spPr>
              <a:xfrm>
                <a:off x="2036500" y="1287375"/>
                <a:ext cx="1720875" cy="3007200"/>
              </a:xfrm>
              <a:custGeom>
                <a:avLst/>
                <a:gdLst/>
                <a:ahLst/>
                <a:cxnLst/>
                <a:rect l="l" t="t" r="r" b="b"/>
                <a:pathLst>
                  <a:path w="68835" h="120288" extrusionOk="0">
                    <a:moveTo>
                      <a:pt x="68528" y="39739"/>
                    </a:moveTo>
                    <a:cubicBezTo>
                      <a:pt x="68375" y="42725"/>
                      <a:pt x="68834" y="45673"/>
                      <a:pt x="68643" y="48620"/>
                    </a:cubicBezTo>
                    <a:cubicBezTo>
                      <a:pt x="68796" y="50841"/>
                      <a:pt x="68222" y="51377"/>
                      <a:pt x="66805" y="52985"/>
                    </a:cubicBezTo>
                    <a:cubicBezTo>
                      <a:pt x="65772" y="54133"/>
                      <a:pt x="64585" y="55052"/>
                      <a:pt x="63283" y="55894"/>
                    </a:cubicBezTo>
                    <a:cubicBezTo>
                      <a:pt x="63245" y="55933"/>
                      <a:pt x="63245" y="55971"/>
                      <a:pt x="63207" y="56009"/>
                    </a:cubicBezTo>
                    <a:cubicBezTo>
                      <a:pt x="63283" y="58995"/>
                      <a:pt x="63360" y="61981"/>
                      <a:pt x="63245" y="64968"/>
                    </a:cubicBezTo>
                    <a:cubicBezTo>
                      <a:pt x="63245" y="65427"/>
                      <a:pt x="63207" y="65886"/>
                      <a:pt x="63168" y="66346"/>
                    </a:cubicBezTo>
                    <a:cubicBezTo>
                      <a:pt x="63207" y="66384"/>
                      <a:pt x="63207" y="66422"/>
                      <a:pt x="63207" y="66499"/>
                    </a:cubicBezTo>
                    <a:cubicBezTo>
                      <a:pt x="63972" y="72471"/>
                      <a:pt x="61560" y="77525"/>
                      <a:pt x="57809" y="82004"/>
                    </a:cubicBezTo>
                    <a:cubicBezTo>
                      <a:pt x="56966" y="82961"/>
                      <a:pt x="56086" y="83880"/>
                      <a:pt x="55244" y="84837"/>
                    </a:cubicBezTo>
                    <a:cubicBezTo>
                      <a:pt x="54784" y="85181"/>
                      <a:pt x="54057" y="86483"/>
                      <a:pt x="53406" y="86521"/>
                    </a:cubicBezTo>
                    <a:cubicBezTo>
                      <a:pt x="53253" y="90886"/>
                      <a:pt x="53483" y="95250"/>
                      <a:pt x="54095" y="99538"/>
                    </a:cubicBezTo>
                    <a:cubicBezTo>
                      <a:pt x="54248" y="100495"/>
                      <a:pt x="54401" y="101452"/>
                      <a:pt x="54631" y="102371"/>
                    </a:cubicBezTo>
                    <a:cubicBezTo>
                      <a:pt x="54784" y="102754"/>
                      <a:pt x="54823" y="103136"/>
                      <a:pt x="54937" y="103519"/>
                    </a:cubicBezTo>
                    <a:cubicBezTo>
                      <a:pt x="54976" y="103711"/>
                      <a:pt x="55052" y="103902"/>
                      <a:pt x="55014" y="104093"/>
                    </a:cubicBezTo>
                    <a:cubicBezTo>
                      <a:pt x="55052" y="104093"/>
                      <a:pt x="55091" y="104093"/>
                      <a:pt x="55091" y="104132"/>
                    </a:cubicBezTo>
                    <a:cubicBezTo>
                      <a:pt x="55397" y="104208"/>
                      <a:pt x="55512" y="104515"/>
                      <a:pt x="55435" y="104783"/>
                    </a:cubicBezTo>
                    <a:cubicBezTo>
                      <a:pt x="53674" y="108917"/>
                      <a:pt x="45137" y="112592"/>
                      <a:pt x="41308" y="115119"/>
                    </a:cubicBezTo>
                    <a:cubicBezTo>
                      <a:pt x="39815" y="116038"/>
                      <a:pt x="38475" y="117225"/>
                      <a:pt x="37403" y="118603"/>
                    </a:cubicBezTo>
                    <a:cubicBezTo>
                      <a:pt x="37212" y="118871"/>
                      <a:pt x="37021" y="119139"/>
                      <a:pt x="36906" y="119407"/>
                    </a:cubicBezTo>
                    <a:cubicBezTo>
                      <a:pt x="36906" y="119445"/>
                      <a:pt x="36906" y="119484"/>
                      <a:pt x="36867" y="119484"/>
                    </a:cubicBezTo>
                    <a:cubicBezTo>
                      <a:pt x="36944" y="119790"/>
                      <a:pt x="36867" y="120058"/>
                      <a:pt x="36523" y="120211"/>
                    </a:cubicBezTo>
                    <a:cubicBezTo>
                      <a:pt x="36255" y="120287"/>
                      <a:pt x="35949" y="120134"/>
                      <a:pt x="35872" y="119866"/>
                    </a:cubicBezTo>
                    <a:cubicBezTo>
                      <a:pt x="34494" y="114583"/>
                      <a:pt x="31048" y="114009"/>
                      <a:pt x="26799" y="111712"/>
                    </a:cubicBezTo>
                    <a:cubicBezTo>
                      <a:pt x="23660" y="109951"/>
                      <a:pt x="20673" y="107807"/>
                      <a:pt x="18147" y="105280"/>
                    </a:cubicBezTo>
                    <a:cubicBezTo>
                      <a:pt x="17955" y="105089"/>
                      <a:pt x="17687" y="104783"/>
                      <a:pt x="17496" y="104515"/>
                    </a:cubicBezTo>
                    <a:cubicBezTo>
                      <a:pt x="17304" y="104400"/>
                      <a:pt x="17190" y="104132"/>
                      <a:pt x="17266" y="103902"/>
                    </a:cubicBezTo>
                    <a:cubicBezTo>
                      <a:pt x="17572" y="103098"/>
                      <a:pt x="17879" y="102332"/>
                      <a:pt x="18032" y="101452"/>
                    </a:cubicBezTo>
                    <a:cubicBezTo>
                      <a:pt x="18453" y="99423"/>
                      <a:pt x="18530" y="97317"/>
                      <a:pt x="18568" y="95250"/>
                    </a:cubicBezTo>
                    <a:cubicBezTo>
                      <a:pt x="18606" y="93259"/>
                      <a:pt x="18683" y="91230"/>
                      <a:pt x="18338" y="89239"/>
                    </a:cubicBezTo>
                    <a:cubicBezTo>
                      <a:pt x="18300" y="89201"/>
                      <a:pt x="18300" y="89163"/>
                      <a:pt x="18300" y="89125"/>
                    </a:cubicBezTo>
                    <a:cubicBezTo>
                      <a:pt x="17802" y="88282"/>
                      <a:pt x="16845" y="87746"/>
                      <a:pt x="16118" y="87057"/>
                    </a:cubicBezTo>
                    <a:cubicBezTo>
                      <a:pt x="14931" y="86062"/>
                      <a:pt x="13782" y="84913"/>
                      <a:pt x="12710" y="83803"/>
                    </a:cubicBezTo>
                    <a:cubicBezTo>
                      <a:pt x="11064" y="81851"/>
                      <a:pt x="9188" y="80051"/>
                      <a:pt x="7848" y="77869"/>
                    </a:cubicBezTo>
                    <a:cubicBezTo>
                      <a:pt x="7542" y="77295"/>
                      <a:pt x="7236" y="76721"/>
                      <a:pt x="6968" y="76146"/>
                    </a:cubicBezTo>
                    <a:cubicBezTo>
                      <a:pt x="6853" y="76070"/>
                      <a:pt x="6815" y="75993"/>
                      <a:pt x="6776" y="75840"/>
                    </a:cubicBezTo>
                    <a:cubicBezTo>
                      <a:pt x="6738" y="75802"/>
                      <a:pt x="6738" y="75687"/>
                      <a:pt x="6700" y="75572"/>
                    </a:cubicBezTo>
                    <a:cubicBezTo>
                      <a:pt x="6126" y="74347"/>
                      <a:pt x="5704" y="73045"/>
                      <a:pt x="5704" y="71705"/>
                    </a:cubicBezTo>
                    <a:cubicBezTo>
                      <a:pt x="5704" y="71667"/>
                      <a:pt x="5704" y="71629"/>
                      <a:pt x="5743" y="71591"/>
                    </a:cubicBezTo>
                    <a:cubicBezTo>
                      <a:pt x="5513" y="70251"/>
                      <a:pt x="5398" y="69064"/>
                      <a:pt x="5628" y="68681"/>
                    </a:cubicBezTo>
                    <a:cubicBezTo>
                      <a:pt x="5628" y="68643"/>
                      <a:pt x="5628" y="68566"/>
                      <a:pt x="5628" y="68528"/>
                    </a:cubicBezTo>
                    <a:cubicBezTo>
                      <a:pt x="5322" y="64202"/>
                      <a:pt x="5398" y="59914"/>
                      <a:pt x="5207" y="55588"/>
                    </a:cubicBezTo>
                    <a:cubicBezTo>
                      <a:pt x="5130" y="55550"/>
                      <a:pt x="5015" y="55435"/>
                      <a:pt x="4939" y="55358"/>
                    </a:cubicBezTo>
                    <a:cubicBezTo>
                      <a:pt x="4901" y="55320"/>
                      <a:pt x="4862" y="55282"/>
                      <a:pt x="4824" y="55243"/>
                    </a:cubicBezTo>
                    <a:cubicBezTo>
                      <a:pt x="4441" y="55397"/>
                      <a:pt x="4097" y="55052"/>
                      <a:pt x="3943" y="54746"/>
                    </a:cubicBezTo>
                    <a:cubicBezTo>
                      <a:pt x="3790" y="54516"/>
                      <a:pt x="3522" y="54363"/>
                      <a:pt x="3446" y="54095"/>
                    </a:cubicBezTo>
                    <a:cubicBezTo>
                      <a:pt x="2680" y="53521"/>
                      <a:pt x="1991" y="52832"/>
                      <a:pt x="1493" y="51989"/>
                    </a:cubicBezTo>
                    <a:cubicBezTo>
                      <a:pt x="1340" y="51645"/>
                      <a:pt x="957" y="51300"/>
                      <a:pt x="766" y="50917"/>
                    </a:cubicBezTo>
                    <a:cubicBezTo>
                      <a:pt x="689" y="50879"/>
                      <a:pt x="651" y="50803"/>
                      <a:pt x="574" y="50726"/>
                    </a:cubicBezTo>
                    <a:cubicBezTo>
                      <a:pt x="498" y="50573"/>
                      <a:pt x="498" y="50381"/>
                      <a:pt x="460" y="50190"/>
                    </a:cubicBezTo>
                    <a:cubicBezTo>
                      <a:pt x="268" y="49769"/>
                      <a:pt x="421" y="49233"/>
                      <a:pt x="383" y="48774"/>
                    </a:cubicBezTo>
                    <a:cubicBezTo>
                      <a:pt x="345" y="48276"/>
                      <a:pt x="383" y="47778"/>
                      <a:pt x="421" y="47280"/>
                    </a:cubicBezTo>
                    <a:cubicBezTo>
                      <a:pt x="421" y="45251"/>
                      <a:pt x="536" y="43222"/>
                      <a:pt x="421" y="41193"/>
                    </a:cubicBezTo>
                    <a:cubicBezTo>
                      <a:pt x="383" y="39739"/>
                      <a:pt x="0" y="38246"/>
                      <a:pt x="115" y="36752"/>
                    </a:cubicBezTo>
                    <a:cubicBezTo>
                      <a:pt x="689" y="35527"/>
                      <a:pt x="2259" y="36676"/>
                      <a:pt x="2910" y="37327"/>
                    </a:cubicBezTo>
                    <a:cubicBezTo>
                      <a:pt x="4058" y="38399"/>
                      <a:pt x="4862" y="39815"/>
                      <a:pt x="5436" y="41270"/>
                    </a:cubicBezTo>
                    <a:cubicBezTo>
                      <a:pt x="5551" y="41614"/>
                      <a:pt x="5666" y="41921"/>
                      <a:pt x="5743" y="42265"/>
                    </a:cubicBezTo>
                    <a:cubicBezTo>
                      <a:pt x="6011" y="41959"/>
                      <a:pt x="6240" y="41461"/>
                      <a:pt x="6355" y="40619"/>
                    </a:cubicBezTo>
                    <a:cubicBezTo>
                      <a:pt x="6432" y="37939"/>
                      <a:pt x="6164" y="35259"/>
                      <a:pt x="6432" y="32580"/>
                    </a:cubicBezTo>
                    <a:cubicBezTo>
                      <a:pt x="6432" y="26646"/>
                      <a:pt x="6853" y="20712"/>
                      <a:pt x="7504" y="14816"/>
                    </a:cubicBezTo>
                    <a:cubicBezTo>
                      <a:pt x="8040" y="11217"/>
                      <a:pt x="11370" y="8729"/>
                      <a:pt x="14050" y="6547"/>
                    </a:cubicBezTo>
                    <a:cubicBezTo>
                      <a:pt x="19104" y="2374"/>
                      <a:pt x="24770" y="1417"/>
                      <a:pt x="31125" y="919"/>
                    </a:cubicBezTo>
                    <a:cubicBezTo>
                      <a:pt x="34073" y="689"/>
                      <a:pt x="37021" y="0"/>
                      <a:pt x="39968" y="383"/>
                    </a:cubicBezTo>
                    <a:cubicBezTo>
                      <a:pt x="43567" y="842"/>
                      <a:pt x="47204" y="1455"/>
                      <a:pt x="50496" y="3101"/>
                    </a:cubicBezTo>
                    <a:cubicBezTo>
                      <a:pt x="53827" y="4518"/>
                      <a:pt x="57081" y="6432"/>
                      <a:pt x="59493" y="9188"/>
                    </a:cubicBezTo>
                    <a:cubicBezTo>
                      <a:pt x="63551" y="13782"/>
                      <a:pt x="64125" y="26722"/>
                      <a:pt x="63819" y="32771"/>
                    </a:cubicBezTo>
                    <a:cubicBezTo>
                      <a:pt x="63819" y="35489"/>
                      <a:pt x="63551" y="38169"/>
                      <a:pt x="63551" y="40887"/>
                    </a:cubicBezTo>
                    <a:cubicBezTo>
                      <a:pt x="64087" y="39585"/>
                      <a:pt x="64661" y="38284"/>
                      <a:pt x="65504" y="37212"/>
                    </a:cubicBezTo>
                    <a:cubicBezTo>
                      <a:pt x="66193" y="36408"/>
                      <a:pt x="68030" y="34723"/>
                      <a:pt x="68566" y="36446"/>
                    </a:cubicBezTo>
                    <a:cubicBezTo>
                      <a:pt x="68720" y="37556"/>
                      <a:pt x="68528" y="38667"/>
                      <a:pt x="68490" y="39739"/>
                    </a:cubicBezTo>
                    <a:close/>
                  </a:path>
                </a:pathLst>
              </a:custGeom>
              <a:solidFill>
                <a:srgbClr val="AD80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42"/>
              <p:cNvSpPr/>
              <p:nvPr/>
            </p:nvSpPr>
            <p:spPr>
              <a:xfrm>
                <a:off x="2009700" y="1152425"/>
                <a:ext cx="1750550" cy="3169900"/>
              </a:xfrm>
              <a:custGeom>
                <a:avLst/>
                <a:gdLst/>
                <a:ahLst/>
                <a:cxnLst/>
                <a:rect l="l" t="t" r="r" b="b"/>
                <a:pathLst>
                  <a:path w="70022" h="126796" extrusionOk="0">
                    <a:moveTo>
                      <a:pt x="54708" y="101031"/>
                    </a:moveTo>
                    <a:cubicBezTo>
                      <a:pt x="54669" y="101682"/>
                      <a:pt x="55588" y="103136"/>
                      <a:pt x="54937" y="103596"/>
                    </a:cubicBezTo>
                    <a:cubicBezTo>
                      <a:pt x="55014" y="103787"/>
                      <a:pt x="54899" y="103979"/>
                      <a:pt x="54784" y="104132"/>
                    </a:cubicBezTo>
                    <a:cubicBezTo>
                      <a:pt x="54784" y="104170"/>
                      <a:pt x="54784" y="104247"/>
                      <a:pt x="54823" y="104285"/>
                    </a:cubicBezTo>
                    <a:cubicBezTo>
                      <a:pt x="55129" y="105893"/>
                      <a:pt x="55550" y="107539"/>
                      <a:pt x="56124" y="109070"/>
                    </a:cubicBezTo>
                    <a:cubicBezTo>
                      <a:pt x="56545" y="109338"/>
                      <a:pt x="56545" y="110027"/>
                      <a:pt x="56622" y="110487"/>
                    </a:cubicBezTo>
                    <a:cubicBezTo>
                      <a:pt x="56928" y="111023"/>
                      <a:pt x="56277" y="111712"/>
                      <a:pt x="55703" y="111597"/>
                    </a:cubicBezTo>
                    <a:cubicBezTo>
                      <a:pt x="55703" y="111674"/>
                      <a:pt x="55665" y="111750"/>
                      <a:pt x="55627" y="111827"/>
                    </a:cubicBezTo>
                    <a:cubicBezTo>
                      <a:pt x="55627" y="111827"/>
                      <a:pt x="55627" y="111827"/>
                      <a:pt x="55665" y="111827"/>
                    </a:cubicBezTo>
                    <a:cubicBezTo>
                      <a:pt x="55856" y="111903"/>
                      <a:pt x="55971" y="112095"/>
                      <a:pt x="55971" y="112324"/>
                    </a:cubicBezTo>
                    <a:cubicBezTo>
                      <a:pt x="55818" y="113090"/>
                      <a:pt x="54937" y="113511"/>
                      <a:pt x="54401" y="114009"/>
                    </a:cubicBezTo>
                    <a:cubicBezTo>
                      <a:pt x="50267" y="117608"/>
                      <a:pt x="44754" y="118986"/>
                      <a:pt x="40198" y="121934"/>
                    </a:cubicBezTo>
                    <a:cubicBezTo>
                      <a:pt x="39318" y="122470"/>
                      <a:pt x="38782" y="123427"/>
                      <a:pt x="38284" y="124346"/>
                    </a:cubicBezTo>
                    <a:cubicBezTo>
                      <a:pt x="38131" y="124614"/>
                      <a:pt x="37978" y="124882"/>
                      <a:pt x="38093" y="125188"/>
                    </a:cubicBezTo>
                    <a:cubicBezTo>
                      <a:pt x="38093" y="125264"/>
                      <a:pt x="38093" y="125303"/>
                      <a:pt x="38054" y="125379"/>
                    </a:cubicBezTo>
                    <a:cubicBezTo>
                      <a:pt x="38093" y="125494"/>
                      <a:pt x="38093" y="125647"/>
                      <a:pt x="38093" y="125800"/>
                    </a:cubicBezTo>
                    <a:cubicBezTo>
                      <a:pt x="38322" y="126298"/>
                      <a:pt x="37633" y="126796"/>
                      <a:pt x="37250" y="126375"/>
                    </a:cubicBezTo>
                    <a:cubicBezTo>
                      <a:pt x="37174" y="126260"/>
                      <a:pt x="37135" y="126183"/>
                      <a:pt x="37097" y="126068"/>
                    </a:cubicBezTo>
                    <a:cubicBezTo>
                      <a:pt x="37059" y="126068"/>
                      <a:pt x="36982" y="126030"/>
                      <a:pt x="36944" y="126030"/>
                    </a:cubicBezTo>
                    <a:cubicBezTo>
                      <a:pt x="36714" y="125915"/>
                      <a:pt x="36638" y="125762"/>
                      <a:pt x="36638" y="125571"/>
                    </a:cubicBezTo>
                    <a:cubicBezTo>
                      <a:pt x="36600" y="125532"/>
                      <a:pt x="36561" y="125456"/>
                      <a:pt x="36523" y="125379"/>
                    </a:cubicBezTo>
                    <a:cubicBezTo>
                      <a:pt x="36255" y="124499"/>
                      <a:pt x="35987" y="123656"/>
                      <a:pt x="35604" y="122852"/>
                    </a:cubicBezTo>
                    <a:cubicBezTo>
                      <a:pt x="35374" y="122470"/>
                      <a:pt x="35183" y="122087"/>
                      <a:pt x="34915" y="121742"/>
                    </a:cubicBezTo>
                    <a:cubicBezTo>
                      <a:pt x="34647" y="121551"/>
                      <a:pt x="34647" y="121206"/>
                      <a:pt x="34800" y="120977"/>
                    </a:cubicBezTo>
                    <a:cubicBezTo>
                      <a:pt x="33192" y="119790"/>
                      <a:pt x="30972" y="119292"/>
                      <a:pt x="29096" y="118794"/>
                    </a:cubicBezTo>
                    <a:cubicBezTo>
                      <a:pt x="28177" y="118488"/>
                      <a:pt x="27258" y="118029"/>
                      <a:pt x="26339" y="117646"/>
                    </a:cubicBezTo>
                    <a:cubicBezTo>
                      <a:pt x="26110" y="117493"/>
                      <a:pt x="25957" y="117225"/>
                      <a:pt x="26071" y="116918"/>
                    </a:cubicBezTo>
                    <a:cubicBezTo>
                      <a:pt x="26186" y="116689"/>
                      <a:pt x="26493" y="116536"/>
                      <a:pt x="26761" y="116651"/>
                    </a:cubicBezTo>
                    <a:cubicBezTo>
                      <a:pt x="30283" y="118526"/>
                      <a:pt x="35336" y="118373"/>
                      <a:pt x="37365" y="122355"/>
                    </a:cubicBezTo>
                    <a:cubicBezTo>
                      <a:pt x="37442" y="122470"/>
                      <a:pt x="37480" y="122546"/>
                      <a:pt x="37518" y="122661"/>
                    </a:cubicBezTo>
                    <a:cubicBezTo>
                      <a:pt x="38743" y="120364"/>
                      <a:pt x="41730" y="119177"/>
                      <a:pt x="44065" y="118220"/>
                    </a:cubicBezTo>
                    <a:cubicBezTo>
                      <a:pt x="47702" y="116842"/>
                      <a:pt x="51415" y="115311"/>
                      <a:pt x="54287" y="112669"/>
                    </a:cubicBezTo>
                    <a:cubicBezTo>
                      <a:pt x="52870" y="110985"/>
                      <a:pt x="52066" y="108955"/>
                      <a:pt x="51377" y="106888"/>
                    </a:cubicBezTo>
                    <a:cubicBezTo>
                      <a:pt x="46362" y="110449"/>
                      <a:pt x="40160" y="112822"/>
                      <a:pt x="33805" y="111942"/>
                    </a:cubicBezTo>
                    <a:cubicBezTo>
                      <a:pt x="29364" y="110985"/>
                      <a:pt x="25114" y="109032"/>
                      <a:pt x="21860" y="106084"/>
                    </a:cubicBezTo>
                    <a:cubicBezTo>
                      <a:pt x="21707" y="105969"/>
                      <a:pt x="21439" y="105740"/>
                      <a:pt x="21171" y="105472"/>
                    </a:cubicBezTo>
                    <a:cubicBezTo>
                      <a:pt x="21095" y="105931"/>
                      <a:pt x="21056" y="106352"/>
                      <a:pt x="20980" y="106812"/>
                    </a:cubicBezTo>
                    <a:cubicBezTo>
                      <a:pt x="20788" y="107884"/>
                      <a:pt x="20559" y="108955"/>
                      <a:pt x="20214" y="110027"/>
                    </a:cubicBezTo>
                    <a:cubicBezTo>
                      <a:pt x="20023" y="110487"/>
                      <a:pt x="19870" y="111367"/>
                      <a:pt x="19219" y="111099"/>
                    </a:cubicBezTo>
                    <a:cubicBezTo>
                      <a:pt x="18951" y="110985"/>
                      <a:pt x="18798" y="110678"/>
                      <a:pt x="18912" y="110410"/>
                    </a:cubicBezTo>
                    <a:cubicBezTo>
                      <a:pt x="18951" y="110334"/>
                      <a:pt x="18989" y="110257"/>
                      <a:pt x="19027" y="110219"/>
                    </a:cubicBezTo>
                    <a:cubicBezTo>
                      <a:pt x="18874" y="110257"/>
                      <a:pt x="18683" y="110219"/>
                      <a:pt x="18491" y="110066"/>
                    </a:cubicBezTo>
                    <a:cubicBezTo>
                      <a:pt x="17917" y="109645"/>
                      <a:pt x="19448" y="105969"/>
                      <a:pt x="19334" y="104821"/>
                    </a:cubicBezTo>
                    <a:cubicBezTo>
                      <a:pt x="19372" y="104400"/>
                      <a:pt x="19334" y="103979"/>
                      <a:pt x="19334" y="103519"/>
                    </a:cubicBezTo>
                    <a:cubicBezTo>
                      <a:pt x="18951" y="102945"/>
                      <a:pt x="18874" y="102447"/>
                      <a:pt x="19487" y="102218"/>
                    </a:cubicBezTo>
                    <a:lnTo>
                      <a:pt x="19487" y="102218"/>
                    </a:lnTo>
                    <a:cubicBezTo>
                      <a:pt x="19448" y="101375"/>
                      <a:pt x="19716" y="100150"/>
                      <a:pt x="19678" y="99691"/>
                    </a:cubicBezTo>
                    <a:cubicBezTo>
                      <a:pt x="19755" y="98581"/>
                      <a:pt x="19831" y="97432"/>
                      <a:pt x="19755" y="96284"/>
                    </a:cubicBezTo>
                    <a:cubicBezTo>
                      <a:pt x="19755" y="95977"/>
                      <a:pt x="19563" y="95480"/>
                      <a:pt x="19716" y="95173"/>
                    </a:cubicBezTo>
                    <a:cubicBezTo>
                      <a:pt x="17534" y="93374"/>
                      <a:pt x="15697" y="91077"/>
                      <a:pt x="13706" y="89125"/>
                    </a:cubicBezTo>
                    <a:cubicBezTo>
                      <a:pt x="9992" y="85526"/>
                      <a:pt x="7312" y="80894"/>
                      <a:pt x="6623" y="75725"/>
                    </a:cubicBezTo>
                    <a:cubicBezTo>
                      <a:pt x="6202" y="75304"/>
                      <a:pt x="6355" y="74577"/>
                      <a:pt x="6317" y="74041"/>
                    </a:cubicBezTo>
                    <a:cubicBezTo>
                      <a:pt x="6317" y="72356"/>
                      <a:pt x="6087" y="70595"/>
                      <a:pt x="6508" y="68987"/>
                    </a:cubicBezTo>
                    <a:cubicBezTo>
                      <a:pt x="6547" y="66422"/>
                      <a:pt x="6355" y="63896"/>
                      <a:pt x="6470" y="61369"/>
                    </a:cubicBezTo>
                    <a:cubicBezTo>
                      <a:pt x="6662" y="58038"/>
                      <a:pt x="6930" y="54708"/>
                      <a:pt x="6930" y="51377"/>
                    </a:cubicBezTo>
                    <a:cubicBezTo>
                      <a:pt x="6853" y="51339"/>
                      <a:pt x="6776" y="51224"/>
                      <a:pt x="6700" y="51032"/>
                    </a:cubicBezTo>
                    <a:cubicBezTo>
                      <a:pt x="6585" y="53904"/>
                      <a:pt x="6279" y="56737"/>
                      <a:pt x="6241" y="59608"/>
                    </a:cubicBezTo>
                    <a:cubicBezTo>
                      <a:pt x="6623" y="60029"/>
                      <a:pt x="6394" y="61254"/>
                      <a:pt x="5666" y="61177"/>
                    </a:cubicBezTo>
                    <a:cubicBezTo>
                      <a:pt x="5437" y="61177"/>
                      <a:pt x="5245" y="60948"/>
                      <a:pt x="5207" y="60718"/>
                    </a:cubicBezTo>
                    <a:cubicBezTo>
                      <a:pt x="5169" y="60641"/>
                      <a:pt x="5169" y="60565"/>
                      <a:pt x="5169" y="60488"/>
                    </a:cubicBezTo>
                    <a:cubicBezTo>
                      <a:pt x="0" y="55243"/>
                      <a:pt x="1187" y="52525"/>
                      <a:pt x="1340" y="45941"/>
                    </a:cubicBezTo>
                    <a:cubicBezTo>
                      <a:pt x="1455" y="44792"/>
                      <a:pt x="1264" y="43644"/>
                      <a:pt x="1149" y="42533"/>
                    </a:cubicBezTo>
                    <a:cubicBezTo>
                      <a:pt x="1225" y="41921"/>
                      <a:pt x="1914" y="41768"/>
                      <a:pt x="2450" y="41882"/>
                    </a:cubicBezTo>
                    <a:cubicBezTo>
                      <a:pt x="4020" y="42227"/>
                      <a:pt x="5398" y="44333"/>
                      <a:pt x="6126" y="45979"/>
                    </a:cubicBezTo>
                    <a:lnTo>
                      <a:pt x="6126" y="45902"/>
                    </a:lnTo>
                    <a:cubicBezTo>
                      <a:pt x="6891" y="44103"/>
                      <a:pt x="6700" y="43529"/>
                      <a:pt x="6662" y="41691"/>
                    </a:cubicBezTo>
                    <a:cubicBezTo>
                      <a:pt x="6930" y="40811"/>
                      <a:pt x="7580" y="40121"/>
                      <a:pt x="7657" y="39203"/>
                    </a:cubicBezTo>
                    <a:cubicBezTo>
                      <a:pt x="7121" y="39126"/>
                      <a:pt x="7198" y="38514"/>
                      <a:pt x="7236" y="38092"/>
                    </a:cubicBezTo>
                    <a:cubicBezTo>
                      <a:pt x="7312" y="36599"/>
                      <a:pt x="7389" y="35030"/>
                      <a:pt x="7312" y="33537"/>
                    </a:cubicBezTo>
                    <a:cubicBezTo>
                      <a:pt x="6891" y="29747"/>
                      <a:pt x="6126" y="25995"/>
                      <a:pt x="6470" y="22205"/>
                    </a:cubicBezTo>
                    <a:cubicBezTo>
                      <a:pt x="7542" y="10758"/>
                      <a:pt x="20980" y="4747"/>
                      <a:pt x="30819" y="2182"/>
                    </a:cubicBezTo>
                    <a:cubicBezTo>
                      <a:pt x="39126" y="0"/>
                      <a:pt x="47932" y="2450"/>
                      <a:pt x="54861" y="7236"/>
                    </a:cubicBezTo>
                    <a:cubicBezTo>
                      <a:pt x="58460" y="9762"/>
                      <a:pt x="62326" y="12519"/>
                      <a:pt x="64317" y="16539"/>
                    </a:cubicBezTo>
                    <a:cubicBezTo>
                      <a:pt x="65887" y="20099"/>
                      <a:pt x="66193" y="24119"/>
                      <a:pt x="66423" y="27947"/>
                    </a:cubicBezTo>
                    <a:cubicBezTo>
                      <a:pt x="66767" y="33958"/>
                      <a:pt x="67035" y="40581"/>
                      <a:pt x="64049" y="45941"/>
                    </a:cubicBezTo>
                    <a:cubicBezTo>
                      <a:pt x="63858" y="46017"/>
                      <a:pt x="63704" y="46055"/>
                      <a:pt x="63590" y="46017"/>
                    </a:cubicBezTo>
                    <a:cubicBezTo>
                      <a:pt x="63551" y="46515"/>
                      <a:pt x="63551" y="47051"/>
                      <a:pt x="63551" y="47587"/>
                    </a:cubicBezTo>
                    <a:cubicBezTo>
                      <a:pt x="63743" y="47472"/>
                      <a:pt x="63972" y="47510"/>
                      <a:pt x="64126" y="47625"/>
                    </a:cubicBezTo>
                    <a:cubicBezTo>
                      <a:pt x="64202" y="47357"/>
                      <a:pt x="64355" y="47127"/>
                      <a:pt x="64738" y="47089"/>
                    </a:cubicBezTo>
                    <a:cubicBezTo>
                      <a:pt x="65274" y="45481"/>
                      <a:pt x="65542" y="43567"/>
                      <a:pt x="66882" y="42380"/>
                    </a:cubicBezTo>
                    <a:cubicBezTo>
                      <a:pt x="67456" y="41882"/>
                      <a:pt x="68222" y="41232"/>
                      <a:pt x="69026" y="41423"/>
                    </a:cubicBezTo>
                    <a:cubicBezTo>
                      <a:pt x="69524" y="41576"/>
                      <a:pt x="69638" y="42112"/>
                      <a:pt x="69638" y="42572"/>
                    </a:cubicBezTo>
                    <a:cubicBezTo>
                      <a:pt x="69830" y="44562"/>
                      <a:pt x="69945" y="46515"/>
                      <a:pt x="69945" y="48506"/>
                    </a:cubicBezTo>
                    <a:cubicBezTo>
                      <a:pt x="69906" y="50573"/>
                      <a:pt x="70021" y="52640"/>
                      <a:pt x="69983" y="54746"/>
                    </a:cubicBezTo>
                    <a:cubicBezTo>
                      <a:pt x="70021" y="55626"/>
                      <a:pt x="69830" y="56469"/>
                      <a:pt x="69179" y="57119"/>
                    </a:cubicBezTo>
                    <a:cubicBezTo>
                      <a:pt x="68337" y="58038"/>
                      <a:pt x="65963" y="61599"/>
                      <a:pt x="64623" y="60718"/>
                    </a:cubicBezTo>
                    <a:cubicBezTo>
                      <a:pt x="64508" y="63666"/>
                      <a:pt x="64432" y="66614"/>
                      <a:pt x="64432" y="69562"/>
                    </a:cubicBezTo>
                    <a:cubicBezTo>
                      <a:pt x="64776" y="70595"/>
                      <a:pt x="64470" y="71782"/>
                      <a:pt x="64547" y="72892"/>
                    </a:cubicBezTo>
                    <a:cubicBezTo>
                      <a:pt x="64394" y="73734"/>
                      <a:pt x="64853" y="76529"/>
                      <a:pt x="64011" y="76835"/>
                    </a:cubicBezTo>
                    <a:cubicBezTo>
                      <a:pt x="63704" y="78175"/>
                      <a:pt x="63590" y="79592"/>
                      <a:pt x="62862" y="80779"/>
                    </a:cubicBezTo>
                    <a:cubicBezTo>
                      <a:pt x="63207" y="81544"/>
                      <a:pt x="61484" y="83344"/>
                      <a:pt x="61063" y="84071"/>
                    </a:cubicBezTo>
                    <a:cubicBezTo>
                      <a:pt x="58957" y="86981"/>
                      <a:pt x="56507" y="89584"/>
                      <a:pt x="53827" y="91919"/>
                    </a:cubicBezTo>
                    <a:cubicBezTo>
                      <a:pt x="52985" y="92417"/>
                      <a:pt x="49999" y="96513"/>
                      <a:pt x="49310" y="95594"/>
                    </a:cubicBezTo>
                    <a:cubicBezTo>
                      <a:pt x="48774" y="94867"/>
                      <a:pt x="49884" y="94331"/>
                      <a:pt x="50305" y="93833"/>
                    </a:cubicBezTo>
                    <a:cubicBezTo>
                      <a:pt x="49807" y="93948"/>
                      <a:pt x="49310" y="94025"/>
                      <a:pt x="48812" y="94025"/>
                    </a:cubicBezTo>
                    <a:cubicBezTo>
                      <a:pt x="48353" y="94025"/>
                      <a:pt x="47778" y="93872"/>
                      <a:pt x="47664" y="93374"/>
                    </a:cubicBezTo>
                    <a:cubicBezTo>
                      <a:pt x="47089" y="93221"/>
                      <a:pt x="46630" y="92838"/>
                      <a:pt x="46362" y="92340"/>
                    </a:cubicBezTo>
                    <a:cubicBezTo>
                      <a:pt x="45367" y="91958"/>
                      <a:pt x="44524" y="91268"/>
                      <a:pt x="44027" y="90350"/>
                    </a:cubicBezTo>
                    <a:cubicBezTo>
                      <a:pt x="42687" y="89814"/>
                      <a:pt x="42036" y="88359"/>
                      <a:pt x="41500" y="87134"/>
                    </a:cubicBezTo>
                    <a:cubicBezTo>
                      <a:pt x="41232" y="86674"/>
                      <a:pt x="41002" y="85832"/>
                      <a:pt x="41768" y="85756"/>
                    </a:cubicBezTo>
                    <a:cubicBezTo>
                      <a:pt x="42074" y="85756"/>
                      <a:pt x="42304" y="86024"/>
                      <a:pt x="42304" y="86292"/>
                    </a:cubicBezTo>
                    <a:cubicBezTo>
                      <a:pt x="42687" y="87287"/>
                      <a:pt x="43146" y="88321"/>
                      <a:pt x="43912" y="89048"/>
                    </a:cubicBezTo>
                    <a:cubicBezTo>
                      <a:pt x="44256" y="89354"/>
                      <a:pt x="44792" y="89431"/>
                      <a:pt x="44984" y="89890"/>
                    </a:cubicBezTo>
                    <a:cubicBezTo>
                      <a:pt x="45520" y="91039"/>
                      <a:pt x="46898" y="91115"/>
                      <a:pt x="47510" y="92149"/>
                    </a:cubicBezTo>
                    <a:cubicBezTo>
                      <a:pt x="49310" y="93106"/>
                      <a:pt x="51339" y="91881"/>
                      <a:pt x="52985" y="91077"/>
                    </a:cubicBezTo>
                    <a:cubicBezTo>
                      <a:pt x="53023" y="91077"/>
                      <a:pt x="53023" y="91039"/>
                      <a:pt x="53062" y="91039"/>
                    </a:cubicBezTo>
                    <a:cubicBezTo>
                      <a:pt x="53712" y="90388"/>
                      <a:pt x="54363" y="89737"/>
                      <a:pt x="54976" y="89048"/>
                    </a:cubicBezTo>
                    <a:cubicBezTo>
                      <a:pt x="59646" y="84071"/>
                      <a:pt x="62403" y="77333"/>
                      <a:pt x="61982" y="70442"/>
                    </a:cubicBezTo>
                    <a:cubicBezTo>
                      <a:pt x="61867" y="62364"/>
                      <a:pt x="62135" y="54286"/>
                      <a:pt x="62518" y="46209"/>
                    </a:cubicBezTo>
                    <a:cubicBezTo>
                      <a:pt x="62518" y="44869"/>
                      <a:pt x="62556" y="43490"/>
                      <a:pt x="62594" y="42150"/>
                    </a:cubicBezTo>
                    <a:cubicBezTo>
                      <a:pt x="62556" y="41806"/>
                      <a:pt x="62479" y="41500"/>
                      <a:pt x="62364" y="41155"/>
                    </a:cubicBezTo>
                    <a:cubicBezTo>
                      <a:pt x="62173" y="40313"/>
                      <a:pt x="62326" y="39471"/>
                      <a:pt x="62326" y="38628"/>
                    </a:cubicBezTo>
                    <a:cubicBezTo>
                      <a:pt x="61943" y="37442"/>
                      <a:pt x="61446" y="36293"/>
                      <a:pt x="61561" y="35030"/>
                    </a:cubicBezTo>
                    <a:cubicBezTo>
                      <a:pt x="61178" y="33651"/>
                      <a:pt x="61025" y="32580"/>
                      <a:pt x="61484" y="31163"/>
                    </a:cubicBezTo>
                    <a:cubicBezTo>
                      <a:pt x="61599" y="30780"/>
                      <a:pt x="61446" y="30474"/>
                      <a:pt x="61254" y="30129"/>
                    </a:cubicBezTo>
                    <a:cubicBezTo>
                      <a:pt x="61025" y="29555"/>
                      <a:pt x="60910" y="28943"/>
                      <a:pt x="60871" y="28368"/>
                    </a:cubicBezTo>
                    <a:cubicBezTo>
                      <a:pt x="60718" y="27450"/>
                      <a:pt x="61178" y="26531"/>
                      <a:pt x="61025" y="25650"/>
                    </a:cubicBezTo>
                    <a:cubicBezTo>
                      <a:pt x="60489" y="25038"/>
                      <a:pt x="60067" y="24349"/>
                      <a:pt x="59761" y="23583"/>
                    </a:cubicBezTo>
                    <a:cubicBezTo>
                      <a:pt x="58842" y="22741"/>
                      <a:pt x="58345" y="21477"/>
                      <a:pt x="58689" y="20252"/>
                    </a:cubicBezTo>
                    <a:cubicBezTo>
                      <a:pt x="58153" y="20099"/>
                      <a:pt x="57694" y="19716"/>
                      <a:pt x="57502" y="19219"/>
                    </a:cubicBezTo>
                    <a:cubicBezTo>
                      <a:pt x="56354" y="19333"/>
                      <a:pt x="55359" y="18415"/>
                      <a:pt x="54976" y="17419"/>
                    </a:cubicBezTo>
                    <a:cubicBezTo>
                      <a:pt x="53904" y="17113"/>
                      <a:pt x="52794" y="16271"/>
                      <a:pt x="52411" y="15199"/>
                    </a:cubicBezTo>
                    <a:cubicBezTo>
                      <a:pt x="50879" y="15888"/>
                      <a:pt x="48544" y="16156"/>
                      <a:pt x="47855" y="14242"/>
                    </a:cubicBezTo>
                    <a:cubicBezTo>
                      <a:pt x="46706" y="14471"/>
                      <a:pt x="45443" y="13821"/>
                      <a:pt x="45137" y="12672"/>
                    </a:cubicBezTo>
                    <a:cubicBezTo>
                      <a:pt x="43988" y="12978"/>
                      <a:pt x="42687" y="12863"/>
                      <a:pt x="41806" y="11983"/>
                    </a:cubicBezTo>
                    <a:cubicBezTo>
                      <a:pt x="40390" y="12595"/>
                      <a:pt x="38437" y="12213"/>
                      <a:pt x="37327" y="11141"/>
                    </a:cubicBezTo>
                    <a:cubicBezTo>
                      <a:pt x="36332" y="12366"/>
                      <a:pt x="34494" y="12595"/>
                      <a:pt x="33345" y="11447"/>
                    </a:cubicBezTo>
                    <a:cubicBezTo>
                      <a:pt x="32580" y="12327"/>
                      <a:pt x="31087" y="12404"/>
                      <a:pt x="30206" y="11715"/>
                    </a:cubicBezTo>
                    <a:cubicBezTo>
                      <a:pt x="29632" y="12021"/>
                      <a:pt x="28943" y="12136"/>
                      <a:pt x="28330" y="11983"/>
                    </a:cubicBezTo>
                    <a:cubicBezTo>
                      <a:pt x="27411" y="12825"/>
                      <a:pt x="25995" y="13591"/>
                      <a:pt x="24732" y="13131"/>
                    </a:cubicBezTo>
                    <a:cubicBezTo>
                      <a:pt x="23468" y="14318"/>
                      <a:pt x="21631" y="15582"/>
                      <a:pt x="19831" y="14892"/>
                    </a:cubicBezTo>
                    <a:cubicBezTo>
                      <a:pt x="18951" y="16118"/>
                      <a:pt x="17419" y="17381"/>
                      <a:pt x="15850" y="17266"/>
                    </a:cubicBezTo>
                    <a:cubicBezTo>
                      <a:pt x="15275" y="18338"/>
                      <a:pt x="14165" y="19027"/>
                      <a:pt x="13093" y="19487"/>
                    </a:cubicBezTo>
                    <a:cubicBezTo>
                      <a:pt x="12864" y="20597"/>
                      <a:pt x="12060" y="21439"/>
                      <a:pt x="11141" y="21975"/>
                    </a:cubicBezTo>
                    <a:cubicBezTo>
                      <a:pt x="11179" y="23009"/>
                      <a:pt x="10758" y="23966"/>
                      <a:pt x="10184" y="24770"/>
                    </a:cubicBezTo>
                    <a:cubicBezTo>
                      <a:pt x="10260" y="25727"/>
                      <a:pt x="10222" y="26722"/>
                      <a:pt x="9954" y="27641"/>
                    </a:cubicBezTo>
                    <a:cubicBezTo>
                      <a:pt x="9609" y="28330"/>
                      <a:pt x="9763" y="29019"/>
                      <a:pt x="9839" y="29708"/>
                    </a:cubicBezTo>
                    <a:cubicBezTo>
                      <a:pt x="9916" y="31010"/>
                      <a:pt x="9724" y="32273"/>
                      <a:pt x="9341" y="33498"/>
                    </a:cubicBezTo>
                    <a:cubicBezTo>
                      <a:pt x="9648" y="35068"/>
                      <a:pt x="9035" y="36561"/>
                      <a:pt x="8691" y="38092"/>
                    </a:cubicBezTo>
                    <a:cubicBezTo>
                      <a:pt x="8767" y="38437"/>
                      <a:pt x="8767" y="38781"/>
                      <a:pt x="8729" y="39126"/>
                    </a:cubicBezTo>
                    <a:cubicBezTo>
                      <a:pt x="8882" y="39126"/>
                      <a:pt x="9073" y="39241"/>
                      <a:pt x="9265" y="39432"/>
                    </a:cubicBezTo>
                    <a:cubicBezTo>
                      <a:pt x="9303" y="39968"/>
                      <a:pt x="9380" y="40504"/>
                      <a:pt x="9954" y="40696"/>
                    </a:cubicBezTo>
                    <a:cubicBezTo>
                      <a:pt x="10452" y="40275"/>
                      <a:pt x="11256" y="40466"/>
                      <a:pt x="11868" y="40313"/>
                    </a:cubicBezTo>
                    <a:cubicBezTo>
                      <a:pt x="13514" y="40160"/>
                      <a:pt x="15161" y="40007"/>
                      <a:pt x="16769" y="40007"/>
                    </a:cubicBezTo>
                    <a:cubicBezTo>
                      <a:pt x="19257" y="39968"/>
                      <a:pt x="21822" y="40466"/>
                      <a:pt x="24234" y="39662"/>
                    </a:cubicBezTo>
                    <a:cubicBezTo>
                      <a:pt x="24617" y="39509"/>
                      <a:pt x="24846" y="39126"/>
                      <a:pt x="25038" y="38781"/>
                    </a:cubicBezTo>
                    <a:cubicBezTo>
                      <a:pt x="25268" y="38399"/>
                      <a:pt x="25880" y="38475"/>
                      <a:pt x="25995" y="38896"/>
                    </a:cubicBezTo>
                    <a:cubicBezTo>
                      <a:pt x="26148" y="38820"/>
                      <a:pt x="26301" y="38667"/>
                      <a:pt x="26454" y="38552"/>
                    </a:cubicBezTo>
                    <a:cubicBezTo>
                      <a:pt x="26607" y="38284"/>
                      <a:pt x="26722" y="38016"/>
                      <a:pt x="26761" y="37710"/>
                    </a:cubicBezTo>
                    <a:cubicBezTo>
                      <a:pt x="26761" y="37633"/>
                      <a:pt x="26799" y="37556"/>
                      <a:pt x="26799" y="37442"/>
                    </a:cubicBezTo>
                    <a:cubicBezTo>
                      <a:pt x="26799" y="37250"/>
                      <a:pt x="26799" y="37020"/>
                      <a:pt x="26722" y="36752"/>
                    </a:cubicBezTo>
                    <a:cubicBezTo>
                      <a:pt x="26607" y="36255"/>
                      <a:pt x="26914" y="35489"/>
                      <a:pt x="27565" y="35834"/>
                    </a:cubicBezTo>
                    <a:cubicBezTo>
                      <a:pt x="27641" y="35910"/>
                      <a:pt x="27718" y="35987"/>
                      <a:pt x="27756" y="36063"/>
                    </a:cubicBezTo>
                    <a:cubicBezTo>
                      <a:pt x="27909" y="36178"/>
                      <a:pt x="27986" y="36331"/>
                      <a:pt x="27947" y="36561"/>
                    </a:cubicBezTo>
                    <a:cubicBezTo>
                      <a:pt x="27947" y="36944"/>
                      <a:pt x="27909" y="37327"/>
                      <a:pt x="27833" y="37710"/>
                    </a:cubicBezTo>
                    <a:cubicBezTo>
                      <a:pt x="27794" y="38054"/>
                      <a:pt x="27756" y="38475"/>
                      <a:pt x="27641" y="38858"/>
                    </a:cubicBezTo>
                    <a:cubicBezTo>
                      <a:pt x="27679" y="39624"/>
                      <a:pt x="27029" y="40389"/>
                      <a:pt x="26569" y="40887"/>
                    </a:cubicBezTo>
                    <a:cubicBezTo>
                      <a:pt x="24387" y="42648"/>
                      <a:pt x="14242" y="42189"/>
                      <a:pt x="11026" y="42074"/>
                    </a:cubicBezTo>
                    <a:cubicBezTo>
                      <a:pt x="9954" y="42036"/>
                      <a:pt x="9265" y="41653"/>
                      <a:pt x="8844" y="41232"/>
                    </a:cubicBezTo>
                    <a:cubicBezTo>
                      <a:pt x="9073" y="47127"/>
                      <a:pt x="8729" y="53061"/>
                      <a:pt x="8691" y="58957"/>
                    </a:cubicBezTo>
                    <a:cubicBezTo>
                      <a:pt x="8767" y="64891"/>
                      <a:pt x="8270" y="70863"/>
                      <a:pt x="8882" y="76759"/>
                    </a:cubicBezTo>
                    <a:cubicBezTo>
                      <a:pt x="9188" y="80243"/>
                      <a:pt x="10911" y="83267"/>
                      <a:pt x="13132" y="85870"/>
                    </a:cubicBezTo>
                    <a:cubicBezTo>
                      <a:pt x="14969" y="88053"/>
                      <a:pt x="16807" y="90273"/>
                      <a:pt x="18912" y="92149"/>
                    </a:cubicBezTo>
                    <a:cubicBezTo>
                      <a:pt x="19027" y="92226"/>
                      <a:pt x="19104" y="92302"/>
                      <a:pt x="19219" y="92379"/>
                    </a:cubicBezTo>
                    <a:cubicBezTo>
                      <a:pt x="19525" y="92570"/>
                      <a:pt x="19870" y="92800"/>
                      <a:pt x="20176" y="92953"/>
                    </a:cubicBezTo>
                    <a:cubicBezTo>
                      <a:pt x="21860" y="93757"/>
                      <a:pt x="23851" y="93642"/>
                      <a:pt x="25536" y="92991"/>
                    </a:cubicBezTo>
                    <a:cubicBezTo>
                      <a:pt x="27488" y="92417"/>
                      <a:pt x="28637" y="90694"/>
                      <a:pt x="29785" y="89163"/>
                    </a:cubicBezTo>
                    <a:cubicBezTo>
                      <a:pt x="30206" y="88703"/>
                      <a:pt x="30398" y="87517"/>
                      <a:pt x="31163" y="87861"/>
                    </a:cubicBezTo>
                    <a:cubicBezTo>
                      <a:pt x="31202" y="87899"/>
                      <a:pt x="31202" y="87899"/>
                      <a:pt x="31240" y="87938"/>
                    </a:cubicBezTo>
                    <a:cubicBezTo>
                      <a:pt x="31316" y="87938"/>
                      <a:pt x="31393" y="87938"/>
                      <a:pt x="31508" y="87976"/>
                    </a:cubicBezTo>
                    <a:cubicBezTo>
                      <a:pt x="32427" y="88512"/>
                      <a:pt x="30972" y="90311"/>
                      <a:pt x="30244" y="90426"/>
                    </a:cubicBezTo>
                    <a:cubicBezTo>
                      <a:pt x="29785" y="91536"/>
                      <a:pt x="28177" y="93221"/>
                      <a:pt x="26761" y="93910"/>
                    </a:cubicBezTo>
                    <a:cubicBezTo>
                      <a:pt x="27067" y="93872"/>
                      <a:pt x="27411" y="93795"/>
                      <a:pt x="27718" y="93757"/>
                    </a:cubicBezTo>
                    <a:cubicBezTo>
                      <a:pt x="28139" y="93642"/>
                      <a:pt x="28751" y="93412"/>
                      <a:pt x="28904" y="93987"/>
                    </a:cubicBezTo>
                    <a:cubicBezTo>
                      <a:pt x="28981" y="94255"/>
                      <a:pt x="28828" y="94561"/>
                      <a:pt x="28560" y="94637"/>
                    </a:cubicBezTo>
                    <a:cubicBezTo>
                      <a:pt x="27373" y="94905"/>
                      <a:pt x="26148" y="95135"/>
                      <a:pt x="24923" y="95173"/>
                    </a:cubicBezTo>
                    <a:cubicBezTo>
                      <a:pt x="24464" y="95518"/>
                      <a:pt x="23928" y="95709"/>
                      <a:pt x="23353" y="95748"/>
                    </a:cubicBezTo>
                    <a:cubicBezTo>
                      <a:pt x="23851" y="96169"/>
                      <a:pt x="24693" y="96590"/>
                      <a:pt x="24540" y="97317"/>
                    </a:cubicBezTo>
                    <a:cubicBezTo>
                      <a:pt x="24425" y="97547"/>
                      <a:pt x="24157" y="97662"/>
                      <a:pt x="23889" y="97624"/>
                    </a:cubicBezTo>
                    <a:cubicBezTo>
                      <a:pt x="23621" y="97547"/>
                      <a:pt x="23392" y="97432"/>
                      <a:pt x="23124" y="97317"/>
                    </a:cubicBezTo>
                    <a:cubicBezTo>
                      <a:pt x="29440" y="102983"/>
                      <a:pt x="39739" y="103557"/>
                      <a:pt x="46974" y="99117"/>
                    </a:cubicBezTo>
                    <a:cubicBezTo>
                      <a:pt x="48085" y="98389"/>
                      <a:pt x="49233" y="97585"/>
                      <a:pt x="49999" y="96552"/>
                    </a:cubicBezTo>
                    <a:cubicBezTo>
                      <a:pt x="50535" y="95786"/>
                      <a:pt x="50918" y="94982"/>
                      <a:pt x="51607" y="94331"/>
                    </a:cubicBezTo>
                    <a:cubicBezTo>
                      <a:pt x="55244" y="90656"/>
                      <a:pt x="54823" y="92494"/>
                      <a:pt x="54440" y="96169"/>
                    </a:cubicBezTo>
                    <a:cubicBezTo>
                      <a:pt x="54325" y="97738"/>
                      <a:pt x="54287" y="99461"/>
                      <a:pt x="54708" y="101031"/>
                    </a:cubicBezTo>
                    <a:lnTo>
                      <a:pt x="54708" y="101031"/>
                    </a:lnTo>
                    <a:close/>
                    <a:moveTo>
                      <a:pt x="63054" y="62403"/>
                    </a:moveTo>
                    <a:lnTo>
                      <a:pt x="63054" y="62326"/>
                    </a:lnTo>
                    <a:cubicBezTo>
                      <a:pt x="63092" y="61445"/>
                      <a:pt x="63092" y="60603"/>
                      <a:pt x="63092" y="59723"/>
                    </a:cubicBezTo>
                    <a:cubicBezTo>
                      <a:pt x="63092" y="59723"/>
                      <a:pt x="63092" y="59684"/>
                      <a:pt x="63054" y="59684"/>
                    </a:cubicBezTo>
                    <a:cubicBezTo>
                      <a:pt x="63054" y="60603"/>
                      <a:pt x="63054" y="61484"/>
                      <a:pt x="63054" y="62403"/>
                    </a:cubicBezTo>
                    <a:lnTo>
                      <a:pt x="63054" y="62403"/>
                    </a:lnTo>
                    <a:close/>
                    <a:moveTo>
                      <a:pt x="6508" y="46744"/>
                    </a:moveTo>
                    <a:cubicBezTo>
                      <a:pt x="6508" y="46591"/>
                      <a:pt x="6470" y="46477"/>
                      <a:pt x="6470" y="46400"/>
                    </a:cubicBezTo>
                    <a:cubicBezTo>
                      <a:pt x="6394" y="46362"/>
                      <a:pt x="6279" y="46323"/>
                      <a:pt x="6241" y="46247"/>
                    </a:cubicBezTo>
                    <a:cubicBezTo>
                      <a:pt x="6317" y="46400"/>
                      <a:pt x="6355" y="46553"/>
                      <a:pt x="6394" y="46668"/>
                    </a:cubicBezTo>
                    <a:cubicBezTo>
                      <a:pt x="6432" y="46706"/>
                      <a:pt x="6470" y="46706"/>
                      <a:pt x="6508" y="46706"/>
                    </a:cubicBezTo>
                    <a:lnTo>
                      <a:pt x="6508" y="46706"/>
                    </a:lnTo>
                    <a:close/>
                    <a:moveTo>
                      <a:pt x="7236" y="45864"/>
                    </a:moveTo>
                    <a:cubicBezTo>
                      <a:pt x="7810" y="46209"/>
                      <a:pt x="7427" y="47242"/>
                      <a:pt x="7580" y="47816"/>
                    </a:cubicBezTo>
                    <a:cubicBezTo>
                      <a:pt x="7657" y="47816"/>
                      <a:pt x="7734" y="47855"/>
                      <a:pt x="7810" y="47855"/>
                    </a:cubicBezTo>
                    <a:cubicBezTo>
                      <a:pt x="7810" y="45864"/>
                      <a:pt x="7810" y="43797"/>
                      <a:pt x="7772" y="41768"/>
                    </a:cubicBezTo>
                    <a:lnTo>
                      <a:pt x="7695" y="41882"/>
                    </a:lnTo>
                    <a:cubicBezTo>
                      <a:pt x="7848" y="43222"/>
                      <a:pt x="7810" y="44601"/>
                      <a:pt x="7236" y="45864"/>
                    </a:cubicBezTo>
                    <a:lnTo>
                      <a:pt x="7236" y="45864"/>
                    </a:lnTo>
                    <a:close/>
                    <a:moveTo>
                      <a:pt x="9150" y="40007"/>
                    </a:moveTo>
                    <a:cubicBezTo>
                      <a:pt x="9112" y="40045"/>
                      <a:pt x="9073" y="40121"/>
                      <a:pt x="8997" y="40160"/>
                    </a:cubicBezTo>
                    <a:cubicBezTo>
                      <a:pt x="9073" y="40121"/>
                      <a:pt x="9112" y="40083"/>
                      <a:pt x="9150" y="40007"/>
                    </a:cubicBezTo>
                    <a:close/>
                    <a:moveTo>
                      <a:pt x="48697" y="43146"/>
                    </a:moveTo>
                    <a:cubicBezTo>
                      <a:pt x="49118" y="43644"/>
                      <a:pt x="49769" y="43031"/>
                      <a:pt x="50305" y="42993"/>
                    </a:cubicBezTo>
                    <a:cubicBezTo>
                      <a:pt x="51415" y="42801"/>
                      <a:pt x="52564" y="42686"/>
                      <a:pt x="53674" y="42916"/>
                    </a:cubicBezTo>
                    <a:cubicBezTo>
                      <a:pt x="54248" y="42993"/>
                      <a:pt x="54708" y="43452"/>
                      <a:pt x="55244" y="43299"/>
                    </a:cubicBezTo>
                    <a:cubicBezTo>
                      <a:pt x="56622" y="42227"/>
                      <a:pt x="53559" y="41193"/>
                      <a:pt x="52717" y="41270"/>
                    </a:cubicBezTo>
                    <a:cubicBezTo>
                      <a:pt x="51645" y="41193"/>
                      <a:pt x="50573" y="41500"/>
                      <a:pt x="49693" y="42036"/>
                    </a:cubicBezTo>
                    <a:cubicBezTo>
                      <a:pt x="49157" y="42150"/>
                      <a:pt x="48238" y="42495"/>
                      <a:pt x="48697" y="43146"/>
                    </a:cubicBezTo>
                    <a:lnTo>
                      <a:pt x="48697" y="43146"/>
                    </a:lnTo>
                    <a:close/>
                    <a:moveTo>
                      <a:pt x="13285" y="45251"/>
                    </a:moveTo>
                    <a:cubicBezTo>
                      <a:pt x="13400" y="45519"/>
                      <a:pt x="13668" y="45711"/>
                      <a:pt x="13936" y="45634"/>
                    </a:cubicBezTo>
                    <a:cubicBezTo>
                      <a:pt x="14318" y="45519"/>
                      <a:pt x="14318" y="45098"/>
                      <a:pt x="14625" y="44907"/>
                    </a:cubicBezTo>
                    <a:cubicBezTo>
                      <a:pt x="15199" y="45098"/>
                      <a:pt x="15888" y="44639"/>
                      <a:pt x="16501" y="44601"/>
                    </a:cubicBezTo>
                    <a:cubicBezTo>
                      <a:pt x="17764" y="44409"/>
                      <a:pt x="19066" y="44141"/>
                      <a:pt x="20329" y="44486"/>
                    </a:cubicBezTo>
                    <a:cubicBezTo>
                      <a:pt x="20559" y="44524"/>
                      <a:pt x="20827" y="44371"/>
                      <a:pt x="20903" y="44141"/>
                    </a:cubicBezTo>
                    <a:cubicBezTo>
                      <a:pt x="21171" y="43261"/>
                      <a:pt x="19295" y="42878"/>
                      <a:pt x="18683" y="42725"/>
                    </a:cubicBezTo>
                    <a:cubicBezTo>
                      <a:pt x="17075" y="42418"/>
                      <a:pt x="13400" y="43376"/>
                      <a:pt x="13285" y="45251"/>
                    </a:cubicBezTo>
                    <a:lnTo>
                      <a:pt x="13285" y="45251"/>
                    </a:lnTo>
                    <a:close/>
                    <a:moveTo>
                      <a:pt x="47664" y="59378"/>
                    </a:moveTo>
                    <a:cubicBezTo>
                      <a:pt x="47587" y="58612"/>
                      <a:pt x="47013" y="57043"/>
                      <a:pt x="46017" y="57579"/>
                    </a:cubicBezTo>
                    <a:cubicBezTo>
                      <a:pt x="45596" y="58230"/>
                      <a:pt x="45328" y="59034"/>
                      <a:pt x="44448" y="59110"/>
                    </a:cubicBezTo>
                    <a:cubicBezTo>
                      <a:pt x="44333" y="59148"/>
                      <a:pt x="44218" y="59148"/>
                      <a:pt x="44103" y="59148"/>
                    </a:cubicBezTo>
                    <a:cubicBezTo>
                      <a:pt x="43912" y="59225"/>
                      <a:pt x="43682" y="59263"/>
                      <a:pt x="43452" y="59302"/>
                    </a:cubicBezTo>
                    <a:cubicBezTo>
                      <a:pt x="43376" y="59302"/>
                      <a:pt x="43299" y="59302"/>
                      <a:pt x="43223" y="59302"/>
                    </a:cubicBezTo>
                    <a:cubicBezTo>
                      <a:pt x="43069" y="59302"/>
                      <a:pt x="42878" y="59302"/>
                      <a:pt x="42725" y="59263"/>
                    </a:cubicBezTo>
                    <a:cubicBezTo>
                      <a:pt x="42112" y="59378"/>
                      <a:pt x="41959" y="59608"/>
                      <a:pt x="40887" y="60795"/>
                    </a:cubicBezTo>
                    <a:cubicBezTo>
                      <a:pt x="38667" y="62594"/>
                      <a:pt x="35374" y="62862"/>
                      <a:pt x="32848" y="61599"/>
                    </a:cubicBezTo>
                    <a:cubicBezTo>
                      <a:pt x="31891" y="61139"/>
                      <a:pt x="31163" y="60259"/>
                      <a:pt x="30130" y="60029"/>
                    </a:cubicBezTo>
                    <a:cubicBezTo>
                      <a:pt x="28254" y="60527"/>
                      <a:pt x="25382" y="60603"/>
                      <a:pt x="26301" y="57847"/>
                    </a:cubicBezTo>
                    <a:cubicBezTo>
                      <a:pt x="26301" y="57732"/>
                      <a:pt x="26301" y="57655"/>
                      <a:pt x="26339" y="57540"/>
                    </a:cubicBezTo>
                    <a:cubicBezTo>
                      <a:pt x="26339" y="57349"/>
                      <a:pt x="26378" y="57158"/>
                      <a:pt x="26416" y="57005"/>
                    </a:cubicBezTo>
                    <a:cubicBezTo>
                      <a:pt x="26416" y="57005"/>
                      <a:pt x="26416" y="57005"/>
                      <a:pt x="26378" y="57005"/>
                    </a:cubicBezTo>
                    <a:cubicBezTo>
                      <a:pt x="26071" y="57043"/>
                      <a:pt x="25765" y="57119"/>
                      <a:pt x="25421" y="57158"/>
                    </a:cubicBezTo>
                    <a:cubicBezTo>
                      <a:pt x="25421" y="57234"/>
                      <a:pt x="25382" y="57273"/>
                      <a:pt x="25382" y="57311"/>
                    </a:cubicBezTo>
                    <a:cubicBezTo>
                      <a:pt x="24234" y="57694"/>
                      <a:pt x="23660" y="59148"/>
                      <a:pt x="23430" y="60220"/>
                    </a:cubicBezTo>
                    <a:cubicBezTo>
                      <a:pt x="23277" y="60871"/>
                      <a:pt x="23315" y="61560"/>
                      <a:pt x="23468" y="62173"/>
                    </a:cubicBezTo>
                    <a:cubicBezTo>
                      <a:pt x="22971" y="63513"/>
                      <a:pt x="23315" y="65044"/>
                      <a:pt x="24808" y="65733"/>
                    </a:cubicBezTo>
                    <a:cubicBezTo>
                      <a:pt x="26684" y="66729"/>
                      <a:pt x="28866" y="66614"/>
                      <a:pt x="30895" y="66920"/>
                    </a:cubicBezTo>
                    <a:cubicBezTo>
                      <a:pt x="31967" y="67150"/>
                      <a:pt x="32848" y="67915"/>
                      <a:pt x="33920" y="68183"/>
                    </a:cubicBezTo>
                    <a:cubicBezTo>
                      <a:pt x="36025" y="68872"/>
                      <a:pt x="38093" y="67801"/>
                      <a:pt x="40122" y="67379"/>
                    </a:cubicBezTo>
                    <a:cubicBezTo>
                      <a:pt x="42916" y="66958"/>
                      <a:pt x="46438" y="67073"/>
                      <a:pt x="47472" y="63819"/>
                    </a:cubicBezTo>
                    <a:cubicBezTo>
                      <a:pt x="47740" y="63092"/>
                      <a:pt x="47778" y="62249"/>
                      <a:pt x="47472" y="61522"/>
                    </a:cubicBezTo>
                    <a:cubicBezTo>
                      <a:pt x="47664" y="60909"/>
                      <a:pt x="47740" y="60182"/>
                      <a:pt x="47664" y="59340"/>
                    </a:cubicBezTo>
                    <a:lnTo>
                      <a:pt x="47664" y="59340"/>
                    </a:lnTo>
                    <a:close/>
                    <a:moveTo>
                      <a:pt x="40390" y="52296"/>
                    </a:moveTo>
                    <a:cubicBezTo>
                      <a:pt x="41921" y="52410"/>
                      <a:pt x="40926" y="49845"/>
                      <a:pt x="40926" y="49003"/>
                    </a:cubicBezTo>
                    <a:cubicBezTo>
                      <a:pt x="40734" y="47319"/>
                      <a:pt x="40466" y="45673"/>
                      <a:pt x="40581" y="43950"/>
                    </a:cubicBezTo>
                    <a:cubicBezTo>
                      <a:pt x="40581" y="43490"/>
                      <a:pt x="40045" y="43031"/>
                      <a:pt x="39624" y="43376"/>
                    </a:cubicBezTo>
                    <a:cubicBezTo>
                      <a:pt x="39279" y="43682"/>
                      <a:pt x="39318" y="44256"/>
                      <a:pt x="39241" y="44677"/>
                    </a:cubicBezTo>
                    <a:cubicBezTo>
                      <a:pt x="38973" y="46515"/>
                      <a:pt x="38629" y="51224"/>
                      <a:pt x="40390" y="52296"/>
                    </a:cubicBezTo>
                    <a:lnTo>
                      <a:pt x="40390" y="52296"/>
                    </a:lnTo>
                    <a:close/>
                    <a:moveTo>
                      <a:pt x="30283" y="52066"/>
                    </a:moveTo>
                    <a:cubicBezTo>
                      <a:pt x="31546" y="52410"/>
                      <a:pt x="31929" y="49501"/>
                      <a:pt x="32044" y="48620"/>
                    </a:cubicBezTo>
                    <a:cubicBezTo>
                      <a:pt x="32197" y="47548"/>
                      <a:pt x="32082" y="46438"/>
                      <a:pt x="31929" y="45328"/>
                    </a:cubicBezTo>
                    <a:cubicBezTo>
                      <a:pt x="31737" y="44601"/>
                      <a:pt x="30666" y="44907"/>
                      <a:pt x="30895" y="45634"/>
                    </a:cubicBezTo>
                    <a:cubicBezTo>
                      <a:pt x="30780" y="45711"/>
                      <a:pt x="30666" y="45864"/>
                      <a:pt x="30666" y="46017"/>
                    </a:cubicBezTo>
                    <a:cubicBezTo>
                      <a:pt x="30551" y="47395"/>
                      <a:pt x="30436" y="48812"/>
                      <a:pt x="30168" y="50190"/>
                    </a:cubicBezTo>
                    <a:cubicBezTo>
                      <a:pt x="30130" y="50764"/>
                      <a:pt x="29594" y="51683"/>
                      <a:pt x="30283" y="52066"/>
                    </a:cubicBezTo>
                    <a:lnTo>
                      <a:pt x="30283" y="52066"/>
                    </a:lnTo>
                    <a:close/>
                    <a:moveTo>
                      <a:pt x="46438" y="41232"/>
                    </a:moveTo>
                    <a:cubicBezTo>
                      <a:pt x="49080" y="41308"/>
                      <a:pt x="51683" y="40466"/>
                      <a:pt x="54325" y="40543"/>
                    </a:cubicBezTo>
                    <a:cubicBezTo>
                      <a:pt x="56545" y="40504"/>
                      <a:pt x="58766" y="41002"/>
                      <a:pt x="60986" y="40811"/>
                    </a:cubicBezTo>
                    <a:cubicBezTo>
                      <a:pt x="62058" y="40696"/>
                      <a:pt x="62441" y="39203"/>
                      <a:pt x="61178" y="39279"/>
                    </a:cubicBezTo>
                    <a:cubicBezTo>
                      <a:pt x="59723" y="39853"/>
                      <a:pt x="58153" y="39624"/>
                      <a:pt x="56622" y="39432"/>
                    </a:cubicBezTo>
                    <a:cubicBezTo>
                      <a:pt x="54478" y="39164"/>
                      <a:pt x="52296" y="39279"/>
                      <a:pt x="50114" y="39662"/>
                    </a:cubicBezTo>
                    <a:cubicBezTo>
                      <a:pt x="48123" y="39853"/>
                      <a:pt x="45558" y="40619"/>
                      <a:pt x="43873" y="39164"/>
                    </a:cubicBezTo>
                    <a:cubicBezTo>
                      <a:pt x="43452" y="38590"/>
                      <a:pt x="44295" y="37020"/>
                      <a:pt x="43069" y="37212"/>
                    </a:cubicBezTo>
                    <a:cubicBezTo>
                      <a:pt x="43069" y="37174"/>
                      <a:pt x="43069" y="37135"/>
                      <a:pt x="43069" y="37097"/>
                    </a:cubicBezTo>
                    <a:cubicBezTo>
                      <a:pt x="43108" y="37020"/>
                      <a:pt x="43108" y="36906"/>
                      <a:pt x="43108" y="36829"/>
                    </a:cubicBezTo>
                    <a:cubicBezTo>
                      <a:pt x="43644" y="36293"/>
                      <a:pt x="42801" y="35566"/>
                      <a:pt x="42304" y="36063"/>
                    </a:cubicBezTo>
                    <a:cubicBezTo>
                      <a:pt x="41002" y="38935"/>
                      <a:pt x="43605" y="41346"/>
                      <a:pt x="46477" y="41232"/>
                    </a:cubicBezTo>
                    <a:lnTo>
                      <a:pt x="46477" y="41232"/>
                    </a:lnTo>
                    <a:close/>
                    <a:moveTo>
                      <a:pt x="30244" y="19908"/>
                    </a:moveTo>
                    <a:cubicBezTo>
                      <a:pt x="30474" y="20329"/>
                      <a:pt x="30895" y="20137"/>
                      <a:pt x="31240" y="20022"/>
                    </a:cubicBezTo>
                    <a:cubicBezTo>
                      <a:pt x="32159" y="19869"/>
                      <a:pt x="33154" y="19869"/>
                      <a:pt x="34111" y="19793"/>
                    </a:cubicBezTo>
                    <a:cubicBezTo>
                      <a:pt x="34800" y="19754"/>
                      <a:pt x="35528" y="19754"/>
                      <a:pt x="36217" y="19908"/>
                    </a:cubicBezTo>
                    <a:cubicBezTo>
                      <a:pt x="36600" y="20022"/>
                      <a:pt x="37059" y="20061"/>
                      <a:pt x="37174" y="19601"/>
                    </a:cubicBezTo>
                    <a:cubicBezTo>
                      <a:pt x="37403" y="18338"/>
                      <a:pt x="34149" y="18797"/>
                      <a:pt x="33384" y="18759"/>
                    </a:cubicBezTo>
                    <a:cubicBezTo>
                      <a:pt x="32618" y="18912"/>
                      <a:pt x="29747" y="18606"/>
                      <a:pt x="30244" y="19908"/>
                    </a:cubicBezTo>
                    <a:close/>
                    <a:moveTo>
                      <a:pt x="41385" y="22434"/>
                    </a:moveTo>
                    <a:cubicBezTo>
                      <a:pt x="37327" y="20980"/>
                      <a:pt x="32809" y="21669"/>
                      <a:pt x="28713" y="22702"/>
                    </a:cubicBezTo>
                    <a:cubicBezTo>
                      <a:pt x="28101" y="22970"/>
                      <a:pt x="26225" y="23047"/>
                      <a:pt x="26186" y="23851"/>
                    </a:cubicBezTo>
                    <a:cubicBezTo>
                      <a:pt x="26148" y="24272"/>
                      <a:pt x="26684" y="24540"/>
                      <a:pt x="27029" y="24272"/>
                    </a:cubicBezTo>
                    <a:cubicBezTo>
                      <a:pt x="27679" y="24081"/>
                      <a:pt x="28330" y="23889"/>
                      <a:pt x="28981" y="23736"/>
                    </a:cubicBezTo>
                    <a:cubicBezTo>
                      <a:pt x="32695" y="22779"/>
                      <a:pt x="36753" y="22205"/>
                      <a:pt x="40504" y="23238"/>
                    </a:cubicBezTo>
                    <a:cubicBezTo>
                      <a:pt x="40887" y="23391"/>
                      <a:pt x="41462" y="23659"/>
                      <a:pt x="41691" y="23123"/>
                    </a:cubicBezTo>
                    <a:cubicBezTo>
                      <a:pt x="41768" y="22894"/>
                      <a:pt x="41653" y="22549"/>
                      <a:pt x="41385" y="22434"/>
                    </a:cubicBezTo>
                    <a:close/>
                  </a:path>
                </a:pathLst>
              </a:custGeom>
              <a:solidFill>
                <a:srgbClr val="000000">
                  <a:alpha val="8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42"/>
              <p:cNvSpPr/>
              <p:nvPr/>
            </p:nvSpPr>
            <p:spPr>
              <a:xfrm>
                <a:off x="2315000" y="1726675"/>
                <a:ext cx="1101650" cy="928400"/>
              </a:xfrm>
              <a:custGeom>
                <a:avLst/>
                <a:gdLst/>
                <a:ahLst/>
                <a:cxnLst/>
                <a:rect l="l" t="t" r="r" b="b"/>
                <a:pathLst>
                  <a:path w="44066" h="37136" extrusionOk="0">
                    <a:moveTo>
                      <a:pt x="22244" y="36982"/>
                    </a:moveTo>
                    <a:cubicBezTo>
                      <a:pt x="20253" y="36906"/>
                      <a:pt x="18683" y="34417"/>
                      <a:pt x="20865" y="33231"/>
                    </a:cubicBezTo>
                    <a:cubicBezTo>
                      <a:pt x="22550" y="32924"/>
                      <a:pt x="24541" y="32580"/>
                      <a:pt x="26187" y="33307"/>
                    </a:cubicBezTo>
                    <a:cubicBezTo>
                      <a:pt x="27795" y="34226"/>
                      <a:pt x="26876" y="36408"/>
                      <a:pt x="25306" y="36791"/>
                    </a:cubicBezTo>
                    <a:cubicBezTo>
                      <a:pt x="24349" y="37136"/>
                      <a:pt x="23239" y="37136"/>
                      <a:pt x="22244" y="36982"/>
                    </a:cubicBezTo>
                    <a:close/>
                    <a:moveTo>
                      <a:pt x="1800" y="24693"/>
                    </a:moveTo>
                    <a:cubicBezTo>
                      <a:pt x="1724" y="24578"/>
                      <a:pt x="1724" y="24464"/>
                      <a:pt x="1762" y="24349"/>
                    </a:cubicBezTo>
                    <a:cubicBezTo>
                      <a:pt x="1762" y="24272"/>
                      <a:pt x="1800" y="24234"/>
                      <a:pt x="1838" y="24157"/>
                    </a:cubicBezTo>
                    <a:cubicBezTo>
                      <a:pt x="1915" y="23315"/>
                      <a:pt x="2910" y="22817"/>
                      <a:pt x="3523" y="22396"/>
                    </a:cubicBezTo>
                    <a:cubicBezTo>
                      <a:pt x="4480" y="21784"/>
                      <a:pt x="5628" y="21516"/>
                      <a:pt x="6739" y="21631"/>
                    </a:cubicBezTo>
                    <a:cubicBezTo>
                      <a:pt x="7964" y="21669"/>
                      <a:pt x="9151" y="22320"/>
                      <a:pt x="10069" y="23162"/>
                    </a:cubicBezTo>
                    <a:cubicBezTo>
                      <a:pt x="10529" y="23621"/>
                      <a:pt x="9763" y="24157"/>
                      <a:pt x="9380" y="23660"/>
                    </a:cubicBezTo>
                    <a:cubicBezTo>
                      <a:pt x="9151" y="23774"/>
                      <a:pt x="8921" y="23621"/>
                      <a:pt x="8691" y="23545"/>
                    </a:cubicBezTo>
                    <a:cubicBezTo>
                      <a:pt x="8079" y="23239"/>
                      <a:pt x="7351" y="23085"/>
                      <a:pt x="6662" y="23009"/>
                    </a:cubicBezTo>
                    <a:cubicBezTo>
                      <a:pt x="3906" y="22741"/>
                      <a:pt x="2336" y="25612"/>
                      <a:pt x="1800" y="24693"/>
                    </a:cubicBezTo>
                    <a:lnTo>
                      <a:pt x="1800" y="24693"/>
                    </a:lnTo>
                    <a:close/>
                    <a:moveTo>
                      <a:pt x="42687" y="22511"/>
                    </a:moveTo>
                    <a:cubicBezTo>
                      <a:pt x="42496" y="22205"/>
                      <a:pt x="42266" y="21937"/>
                      <a:pt x="41998" y="21669"/>
                    </a:cubicBezTo>
                    <a:cubicBezTo>
                      <a:pt x="41807" y="21860"/>
                      <a:pt x="41500" y="21784"/>
                      <a:pt x="41271" y="21707"/>
                    </a:cubicBezTo>
                    <a:cubicBezTo>
                      <a:pt x="39663" y="21439"/>
                      <a:pt x="37902" y="21477"/>
                      <a:pt x="36562" y="22511"/>
                    </a:cubicBezTo>
                    <a:cubicBezTo>
                      <a:pt x="36026" y="22971"/>
                      <a:pt x="35375" y="22396"/>
                      <a:pt x="35796" y="21784"/>
                    </a:cubicBezTo>
                    <a:cubicBezTo>
                      <a:pt x="37174" y="20138"/>
                      <a:pt x="39778" y="19372"/>
                      <a:pt x="41768" y="20406"/>
                    </a:cubicBezTo>
                    <a:cubicBezTo>
                      <a:pt x="42228" y="20712"/>
                      <a:pt x="44065" y="22128"/>
                      <a:pt x="43261" y="22664"/>
                    </a:cubicBezTo>
                    <a:cubicBezTo>
                      <a:pt x="43070" y="22779"/>
                      <a:pt x="42802" y="22703"/>
                      <a:pt x="42687" y="22511"/>
                    </a:cubicBezTo>
                    <a:lnTo>
                      <a:pt x="42687" y="22511"/>
                    </a:lnTo>
                    <a:close/>
                    <a:moveTo>
                      <a:pt x="33729" y="11792"/>
                    </a:moveTo>
                    <a:cubicBezTo>
                      <a:pt x="33461" y="9188"/>
                      <a:pt x="40046" y="9801"/>
                      <a:pt x="41692" y="10031"/>
                    </a:cubicBezTo>
                    <a:cubicBezTo>
                      <a:pt x="43453" y="10260"/>
                      <a:pt x="43070" y="12940"/>
                      <a:pt x="41347" y="12711"/>
                    </a:cubicBezTo>
                    <a:cubicBezTo>
                      <a:pt x="39624" y="12443"/>
                      <a:pt x="37863" y="12404"/>
                      <a:pt x="36179" y="12749"/>
                    </a:cubicBezTo>
                    <a:cubicBezTo>
                      <a:pt x="35222" y="13093"/>
                      <a:pt x="33882" y="13017"/>
                      <a:pt x="33729" y="11792"/>
                    </a:cubicBezTo>
                    <a:lnTo>
                      <a:pt x="33729" y="11792"/>
                    </a:lnTo>
                    <a:close/>
                    <a:moveTo>
                      <a:pt x="1188" y="13361"/>
                    </a:moveTo>
                    <a:cubicBezTo>
                      <a:pt x="1" y="10452"/>
                      <a:pt x="6126" y="10452"/>
                      <a:pt x="7849" y="10184"/>
                    </a:cubicBezTo>
                    <a:cubicBezTo>
                      <a:pt x="8997" y="10107"/>
                      <a:pt x="9648" y="11715"/>
                      <a:pt x="8806" y="12481"/>
                    </a:cubicBezTo>
                    <a:cubicBezTo>
                      <a:pt x="7696" y="13246"/>
                      <a:pt x="6088" y="12864"/>
                      <a:pt x="4825" y="13285"/>
                    </a:cubicBezTo>
                    <a:cubicBezTo>
                      <a:pt x="3599" y="13361"/>
                      <a:pt x="2068" y="14778"/>
                      <a:pt x="1188" y="13361"/>
                    </a:cubicBezTo>
                    <a:lnTo>
                      <a:pt x="1188" y="13361"/>
                    </a:lnTo>
                    <a:close/>
                    <a:moveTo>
                      <a:pt x="16157" y="2948"/>
                    </a:moveTo>
                    <a:cubicBezTo>
                      <a:pt x="15506" y="1187"/>
                      <a:pt x="17764" y="881"/>
                      <a:pt x="19028" y="689"/>
                    </a:cubicBezTo>
                    <a:cubicBezTo>
                      <a:pt x="21669" y="268"/>
                      <a:pt x="24349" y="0"/>
                      <a:pt x="27029" y="345"/>
                    </a:cubicBezTo>
                    <a:cubicBezTo>
                      <a:pt x="28752" y="575"/>
                      <a:pt x="28369" y="3293"/>
                      <a:pt x="26646" y="3025"/>
                    </a:cubicBezTo>
                    <a:cubicBezTo>
                      <a:pt x="25498" y="2872"/>
                      <a:pt x="24349" y="2872"/>
                      <a:pt x="23201" y="2910"/>
                    </a:cubicBezTo>
                    <a:cubicBezTo>
                      <a:pt x="21746" y="3025"/>
                      <a:pt x="20291" y="3216"/>
                      <a:pt x="18836" y="3484"/>
                    </a:cubicBezTo>
                    <a:cubicBezTo>
                      <a:pt x="17918" y="3714"/>
                      <a:pt x="16654" y="4135"/>
                      <a:pt x="16157" y="2948"/>
                    </a:cubicBezTo>
                    <a:close/>
                  </a:path>
                </a:pathLst>
              </a:custGeom>
              <a:solidFill>
                <a:srgbClr val="B98C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42"/>
              <p:cNvSpPr/>
              <p:nvPr/>
            </p:nvSpPr>
            <p:spPr>
              <a:xfrm>
                <a:off x="2128375" y="2512450"/>
                <a:ext cx="397225" cy="398175"/>
              </a:xfrm>
              <a:custGeom>
                <a:avLst/>
                <a:gdLst/>
                <a:ahLst/>
                <a:cxnLst/>
                <a:rect l="l" t="t" r="r" b="b"/>
                <a:pathLst>
                  <a:path w="15889" h="15927" extrusionOk="0">
                    <a:moveTo>
                      <a:pt x="15888" y="8729"/>
                    </a:moveTo>
                    <a:cubicBezTo>
                      <a:pt x="15888" y="12251"/>
                      <a:pt x="13132" y="15926"/>
                      <a:pt x="9342" y="15275"/>
                    </a:cubicBezTo>
                    <a:cubicBezTo>
                      <a:pt x="5781" y="15275"/>
                      <a:pt x="2719" y="12864"/>
                      <a:pt x="1302" y="9724"/>
                    </a:cubicBezTo>
                    <a:cubicBezTo>
                      <a:pt x="0" y="5666"/>
                      <a:pt x="1915" y="536"/>
                      <a:pt x="6624" y="268"/>
                    </a:cubicBezTo>
                    <a:cubicBezTo>
                      <a:pt x="11179" y="0"/>
                      <a:pt x="15850" y="4135"/>
                      <a:pt x="15888" y="8729"/>
                    </a:cubicBezTo>
                    <a:close/>
                  </a:path>
                </a:pathLst>
              </a:custGeom>
              <a:solidFill>
                <a:srgbClr val="B36D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42"/>
              <p:cNvSpPr/>
              <p:nvPr/>
            </p:nvSpPr>
            <p:spPr>
              <a:xfrm>
                <a:off x="3205100" y="2496175"/>
                <a:ext cx="423075" cy="431675"/>
              </a:xfrm>
              <a:custGeom>
                <a:avLst/>
                <a:gdLst/>
                <a:ahLst/>
                <a:cxnLst/>
                <a:rect l="l" t="t" r="r" b="b"/>
                <a:pathLst>
                  <a:path w="16923" h="17267" extrusionOk="0">
                    <a:moveTo>
                      <a:pt x="12941" y="690"/>
                    </a:moveTo>
                    <a:cubicBezTo>
                      <a:pt x="15391" y="1761"/>
                      <a:pt x="16922" y="5016"/>
                      <a:pt x="16692" y="7619"/>
                    </a:cubicBezTo>
                    <a:cubicBezTo>
                      <a:pt x="16654" y="7887"/>
                      <a:pt x="16578" y="8193"/>
                      <a:pt x="16501" y="8461"/>
                    </a:cubicBezTo>
                    <a:cubicBezTo>
                      <a:pt x="16003" y="13170"/>
                      <a:pt x="11486" y="17266"/>
                      <a:pt x="6662" y="16424"/>
                    </a:cubicBezTo>
                    <a:cubicBezTo>
                      <a:pt x="613" y="15237"/>
                      <a:pt x="1" y="8193"/>
                      <a:pt x="3331" y="3905"/>
                    </a:cubicBezTo>
                    <a:cubicBezTo>
                      <a:pt x="4174" y="2719"/>
                      <a:pt x="5743" y="1570"/>
                      <a:pt x="7275" y="1149"/>
                    </a:cubicBezTo>
                    <a:cubicBezTo>
                      <a:pt x="8997" y="268"/>
                      <a:pt x="10950" y="0"/>
                      <a:pt x="12941" y="690"/>
                    </a:cubicBezTo>
                    <a:close/>
                  </a:path>
                </a:pathLst>
              </a:custGeom>
              <a:solidFill>
                <a:srgbClr val="B36D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42"/>
              <p:cNvSpPr/>
              <p:nvPr/>
            </p:nvSpPr>
            <p:spPr>
              <a:xfrm>
                <a:off x="2534175" y="2903900"/>
                <a:ext cx="781025" cy="346475"/>
              </a:xfrm>
              <a:custGeom>
                <a:avLst/>
                <a:gdLst/>
                <a:ahLst/>
                <a:cxnLst/>
                <a:rect l="l" t="t" r="r" b="b"/>
                <a:pathLst>
                  <a:path w="31241" h="13859" extrusionOk="0">
                    <a:moveTo>
                      <a:pt x="13591" y="13706"/>
                    </a:moveTo>
                    <a:cubicBezTo>
                      <a:pt x="10682" y="13438"/>
                      <a:pt x="7925" y="12366"/>
                      <a:pt x="5475" y="10835"/>
                    </a:cubicBezTo>
                    <a:cubicBezTo>
                      <a:pt x="5246" y="10720"/>
                      <a:pt x="4978" y="10528"/>
                      <a:pt x="4633" y="10299"/>
                    </a:cubicBezTo>
                    <a:cubicBezTo>
                      <a:pt x="4403" y="10069"/>
                      <a:pt x="4174" y="9839"/>
                      <a:pt x="3944" y="9609"/>
                    </a:cubicBezTo>
                    <a:lnTo>
                      <a:pt x="3944" y="9609"/>
                    </a:lnTo>
                    <a:cubicBezTo>
                      <a:pt x="3906" y="9571"/>
                      <a:pt x="3867" y="9533"/>
                      <a:pt x="3867" y="9533"/>
                    </a:cubicBezTo>
                    <a:cubicBezTo>
                      <a:pt x="3599" y="9227"/>
                      <a:pt x="3331" y="8920"/>
                      <a:pt x="3063" y="8652"/>
                    </a:cubicBezTo>
                    <a:cubicBezTo>
                      <a:pt x="2795" y="8346"/>
                      <a:pt x="2566" y="8078"/>
                      <a:pt x="2336" y="7772"/>
                    </a:cubicBezTo>
                    <a:cubicBezTo>
                      <a:pt x="2145" y="7504"/>
                      <a:pt x="1953" y="7236"/>
                      <a:pt x="1762" y="6968"/>
                    </a:cubicBezTo>
                    <a:cubicBezTo>
                      <a:pt x="1302" y="6241"/>
                      <a:pt x="843" y="5513"/>
                      <a:pt x="460" y="4747"/>
                    </a:cubicBezTo>
                    <a:cubicBezTo>
                      <a:pt x="307" y="4441"/>
                      <a:pt x="154" y="4097"/>
                      <a:pt x="1" y="3752"/>
                    </a:cubicBezTo>
                    <a:cubicBezTo>
                      <a:pt x="39" y="3714"/>
                      <a:pt x="77" y="3675"/>
                      <a:pt x="116" y="3637"/>
                    </a:cubicBezTo>
                    <a:cubicBezTo>
                      <a:pt x="77" y="2336"/>
                      <a:pt x="1800" y="2182"/>
                      <a:pt x="2834" y="1876"/>
                    </a:cubicBezTo>
                    <a:cubicBezTo>
                      <a:pt x="6203" y="957"/>
                      <a:pt x="9801" y="268"/>
                      <a:pt x="13323" y="804"/>
                    </a:cubicBezTo>
                    <a:cubicBezTo>
                      <a:pt x="13974" y="919"/>
                      <a:pt x="14778" y="1110"/>
                      <a:pt x="15506" y="1455"/>
                    </a:cubicBezTo>
                    <a:cubicBezTo>
                      <a:pt x="18300" y="0"/>
                      <a:pt x="21669" y="345"/>
                      <a:pt x="24732" y="421"/>
                    </a:cubicBezTo>
                    <a:cubicBezTo>
                      <a:pt x="26493" y="689"/>
                      <a:pt x="30130" y="651"/>
                      <a:pt x="31240" y="2374"/>
                    </a:cubicBezTo>
                    <a:cubicBezTo>
                      <a:pt x="31202" y="2412"/>
                      <a:pt x="31202" y="2489"/>
                      <a:pt x="31164" y="2527"/>
                    </a:cubicBezTo>
                    <a:cubicBezTo>
                      <a:pt x="31164" y="2527"/>
                      <a:pt x="31202" y="2489"/>
                      <a:pt x="31202" y="2450"/>
                    </a:cubicBezTo>
                    <a:cubicBezTo>
                      <a:pt x="31125" y="2833"/>
                      <a:pt x="31011" y="3178"/>
                      <a:pt x="30896" y="3561"/>
                    </a:cubicBezTo>
                    <a:cubicBezTo>
                      <a:pt x="30819" y="3829"/>
                      <a:pt x="30743" y="4058"/>
                      <a:pt x="30628" y="4326"/>
                    </a:cubicBezTo>
                    <a:cubicBezTo>
                      <a:pt x="30398" y="4786"/>
                      <a:pt x="30130" y="5245"/>
                      <a:pt x="29900" y="5666"/>
                    </a:cubicBezTo>
                    <a:cubicBezTo>
                      <a:pt x="29326" y="6547"/>
                      <a:pt x="28714" y="7389"/>
                      <a:pt x="28063" y="8193"/>
                    </a:cubicBezTo>
                    <a:cubicBezTo>
                      <a:pt x="28063" y="8193"/>
                      <a:pt x="28101" y="8155"/>
                      <a:pt x="28101" y="8116"/>
                    </a:cubicBezTo>
                    <a:cubicBezTo>
                      <a:pt x="28063" y="8193"/>
                      <a:pt x="28024" y="8231"/>
                      <a:pt x="27986" y="8308"/>
                    </a:cubicBezTo>
                    <a:cubicBezTo>
                      <a:pt x="27871" y="8384"/>
                      <a:pt x="27795" y="8461"/>
                      <a:pt x="27718" y="8538"/>
                    </a:cubicBezTo>
                    <a:cubicBezTo>
                      <a:pt x="24694" y="11906"/>
                      <a:pt x="20253" y="13859"/>
                      <a:pt x="15774" y="13859"/>
                    </a:cubicBezTo>
                    <a:cubicBezTo>
                      <a:pt x="15046" y="13859"/>
                      <a:pt x="14319" y="13782"/>
                      <a:pt x="13591" y="13706"/>
                    </a:cubicBezTo>
                    <a:lnTo>
                      <a:pt x="13591" y="13706"/>
                    </a:lnTo>
                    <a:close/>
                    <a:moveTo>
                      <a:pt x="3638" y="5054"/>
                    </a:moveTo>
                    <a:cubicBezTo>
                      <a:pt x="5207" y="6317"/>
                      <a:pt x="7045" y="7083"/>
                      <a:pt x="8806" y="7887"/>
                    </a:cubicBezTo>
                    <a:cubicBezTo>
                      <a:pt x="11409" y="9035"/>
                      <a:pt x="14166" y="10145"/>
                      <a:pt x="17075" y="9877"/>
                    </a:cubicBezTo>
                    <a:cubicBezTo>
                      <a:pt x="21095" y="9571"/>
                      <a:pt x="25230" y="8155"/>
                      <a:pt x="27488" y="4633"/>
                    </a:cubicBezTo>
                    <a:cubicBezTo>
                      <a:pt x="26378" y="4594"/>
                      <a:pt x="25268" y="4556"/>
                      <a:pt x="24158" y="4518"/>
                    </a:cubicBezTo>
                    <a:cubicBezTo>
                      <a:pt x="21976" y="4441"/>
                      <a:pt x="19793" y="4441"/>
                      <a:pt x="17573" y="4403"/>
                    </a:cubicBezTo>
                    <a:cubicBezTo>
                      <a:pt x="17190" y="5092"/>
                      <a:pt x="16195" y="5360"/>
                      <a:pt x="15544" y="4824"/>
                    </a:cubicBezTo>
                    <a:cubicBezTo>
                      <a:pt x="15161" y="5130"/>
                      <a:pt x="14817" y="5513"/>
                      <a:pt x="14472" y="5858"/>
                    </a:cubicBezTo>
                    <a:cubicBezTo>
                      <a:pt x="13477" y="6891"/>
                      <a:pt x="11677" y="5666"/>
                      <a:pt x="12290" y="4403"/>
                    </a:cubicBezTo>
                    <a:cubicBezTo>
                      <a:pt x="9380" y="4479"/>
                      <a:pt x="6547" y="4862"/>
                      <a:pt x="3638" y="5092"/>
                    </a:cubicBezTo>
                    <a:close/>
                  </a:path>
                </a:pathLst>
              </a:custGeom>
              <a:solidFill>
                <a:srgbClr val="975E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42"/>
              <p:cNvSpPr/>
              <p:nvPr/>
            </p:nvSpPr>
            <p:spPr>
              <a:xfrm>
                <a:off x="2025000" y="950475"/>
                <a:ext cx="1736200" cy="2795675"/>
              </a:xfrm>
              <a:custGeom>
                <a:avLst/>
                <a:gdLst/>
                <a:ahLst/>
                <a:cxnLst/>
                <a:rect l="l" t="t" r="r" b="b"/>
                <a:pathLst>
                  <a:path w="69448" h="111827" extrusionOk="0">
                    <a:moveTo>
                      <a:pt x="69026" y="17687"/>
                    </a:moveTo>
                    <a:cubicBezTo>
                      <a:pt x="69141" y="19602"/>
                      <a:pt x="69103" y="21516"/>
                      <a:pt x="69065" y="23468"/>
                    </a:cubicBezTo>
                    <a:cubicBezTo>
                      <a:pt x="68950" y="24042"/>
                      <a:pt x="69333" y="25267"/>
                      <a:pt x="68797" y="25574"/>
                    </a:cubicBezTo>
                    <a:cubicBezTo>
                      <a:pt x="68873" y="28254"/>
                      <a:pt x="68797" y="30895"/>
                      <a:pt x="68835" y="33537"/>
                    </a:cubicBezTo>
                    <a:cubicBezTo>
                      <a:pt x="68873" y="34647"/>
                      <a:pt x="68835" y="35719"/>
                      <a:pt x="68950" y="36829"/>
                    </a:cubicBezTo>
                    <a:cubicBezTo>
                      <a:pt x="68988" y="36982"/>
                      <a:pt x="68950" y="37097"/>
                      <a:pt x="68873" y="37212"/>
                    </a:cubicBezTo>
                    <a:cubicBezTo>
                      <a:pt x="68912" y="38399"/>
                      <a:pt x="68873" y="39586"/>
                      <a:pt x="68950" y="40772"/>
                    </a:cubicBezTo>
                    <a:cubicBezTo>
                      <a:pt x="69026" y="42878"/>
                      <a:pt x="68950" y="44984"/>
                      <a:pt x="69026" y="47089"/>
                    </a:cubicBezTo>
                    <a:cubicBezTo>
                      <a:pt x="68950" y="47663"/>
                      <a:pt x="69448" y="49003"/>
                      <a:pt x="68414" y="48889"/>
                    </a:cubicBezTo>
                    <a:cubicBezTo>
                      <a:pt x="67036" y="49884"/>
                      <a:pt x="65849" y="51224"/>
                      <a:pt x="64930" y="52640"/>
                    </a:cubicBezTo>
                    <a:cubicBezTo>
                      <a:pt x="64547" y="53253"/>
                      <a:pt x="64164" y="53865"/>
                      <a:pt x="64011" y="54555"/>
                    </a:cubicBezTo>
                    <a:cubicBezTo>
                      <a:pt x="64011" y="54631"/>
                      <a:pt x="64011" y="54708"/>
                      <a:pt x="64011" y="54746"/>
                    </a:cubicBezTo>
                    <a:cubicBezTo>
                      <a:pt x="64011" y="54861"/>
                      <a:pt x="64050" y="54976"/>
                      <a:pt x="64050" y="55052"/>
                    </a:cubicBezTo>
                    <a:cubicBezTo>
                      <a:pt x="64164" y="55358"/>
                      <a:pt x="64050" y="55703"/>
                      <a:pt x="63743" y="55818"/>
                    </a:cubicBezTo>
                    <a:cubicBezTo>
                      <a:pt x="63475" y="55894"/>
                      <a:pt x="63169" y="55741"/>
                      <a:pt x="63054" y="55473"/>
                    </a:cubicBezTo>
                    <a:cubicBezTo>
                      <a:pt x="62518" y="53636"/>
                      <a:pt x="63016" y="51760"/>
                      <a:pt x="63169" y="49922"/>
                    </a:cubicBezTo>
                    <a:cubicBezTo>
                      <a:pt x="63016" y="48850"/>
                      <a:pt x="63207" y="47817"/>
                      <a:pt x="63284" y="46745"/>
                    </a:cubicBezTo>
                    <a:cubicBezTo>
                      <a:pt x="63360" y="45979"/>
                      <a:pt x="62978" y="45328"/>
                      <a:pt x="62901" y="44562"/>
                    </a:cubicBezTo>
                    <a:cubicBezTo>
                      <a:pt x="62863" y="43835"/>
                      <a:pt x="63092" y="43184"/>
                      <a:pt x="63131" y="42495"/>
                    </a:cubicBezTo>
                    <a:cubicBezTo>
                      <a:pt x="63092" y="41844"/>
                      <a:pt x="62824" y="41194"/>
                      <a:pt x="62824" y="40543"/>
                    </a:cubicBezTo>
                    <a:cubicBezTo>
                      <a:pt x="62710" y="39624"/>
                      <a:pt x="63514" y="38705"/>
                      <a:pt x="62978" y="37863"/>
                    </a:cubicBezTo>
                    <a:cubicBezTo>
                      <a:pt x="62595" y="36982"/>
                      <a:pt x="62748" y="36025"/>
                      <a:pt x="62863" y="35106"/>
                    </a:cubicBezTo>
                    <a:cubicBezTo>
                      <a:pt x="62212" y="34379"/>
                      <a:pt x="62020" y="33422"/>
                      <a:pt x="62442" y="32541"/>
                    </a:cubicBezTo>
                    <a:cubicBezTo>
                      <a:pt x="61791" y="31814"/>
                      <a:pt x="61791" y="30665"/>
                      <a:pt x="61867" y="29747"/>
                    </a:cubicBezTo>
                    <a:cubicBezTo>
                      <a:pt x="60719" y="29326"/>
                      <a:pt x="60221" y="28024"/>
                      <a:pt x="60298" y="26837"/>
                    </a:cubicBezTo>
                    <a:cubicBezTo>
                      <a:pt x="60221" y="26837"/>
                      <a:pt x="60183" y="26837"/>
                      <a:pt x="60145" y="26799"/>
                    </a:cubicBezTo>
                    <a:cubicBezTo>
                      <a:pt x="58575" y="26033"/>
                      <a:pt x="58001" y="24387"/>
                      <a:pt x="58652" y="22741"/>
                    </a:cubicBezTo>
                    <a:cubicBezTo>
                      <a:pt x="57924" y="22702"/>
                      <a:pt x="57158" y="22396"/>
                      <a:pt x="56699" y="21822"/>
                    </a:cubicBezTo>
                    <a:cubicBezTo>
                      <a:pt x="55283" y="22167"/>
                      <a:pt x="54057" y="20980"/>
                      <a:pt x="53636" y="19716"/>
                    </a:cubicBezTo>
                    <a:cubicBezTo>
                      <a:pt x="52756" y="19984"/>
                      <a:pt x="51378" y="19793"/>
                      <a:pt x="51033" y="18798"/>
                    </a:cubicBezTo>
                    <a:cubicBezTo>
                      <a:pt x="50995" y="18759"/>
                      <a:pt x="50918" y="18759"/>
                      <a:pt x="50880" y="18721"/>
                    </a:cubicBezTo>
                    <a:cubicBezTo>
                      <a:pt x="50765" y="18644"/>
                      <a:pt x="50688" y="18568"/>
                      <a:pt x="50574" y="18491"/>
                    </a:cubicBezTo>
                    <a:cubicBezTo>
                      <a:pt x="48698" y="19104"/>
                      <a:pt x="46784" y="18147"/>
                      <a:pt x="45558" y="16730"/>
                    </a:cubicBezTo>
                    <a:cubicBezTo>
                      <a:pt x="44104" y="17611"/>
                      <a:pt x="42457" y="16539"/>
                      <a:pt x="41232" y="15697"/>
                    </a:cubicBezTo>
                    <a:cubicBezTo>
                      <a:pt x="40620" y="15773"/>
                      <a:pt x="38553" y="15926"/>
                      <a:pt x="38591" y="15007"/>
                    </a:cubicBezTo>
                    <a:cubicBezTo>
                      <a:pt x="38438" y="14893"/>
                      <a:pt x="38285" y="14931"/>
                      <a:pt x="38093" y="14893"/>
                    </a:cubicBezTo>
                    <a:cubicBezTo>
                      <a:pt x="37557" y="15735"/>
                      <a:pt x="34571" y="15467"/>
                      <a:pt x="34150" y="14778"/>
                    </a:cubicBezTo>
                    <a:cubicBezTo>
                      <a:pt x="33461" y="15965"/>
                      <a:pt x="32159" y="16845"/>
                      <a:pt x="30743" y="16807"/>
                    </a:cubicBezTo>
                    <a:cubicBezTo>
                      <a:pt x="30283" y="16845"/>
                      <a:pt x="29594" y="16347"/>
                      <a:pt x="29211" y="15850"/>
                    </a:cubicBezTo>
                    <a:cubicBezTo>
                      <a:pt x="28675" y="16309"/>
                      <a:pt x="27565" y="16462"/>
                      <a:pt x="27106" y="16233"/>
                    </a:cubicBezTo>
                    <a:cubicBezTo>
                      <a:pt x="26072" y="17572"/>
                      <a:pt x="24158" y="18415"/>
                      <a:pt x="22512" y="17764"/>
                    </a:cubicBezTo>
                    <a:cubicBezTo>
                      <a:pt x="22014" y="19716"/>
                      <a:pt x="19832" y="21133"/>
                      <a:pt x="18147" y="19563"/>
                    </a:cubicBezTo>
                    <a:cubicBezTo>
                      <a:pt x="17956" y="19678"/>
                      <a:pt x="17764" y="19908"/>
                      <a:pt x="17573" y="20137"/>
                    </a:cubicBezTo>
                    <a:cubicBezTo>
                      <a:pt x="16960" y="21095"/>
                      <a:pt x="15850" y="22052"/>
                      <a:pt x="15161" y="21631"/>
                    </a:cubicBezTo>
                    <a:cubicBezTo>
                      <a:pt x="15161" y="21822"/>
                      <a:pt x="15085" y="22013"/>
                      <a:pt x="14893" y="22090"/>
                    </a:cubicBezTo>
                    <a:cubicBezTo>
                      <a:pt x="14549" y="22626"/>
                      <a:pt x="14281" y="23200"/>
                      <a:pt x="13860" y="23660"/>
                    </a:cubicBezTo>
                    <a:cubicBezTo>
                      <a:pt x="13477" y="24081"/>
                      <a:pt x="12405" y="24846"/>
                      <a:pt x="11907" y="24387"/>
                    </a:cubicBezTo>
                    <a:cubicBezTo>
                      <a:pt x="11716" y="24464"/>
                      <a:pt x="11524" y="24464"/>
                      <a:pt x="11333" y="24502"/>
                    </a:cubicBezTo>
                    <a:cubicBezTo>
                      <a:pt x="11180" y="26110"/>
                      <a:pt x="10108" y="27335"/>
                      <a:pt x="8653" y="27947"/>
                    </a:cubicBezTo>
                    <a:cubicBezTo>
                      <a:pt x="8806" y="28445"/>
                      <a:pt x="8844" y="29019"/>
                      <a:pt x="8729" y="29517"/>
                    </a:cubicBezTo>
                    <a:cubicBezTo>
                      <a:pt x="8653" y="30091"/>
                      <a:pt x="8079" y="30589"/>
                      <a:pt x="8270" y="31163"/>
                    </a:cubicBezTo>
                    <a:cubicBezTo>
                      <a:pt x="8844" y="32924"/>
                      <a:pt x="7619" y="33613"/>
                      <a:pt x="7811" y="34877"/>
                    </a:cubicBezTo>
                    <a:cubicBezTo>
                      <a:pt x="8155" y="36446"/>
                      <a:pt x="7236" y="37978"/>
                      <a:pt x="7772" y="39547"/>
                    </a:cubicBezTo>
                    <a:cubicBezTo>
                      <a:pt x="7887" y="40504"/>
                      <a:pt x="7581" y="41461"/>
                      <a:pt x="7313" y="42342"/>
                    </a:cubicBezTo>
                    <a:cubicBezTo>
                      <a:pt x="7313" y="43299"/>
                      <a:pt x="7007" y="44218"/>
                      <a:pt x="6968" y="45137"/>
                    </a:cubicBezTo>
                    <a:cubicBezTo>
                      <a:pt x="7160" y="47434"/>
                      <a:pt x="7160" y="49769"/>
                      <a:pt x="6968" y="52066"/>
                    </a:cubicBezTo>
                    <a:cubicBezTo>
                      <a:pt x="7007" y="52525"/>
                      <a:pt x="7122" y="53980"/>
                      <a:pt x="6854" y="54631"/>
                    </a:cubicBezTo>
                    <a:cubicBezTo>
                      <a:pt x="6892" y="54822"/>
                      <a:pt x="6930" y="55014"/>
                      <a:pt x="6968" y="55167"/>
                    </a:cubicBezTo>
                    <a:cubicBezTo>
                      <a:pt x="7045" y="55703"/>
                      <a:pt x="6279" y="56009"/>
                      <a:pt x="5973" y="55550"/>
                    </a:cubicBezTo>
                    <a:cubicBezTo>
                      <a:pt x="5820" y="55358"/>
                      <a:pt x="5820" y="55129"/>
                      <a:pt x="5820" y="54899"/>
                    </a:cubicBezTo>
                    <a:cubicBezTo>
                      <a:pt x="5820" y="54784"/>
                      <a:pt x="5820" y="54669"/>
                      <a:pt x="5782" y="54555"/>
                    </a:cubicBezTo>
                    <a:cubicBezTo>
                      <a:pt x="5437" y="54248"/>
                      <a:pt x="5514" y="53636"/>
                      <a:pt x="5284" y="53215"/>
                    </a:cubicBezTo>
                    <a:cubicBezTo>
                      <a:pt x="4633" y="50994"/>
                      <a:pt x="3102" y="50305"/>
                      <a:pt x="1111" y="49578"/>
                    </a:cubicBezTo>
                    <a:cubicBezTo>
                      <a:pt x="1073" y="49539"/>
                      <a:pt x="1073" y="49539"/>
                      <a:pt x="1034" y="49501"/>
                    </a:cubicBezTo>
                    <a:cubicBezTo>
                      <a:pt x="996" y="49501"/>
                      <a:pt x="958" y="49463"/>
                      <a:pt x="958" y="49463"/>
                    </a:cubicBezTo>
                    <a:cubicBezTo>
                      <a:pt x="766" y="49271"/>
                      <a:pt x="690" y="49003"/>
                      <a:pt x="613" y="48735"/>
                    </a:cubicBezTo>
                    <a:cubicBezTo>
                      <a:pt x="537" y="48199"/>
                      <a:pt x="652" y="47587"/>
                      <a:pt x="613" y="47089"/>
                    </a:cubicBezTo>
                    <a:cubicBezTo>
                      <a:pt x="575" y="45902"/>
                      <a:pt x="498" y="44754"/>
                      <a:pt x="613" y="43605"/>
                    </a:cubicBezTo>
                    <a:cubicBezTo>
                      <a:pt x="613" y="43529"/>
                      <a:pt x="652" y="43452"/>
                      <a:pt x="690" y="43376"/>
                    </a:cubicBezTo>
                    <a:cubicBezTo>
                      <a:pt x="690" y="42036"/>
                      <a:pt x="728" y="40658"/>
                      <a:pt x="728" y="39318"/>
                    </a:cubicBezTo>
                    <a:cubicBezTo>
                      <a:pt x="728" y="34456"/>
                      <a:pt x="307" y="29594"/>
                      <a:pt x="537" y="24693"/>
                    </a:cubicBezTo>
                    <a:cubicBezTo>
                      <a:pt x="537" y="22090"/>
                      <a:pt x="728" y="19487"/>
                      <a:pt x="766" y="16883"/>
                    </a:cubicBezTo>
                    <a:cubicBezTo>
                      <a:pt x="728" y="13476"/>
                      <a:pt x="1" y="9916"/>
                      <a:pt x="4059" y="8614"/>
                    </a:cubicBezTo>
                    <a:cubicBezTo>
                      <a:pt x="3753" y="7006"/>
                      <a:pt x="4174" y="5169"/>
                      <a:pt x="5973" y="4824"/>
                    </a:cubicBezTo>
                    <a:cubicBezTo>
                      <a:pt x="6088" y="3829"/>
                      <a:pt x="7160" y="3484"/>
                      <a:pt x="7926" y="3101"/>
                    </a:cubicBezTo>
                    <a:cubicBezTo>
                      <a:pt x="8423" y="1417"/>
                      <a:pt x="9955" y="268"/>
                      <a:pt x="11677" y="0"/>
                    </a:cubicBezTo>
                    <a:cubicBezTo>
                      <a:pt x="11830" y="0"/>
                      <a:pt x="11984" y="39"/>
                      <a:pt x="12098" y="153"/>
                    </a:cubicBezTo>
                    <a:cubicBezTo>
                      <a:pt x="13438" y="153"/>
                      <a:pt x="14817" y="345"/>
                      <a:pt x="16157" y="345"/>
                    </a:cubicBezTo>
                    <a:cubicBezTo>
                      <a:pt x="18109" y="77"/>
                      <a:pt x="20100" y="115"/>
                      <a:pt x="22091" y="115"/>
                    </a:cubicBezTo>
                    <a:cubicBezTo>
                      <a:pt x="22780" y="153"/>
                      <a:pt x="23622" y="0"/>
                      <a:pt x="24273" y="268"/>
                    </a:cubicBezTo>
                    <a:cubicBezTo>
                      <a:pt x="27986" y="383"/>
                      <a:pt x="31700" y="345"/>
                      <a:pt x="35413" y="421"/>
                    </a:cubicBezTo>
                    <a:cubicBezTo>
                      <a:pt x="39510" y="651"/>
                      <a:pt x="43606" y="536"/>
                      <a:pt x="47664" y="307"/>
                    </a:cubicBezTo>
                    <a:cubicBezTo>
                      <a:pt x="49195" y="268"/>
                      <a:pt x="50727" y="307"/>
                      <a:pt x="52258" y="268"/>
                    </a:cubicBezTo>
                    <a:cubicBezTo>
                      <a:pt x="53713" y="230"/>
                      <a:pt x="55206" y="77"/>
                      <a:pt x="56622" y="268"/>
                    </a:cubicBezTo>
                    <a:cubicBezTo>
                      <a:pt x="56852" y="345"/>
                      <a:pt x="57044" y="460"/>
                      <a:pt x="57158" y="575"/>
                    </a:cubicBezTo>
                    <a:cubicBezTo>
                      <a:pt x="57503" y="460"/>
                      <a:pt x="58077" y="613"/>
                      <a:pt x="58384" y="651"/>
                    </a:cubicBezTo>
                    <a:cubicBezTo>
                      <a:pt x="59570" y="804"/>
                      <a:pt x="59877" y="1991"/>
                      <a:pt x="59953" y="2986"/>
                    </a:cubicBezTo>
                    <a:cubicBezTo>
                      <a:pt x="61293" y="2872"/>
                      <a:pt x="62556" y="3790"/>
                      <a:pt x="62518" y="5169"/>
                    </a:cubicBezTo>
                    <a:cubicBezTo>
                      <a:pt x="63896" y="5360"/>
                      <a:pt x="64203" y="6853"/>
                      <a:pt x="64356" y="8002"/>
                    </a:cubicBezTo>
                    <a:cubicBezTo>
                      <a:pt x="66002" y="7427"/>
                      <a:pt x="67074" y="9035"/>
                      <a:pt x="66959" y="10528"/>
                    </a:cubicBezTo>
                    <a:cubicBezTo>
                      <a:pt x="67380" y="10643"/>
                      <a:pt x="67878" y="10873"/>
                      <a:pt x="68146" y="11026"/>
                    </a:cubicBezTo>
                    <a:cubicBezTo>
                      <a:pt x="68797" y="11600"/>
                      <a:pt x="69065" y="12519"/>
                      <a:pt x="69256" y="13361"/>
                    </a:cubicBezTo>
                    <a:cubicBezTo>
                      <a:pt x="69218" y="14778"/>
                      <a:pt x="69065" y="16233"/>
                      <a:pt x="69026" y="17687"/>
                    </a:cubicBezTo>
                    <a:lnTo>
                      <a:pt x="69026" y="17687"/>
                    </a:lnTo>
                    <a:close/>
                    <a:moveTo>
                      <a:pt x="49731" y="102256"/>
                    </a:moveTo>
                    <a:cubicBezTo>
                      <a:pt x="50842" y="102103"/>
                      <a:pt x="51071" y="102907"/>
                      <a:pt x="50650" y="103787"/>
                    </a:cubicBezTo>
                    <a:cubicBezTo>
                      <a:pt x="50191" y="104706"/>
                      <a:pt x="49463" y="105472"/>
                      <a:pt x="48813" y="106237"/>
                    </a:cubicBezTo>
                    <a:cubicBezTo>
                      <a:pt x="48659" y="106773"/>
                      <a:pt x="47970" y="106888"/>
                      <a:pt x="47511" y="107080"/>
                    </a:cubicBezTo>
                    <a:cubicBezTo>
                      <a:pt x="46860" y="107577"/>
                      <a:pt x="46248" y="108190"/>
                      <a:pt x="45367" y="108305"/>
                    </a:cubicBezTo>
                    <a:cubicBezTo>
                      <a:pt x="45022" y="109032"/>
                      <a:pt x="44180" y="109262"/>
                      <a:pt x="43453" y="109492"/>
                    </a:cubicBezTo>
                    <a:cubicBezTo>
                      <a:pt x="42304" y="110640"/>
                      <a:pt x="41309" y="110602"/>
                      <a:pt x="39892" y="110870"/>
                    </a:cubicBezTo>
                    <a:cubicBezTo>
                      <a:pt x="38821" y="111482"/>
                      <a:pt x="37634" y="111444"/>
                      <a:pt x="36485" y="111214"/>
                    </a:cubicBezTo>
                    <a:cubicBezTo>
                      <a:pt x="35566" y="111329"/>
                      <a:pt x="34648" y="111712"/>
                      <a:pt x="33690" y="111521"/>
                    </a:cubicBezTo>
                    <a:cubicBezTo>
                      <a:pt x="32274" y="110908"/>
                      <a:pt x="31547" y="111827"/>
                      <a:pt x="30130" y="110564"/>
                    </a:cubicBezTo>
                    <a:cubicBezTo>
                      <a:pt x="29824" y="110334"/>
                      <a:pt x="29364" y="110449"/>
                      <a:pt x="28982" y="110334"/>
                    </a:cubicBezTo>
                    <a:cubicBezTo>
                      <a:pt x="28254" y="110181"/>
                      <a:pt x="27680" y="109645"/>
                      <a:pt x="27182" y="109109"/>
                    </a:cubicBezTo>
                    <a:cubicBezTo>
                      <a:pt x="25689" y="109185"/>
                      <a:pt x="25153" y="108726"/>
                      <a:pt x="24388" y="107501"/>
                    </a:cubicBezTo>
                    <a:cubicBezTo>
                      <a:pt x="23737" y="107348"/>
                      <a:pt x="22971" y="107233"/>
                      <a:pt x="22626" y="106544"/>
                    </a:cubicBezTo>
                    <a:cubicBezTo>
                      <a:pt x="22512" y="106391"/>
                      <a:pt x="22473" y="106123"/>
                      <a:pt x="22244" y="106084"/>
                    </a:cubicBezTo>
                    <a:cubicBezTo>
                      <a:pt x="21861" y="105931"/>
                      <a:pt x="21363" y="105587"/>
                      <a:pt x="21172" y="105204"/>
                    </a:cubicBezTo>
                    <a:cubicBezTo>
                      <a:pt x="20827" y="105089"/>
                      <a:pt x="20674" y="104591"/>
                      <a:pt x="20942" y="104323"/>
                    </a:cubicBezTo>
                    <a:cubicBezTo>
                      <a:pt x="21172" y="104094"/>
                      <a:pt x="21478" y="104055"/>
                      <a:pt x="21784" y="104017"/>
                    </a:cubicBezTo>
                    <a:cubicBezTo>
                      <a:pt x="22167" y="103826"/>
                      <a:pt x="22588" y="103711"/>
                      <a:pt x="23009" y="103519"/>
                    </a:cubicBezTo>
                    <a:cubicBezTo>
                      <a:pt x="23584" y="103366"/>
                      <a:pt x="24273" y="102409"/>
                      <a:pt x="24809" y="102830"/>
                    </a:cubicBezTo>
                    <a:cubicBezTo>
                      <a:pt x="25153" y="102715"/>
                      <a:pt x="25459" y="102601"/>
                      <a:pt x="25727" y="102371"/>
                    </a:cubicBezTo>
                    <a:cubicBezTo>
                      <a:pt x="26149" y="102103"/>
                      <a:pt x="26149" y="101490"/>
                      <a:pt x="26685" y="101414"/>
                    </a:cubicBezTo>
                    <a:cubicBezTo>
                      <a:pt x="27642" y="101261"/>
                      <a:pt x="28178" y="100380"/>
                      <a:pt x="28331" y="99538"/>
                    </a:cubicBezTo>
                    <a:cubicBezTo>
                      <a:pt x="28599" y="99040"/>
                      <a:pt x="29250" y="98964"/>
                      <a:pt x="29518" y="98466"/>
                    </a:cubicBezTo>
                    <a:cubicBezTo>
                      <a:pt x="29671" y="98198"/>
                      <a:pt x="29518" y="97853"/>
                      <a:pt x="29632" y="97585"/>
                    </a:cubicBezTo>
                    <a:cubicBezTo>
                      <a:pt x="29747" y="97241"/>
                      <a:pt x="30092" y="97088"/>
                      <a:pt x="30245" y="96781"/>
                    </a:cubicBezTo>
                    <a:cubicBezTo>
                      <a:pt x="30283" y="96475"/>
                      <a:pt x="30207" y="96131"/>
                      <a:pt x="30360" y="95863"/>
                    </a:cubicBezTo>
                    <a:cubicBezTo>
                      <a:pt x="30666" y="95556"/>
                      <a:pt x="30781" y="95250"/>
                      <a:pt x="30857" y="94829"/>
                    </a:cubicBezTo>
                    <a:cubicBezTo>
                      <a:pt x="31240" y="93987"/>
                      <a:pt x="32389" y="94370"/>
                      <a:pt x="33155" y="94178"/>
                    </a:cubicBezTo>
                    <a:cubicBezTo>
                      <a:pt x="33537" y="94140"/>
                      <a:pt x="33882" y="93872"/>
                      <a:pt x="34265" y="93795"/>
                    </a:cubicBezTo>
                    <a:cubicBezTo>
                      <a:pt x="34762" y="93757"/>
                      <a:pt x="35260" y="93948"/>
                      <a:pt x="35796" y="93872"/>
                    </a:cubicBezTo>
                    <a:cubicBezTo>
                      <a:pt x="37442" y="93298"/>
                      <a:pt x="37481" y="93948"/>
                      <a:pt x="38935" y="93834"/>
                    </a:cubicBezTo>
                    <a:cubicBezTo>
                      <a:pt x="41960" y="93106"/>
                      <a:pt x="40543" y="94255"/>
                      <a:pt x="41807" y="95748"/>
                    </a:cubicBezTo>
                    <a:cubicBezTo>
                      <a:pt x="41998" y="95901"/>
                      <a:pt x="41998" y="96092"/>
                      <a:pt x="41922" y="96284"/>
                    </a:cubicBezTo>
                    <a:cubicBezTo>
                      <a:pt x="41998" y="96322"/>
                      <a:pt x="42075" y="96399"/>
                      <a:pt x="42113" y="96513"/>
                    </a:cubicBezTo>
                    <a:cubicBezTo>
                      <a:pt x="42343" y="97088"/>
                      <a:pt x="42496" y="97892"/>
                      <a:pt x="43185" y="98083"/>
                    </a:cubicBezTo>
                    <a:cubicBezTo>
                      <a:pt x="44104" y="98006"/>
                      <a:pt x="44104" y="99346"/>
                      <a:pt x="44946" y="99500"/>
                    </a:cubicBezTo>
                    <a:cubicBezTo>
                      <a:pt x="45214" y="99614"/>
                      <a:pt x="45482" y="99691"/>
                      <a:pt x="45712" y="99882"/>
                    </a:cubicBezTo>
                    <a:cubicBezTo>
                      <a:pt x="45941" y="100074"/>
                      <a:pt x="46018" y="100380"/>
                      <a:pt x="46286" y="100572"/>
                    </a:cubicBezTo>
                    <a:cubicBezTo>
                      <a:pt x="46860" y="100878"/>
                      <a:pt x="47320" y="101375"/>
                      <a:pt x="47932" y="101605"/>
                    </a:cubicBezTo>
                    <a:cubicBezTo>
                      <a:pt x="48468" y="101988"/>
                      <a:pt x="49042" y="102371"/>
                      <a:pt x="49731" y="102256"/>
                    </a:cubicBezTo>
                    <a:lnTo>
                      <a:pt x="49731" y="102256"/>
                    </a:lnTo>
                    <a:close/>
                    <a:moveTo>
                      <a:pt x="26646" y="43720"/>
                    </a:moveTo>
                    <a:cubicBezTo>
                      <a:pt x="25345" y="42610"/>
                      <a:pt x="22741" y="42916"/>
                      <a:pt x="21133" y="42993"/>
                    </a:cubicBezTo>
                    <a:cubicBezTo>
                      <a:pt x="17458" y="43376"/>
                      <a:pt x="13706" y="43452"/>
                      <a:pt x="10261" y="44754"/>
                    </a:cubicBezTo>
                    <a:cubicBezTo>
                      <a:pt x="9687" y="44984"/>
                      <a:pt x="8653" y="45213"/>
                      <a:pt x="8500" y="45864"/>
                    </a:cubicBezTo>
                    <a:cubicBezTo>
                      <a:pt x="7390" y="45788"/>
                      <a:pt x="7926" y="47395"/>
                      <a:pt x="8347" y="47893"/>
                    </a:cubicBezTo>
                    <a:cubicBezTo>
                      <a:pt x="8729" y="48314"/>
                      <a:pt x="9380" y="48429"/>
                      <a:pt x="9955" y="48467"/>
                    </a:cubicBezTo>
                    <a:cubicBezTo>
                      <a:pt x="12826" y="48429"/>
                      <a:pt x="15735" y="47970"/>
                      <a:pt x="18645" y="47931"/>
                    </a:cubicBezTo>
                    <a:cubicBezTo>
                      <a:pt x="20100" y="47855"/>
                      <a:pt x="21555" y="47778"/>
                      <a:pt x="23048" y="47740"/>
                    </a:cubicBezTo>
                    <a:cubicBezTo>
                      <a:pt x="24043" y="47663"/>
                      <a:pt x="25383" y="47893"/>
                      <a:pt x="26034" y="46898"/>
                    </a:cubicBezTo>
                    <a:cubicBezTo>
                      <a:pt x="26493" y="46094"/>
                      <a:pt x="27029" y="44639"/>
                      <a:pt x="26646" y="43720"/>
                    </a:cubicBezTo>
                    <a:lnTo>
                      <a:pt x="26646" y="43720"/>
                    </a:lnTo>
                    <a:close/>
                    <a:moveTo>
                      <a:pt x="60949" y="46132"/>
                    </a:moveTo>
                    <a:cubicBezTo>
                      <a:pt x="60795" y="44984"/>
                      <a:pt x="59723" y="44103"/>
                      <a:pt x="58690" y="43644"/>
                    </a:cubicBezTo>
                    <a:cubicBezTo>
                      <a:pt x="56201" y="42648"/>
                      <a:pt x="53445" y="42725"/>
                      <a:pt x="50803" y="42725"/>
                    </a:cubicBezTo>
                    <a:cubicBezTo>
                      <a:pt x="48851" y="42801"/>
                      <a:pt x="44295" y="42533"/>
                      <a:pt x="42879" y="43759"/>
                    </a:cubicBezTo>
                    <a:cubicBezTo>
                      <a:pt x="41730" y="43797"/>
                      <a:pt x="41883" y="46209"/>
                      <a:pt x="42343" y="46898"/>
                    </a:cubicBezTo>
                    <a:cubicBezTo>
                      <a:pt x="43108" y="48046"/>
                      <a:pt x="44640" y="48085"/>
                      <a:pt x="45865" y="48123"/>
                    </a:cubicBezTo>
                    <a:cubicBezTo>
                      <a:pt x="48047" y="48238"/>
                      <a:pt x="50038" y="47319"/>
                      <a:pt x="52182" y="47127"/>
                    </a:cubicBezTo>
                    <a:cubicBezTo>
                      <a:pt x="54670" y="46859"/>
                      <a:pt x="57197" y="46936"/>
                      <a:pt x="59647" y="47587"/>
                    </a:cubicBezTo>
                    <a:cubicBezTo>
                      <a:pt x="60681" y="47855"/>
                      <a:pt x="61025" y="47013"/>
                      <a:pt x="60949" y="46132"/>
                    </a:cubicBezTo>
                    <a:close/>
                  </a:path>
                </a:pathLst>
              </a:custGeom>
              <a:solidFill>
                <a:srgbClr val="6A5C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42"/>
              <p:cNvSpPr/>
              <p:nvPr/>
            </p:nvSpPr>
            <p:spPr>
              <a:xfrm>
                <a:off x="2389650" y="930375"/>
                <a:ext cx="431675" cy="219200"/>
              </a:xfrm>
              <a:custGeom>
                <a:avLst/>
                <a:gdLst/>
                <a:ahLst/>
                <a:cxnLst/>
                <a:rect l="l" t="t" r="r" b="b"/>
                <a:pathLst>
                  <a:path w="17267" h="8768" extrusionOk="0">
                    <a:moveTo>
                      <a:pt x="2910" y="3714"/>
                    </a:moveTo>
                    <a:cubicBezTo>
                      <a:pt x="3025" y="3561"/>
                      <a:pt x="3178" y="3408"/>
                      <a:pt x="3332" y="3216"/>
                    </a:cubicBezTo>
                    <a:cubicBezTo>
                      <a:pt x="3102" y="3408"/>
                      <a:pt x="2872" y="3599"/>
                      <a:pt x="2719" y="3829"/>
                    </a:cubicBezTo>
                    <a:cubicBezTo>
                      <a:pt x="2757" y="3790"/>
                      <a:pt x="2834" y="3752"/>
                      <a:pt x="2910" y="3714"/>
                    </a:cubicBezTo>
                    <a:close/>
                    <a:moveTo>
                      <a:pt x="16999" y="1800"/>
                    </a:moveTo>
                    <a:cubicBezTo>
                      <a:pt x="17267" y="2833"/>
                      <a:pt x="15889" y="3790"/>
                      <a:pt x="15429" y="4709"/>
                    </a:cubicBezTo>
                    <a:cubicBezTo>
                      <a:pt x="14625" y="6202"/>
                      <a:pt x="13209" y="7006"/>
                      <a:pt x="13630" y="4556"/>
                    </a:cubicBezTo>
                    <a:cubicBezTo>
                      <a:pt x="12213" y="5398"/>
                      <a:pt x="8998" y="8767"/>
                      <a:pt x="9878" y="4747"/>
                    </a:cubicBezTo>
                    <a:cubicBezTo>
                      <a:pt x="8538" y="5475"/>
                      <a:pt x="7428" y="6891"/>
                      <a:pt x="5858" y="7159"/>
                    </a:cubicBezTo>
                    <a:cubicBezTo>
                      <a:pt x="4672" y="6930"/>
                      <a:pt x="5437" y="5475"/>
                      <a:pt x="5705" y="4747"/>
                    </a:cubicBezTo>
                    <a:cubicBezTo>
                      <a:pt x="4557" y="5513"/>
                      <a:pt x="3600" y="6700"/>
                      <a:pt x="2260" y="7044"/>
                    </a:cubicBezTo>
                    <a:cubicBezTo>
                      <a:pt x="996" y="7121"/>
                      <a:pt x="1417" y="5551"/>
                      <a:pt x="1953" y="4939"/>
                    </a:cubicBezTo>
                    <a:cubicBezTo>
                      <a:pt x="1" y="4135"/>
                      <a:pt x="5361" y="0"/>
                      <a:pt x="6203" y="1455"/>
                    </a:cubicBezTo>
                    <a:cubicBezTo>
                      <a:pt x="6203" y="1455"/>
                      <a:pt x="6203" y="1493"/>
                      <a:pt x="6241" y="1493"/>
                    </a:cubicBezTo>
                    <a:cubicBezTo>
                      <a:pt x="6241" y="1493"/>
                      <a:pt x="6279" y="1493"/>
                      <a:pt x="6318" y="1493"/>
                    </a:cubicBezTo>
                    <a:lnTo>
                      <a:pt x="6318" y="1493"/>
                    </a:lnTo>
                    <a:cubicBezTo>
                      <a:pt x="7160" y="1379"/>
                      <a:pt x="8194" y="1072"/>
                      <a:pt x="8921" y="1685"/>
                    </a:cubicBezTo>
                    <a:cubicBezTo>
                      <a:pt x="9151" y="1876"/>
                      <a:pt x="9304" y="2336"/>
                      <a:pt x="9687" y="2259"/>
                    </a:cubicBezTo>
                    <a:cubicBezTo>
                      <a:pt x="10835" y="1914"/>
                      <a:pt x="12711" y="728"/>
                      <a:pt x="12788" y="2757"/>
                    </a:cubicBezTo>
                    <a:cubicBezTo>
                      <a:pt x="14013" y="2336"/>
                      <a:pt x="15774" y="728"/>
                      <a:pt x="16961" y="1800"/>
                    </a:cubicBezTo>
                    <a:close/>
                  </a:path>
                </a:pathLst>
              </a:custGeom>
              <a:solidFill>
                <a:srgbClr val="8677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42"/>
              <p:cNvSpPr/>
              <p:nvPr/>
            </p:nvSpPr>
            <p:spPr>
              <a:xfrm>
                <a:off x="2828000" y="3320225"/>
                <a:ext cx="189550" cy="128275"/>
              </a:xfrm>
              <a:custGeom>
                <a:avLst/>
                <a:gdLst/>
                <a:ahLst/>
                <a:cxnLst/>
                <a:rect l="l" t="t" r="r" b="b"/>
                <a:pathLst>
                  <a:path w="7582" h="5131" extrusionOk="0">
                    <a:moveTo>
                      <a:pt x="77" y="3599"/>
                    </a:moveTo>
                    <a:cubicBezTo>
                      <a:pt x="154" y="3446"/>
                      <a:pt x="231" y="3293"/>
                      <a:pt x="269" y="3102"/>
                    </a:cubicBezTo>
                    <a:cubicBezTo>
                      <a:pt x="422" y="2719"/>
                      <a:pt x="575" y="2298"/>
                      <a:pt x="690" y="1877"/>
                    </a:cubicBezTo>
                    <a:cubicBezTo>
                      <a:pt x="767" y="1647"/>
                      <a:pt x="843" y="1455"/>
                      <a:pt x="920" y="1226"/>
                    </a:cubicBezTo>
                    <a:cubicBezTo>
                      <a:pt x="1417" y="537"/>
                      <a:pt x="2106" y="192"/>
                      <a:pt x="2872" y="1149"/>
                    </a:cubicBezTo>
                    <a:cubicBezTo>
                      <a:pt x="3600" y="230"/>
                      <a:pt x="4250" y="384"/>
                      <a:pt x="4710" y="1379"/>
                    </a:cubicBezTo>
                    <a:cubicBezTo>
                      <a:pt x="5284" y="1"/>
                      <a:pt x="6165" y="1073"/>
                      <a:pt x="6509" y="1953"/>
                    </a:cubicBezTo>
                    <a:cubicBezTo>
                      <a:pt x="7045" y="2681"/>
                      <a:pt x="7581" y="4556"/>
                      <a:pt x="6011" y="3676"/>
                    </a:cubicBezTo>
                    <a:cubicBezTo>
                      <a:pt x="5284" y="4786"/>
                      <a:pt x="4480" y="4135"/>
                      <a:pt x="3982" y="3216"/>
                    </a:cubicBezTo>
                    <a:cubicBezTo>
                      <a:pt x="3370" y="4480"/>
                      <a:pt x="2221" y="5131"/>
                      <a:pt x="2068" y="3216"/>
                    </a:cubicBezTo>
                    <a:cubicBezTo>
                      <a:pt x="1609" y="3676"/>
                      <a:pt x="1226" y="4518"/>
                      <a:pt x="499" y="4556"/>
                    </a:cubicBezTo>
                    <a:cubicBezTo>
                      <a:pt x="1" y="4480"/>
                      <a:pt x="1" y="4059"/>
                      <a:pt x="77" y="3599"/>
                    </a:cubicBezTo>
                    <a:close/>
                  </a:path>
                </a:pathLst>
              </a:custGeom>
              <a:solidFill>
                <a:srgbClr val="8677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42"/>
              <p:cNvSpPr/>
              <p:nvPr/>
            </p:nvSpPr>
            <p:spPr>
              <a:xfrm>
                <a:off x="2030750" y="929425"/>
                <a:ext cx="1735225" cy="2811950"/>
              </a:xfrm>
              <a:custGeom>
                <a:avLst/>
                <a:gdLst/>
                <a:ahLst/>
                <a:cxnLst/>
                <a:rect l="l" t="t" r="r" b="b"/>
                <a:pathLst>
                  <a:path w="69409" h="112478" extrusionOk="0">
                    <a:moveTo>
                      <a:pt x="4748" y="54593"/>
                    </a:moveTo>
                    <a:cubicBezTo>
                      <a:pt x="4365" y="53367"/>
                      <a:pt x="3676" y="52142"/>
                      <a:pt x="2527" y="51453"/>
                    </a:cubicBezTo>
                    <a:cubicBezTo>
                      <a:pt x="996" y="50381"/>
                      <a:pt x="0" y="50764"/>
                      <a:pt x="307" y="48467"/>
                    </a:cubicBezTo>
                    <a:cubicBezTo>
                      <a:pt x="154" y="44524"/>
                      <a:pt x="115" y="40581"/>
                      <a:pt x="307" y="36638"/>
                    </a:cubicBezTo>
                    <a:cubicBezTo>
                      <a:pt x="460" y="31278"/>
                      <a:pt x="422" y="25880"/>
                      <a:pt x="575" y="20558"/>
                    </a:cubicBezTo>
                    <a:cubicBezTo>
                      <a:pt x="460" y="18529"/>
                      <a:pt x="575" y="16539"/>
                      <a:pt x="536" y="14548"/>
                    </a:cubicBezTo>
                    <a:cubicBezTo>
                      <a:pt x="422" y="12059"/>
                      <a:pt x="1187" y="10375"/>
                      <a:pt x="3676" y="9533"/>
                    </a:cubicBezTo>
                    <a:cubicBezTo>
                      <a:pt x="3216" y="8346"/>
                      <a:pt x="3484" y="6470"/>
                      <a:pt x="4901" y="6125"/>
                    </a:cubicBezTo>
                    <a:cubicBezTo>
                      <a:pt x="5016" y="6087"/>
                      <a:pt x="5092" y="6125"/>
                      <a:pt x="5169" y="6125"/>
                    </a:cubicBezTo>
                    <a:cubicBezTo>
                      <a:pt x="5245" y="5934"/>
                      <a:pt x="5322" y="5781"/>
                      <a:pt x="5399" y="5628"/>
                    </a:cubicBezTo>
                    <a:cubicBezTo>
                      <a:pt x="5820" y="4709"/>
                      <a:pt x="6777" y="4288"/>
                      <a:pt x="7542" y="3790"/>
                    </a:cubicBezTo>
                    <a:cubicBezTo>
                      <a:pt x="8231" y="3292"/>
                      <a:pt x="8614" y="2603"/>
                      <a:pt x="9227" y="2067"/>
                    </a:cubicBezTo>
                    <a:cubicBezTo>
                      <a:pt x="9954" y="1723"/>
                      <a:pt x="11141" y="306"/>
                      <a:pt x="11907" y="957"/>
                    </a:cubicBezTo>
                    <a:cubicBezTo>
                      <a:pt x="12022" y="919"/>
                      <a:pt x="12136" y="842"/>
                      <a:pt x="12251" y="804"/>
                    </a:cubicBezTo>
                    <a:cubicBezTo>
                      <a:pt x="12596" y="383"/>
                      <a:pt x="13247" y="842"/>
                      <a:pt x="12979" y="1302"/>
                    </a:cubicBezTo>
                    <a:cubicBezTo>
                      <a:pt x="12634" y="1723"/>
                      <a:pt x="11983" y="1723"/>
                      <a:pt x="11562" y="2106"/>
                    </a:cubicBezTo>
                    <a:cubicBezTo>
                      <a:pt x="10567" y="2756"/>
                      <a:pt x="12060" y="3292"/>
                      <a:pt x="11447" y="3867"/>
                    </a:cubicBezTo>
                    <a:cubicBezTo>
                      <a:pt x="10758" y="4173"/>
                      <a:pt x="8767" y="3752"/>
                      <a:pt x="8691" y="4900"/>
                    </a:cubicBezTo>
                    <a:cubicBezTo>
                      <a:pt x="8806" y="5015"/>
                      <a:pt x="8882" y="5207"/>
                      <a:pt x="8844" y="5360"/>
                    </a:cubicBezTo>
                    <a:cubicBezTo>
                      <a:pt x="8844" y="5360"/>
                      <a:pt x="8844" y="5398"/>
                      <a:pt x="8844" y="5398"/>
                    </a:cubicBezTo>
                    <a:cubicBezTo>
                      <a:pt x="9150" y="5934"/>
                      <a:pt x="9725" y="6815"/>
                      <a:pt x="8614" y="6776"/>
                    </a:cubicBezTo>
                    <a:cubicBezTo>
                      <a:pt x="7619" y="6700"/>
                      <a:pt x="5973" y="7427"/>
                      <a:pt x="6662" y="8614"/>
                    </a:cubicBezTo>
                    <a:cubicBezTo>
                      <a:pt x="6700" y="8690"/>
                      <a:pt x="6777" y="8767"/>
                      <a:pt x="6815" y="8844"/>
                    </a:cubicBezTo>
                    <a:cubicBezTo>
                      <a:pt x="6815" y="8882"/>
                      <a:pt x="6815" y="8882"/>
                      <a:pt x="6815" y="8882"/>
                    </a:cubicBezTo>
                    <a:cubicBezTo>
                      <a:pt x="6930" y="9341"/>
                      <a:pt x="7198" y="9686"/>
                      <a:pt x="7581" y="9915"/>
                    </a:cubicBezTo>
                    <a:cubicBezTo>
                      <a:pt x="7619" y="9915"/>
                      <a:pt x="7657" y="9954"/>
                      <a:pt x="7696" y="9992"/>
                    </a:cubicBezTo>
                    <a:cubicBezTo>
                      <a:pt x="7696" y="9992"/>
                      <a:pt x="7734" y="10030"/>
                      <a:pt x="7734" y="10030"/>
                    </a:cubicBezTo>
                    <a:lnTo>
                      <a:pt x="7849" y="10030"/>
                    </a:lnTo>
                    <a:cubicBezTo>
                      <a:pt x="8002" y="10107"/>
                      <a:pt x="8193" y="10183"/>
                      <a:pt x="8346" y="10222"/>
                    </a:cubicBezTo>
                    <a:cubicBezTo>
                      <a:pt x="8308" y="10337"/>
                      <a:pt x="8308" y="10413"/>
                      <a:pt x="8270" y="10528"/>
                    </a:cubicBezTo>
                    <a:cubicBezTo>
                      <a:pt x="8231" y="10758"/>
                      <a:pt x="8155" y="10987"/>
                      <a:pt x="8155" y="11217"/>
                    </a:cubicBezTo>
                    <a:cubicBezTo>
                      <a:pt x="8117" y="11485"/>
                      <a:pt x="8117" y="11791"/>
                      <a:pt x="8155" y="12059"/>
                    </a:cubicBezTo>
                    <a:cubicBezTo>
                      <a:pt x="8155" y="12213"/>
                      <a:pt x="8193" y="12404"/>
                      <a:pt x="8270" y="12557"/>
                    </a:cubicBezTo>
                    <a:cubicBezTo>
                      <a:pt x="8385" y="12787"/>
                      <a:pt x="8538" y="12978"/>
                      <a:pt x="8767" y="13170"/>
                    </a:cubicBezTo>
                    <a:cubicBezTo>
                      <a:pt x="8997" y="13323"/>
                      <a:pt x="9265" y="13399"/>
                      <a:pt x="9533" y="13438"/>
                    </a:cubicBezTo>
                    <a:cubicBezTo>
                      <a:pt x="9571" y="13438"/>
                      <a:pt x="9610" y="13438"/>
                      <a:pt x="9610" y="13438"/>
                    </a:cubicBezTo>
                    <a:cubicBezTo>
                      <a:pt x="10146" y="13706"/>
                      <a:pt x="10835" y="13667"/>
                      <a:pt x="11141" y="13055"/>
                    </a:cubicBezTo>
                    <a:cubicBezTo>
                      <a:pt x="11141" y="13055"/>
                      <a:pt x="11141" y="13055"/>
                      <a:pt x="11179" y="13055"/>
                    </a:cubicBezTo>
                    <a:cubicBezTo>
                      <a:pt x="11179" y="13055"/>
                      <a:pt x="11218" y="13016"/>
                      <a:pt x="11256" y="13016"/>
                    </a:cubicBezTo>
                    <a:cubicBezTo>
                      <a:pt x="11332" y="12978"/>
                      <a:pt x="11371" y="12940"/>
                      <a:pt x="11409" y="12863"/>
                    </a:cubicBezTo>
                    <a:cubicBezTo>
                      <a:pt x="11562" y="12825"/>
                      <a:pt x="11715" y="12863"/>
                      <a:pt x="11830" y="12978"/>
                    </a:cubicBezTo>
                    <a:cubicBezTo>
                      <a:pt x="12060" y="13208"/>
                      <a:pt x="11868" y="13514"/>
                      <a:pt x="12022" y="13744"/>
                    </a:cubicBezTo>
                    <a:lnTo>
                      <a:pt x="12022" y="13744"/>
                    </a:lnTo>
                    <a:cubicBezTo>
                      <a:pt x="12022" y="13744"/>
                      <a:pt x="12022" y="13782"/>
                      <a:pt x="12022" y="13782"/>
                    </a:cubicBezTo>
                    <a:lnTo>
                      <a:pt x="12022" y="13782"/>
                    </a:lnTo>
                    <a:lnTo>
                      <a:pt x="12022" y="13782"/>
                    </a:lnTo>
                    <a:lnTo>
                      <a:pt x="12022" y="13782"/>
                    </a:lnTo>
                    <a:cubicBezTo>
                      <a:pt x="12022" y="13782"/>
                      <a:pt x="12022" y="13782"/>
                      <a:pt x="12022" y="13820"/>
                    </a:cubicBezTo>
                    <a:cubicBezTo>
                      <a:pt x="12022" y="13782"/>
                      <a:pt x="12022" y="13782"/>
                      <a:pt x="12022" y="13782"/>
                    </a:cubicBezTo>
                    <a:cubicBezTo>
                      <a:pt x="12902" y="15007"/>
                      <a:pt x="14433" y="13552"/>
                      <a:pt x="15046" y="12710"/>
                    </a:cubicBezTo>
                    <a:cubicBezTo>
                      <a:pt x="15544" y="12404"/>
                      <a:pt x="15812" y="12940"/>
                      <a:pt x="15735" y="13399"/>
                    </a:cubicBezTo>
                    <a:cubicBezTo>
                      <a:pt x="15773" y="14892"/>
                      <a:pt x="17764" y="15581"/>
                      <a:pt x="18913" y="14778"/>
                    </a:cubicBezTo>
                    <a:cubicBezTo>
                      <a:pt x="19602" y="14433"/>
                      <a:pt x="19908" y="13476"/>
                      <a:pt x="20635" y="13399"/>
                    </a:cubicBezTo>
                    <a:cubicBezTo>
                      <a:pt x="21095" y="13476"/>
                      <a:pt x="21210" y="13974"/>
                      <a:pt x="21554" y="14203"/>
                    </a:cubicBezTo>
                    <a:cubicBezTo>
                      <a:pt x="22435" y="14892"/>
                      <a:pt x="23928" y="14739"/>
                      <a:pt x="24808" y="14127"/>
                    </a:cubicBezTo>
                    <a:cubicBezTo>
                      <a:pt x="25153" y="13744"/>
                      <a:pt x="25651" y="13706"/>
                      <a:pt x="26033" y="14012"/>
                    </a:cubicBezTo>
                    <a:cubicBezTo>
                      <a:pt x="27527" y="14969"/>
                      <a:pt x="28981" y="13323"/>
                      <a:pt x="29900" y="12251"/>
                    </a:cubicBezTo>
                    <a:cubicBezTo>
                      <a:pt x="30819" y="10911"/>
                      <a:pt x="31049" y="11600"/>
                      <a:pt x="31508" y="12710"/>
                    </a:cubicBezTo>
                    <a:cubicBezTo>
                      <a:pt x="32810" y="14165"/>
                      <a:pt x="34226" y="13361"/>
                      <a:pt x="35298" y="12595"/>
                    </a:cubicBezTo>
                    <a:cubicBezTo>
                      <a:pt x="36064" y="12021"/>
                      <a:pt x="36715" y="11447"/>
                      <a:pt x="36983" y="11715"/>
                    </a:cubicBezTo>
                    <a:cubicBezTo>
                      <a:pt x="37710" y="12978"/>
                      <a:pt x="38361" y="13284"/>
                      <a:pt x="39739" y="12787"/>
                    </a:cubicBezTo>
                    <a:cubicBezTo>
                      <a:pt x="40237" y="12787"/>
                      <a:pt x="40581" y="13284"/>
                      <a:pt x="41041" y="13399"/>
                    </a:cubicBezTo>
                    <a:cubicBezTo>
                      <a:pt x="42074" y="13744"/>
                      <a:pt x="43223" y="13323"/>
                      <a:pt x="44027" y="12672"/>
                    </a:cubicBezTo>
                    <a:cubicBezTo>
                      <a:pt x="44257" y="12289"/>
                      <a:pt x="44869" y="12098"/>
                      <a:pt x="44984" y="12672"/>
                    </a:cubicBezTo>
                    <a:cubicBezTo>
                      <a:pt x="45022" y="13246"/>
                      <a:pt x="45175" y="13820"/>
                      <a:pt x="45635" y="14203"/>
                    </a:cubicBezTo>
                    <a:cubicBezTo>
                      <a:pt x="47358" y="15620"/>
                      <a:pt x="49769" y="14471"/>
                      <a:pt x="50612" y="12634"/>
                    </a:cubicBezTo>
                    <a:cubicBezTo>
                      <a:pt x="51760" y="11945"/>
                      <a:pt x="50994" y="15428"/>
                      <a:pt x="54134" y="15773"/>
                    </a:cubicBezTo>
                    <a:cubicBezTo>
                      <a:pt x="55321" y="15849"/>
                      <a:pt x="56278" y="14854"/>
                      <a:pt x="56814" y="13859"/>
                    </a:cubicBezTo>
                    <a:cubicBezTo>
                      <a:pt x="56852" y="13744"/>
                      <a:pt x="56928" y="13591"/>
                      <a:pt x="56967" y="13438"/>
                    </a:cubicBezTo>
                    <a:cubicBezTo>
                      <a:pt x="57120" y="12327"/>
                      <a:pt x="56201" y="11485"/>
                      <a:pt x="56584" y="11102"/>
                    </a:cubicBezTo>
                    <a:cubicBezTo>
                      <a:pt x="57273" y="10566"/>
                      <a:pt x="57847" y="12098"/>
                      <a:pt x="57847" y="13131"/>
                    </a:cubicBezTo>
                    <a:cubicBezTo>
                      <a:pt x="58268" y="13820"/>
                      <a:pt x="59187" y="14471"/>
                      <a:pt x="59915" y="13897"/>
                    </a:cubicBezTo>
                    <a:cubicBezTo>
                      <a:pt x="59915" y="13859"/>
                      <a:pt x="59915" y="13859"/>
                      <a:pt x="59953" y="13859"/>
                    </a:cubicBezTo>
                    <a:cubicBezTo>
                      <a:pt x="60221" y="13744"/>
                      <a:pt x="60489" y="13552"/>
                      <a:pt x="60680" y="13323"/>
                    </a:cubicBezTo>
                    <a:cubicBezTo>
                      <a:pt x="60833" y="13131"/>
                      <a:pt x="60987" y="12902"/>
                      <a:pt x="61063" y="12672"/>
                    </a:cubicBezTo>
                    <a:cubicBezTo>
                      <a:pt x="61063" y="12672"/>
                      <a:pt x="61063" y="12634"/>
                      <a:pt x="61063" y="12634"/>
                    </a:cubicBezTo>
                    <a:cubicBezTo>
                      <a:pt x="61216" y="12289"/>
                      <a:pt x="61255" y="11945"/>
                      <a:pt x="61216" y="11562"/>
                    </a:cubicBezTo>
                    <a:cubicBezTo>
                      <a:pt x="61216" y="11562"/>
                      <a:pt x="61178" y="11562"/>
                      <a:pt x="61178" y="11523"/>
                    </a:cubicBezTo>
                    <a:cubicBezTo>
                      <a:pt x="61446" y="11409"/>
                      <a:pt x="61637" y="11217"/>
                      <a:pt x="61714" y="10911"/>
                    </a:cubicBezTo>
                    <a:cubicBezTo>
                      <a:pt x="61790" y="10681"/>
                      <a:pt x="61790" y="10451"/>
                      <a:pt x="61714" y="10222"/>
                    </a:cubicBezTo>
                    <a:cubicBezTo>
                      <a:pt x="61637" y="10107"/>
                      <a:pt x="61599" y="9954"/>
                      <a:pt x="61484" y="9839"/>
                    </a:cubicBezTo>
                    <a:cubicBezTo>
                      <a:pt x="61255" y="9494"/>
                      <a:pt x="60910" y="9265"/>
                      <a:pt x="60527" y="9073"/>
                    </a:cubicBezTo>
                    <a:cubicBezTo>
                      <a:pt x="60374" y="8997"/>
                      <a:pt x="60183" y="8997"/>
                      <a:pt x="60029" y="9035"/>
                    </a:cubicBezTo>
                    <a:cubicBezTo>
                      <a:pt x="59838" y="8958"/>
                      <a:pt x="59647" y="8882"/>
                      <a:pt x="59417" y="8805"/>
                    </a:cubicBezTo>
                    <a:cubicBezTo>
                      <a:pt x="58996" y="8346"/>
                      <a:pt x="59685" y="8001"/>
                      <a:pt x="59838" y="7618"/>
                    </a:cubicBezTo>
                    <a:cubicBezTo>
                      <a:pt x="60795" y="5896"/>
                      <a:pt x="58307" y="4939"/>
                      <a:pt x="56967" y="5475"/>
                    </a:cubicBezTo>
                    <a:cubicBezTo>
                      <a:pt x="56507" y="5819"/>
                      <a:pt x="55933" y="5283"/>
                      <a:pt x="56354" y="4862"/>
                    </a:cubicBezTo>
                    <a:cubicBezTo>
                      <a:pt x="57196" y="4211"/>
                      <a:pt x="56852" y="2986"/>
                      <a:pt x="56201" y="2335"/>
                    </a:cubicBezTo>
                    <a:cubicBezTo>
                      <a:pt x="55550" y="1378"/>
                      <a:pt x="54287" y="1531"/>
                      <a:pt x="54249" y="995"/>
                    </a:cubicBezTo>
                    <a:cubicBezTo>
                      <a:pt x="54402" y="0"/>
                      <a:pt x="55780" y="842"/>
                      <a:pt x="56239" y="1187"/>
                    </a:cubicBezTo>
                    <a:cubicBezTo>
                      <a:pt x="60527" y="1531"/>
                      <a:pt x="58919" y="3828"/>
                      <a:pt x="60680" y="3905"/>
                    </a:cubicBezTo>
                    <a:cubicBezTo>
                      <a:pt x="61637" y="4096"/>
                      <a:pt x="61829" y="5015"/>
                      <a:pt x="62058" y="5781"/>
                    </a:cubicBezTo>
                    <a:cubicBezTo>
                      <a:pt x="63552" y="6125"/>
                      <a:pt x="64088" y="7618"/>
                      <a:pt x="63934" y="8997"/>
                    </a:cubicBezTo>
                    <a:cubicBezTo>
                      <a:pt x="65695" y="8422"/>
                      <a:pt x="66385" y="8844"/>
                      <a:pt x="66423" y="9609"/>
                    </a:cubicBezTo>
                    <a:cubicBezTo>
                      <a:pt x="66538" y="9648"/>
                      <a:pt x="66653" y="9801"/>
                      <a:pt x="66653" y="9992"/>
                    </a:cubicBezTo>
                    <a:cubicBezTo>
                      <a:pt x="66653" y="10222"/>
                      <a:pt x="66614" y="10451"/>
                      <a:pt x="66538" y="10681"/>
                    </a:cubicBezTo>
                    <a:cubicBezTo>
                      <a:pt x="66691" y="10873"/>
                      <a:pt x="66691" y="11255"/>
                      <a:pt x="66882" y="11447"/>
                    </a:cubicBezTo>
                    <a:cubicBezTo>
                      <a:pt x="67074" y="11791"/>
                      <a:pt x="67533" y="11906"/>
                      <a:pt x="67763" y="12174"/>
                    </a:cubicBezTo>
                    <a:cubicBezTo>
                      <a:pt x="68031" y="12442"/>
                      <a:pt x="68184" y="12748"/>
                      <a:pt x="68414" y="13016"/>
                    </a:cubicBezTo>
                    <a:cubicBezTo>
                      <a:pt x="69409" y="13552"/>
                      <a:pt x="68988" y="14816"/>
                      <a:pt x="68950" y="15735"/>
                    </a:cubicBezTo>
                    <a:cubicBezTo>
                      <a:pt x="68720" y="18338"/>
                      <a:pt x="68835" y="20903"/>
                      <a:pt x="68835" y="23468"/>
                    </a:cubicBezTo>
                    <a:cubicBezTo>
                      <a:pt x="68835" y="27871"/>
                      <a:pt x="68567" y="32235"/>
                      <a:pt x="68414" y="36638"/>
                    </a:cubicBezTo>
                    <a:cubicBezTo>
                      <a:pt x="68414" y="39585"/>
                      <a:pt x="68490" y="42533"/>
                      <a:pt x="68528" y="45519"/>
                    </a:cubicBezTo>
                    <a:cubicBezTo>
                      <a:pt x="68605" y="46744"/>
                      <a:pt x="68567" y="47969"/>
                      <a:pt x="68452" y="49195"/>
                    </a:cubicBezTo>
                    <a:cubicBezTo>
                      <a:pt x="68414" y="49233"/>
                      <a:pt x="68414" y="49271"/>
                      <a:pt x="68375" y="49309"/>
                    </a:cubicBezTo>
                    <a:cubicBezTo>
                      <a:pt x="68375" y="49501"/>
                      <a:pt x="68222" y="49731"/>
                      <a:pt x="67992" y="49731"/>
                    </a:cubicBezTo>
                    <a:cubicBezTo>
                      <a:pt x="66499" y="49769"/>
                      <a:pt x="65083" y="53099"/>
                      <a:pt x="64279" y="54286"/>
                    </a:cubicBezTo>
                    <a:cubicBezTo>
                      <a:pt x="63896" y="54784"/>
                      <a:pt x="63705" y="56928"/>
                      <a:pt x="62748" y="56086"/>
                    </a:cubicBezTo>
                    <a:cubicBezTo>
                      <a:pt x="62288" y="55090"/>
                      <a:pt x="62250" y="53980"/>
                      <a:pt x="62594" y="52946"/>
                    </a:cubicBezTo>
                    <a:cubicBezTo>
                      <a:pt x="62556" y="52410"/>
                      <a:pt x="62326" y="51836"/>
                      <a:pt x="62594" y="51338"/>
                    </a:cubicBezTo>
                    <a:cubicBezTo>
                      <a:pt x="63016" y="50649"/>
                      <a:pt x="62518" y="49922"/>
                      <a:pt x="62594" y="49195"/>
                    </a:cubicBezTo>
                    <a:cubicBezTo>
                      <a:pt x="62633" y="48582"/>
                      <a:pt x="62786" y="47969"/>
                      <a:pt x="62786" y="47319"/>
                    </a:cubicBezTo>
                    <a:cubicBezTo>
                      <a:pt x="62709" y="46630"/>
                      <a:pt x="62441" y="45979"/>
                      <a:pt x="62518" y="45251"/>
                    </a:cubicBezTo>
                    <a:cubicBezTo>
                      <a:pt x="62480" y="44601"/>
                      <a:pt x="62633" y="43950"/>
                      <a:pt x="62633" y="43299"/>
                    </a:cubicBezTo>
                    <a:cubicBezTo>
                      <a:pt x="62633" y="42610"/>
                      <a:pt x="62326" y="41997"/>
                      <a:pt x="62365" y="41308"/>
                    </a:cubicBezTo>
                    <a:cubicBezTo>
                      <a:pt x="62403" y="40581"/>
                      <a:pt x="62633" y="39892"/>
                      <a:pt x="62594" y="39164"/>
                    </a:cubicBezTo>
                    <a:cubicBezTo>
                      <a:pt x="62824" y="37748"/>
                      <a:pt x="61561" y="37173"/>
                      <a:pt x="62441" y="35604"/>
                    </a:cubicBezTo>
                    <a:cubicBezTo>
                      <a:pt x="61829" y="34953"/>
                      <a:pt x="61255" y="33843"/>
                      <a:pt x="61905" y="33001"/>
                    </a:cubicBezTo>
                    <a:cubicBezTo>
                      <a:pt x="61408" y="32350"/>
                      <a:pt x="61216" y="31431"/>
                      <a:pt x="61522" y="30665"/>
                    </a:cubicBezTo>
                    <a:cubicBezTo>
                      <a:pt x="60412" y="30282"/>
                      <a:pt x="59493" y="28904"/>
                      <a:pt x="60144" y="27832"/>
                    </a:cubicBezTo>
                    <a:cubicBezTo>
                      <a:pt x="58536" y="27181"/>
                      <a:pt x="57847" y="25191"/>
                      <a:pt x="58192" y="23583"/>
                    </a:cubicBezTo>
                    <a:cubicBezTo>
                      <a:pt x="57426" y="23621"/>
                      <a:pt x="56775" y="23162"/>
                      <a:pt x="56239" y="22664"/>
                    </a:cubicBezTo>
                    <a:cubicBezTo>
                      <a:pt x="54899" y="22817"/>
                      <a:pt x="53636" y="21707"/>
                      <a:pt x="53291" y="20444"/>
                    </a:cubicBezTo>
                    <a:cubicBezTo>
                      <a:pt x="51990" y="20941"/>
                      <a:pt x="50765" y="20099"/>
                      <a:pt x="49999" y="19065"/>
                    </a:cubicBezTo>
                    <a:cubicBezTo>
                      <a:pt x="48468" y="20137"/>
                      <a:pt x="46668" y="18874"/>
                      <a:pt x="45482" y="17840"/>
                    </a:cubicBezTo>
                    <a:cubicBezTo>
                      <a:pt x="45405" y="17802"/>
                      <a:pt x="45290" y="17687"/>
                      <a:pt x="45214" y="17611"/>
                    </a:cubicBezTo>
                    <a:cubicBezTo>
                      <a:pt x="44639" y="17840"/>
                      <a:pt x="43453" y="17802"/>
                      <a:pt x="43108" y="17725"/>
                    </a:cubicBezTo>
                    <a:cubicBezTo>
                      <a:pt x="42381" y="17611"/>
                      <a:pt x="41806" y="17113"/>
                      <a:pt x="41232" y="16692"/>
                    </a:cubicBezTo>
                    <a:cubicBezTo>
                      <a:pt x="40084" y="16807"/>
                      <a:pt x="39050" y="16653"/>
                      <a:pt x="38169" y="15849"/>
                    </a:cubicBezTo>
                    <a:cubicBezTo>
                      <a:pt x="37174" y="16271"/>
                      <a:pt x="36064" y="16653"/>
                      <a:pt x="34992" y="16385"/>
                    </a:cubicBezTo>
                    <a:cubicBezTo>
                      <a:pt x="34686" y="16309"/>
                      <a:pt x="34188" y="16079"/>
                      <a:pt x="33882" y="15811"/>
                    </a:cubicBezTo>
                    <a:cubicBezTo>
                      <a:pt x="33690" y="16156"/>
                      <a:pt x="33078" y="16500"/>
                      <a:pt x="32848" y="16730"/>
                    </a:cubicBezTo>
                    <a:cubicBezTo>
                      <a:pt x="31776" y="17534"/>
                      <a:pt x="30168" y="17802"/>
                      <a:pt x="29173" y="16768"/>
                    </a:cubicBezTo>
                    <a:cubicBezTo>
                      <a:pt x="28522" y="17228"/>
                      <a:pt x="27680" y="17304"/>
                      <a:pt x="26952" y="17075"/>
                    </a:cubicBezTo>
                    <a:cubicBezTo>
                      <a:pt x="25804" y="18300"/>
                      <a:pt x="23966" y="19333"/>
                      <a:pt x="22282" y="18682"/>
                    </a:cubicBezTo>
                    <a:cubicBezTo>
                      <a:pt x="21975" y="19908"/>
                      <a:pt x="20827" y="20826"/>
                      <a:pt x="19602" y="20979"/>
                    </a:cubicBezTo>
                    <a:cubicBezTo>
                      <a:pt x="18836" y="21018"/>
                      <a:pt x="18185" y="20597"/>
                      <a:pt x="17496" y="20329"/>
                    </a:cubicBezTo>
                    <a:cubicBezTo>
                      <a:pt x="17113" y="21669"/>
                      <a:pt x="15735" y="22855"/>
                      <a:pt x="14319" y="22434"/>
                    </a:cubicBezTo>
                    <a:cubicBezTo>
                      <a:pt x="13897" y="24042"/>
                      <a:pt x="12634" y="25842"/>
                      <a:pt x="10797" y="25612"/>
                    </a:cubicBezTo>
                    <a:cubicBezTo>
                      <a:pt x="10682" y="26990"/>
                      <a:pt x="9916" y="28560"/>
                      <a:pt x="8423" y="28789"/>
                    </a:cubicBezTo>
                    <a:cubicBezTo>
                      <a:pt x="8499" y="29708"/>
                      <a:pt x="8385" y="30665"/>
                      <a:pt x="7964" y="31507"/>
                    </a:cubicBezTo>
                    <a:cubicBezTo>
                      <a:pt x="8538" y="32733"/>
                      <a:pt x="8078" y="34034"/>
                      <a:pt x="7619" y="35221"/>
                    </a:cubicBezTo>
                    <a:cubicBezTo>
                      <a:pt x="7734" y="36178"/>
                      <a:pt x="7772" y="37135"/>
                      <a:pt x="7581" y="38054"/>
                    </a:cubicBezTo>
                    <a:cubicBezTo>
                      <a:pt x="7466" y="38437"/>
                      <a:pt x="7504" y="39126"/>
                      <a:pt x="7045" y="39203"/>
                    </a:cubicBezTo>
                    <a:cubicBezTo>
                      <a:pt x="7083" y="39470"/>
                      <a:pt x="7160" y="39777"/>
                      <a:pt x="7313" y="40121"/>
                    </a:cubicBezTo>
                    <a:cubicBezTo>
                      <a:pt x="7581" y="42189"/>
                      <a:pt x="6356" y="44103"/>
                      <a:pt x="6662" y="46170"/>
                    </a:cubicBezTo>
                    <a:cubicBezTo>
                      <a:pt x="6585" y="47893"/>
                      <a:pt x="7925" y="56813"/>
                      <a:pt x="5705" y="56813"/>
                    </a:cubicBezTo>
                    <a:cubicBezTo>
                      <a:pt x="5092" y="56315"/>
                      <a:pt x="5092" y="55320"/>
                      <a:pt x="4748" y="54631"/>
                    </a:cubicBezTo>
                    <a:lnTo>
                      <a:pt x="4748" y="54631"/>
                    </a:lnTo>
                    <a:close/>
                    <a:moveTo>
                      <a:pt x="11792" y="46668"/>
                    </a:moveTo>
                    <a:cubicBezTo>
                      <a:pt x="11677" y="46591"/>
                      <a:pt x="11524" y="46515"/>
                      <a:pt x="11332" y="46515"/>
                    </a:cubicBezTo>
                    <a:cubicBezTo>
                      <a:pt x="11256" y="46515"/>
                      <a:pt x="11179" y="46515"/>
                      <a:pt x="11103" y="46553"/>
                    </a:cubicBezTo>
                    <a:lnTo>
                      <a:pt x="11103" y="46553"/>
                    </a:lnTo>
                    <a:cubicBezTo>
                      <a:pt x="11026" y="46859"/>
                      <a:pt x="10720" y="47051"/>
                      <a:pt x="10414" y="47051"/>
                    </a:cubicBezTo>
                    <a:cubicBezTo>
                      <a:pt x="10337" y="47051"/>
                      <a:pt x="10261" y="47051"/>
                      <a:pt x="10184" y="47012"/>
                    </a:cubicBezTo>
                    <a:cubicBezTo>
                      <a:pt x="9801" y="46898"/>
                      <a:pt x="9533" y="46476"/>
                      <a:pt x="9571" y="46094"/>
                    </a:cubicBezTo>
                    <a:cubicBezTo>
                      <a:pt x="9571" y="45864"/>
                      <a:pt x="9686" y="45672"/>
                      <a:pt x="9801" y="45519"/>
                    </a:cubicBezTo>
                    <a:cubicBezTo>
                      <a:pt x="9610" y="45558"/>
                      <a:pt x="9418" y="45711"/>
                      <a:pt x="9342" y="45979"/>
                    </a:cubicBezTo>
                    <a:cubicBezTo>
                      <a:pt x="7925" y="46208"/>
                      <a:pt x="6700" y="48735"/>
                      <a:pt x="8653" y="49080"/>
                    </a:cubicBezTo>
                    <a:lnTo>
                      <a:pt x="8691" y="49080"/>
                    </a:lnTo>
                    <a:lnTo>
                      <a:pt x="8691" y="49080"/>
                    </a:lnTo>
                    <a:cubicBezTo>
                      <a:pt x="8691" y="49309"/>
                      <a:pt x="8882" y="49501"/>
                      <a:pt x="9112" y="49501"/>
                    </a:cubicBezTo>
                    <a:cubicBezTo>
                      <a:pt x="9265" y="49501"/>
                      <a:pt x="9418" y="49424"/>
                      <a:pt x="9495" y="49309"/>
                    </a:cubicBezTo>
                    <a:cubicBezTo>
                      <a:pt x="9839" y="49348"/>
                      <a:pt x="10529" y="49386"/>
                      <a:pt x="10720" y="49080"/>
                    </a:cubicBezTo>
                    <a:cubicBezTo>
                      <a:pt x="11945" y="49041"/>
                      <a:pt x="13170" y="48927"/>
                      <a:pt x="14395" y="48850"/>
                    </a:cubicBezTo>
                    <a:cubicBezTo>
                      <a:pt x="15965" y="48697"/>
                      <a:pt x="17534" y="48582"/>
                      <a:pt x="19104" y="48582"/>
                    </a:cubicBezTo>
                    <a:cubicBezTo>
                      <a:pt x="19985" y="48582"/>
                      <a:pt x="20865" y="48582"/>
                      <a:pt x="21746" y="48582"/>
                    </a:cubicBezTo>
                    <a:lnTo>
                      <a:pt x="22856" y="48582"/>
                    </a:lnTo>
                    <a:cubicBezTo>
                      <a:pt x="24158" y="48620"/>
                      <a:pt x="25612" y="48429"/>
                      <a:pt x="26033" y="46974"/>
                    </a:cubicBezTo>
                    <a:cubicBezTo>
                      <a:pt x="26263" y="46208"/>
                      <a:pt x="26761" y="44830"/>
                      <a:pt x="25957" y="44256"/>
                    </a:cubicBezTo>
                    <a:cubicBezTo>
                      <a:pt x="24885" y="44065"/>
                      <a:pt x="24962" y="45749"/>
                      <a:pt x="24158" y="46170"/>
                    </a:cubicBezTo>
                    <a:cubicBezTo>
                      <a:pt x="23813" y="46400"/>
                      <a:pt x="23545" y="46323"/>
                      <a:pt x="23315" y="46208"/>
                    </a:cubicBezTo>
                    <a:cubicBezTo>
                      <a:pt x="23277" y="46208"/>
                      <a:pt x="23239" y="46170"/>
                      <a:pt x="23200" y="46170"/>
                    </a:cubicBezTo>
                    <a:cubicBezTo>
                      <a:pt x="23200" y="46055"/>
                      <a:pt x="23239" y="45902"/>
                      <a:pt x="23277" y="45826"/>
                    </a:cubicBezTo>
                    <a:cubicBezTo>
                      <a:pt x="23354" y="45404"/>
                      <a:pt x="23507" y="44639"/>
                      <a:pt x="22856" y="44677"/>
                    </a:cubicBezTo>
                    <a:cubicBezTo>
                      <a:pt x="22358" y="44754"/>
                      <a:pt x="22511" y="45366"/>
                      <a:pt x="22396" y="45749"/>
                    </a:cubicBezTo>
                    <a:cubicBezTo>
                      <a:pt x="22358" y="46017"/>
                      <a:pt x="22167" y="46400"/>
                      <a:pt x="22282" y="46630"/>
                    </a:cubicBezTo>
                    <a:cubicBezTo>
                      <a:pt x="22129" y="46821"/>
                      <a:pt x="21975" y="46974"/>
                      <a:pt x="21746" y="47051"/>
                    </a:cubicBezTo>
                    <a:cubicBezTo>
                      <a:pt x="21478" y="47127"/>
                      <a:pt x="21210" y="47089"/>
                      <a:pt x="20942" y="46974"/>
                    </a:cubicBezTo>
                    <a:cubicBezTo>
                      <a:pt x="21325" y="46898"/>
                      <a:pt x="21631" y="46323"/>
                      <a:pt x="21516" y="45979"/>
                    </a:cubicBezTo>
                    <a:cubicBezTo>
                      <a:pt x="21171" y="45328"/>
                      <a:pt x="20444" y="46094"/>
                      <a:pt x="20482" y="46591"/>
                    </a:cubicBezTo>
                    <a:cubicBezTo>
                      <a:pt x="20214" y="46400"/>
                      <a:pt x="19946" y="46591"/>
                      <a:pt x="19602" y="46783"/>
                    </a:cubicBezTo>
                    <a:cubicBezTo>
                      <a:pt x="19296" y="46974"/>
                      <a:pt x="18951" y="47127"/>
                      <a:pt x="18453" y="47089"/>
                    </a:cubicBezTo>
                    <a:cubicBezTo>
                      <a:pt x="18415" y="47089"/>
                      <a:pt x="18377" y="47089"/>
                      <a:pt x="18338" y="47051"/>
                    </a:cubicBezTo>
                    <a:cubicBezTo>
                      <a:pt x="18760" y="46630"/>
                      <a:pt x="19066" y="45979"/>
                      <a:pt x="18760" y="45787"/>
                    </a:cubicBezTo>
                    <a:cubicBezTo>
                      <a:pt x="18568" y="45672"/>
                      <a:pt x="18262" y="45672"/>
                      <a:pt x="18147" y="45864"/>
                    </a:cubicBezTo>
                    <a:cubicBezTo>
                      <a:pt x="18032" y="46132"/>
                      <a:pt x="17726" y="46400"/>
                      <a:pt x="17496" y="46668"/>
                    </a:cubicBezTo>
                    <a:cubicBezTo>
                      <a:pt x="17381" y="46515"/>
                      <a:pt x="17190" y="46438"/>
                      <a:pt x="16960" y="46476"/>
                    </a:cubicBezTo>
                    <a:cubicBezTo>
                      <a:pt x="16539" y="46706"/>
                      <a:pt x="16348" y="47280"/>
                      <a:pt x="15850" y="47434"/>
                    </a:cubicBezTo>
                    <a:cubicBezTo>
                      <a:pt x="15084" y="47816"/>
                      <a:pt x="14855" y="47357"/>
                      <a:pt x="14548" y="46974"/>
                    </a:cubicBezTo>
                    <a:cubicBezTo>
                      <a:pt x="14625" y="46898"/>
                      <a:pt x="14701" y="46821"/>
                      <a:pt x="14778" y="46783"/>
                    </a:cubicBezTo>
                    <a:cubicBezTo>
                      <a:pt x="15008" y="46476"/>
                      <a:pt x="15582" y="46208"/>
                      <a:pt x="15276" y="45749"/>
                    </a:cubicBezTo>
                    <a:cubicBezTo>
                      <a:pt x="14931" y="45328"/>
                      <a:pt x="14510" y="45826"/>
                      <a:pt x="14242" y="46094"/>
                    </a:cubicBezTo>
                    <a:cubicBezTo>
                      <a:pt x="14089" y="46285"/>
                      <a:pt x="13706" y="46515"/>
                      <a:pt x="13591" y="46783"/>
                    </a:cubicBezTo>
                    <a:cubicBezTo>
                      <a:pt x="13515" y="46859"/>
                      <a:pt x="13438" y="46936"/>
                      <a:pt x="13323" y="46936"/>
                    </a:cubicBezTo>
                    <a:cubicBezTo>
                      <a:pt x="13132" y="47012"/>
                      <a:pt x="12940" y="47012"/>
                      <a:pt x="12749" y="46974"/>
                    </a:cubicBezTo>
                    <a:cubicBezTo>
                      <a:pt x="12902" y="46859"/>
                      <a:pt x="12979" y="46668"/>
                      <a:pt x="12940" y="46515"/>
                    </a:cubicBezTo>
                    <a:cubicBezTo>
                      <a:pt x="12787" y="45940"/>
                      <a:pt x="11945" y="46208"/>
                      <a:pt x="11792" y="46668"/>
                    </a:cubicBezTo>
                    <a:lnTo>
                      <a:pt x="11792" y="46668"/>
                    </a:lnTo>
                    <a:close/>
                    <a:moveTo>
                      <a:pt x="55321" y="45826"/>
                    </a:moveTo>
                    <a:cubicBezTo>
                      <a:pt x="55321" y="45826"/>
                      <a:pt x="55282" y="45826"/>
                      <a:pt x="55282" y="45826"/>
                    </a:cubicBezTo>
                    <a:cubicBezTo>
                      <a:pt x="55014" y="45902"/>
                      <a:pt x="54785" y="45979"/>
                      <a:pt x="54517" y="46017"/>
                    </a:cubicBezTo>
                    <a:cubicBezTo>
                      <a:pt x="54325" y="45787"/>
                      <a:pt x="53942" y="45596"/>
                      <a:pt x="53827" y="45290"/>
                    </a:cubicBezTo>
                    <a:cubicBezTo>
                      <a:pt x="53713" y="44218"/>
                      <a:pt x="52488" y="44907"/>
                      <a:pt x="53215" y="45979"/>
                    </a:cubicBezTo>
                    <a:cubicBezTo>
                      <a:pt x="52985" y="45902"/>
                      <a:pt x="52717" y="45787"/>
                      <a:pt x="52488" y="45634"/>
                    </a:cubicBezTo>
                    <a:cubicBezTo>
                      <a:pt x="52066" y="45558"/>
                      <a:pt x="51684" y="45940"/>
                      <a:pt x="51301" y="46055"/>
                    </a:cubicBezTo>
                    <a:cubicBezTo>
                      <a:pt x="51033" y="46132"/>
                      <a:pt x="50803" y="46132"/>
                      <a:pt x="50573" y="46132"/>
                    </a:cubicBezTo>
                    <a:cubicBezTo>
                      <a:pt x="50382" y="46055"/>
                      <a:pt x="50191" y="46017"/>
                      <a:pt x="49999" y="45940"/>
                    </a:cubicBezTo>
                    <a:cubicBezTo>
                      <a:pt x="49808" y="45787"/>
                      <a:pt x="49655" y="45787"/>
                      <a:pt x="49501" y="45787"/>
                    </a:cubicBezTo>
                    <a:cubicBezTo>
                      <a:pt x="49769" y="45558"/>
                      <a:pt x="49463" y="45213"/>
                      <a:pt x="49425" y="44907"/>
                    </a:cubicBezTo>
                    <a:lnTo>
                      <a:pt x="49425" y="44945"/>
                    </a:lnTo>
                    <a:lnTo>
                      <a:pt x="49425" y="44945"/>
                    </a:lnTo>
                    <a:cubicBezTo>
                      <a:pt x="49195" y="43911"/>
                      <a:pt x="48085" y="44715"/>
                      <a:pt x="48812" y="45711"/>
                    </a:cubicBezTo>
                    <a:cubicBezTo>
                      <a:pt x="48927" y="45864"/>
                      <a:pt x="49080" y="45940"/>
                      <a:pt x="49233" y="45940"/>
                    </a:cubicBezTo>
                    <a:cubicBezTo>
                      <a:pt x="49119" y="46017"/>
                      <a:pt x="49004" y="46170"/>
                      <a:pt x="48889" y="46323"/>
                    </a:cubicBezTo>
                    <a:cubicBezTo>
                      <a:pt x="48583" y="46438"/>
                      <a:pt x="48238" y="46553"/>
                      <a:pt x="47893" y="46476"/>
                    </a:cubicBezTo>
                    <a:cubicBezTo>
                      <a:pt x="47779" y="46400"/>
                      <a:pt x="47664" y="46323"/>
                      <a:pt x="47587" y="46247"/>
                    </a:cubicBezTo>
                    <a:cubicBezTo>
                      <a:pt x="47587" y="46170"/>
                      <a:pt x="47587" y="46094"/>
                      <a:pt x="47549" y="46017"/>
                    </a:cubicBezTo>
                    <a:cubicBezTo>
                      <a:pt x="47281" y="45634"/>
                      <a:pt x="47587" y="44945"/>
                      <a:pt x="47013" y="44830"/>
                    </a:cubicBezTo>
                    <a:cubicBezTo>
                      <a:pt x="46439" y="44830"/>
                      <a:pt x="46477" y="45404"/>
                      <a:pt x="46592" y="45902"/>
                    </a:cubicBezTo>
                    <a:cubicBezTo>
                      <a:pt x="46439" y="46055"/>
                      <a:pt x="46400" y="46400"/>
                      <a:pt x="46247" y="46630"/>
                    </a:cubicBezTo>
                    <a:cubicBezTo>
                      <a:pt x="45864" y="46706"/>
                      <a:pt x="45558" y="46630"/>
                      <a:pt x="45252" y="46553"/>
                    </a:cubicBezTo>
                    <a:cubicBezTo>
                      <a:pt x="45099" y="46323"/>
                      <a:pt x="44946" y="46055"/>
                      <a:pt x="44678" y="45940"/>
                    </a:cubicBezTo>
                    <a:cubicBezTo>
                      <a:pt x="44410" y="45826"/>
                      <a:pt x="44180" y="45979"/>
                      <a:pt x="44027" y="46170"/>
                    </a:cubicBezTo>
                    <a:cubicBezTo>
                      <a:pt x="43453" y="46591"/>
                      <a:pt x="42687" y="45940"/>
                      <a:pt x="42917" y="45290"/>
                    </a:cubicBezTo>
                    <a:cubicBezTo>
                      <a:pt x="43031" y="44907"/>
                      <a:pt x="42572" y="44639"/>
                      <a:pt x="42304" y="44830"/>
                    </a:cubicBezTo>
                    <a:cubicBezTo>
                      <a:pt x="41653" y="44754"/>
                      <a:pt x="41692" y="46055"/>
                      <a:pt x="41998" y="46476"/>
                    </a:cubicBezTo>
                    <a:cubicBezTo>
                      <a:pt x="41653" y="46630"/>
                      <a:pt x="41730" y="47089"/>
                      <a:pt x="41845" y="47357"/>
                    </a:cubicBezTo>
                    <a:cubicBezTo>
                      <a:pt x="42151" y="48391"/>
                      <a:pt x="43261" y="48659"/>
                      <a:pt x="44180" y="48850"/>
                    </a:cubicBezTo>
                    <a:cubicBezTo>
                      <a:pt x="45328" y="49003"/>
                      <a:pt x="46400" y="48467"/>
                      <a:pt x="47511" y="48237"/>
                    </a:cubicBezTo>
                    <a:cubicBezTo>
                      <a:pt x="48085" y="48161"/>
                      <a:pt x="48697" y="48084"/>
                      <a:pt x="49310" y="48008"/>
                    </a:cubicBezTo>
                    <a:cubicBezTo>
                      <a:pt x="52334" y="47587"/>
                      <a:pt x="55397" y="47663"/>
                      <a:pt x="58383" y="48314"/>
                    </a:cubicBezTo>
                    <a:cubicBezTo>
                      <a:pt x="58881" y="48391"/>
                      <a:pt x="59379" y="48620"/>
                      <a:pt x="59838" y="48391"/>
                    </a:cubicBezTo>
                    <a:cubicBezTo>
                      <a:pt x="60719" y="47931"/>
                      <a:pt x="60795" y="46630"/>
                      <a:pt x="60068" y="46017"/>
                    </a:cubicBezTo>
                    <a:cubicBezTo>
                      <a:pt x="59915" y="45864"/>
                      <a:pt x="59685" y="45864"/>
                      <a:pt x="59455" y="45787"/>
                    </a:cubicBezTo>
                    <a:cubicBezTo>
                      <a:pt x="59340" y="45749"/>
                      <a:pt x="59225" y="45672"/>
                      <a:pt x="59111" y="45672"/>
                    </a:cubicBezTo>
                    <a:cubicBezTo>
                      <a:pt x="58804" y="45711"/>
                      <a:pt x="58536" y="45979"/>
                      <a:pt x="58230" y="45864"/>
                    </a:cubicBezTo>
                    <a:cubicBezTo>
                      <a:pt x="58268" y="45864"/>
                      <a:pt x="58268" y="45864"/>
                      <a:pt x="58307" y="45864"/>
                    </a:cubicBezTo>
                    <a:cubicBezTo>
                      <a:pt x="58230" y="45864"/>
                      <a:pt x="58192" y="45864"/>
                      <a:pt x="58115" y="45787"/>
                    </a:cubicBezTo>
                    <a:cubicBezTo>
                      <a:pt x="57694" y="45060"/>
                      <a:pt x="57082" y="45902"/>
                      <a:pt x="56546" y="46055"/>
                    </a:cubicBezTo>
                    <a:cubicBezTo>
                      <a:pt x="56469" y="46055"/>
                      <a:pt x="56431" y="46094"/>
                      <a:pt x="56392" y="46094"/>
                    </a:cubicBezTo>
                    <a:cubicBezTo>
                      <a:pt x="56469" y="45902"/>
                      <a:pt x="56392" y="45634"/>
                      <a:pt x="56124" y="45519"/>
                    </a:cubicBezTo>
                    <a:cubicBezTo>
                      <a:pt x="55742" y="44754"/>
                      <a:pt x="55167" y="45290"/>
                      <a:pt x="55321" y="45826"/>
                    </a:cubicBezTo>
                    <a:lnTo>
                      <a:pt x="55321" y="45826"/>
                    </a:lnTo>
                    <a:close/>
                    <a:moveTo>
                      <a:pt x="52679" y="3484"/>
                    </a:moveTo>
                    <a:cubicBezTo>
                      <a:pt x="52756" y="3714"/>
                      <a:pt x="53062" y="3790"/>
                      <a:pt x="53253" y="3714"/>
                    </a:cubicBezTo>
                    <a:cubicBezTo>
                      <a:pt x="54057" y="3331"/>
                      <a:pt x="52373" y="498"/>
                      <a:pt x="51722" y="1608"/>
                    </a:cubicBezTo>
                    <a:cubicBezTo>
                      <a:pt x="51569" y="1876"/>
                      <a:pt x="51798" y="2106"/>
                      <a:pt x="52066" y="2220"/>
                    </a:cubicBezTo>
                    <a:cubicBezTo>
                      <a:pt x="52373" y="2603"/>
                      <a:pt x="52526" y="3063"/>
                      <a:pt x="52679" y="3484"/>
                    </a:cubicBezTo>
                    <a:close/>
                    <a:moveTo>
                      <a:pt x="46477" y="8805"/>
                    </a:moveTo>
                    <a:cubicBezTo>
                      <a:pt x="46477" y="9150"/>
                      <a:pt x="47013" y="9303"/>
                      <a:pt x="47204" y="8997"/>
                    </a:cubicBezTo>
                    <a:cubicBezTo>
                      <a:pt x="47396" y="8690"/>
                      <a:pt x="47281" y="8308"/>
                      <a:pt x="47204" y="7963"/>
                    </a:cubicBezTo>
                    <a:cubicBezTo>
                      <a:pt x="47090" y="7772"/>
                      <a:pt x="46822" y="7657"/>
                      <a:pt x="46630" y="7772"/>
                    </a:cubicBezTo>
                    <a:cubicBezTo>
                      <a:pt x="46209" y="7963"/>
                      <a:pt x="46477" y="8422"/>
                      <a:pt x="46477" y="8805"/>
                    </a:cubicBezTo>
                    <a:close/>
                    <a:moveTo>
                      <a:pt x="51607" y="6432"/>
                    </a:moveTo>
                    <a:cubicBezTo>
                      <a:pt x="52066" y="7389"/>
                      <a:pt x="52985" y="6393"/>
                      <a:pt x="52028" y="5283"/>
                    </a:cubicBezTo>
                    <a:cubicBezTo>
                      <a:pt x="51875" y="5130"/>
                      <a:pt x="51569" y="5130"/>
                      <a:pt x="51416" y="5283"/>
                    </a:cubicBezTo>
                    <a:cubicBezTo>
                      <a:pt x="51071" y="5666"/>
                      <a:pt x="51607" y="6049"/>
                      <a:pt x="51607" y="6432"/>
                    </a:cubicBezTo>
                    <a:close/>
                    <a:moveTo>
                      <a:pt x="49731" y="9341"/>
                    </a:moveTo>
                    <a:cubicBezTo>
                      <a:pt x="49731" y="9571"/>
                      <a:pt x="49923" y="9762"/>
                      <a:pt x="50152" y="9762"/>
                    </a:cubicBezTo>
                    <a:cubicBezTo>
                      <a:pt x="50918" y="9686"/>
                      <a:pt x="50612" y="7886"/>
                      <a:pt x="50152" y="7542"/>
                    </a:cubicBezTo>
                    <a:cubicBezTo>
                      <a:pt x="49731" y="7197"/>
                      <a:pt x="49195" y="7848"/>
                      <a:pt x="49616" y="8193"/>
                    </a:cubicBezTo>
                    <a:cubicBezTo>
                      <a:pt x="49769" y="8576"/>
                      <a:pt x="49731" y="8958"/>
                      <a:pt x="49731" y="9341"/>
                    </a:cubicBezTo>
                    <a:lnTo>
                      <a:pt x="49731" y="9341"/>
                    </a:lnTo>
                    <a:close/>
                    <a:moveTo>
                      <a:pt x="39662" y="7848"/>
                    </a:moveTo>
                    <a:cubicBezTo>
                      <a:pt x="40352" y="7886"/>
                      <a:pt x="40160" y="6929"/>
                      <a:pt x="40237" y="6470"/>
                    </a:cubicBezTo>
                    <a:cubicBezTo>
                      <a:pt x="40198" y="6049"/>
                      <a:pt x="40390" y="5245"/>
                      <a:pt x="39777" y="5207"/>
                    </a:cubicBezTo>
                    <a:cubicBezTo>
                      <a:pt x="39050" y="5283"/>
                      <a:pt x="39471" y="6279"/>
                      <a:pt x="39356" y="6776"/>
                    </a:cubicBezTo>
                    <a:cubicBezTo>
                      <a:pt x="39356" y="7159"/>
                      <a:pt x="39126" y="7772"/>
                      <a:pt x="39662" y="7848"/>
                    </a:cubicBezTo>
                    <a:close/>
                    <a:moveTo>
                      <a:pt x="37710" y="7427"/>
                    </a:moveTo>
                    <a:cubicBezTo>
                      <a:pt x="39280" y="8422"/>
                      <a:pt x="38016" y="2680"/>
                      <a:pt x="36829" y="3675"/>
                    </a:cubicBezTo>
                    <a:cubicBezTo>
                      <a:pt x="36447" y="4058"/>
                      <a:pt x="37021" y="4403"/>
                      <a:pt x="37174" y="4747"/>
                    </a:cubicBezTo>
                    <a:cubicBezTo>
                      <a:pt x="37595" y="5551"/>
                      <a:pt x="37404" y="6623"/>
                      <a:pt x="37710" y="7427"/>
                    </a:cubicBezTo>
                    <a:close/>
                    <a:moveTo>
                      <a:pt x="24272" y="9839"/>
                    </a:moveTo>
                    <a:cubicBezTo>
                      <a:pt x="24426" y="10375"/>
                      <a:pt x="25229" y="10145"/>
                      <a:pt x="25076" y="9648"/>
                    </a:cubicBezTo>
                    <a:cubicBezTo>
                      <a:pt x="25000" y="9341"/>
                      <a:pt x="24962" y="9073"/>
                      <a:pt x="24962" y="8767"/>
                    </a:cubicBezTo>
                    <a:cubicBezTo>
                      <a:pt x="24923" y="8308"/>
                      <a:pt x="25574" y="7886"/>
                      <a:pt x="25229" y="7465"/>
                    </a:cubicBezTo>
                    <a:cubicBezTo>
                      <a:pt x="24081" y="6929"/>
                      <a:pt x="23966" y="9188"/>
                      <a:pt x="24272" y="9877"/>
                    </a:cubicBezTo>
                    <a:lnTo>
                      <a:pt x="24272" y="9877"/>
                    </a:lnTo>
                    <a:close/>
                    <a:moveTo>
                      <a:pt x="27220" y="8154"/>
                    </a:moveTo>
                    <a:cubicBezTo>
                      <a:pt x="27909" y="8346"/>
                      <a:pt x="27986" y="7274"/>
                      <a:pt x="28369" y="6891"/>
                    </a:cubicBezTo>
                    <a:cubicBezTo>
                      <a:pt x="28675" y="6508"/>
                      <a:pt x="29594" y="5743"/>
                      <a:pt x="28637" y="5513"/>
                    </a:cubicBezTo>
                    <a:cubicBezTo>
                      <a:pt x="28101" y="5589"/>
                      <a:pt x="26416" y="7810"/>
                      <a:pt x="27220" y="8154"/>
                    </a:cubicBezTo>
                    <a:lnTo>
                      <a:pt x="27220" y="8154"/>
                    </a:lnTo>
                    <a:close/>
                    <a:moveTo>
                      <a:pt x="17075" y="5896"/>
                    </a:moveTo>
                    <a:cubicBezTo>
                      <a:pt x="17458" y="5972"/>
                      <a:pt x="17573" y="5589"/>
                      <a:pt x="17726" y="5283"/>
                    </a:cubicBezTo>
                    <a:cubicBezTo>
                      <a:pt x="17879" y="4862"/>
                      <a:pt x="18606" y="4441"/>
                      <a:pt x="18109" y="3982"/>
                    </a:cubicBezTo>
                    <a:cubicBezTo>
                      <a:pt x="17534" y="3484"/>
                      <a:pt x="16195" y="5704"/>
                      <a:pt x="17075" y="5896"/>
                    </a:cubicBezTo>
                    <a:close/>
                    <a:moveTo>
                      <a:pt x="10950" y="10834"/>
                    </a:moveTo>
                    <a:cubicBezTo>
                      <a:pt x="11715" y="10834"/>
                      <a:pt x="11371" y="9609"/>
                      <a:pt x="12022" y="9380"/>
                    </a:cubicBezTo>
                    <a:cubicBezTo>
                      <a:pt x="12558" y="9188"/>
                      <a:pt x="12213" y="8384"/>
                      <a:pt x="11715" y="8614"/>
                    </a:cubicBezTo>
                    <a:cubicBezTo>
                      <a:pt x="11064" y="8844"/>
                      <a:pt x="10031" y="10490"/>
                      <a:pt x="10950" y="10834"/>
                    </a:cubicBezTo>
                    <a:close/>
                    <a:moveTo>
                      <a:pt x="13323" y="11983"/>
                    </a:moveTo>
                    <a:cubicBezTo>
                      <a:pt x="14127" y="12136"/>
                      <a:pt x="14165" y="9724"/>
                      <a:pt x="14893" y="9226"/>
                    </a:cubicBezTo>
                    <a:cubicBezTo>
                      <a:pt x="15314" y="8882"/>
                      <a:pt x="14778" y="8231"/>
                      <a:pt x="14357" y="8537"/>
                    </a:cubicBezTo>
                    <a:cubicBezTo>
                      <a:pt x="13897" y="8958"/>
                      <a:pt x="12443" y="11677"/>
                      <a:pt x="13323" y="11983"/>
                    </a:cubicBezTo>
                    <a:close/>
                    <a:moveTo>
                      <a:pt x="30130" y="103902"/>
                    </a:moveTo>
                    <a:cubicBezTo>
                      <a:pt x="30245" y="103557"/>
                      <a:pt x="30436" y="103366"/>
                      <a:pt x="30781" y="103443"/>
                    </a:cubicBezTo>
                    <a:cubicBezTo>
                      <a:pt x="31240" y="103672"/>
                      <a:pt x="30934" y="104170"/>
                      <a:pt x="30857" y="104553"/>
                    </a:cubicBezTo>
                    <a:cubicBezTo>
                      <a:pt x="31010" y="104668"/>
                      <a:pt x="31163" y="104744"/>
                      <a:pt x="31317" y="104821"/>
                    </a:cubicBezTo>
                    <a:cubicBezTo>
                      <a:pt x="31623" y="104974"/>
                      <a:pt x="31929" y="105050"/>
                      <a:pt x="32274" y="105050"/>
                    </a:cubicBezTo>
                    <a:lnTo>
                      <a:pt x="32350" y="105050"/>
                    </a:lnTo>
                    <a:cubicBezTo>
                      <a:pt x="32733" y="105050"/>
                      <a:pt x="33116" y="104936"/>
                      <a:pt x="33460" y="104782"/>
                    </a:cubicBezTo>
                    <a:cubicBezTo>
                      <a:pt x="33346" y="104246"/>
                      <a:pt x="33384" y="103787"/>
                      <a:pt x="33843" y="103711"/>
                    </a:cubicBezTo>
                    <a:cubicBezTo>
                      <a:pt x="34456" y="103749"/>
                      <a:pt x="34226" y="104553"/>
                      <a:pt x="34379" y="104974"/>
                    </a:cubicBezTo>
                    <a:cubicBezTo>
                      <a:pt x="34379" y="105050"/>
                      <a:pt x="34379" y="105127"/>
                      <a:pt x="34418" y="105204"/>
                    </a:cubicBezTo>
                    <a:cubicBezTo>
                      <a:pt x="34571" y="105280"/>
                      <a:pt x="34800" y="105242"/>
                      <a:pt x="35030" y="105089"/>
                    </a:cubicBezTo>
                    <a:cubicBezTo>
                      <a:pt x="35068" y="105127"/>
                      <a:pt x="35145" y="105127"/>
                      <a:pt x="35222" y="105127"/>
                    </a:cubicBezTo>
                    <a:cubicBezTo>
                      <a:pt x="35298" y="105127"/>
                      <a:pt x="35375" y="105127"/>
                      <a:pt x="35451" y="105127"/>
                    </a:cubicBezTo>
                    <a:cubicBezTo>
                      <a:pt x="35528" y="105127"/>
                      <a:pt x="35566" y="105127"/>
                      <a:pt x="35643" y="105127"/>
                    </a:cubicBezTo>
                    <a:cubicBezTo>
                      <a:pt x="35911" y="105089"/>
                      <a:pt x="36179" y="105050"/>
                      <a:pt x="36408" y="104897"/>
                    </a:cubicBezTo>
                    <a:cubicBezTo>
                      <a:pt x="36676" y="104782"/>
                      <a:pt x="36868" y="104629"/>
                      <a:pt x="37097" y="104438"/>
                    </a:cubicBezTo>
                    <a:cubicBezTo>
                      <a:pt x="37136" y="104476"/>
                      <a:pt x="37174" y="104476"/>
                      <a:pt x="37212" y="104514"/>
                    </a:cubicBezTo>
                    <a:cubicBezTo>
                      <a:pt x="37136" y="103979"/>
                      <a:pt x="37021" y="103443"/>
                      <a:pt x="36753" y="102983"/>
                    </a:cubicBezTo>
                    <a:cubicBezTo>
                      <a:pt x="36638" y="102907"/>
                      <a:pt x="36523" y="102753"/>
                      <a:pt x="36523" y="102600"/>
                    </a:cubicBezTo>
                    <a:cubicBezTo>
                      <a:pt x="36523" y="102371"/>
                      <a:pt x="36715" y="102179"/>
                      <a:pt x="36983" y="102179"/>
                    </a:cubicBezTo>
                    <a:cubicBezTo>
                      <a:pt x="37863" y="102409"/>
                      <a:pt x="37901" y="103672"/>
                      <a:pt x="38093" y="104438"/>
                    </a:cubicBezTo>
                    <a:cubicBezTo>
                      <a:pt x="38093" y="104553"/>
                      <a:pt x="38055" y="104629"/>
                      <a:pt x="38016" y="104706"/>
                    </a:cubicBezTo>
                    <a:cubicBezTo>
                      <a:pt x="38169" y="104706"/>
                      <a:pt x="38323" y="104706"/>
                      <a:pt x="38514" y="104706"/>
                    </a:cubicBezTo>
                    <a:cubicBezTo>
                      <a:pt x="38973" y="104668"/>
                      <a:pt x="39433" y="104553"/>
                      <a:pt x="39777" y="104285"/>
                    </a:cubicBezTo>
                    <a:cubicBezTo>
                      <a:pt x="39969" y="104170"/>
                      <a:pt x="40122" y="104055"/>
                      <a:pt x="40275" y="103902"/>
                    </a:cubicBezTo>
                    <a:cubicBezTo>
                      <a:pt x="40275" y="103902"/>
                      <a:pt x="40275" y="103902"/>
                      <a:pt x="40275" y="103902"/>
                    </a:cubicBezTo>
                    <a:lnTo>
                      <a:pt x="40466" y="103940"/>
                    </a:lnTo>
                    <a:cubicBezTo>
                      <a:pt x="40658" y="103940"/>
                      <a:pt x="40811" y="103979"/>
                      <a:pt x="40964" y="103979"/>
                    </a:cubicBezTo>
                    <a:cubicBezTo>
                      <a:pt x="41270" y="103979"/>
                      <a:pt x="41615" y="103940"/>
                      <a:pt x="41921" y="103825"/>
                    </a:cubicBezTo>
                    <a:cubicBezTo>
                      <a:pt x="42227" y="103749"/>
                      <a:pt x="42495" y="103596"/>
                      <a:pt x="42725" y="103366"/>
                    </a:cubicBezTo>
                    <a:cubicBezTo>
                      <a:pt x="42802" y="103289"/>
                      <a:pt x="42878" y="103213"/>
                      <a:pt x="42955" y="103136"/>
                    </a:cubicBezTo>
                    <a:cubicBezTo>
                      <a:pt x="43223" y="103098"/>
                      <a:pt x="43529" y="103060"/>
                      <a:pt x="43797" y="102983"/>
                    </a:cubicBezTo>
                    <a:cubicBezTo>
                      <a:pt x="44027" y="102983"/>
                      <a:pt x="44257" y="102945"/>
                      <a:pt x="44448" y="102715"/>
                    </a:cubicBezTo>
                    <a:cubicBezTo>
                      <a:pt x="44716" y="102524"/>
                      <a:pt x="44984" y="102294"/>
                      <a:pt x="45137" y="101988"/>
                    </a:cubicBezTo>
                    <a:cubicBezTo>
                      <a:pt x="45252" y="101796"/>
                      <a:pt x="45290" y="101567"/>
                      <a:pt x="45328" y="101337"/>
                    </a:cubicBezTo>
                    <a:cubicBezTo>
                      <a:pt x="45367" y="101337"/>
                      <a:pt x="45405" y="101337"/>
                      <a:pt x="45443" y="101337"/>
                    </a:cubicBezTo>
                    <a:cubicBezTo>
                      <a:pt x="45750" y="101337"/>
                      <a:pt x="45979" y="101605"/>
                      <a:pt x="46247" y="101758"/>
                    </a:cubicBezTo>
                    <a:cubicBezTo>
                      <a:pt x="46783" y="102103"/>
                      <a:pt x="47396" y="102217"/>
                      <a:pt x="47855" y="102677"/>
                    </a:cubicBezTo>
                    <a:cubicBezTo>
                      <a:pt x="48506" y="103098"/>
                      <a:pt x="49272" y="103136"/>
                      <a:pt x="49961" y="103404"/>
                    </a:cubicBezTo>
                    <a:cubicBezTo>
                      <a:pt x="50076" y="103443"/>
                      <a:pt x="50152" y="103404"/>
                      <a:pt x="50267" y="103404"/>
                    </a:cubicBezTo>
                    <a:cubicBezTo>
                      <a:pt x="50344" y="103366"/>
                      <a:pt x="50420" y="103328"/>
                      <a:pt x="50497" y="103366"/>
                    </a:cubicBezTo>
                    <a:cubicBezTo>
                      <a:pt x="50841" y="103404"/>
                      <a:pt x="50956" y="103864"/>
                      <a:pt x="50726" y="104093"/>
                    </a:cubicBezTo>
                    <a:cubicBezTo>
                      <a:pt x="50573" y="104208"/>
                      <a:pt x="50458" y="104361"/>
                      <a:pt x="50344" y="104514"/>
                    </a:cubicBezTo>
                    <a:cubicBezTo>
                      <a:pt x="50076" y="104936"/>
                      <a:pt x="49923" y="105472"/>
                      <a:pt x="49655" y="105931"/>
                    </a:cubicBezTo>
                    <a:cubicBezTo>
                      <a:pt x="49310" y="106467"/>
                      <a:pt x="48812" y="106926"/>
                      <a:pt x="48429" y="107462"/>
                    </a:cubicBezTo>
                    <a:cubicBezTo>
                      <a:pt x="48085" y="107845"/>
                      <a:pt x="47511" y="107769"/>
                      <a:pt x="47090" y="107998"/>
                    </a:cubicBezTo>
                    <a:cubicBezTo>
                      <a:pt x="46554" y="108534"/>
                      <a:pt x="45903" y="108879"/>
                      <a:pt x="45252" y="109185"/>
                    </a:cubicBezTo>
                    <a:cubicBezTo>
                      <a:pt x="44907" y="109989"/>
                      <a:pt x="44142" y="110334"/>
                      <a:pt x="43338" y="110525"/>
                    </a:cubicBezTo>
                    <a:cubicBezTo>
                      <a:pt x="42840" y="111252"/>
                      <a:pt x="41845" y="111635"/>
                      <a:pt x="40964" y="111597"/>
                    </a:cubicBezTo>
                    <a:cubicBezTo>
                      <a:pt x="40849" y="111597"/>
                      <a:pt x="40696" y="111597"/>
                      <a:pt x="40581" y="111559"/>
                    </a:cubicBezTo>
                    <a:cubicBezTo>
                      <a:pt x="40390" y="111597"/>
                      <a:pt x="40160" y="111635"/>
                      <a:pt x="40007" y="111635"/>
                    </a:cubicBezTo>
                    <a:cubicBezTo>
                      <a:pt x="39624" y="111750"/>
                      <a:pt x="39318" y="112018"/>
                      <a:pt x="38935" y="112133"/>
                    </a:cubicBezTo>
                    <a:cubicBezTo>
                      <a:pt x="38055" y="112477"/>
                      <a:pt x="37097" y="112286"/>
                      <a:pt x="36255" y="111827"/>
                    </a:cubicBezTo>
                    <a:cubicBezTo>
                      <a:pt x="35566" y="112095"/>
                      <a:pt x="34800" y="112363"/>
                      <a:pt x="34035" y="112363"/>
                    </a:cubicBezTo>
                    <a:cubicBezTo>
                      <a:pt x="33728" y="112363"/>
                      <a:pt x="33422" y="112324"/>
                      <a:pt x="33116" y="112210"/>
                    </a:cubicBezTo>
                    <a:cubicBezTo>
                      <a:pt x="32963" y="112133"/>
                      <a:pt x="32848" y="112095"/>
                      <a:pt x="32695" y="112018"/>
                    </a:cubicBezTo>
                    <a:cubicBezTo>
                      <a:pt x="31546" y="112439"/>
                      <a:pt x="30589" y="112248"/>
                      <a:pt x="29747" y="111367"/>
                    </a:cubicBezTo>
                    <a:cubicBezTo>
                      <a:pt x="28637" y="111291"/>
                      <a:pt x="27603" y="111023"/>
                      <a:pt x="27029" y="109951"/>
                    </a:cubicBezTo>
                    <a:cubicBezTo>
                      <a:pt x="25842" y="110104"/>
                      <a:pt x="24770" y="109644"/>
                      <a:pt x="24272" y="108496"/>
                    </a:cubicBezTo>
                    <a:cubicBezTo>
                      <a:pt x="23315" y="108458"/>
                      <a:pt x="22741" y="107960"/>
                      <a:pt x="22396" y="107079"/>
                    </a:cubicBezTo>
                    <a:cubicBezTo>
                      <a:pt x="21784" y="107041"/>
                      <a:pt x="21286" y="106658"/>
                      <a:pt x="21018" y="106122"/>
                    </a:cubicBezTo>
                    <a:cubicBezTo>
                      <a:pt x="20750" y="105701"/>
                      <a:pt x="20597" y="104897"/>
                      <a:pt x="21248" y="104821"/>
                    </a:cubicBezTo>
                    <a:cubicBezTo>
                      <a:pt x="22014" y="104706"/>
                      <a:pt x="22779" y="104553"/>
                      <a:pt x="23430" y="104132"/>
                    </a:cubicBezTo>
                    <a:cubicBezTo>
                      <a:pt x="23660" y="103902"/>
                      <a:pt x="23851" y="103596"/>
                      <a:pt x="24196" y="103596"/>
                    </a:cubicBezTo>
                    <a:cubicBezTo>
                      <a:pt x="24808" y="103481"/>
                      <a:pt x="25421" y="103289"/>
                      <a:pt x="25919" y="102907"/>
                    </a:cubicBezTo>
                    <a:cubicBezTo>
                      <a:pt x="26110" y="102753"/>
                      <a:pt x="26187" y="102485"/>
                      <a:pt x="26416" y="102371"/>
                    </a:cubicBezTo>
                    <a:cubicBezTo>
                      <a:pt x="26608" y="102256"/>
                      <a:pt x="26837" y="102064"/>
                      <a:pt x="27067" y="102064"/>
                    </a:cubicBezTo>
                    <a:cubicBezTo>
                      <a:pt x="27182" y="101643"/>
                      <a:pt x="27373" y="101184"/>
                      <a:pt x="27680" y="100801"/>
                    </a:cubicBezTo>
                    <a:cubicBezTo>
                      <a:pt x="27909" y="100533"/>
                      <a:pt x="28177" y="100610"/>
                      <a:pt x="28330" y="100801"/>
                    </a:cubicBezTo>
                    <a:cubicBezTo>
                      <a:pt x="28139" y="100916"/>
                      <a:pt x="27986" y="101069"/>
                      <a:pt x="27871" y="101260"/>
                    </a:cubicBezTo>
                    <a:cubicBezTo>
                      <a:pt x="27680" y="101528"/>
                      <a:pt x="27565" y="101796"/>
                      <a:pt x="27527" y="102141"/>
                    </a:cubicBezTo>
                    <a:cubicBezTo>
                      <a:pt x="27450" y="102600"/>
                      <a:pt x="27565" y="103136"/>
                      <a:pt x="27909" y="103481"/>
                    </a:cubicBezTo>
                    <a:cubicBezTo>
                      <a:pt x="27948" y="103519"/>
                      <a:pt x="27986" y="103557"/>
                      <a:pt x="28024" y="103596"/>
                    </a:cubicBezTo>
                    <a:cubicBezTo>
                      <a:pt x="28062" y="103634"/>
                      <a:pt x="28101" y="103672"/>
                      <a:pt x="28177" y="103711"/>
                    </a:cubicBezTo>
                    <a:cubicBezTo>
                      <a:pt x="28330" y="103787"/>
                      <a:pt x="28484" y="103864"/>
                      <a:pt x="28637" y="103940"/>
                    </a:cubicBezTo>
                    <a:cubicBezTo>
                      <a:pt x="28790" y="103979"/>
                      <a:pt x="28943" y="103979"/>
                      <a:pt x="29096" y="103979"/>
                    </a:cubicBezTo>
                    <a:cubicBezTo>
                      <a:pt x="29326" y="104017"/>
                      <a:pt x="29556" y="104017"/>
                      <a:pt x="29785" y="103979"/>
                    </a:cubicBezTo>
                    <a:cubicBezTo>
                      <a:pt x="29900" y="103940"/>
                      <a:pt x="30015" y="103940"/>
                      <a:pt x="30130" y="103902"/>
                    </a:cubicBezTo>
                    <a:lnTo>
                      <a:pt x="30130" y="103902"/>
                    </a:lnTo>
                    <a:lnTo>
                      <a:pt x="30130" y="103902"/>
                    </a:lnTo>
                    <a:close/>
                    <a:moveTo>
                      <a:pt x="37825" y="96092"/>
                    </a:moveTo>
                    <a:cubicBezTo>
                      <a:pt x="37825" y="95786"/>
                      <a:pt x="37901" y="95326"/>
                      <a:pt x="38323" y="95365"/>
                    </a:cubicBezTo>
                    <a:cubicBezTo>
                      <a:pt x="38820" y="95441"/>
                      <a:pt x="38782" y="96130"/>
                      <a:pt x="38552" y="96398"/>
                    </a:cubicBezTo>
                    <a:cubicBezTo>
                      <a:pt x="38323" y="96666"/>
                      <a:pt x="37787" y="96475"/>
                      <a:pt x="37825" y="96092"/>
                    </a:cubicBezTo>
                    <a:close/>
                    <a:moveTo>
                      <a:pt x="43567" y="101911"/>
                    </a:moveTo>
                    <a:cubicBezTo>
                      <a:pt x="43606" y="102141"/>
                      <a:pt x="43835" y="102332"/>
                      <a:pt x="44065" y="102294"/>
                    </a:cubicBezTo>
                    <a:cubicBezTo>
                      <a:pt x="44639" y="102179"/>
                      <a:pt x="44333" y="101528"/>
                      <a:pt x="44333" y="101107"/>
                    </a:cubicBezTo>
                    <a:cubicBezTo>
                      <a:pt x="44295" y="100878"/>
                      <a:pt x="44065" y="100724"/>
                      <a:pt x="43835" y="100763"/>
                    </a:cubicBezTo>
                    <a:cubicBezTo>
                      <a:pt x="43261" y="100878"/>
                      <a:pt x="43529" y="101528"/>
                      <a:pt x="43567" y="101911"/>
                    </a:cubicBezTo>
                    <a:close/>
                    <a:moveTo>
                      <a:pt x="41117" y="99652"/>
                    </a:moveTo>
                    <a:cubicBezTo>
                      <a:pt x="40926" y="99231"/>
                      <a:pt x="40734" y="98848"/>
                      <a:pt x="40428" y="98542"/>
                    </a:cubicBezTo>
                    <a:cubicBezTo>
                      <a:pt x="40045" y="98351"/>
                      <a:pt x="40198" y="97738"/>
                      <a:pt x="40620" y="97738"/>
                    </a:cubicBezTo>
                    <a:cubicBezTo>
                      <a:pt x="41309" y="97930"/>
                      <a:pt x="41615" y="98734"/>
                      <a:pt x="41921" y="99308"/>
                    </a:cubicBezTo>
                    <a:cubicBezTo>
                      <a:pt x="42151" y="99806"/>
                      <a:pt x="41347" y="100150"/>
                      <a:pt x="41117" y="99652"/>
                    </a:cubicBezTo>
                    <a:close/>
                    <a:moveTo>
                      <a:pt x="40964" y="103443"/>
                    </a:moveTo>
                    <a:cubicBezTo>
                      <a:pt x="41347" y="104170"/>
                      <a:pt x="42151" y="103557"/>
                      <a:pt x="41538" y="102639"/>
                    </a:cubicBezTo>
                    <a:cubicBezTo>
                      <a:pt x="41424" y="102447"/>
                      <a:pt x="41156" y="102371"/>
                      <a:pt x="40964" y="102485"/>
                    </a:cubicBezTo>
                    <a:cubicBezTo>
                      <a:pt x="40581" y="102715"/>
                      <a:pt x="40849" y="103136"/>
                      <a:pt x="40964" y="103443"/>
                    </a:cubicBezTo>
                    <a:close/>
                    <a:moveTo>
                      <a:pt x="37901" y="101260"/>
                    </a:moveTo>
                    <a:cubicBezTo>
                      <a:pt x="38131" y="101796"/>
                      <a:pt x="38935" y="101452"/>
                      <a:pt x="38705" y="100954"/>
                    </a:cubicBezTo>
                    <a:cubicBezTo>
                      <a:pt x="38514" y="100571"/>
                      <a:pt x="38323" y="99767"/>
                      <a:pt x="37748" y="100035"/>
                    </a:cubicBezTo>
                    <a:cubicBezTo>
                      <a:pt x="37289" y="100380"/>
                      <a:pt x="37787" y="100878"/>
                      <a:pt x="37901" y="101260"/>
                    </a:cubicBezTo>
                    <a:close/>
                    <a:moveTo>
                      <a:pt x="32121" y="97662"/>
                    </a:moveTo>
                    <a:cubicBezTo>
                      <a:pt x="31470" y="97355"/>
                      <a:pt x="32235" y="95977"/>
                      <a:pt x="32848" y="96398"/>
                    </a:cubicBezTo>
                    <a:cubicBezTo>
                      <a:pt x="33154" y="96666"/>
                      <a:pt x="32925" y="97011"/>
                      <a:pt x="32733" y="97279"/>
                    </a:cubicBezTo>
                    <a:cubicBezTo>
                      <a:pt x="32657" y="97547"/>
                      <a:pt x="32427" y="97777"/>
                      <a:pt x="32121" y="97662"/>
                    </a:cubicBezTo>
                    <a:close/>
                    <a:moveTo>
                      <a:pt x="32235" y="102639"/>
                    </a:moveTo>
                    <a:cubicBezTo>
                      <a:pt x="32771" y="102792"/>
                      <a:pt x="33154" y="101452"/>
                      <a:pt x="32618" y="101299"/>
                    </a:cubicBezTo>
                    <a:cubicBezTo>
                      <a:pt x="32006" y="101031"/>
                      <a:pt x="31546" y="102562"/>
                      <a:pt x="32235" y="102639"/>
                    </a:cubicBezTo>
                    <a:close/>
                    <a:moveTo>
                      <a:pt x="30053" y="102026"/>
                    </a:moveTo>
                    <a:cubicBezTo>
                      <a:pt x="30474" y="102103"/>
                      <a:pt x="30589" y="101681"/>
                      <a:pt x="30666" y="101375"/>
                    </a:cubicBezTo>
                    <a:cubicBezTo>
                      <a:pt x="30819" y="100954"/>
                      <a:pt x="31010" y="100571"/>
                      <a:pt x="31317" y="100265"/>
                    </a:cubicBezTo>
                    <a:cubicBezTo>
                      <a:pt x="31776" y="99920"/>
                      <a:pt x="31240" y="99231"/>
                      <a:pt x="30819" y="99576"/>
                    </a:cubicBezTo>
                    <a:cubicBezTo>
                      <a:pt x="30360" y="99997"/>
                      <a:pt x="29211" y="101605"/>
                      <a:pt x="30053" y="102026"/>
                    </a:cubicBezTo>
                    <a:close/>
                  </a:path>
                </a:pathLst>
              </a:custGeom>
              <a:solidFill>
                <a:srgbClr val="5346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42"/>
              <p:cNvSpPr/>
              <p:nvPr/>
            </p:nvSpPr>
            <p:spPr>
              <a:xfrm>
                <a:off x="2545675" y="2970900"/>
                <a:ext cx="761875" cy="191425"/>
              </a:xfrm>
              <a:custGeom>
                <a:avLst/>
                <a:gdLst/>
                <a:ahLst/>
                <a:cxnLst/>
                <a:rect l="l" t="t" r="r" b="b"/>
                <a:pathLst>
                  <a:path w="30475" h="7657" extrusionOk="0">
                    <a:moveTo>
                      <a:pt x="29708" y="115"/>
                    </a:moveTo>
                    <a:cubicBezTo>
                      <a:pt x="30129" y="0"/>
                      <a:pt x="30474" y="421"/>
                      <a:pt x="30359" y="804"/>
                    </a:cubicBezTo>
                    <a:cubicBezTo>
                      <a:pt x="30091" y="1263"/>
                      <a:pt x="29479" y="1378"/>
                      <a:pt x="29058" y="1685"/>
                    </a:cubicBezTo>
                    <a:cubicBezTo>
                      <a:pt x="27373" y="3216"/>
                      <a:pt x="25229" y="4288"/>
                      <a:pt x="23200" y="5283"/>
                    </a:cubicBezTo>
                    <a:cubicBezTo>
                      <a:pt x="19946" y="6815"/>
                      <a:pt x="16309" y="7657"/>
                      <a:pt x="12710" y="7351"/>
                    </a:cubicBezTo>
                    <a:cubicBezTo>
                      <a:pt x="10337" y="7121"/>
                      <a:pt x="8155" y="6126"/>
                      <a:pt x="6011" y="5130"/>
                    </a:cubicBezTo>
                    <a:cubicBezTo>
                      <a:pt x="4479" y="4479"/>
                      <a:pt x="2986" y="3867"/>
                      <a:pt x="1608" y="2910"/>
                    </a:cubicBezTo>
                    <a:cubicBezTo>
                      <a:pt x="1264" y="2680"/>
                      <a:pt x="919" y="2412"/>
                      <a:pt x="574" y="2144"/>
                    </a:cubicBezTo>
                    <a:cubicBezTo>
                      <a:pt x="421" y="1991"/>
                      <a:pt x="383" y="1799"/>
                      <a:pt x="421" y="1646"/>
                    </a:cubicBezTo>
                    <a:cubicBezTo>
                      <a:pt x="0" y="1263"/>
                      <a:pt x="230" y="345"/>
                      <a:pt x="1187" y="689"/>
                    </a:cubicBezTo>
                    <a:cubicBezTo>
                      <a:pt x="4020" y="1149"/>
                      <a:pt x="6891" y="1187"/>
                      <a:pt x="9724" y="1378"/>
                    </a:cubicBezTo>
                    <a:cubicBezTo>
                      <a:pt x="11830" y="1455"/>
                      <a:pt x="13935" y="1761"/>
                      <a:pt x="16041" y="1723"/>
                    </a:cubicBezTo>
                    <a:cubicBezTo>
                      <a:pt x="18453" y="1723"/>
                      <a:pt x="20827" y="1378"/>
                      <a:pt x="23238" y="1263"/>
                    </a:cubicBezTo>
                    <a:cubicBezTo>
                      <a:pt x="23430" y="1187"/>
                      <a:pt x="23660" y="1149"/>
                      <a:pt x="23813" y="1110"/>
                    </a:cubicBezTo>
                    <a:cubicBezTo>
                      <a:pt x="24885" y="919"/>
                      <a:pt x="26033" y="804"/>
                      <a:pt x="27105" y="651"/>
                    </a:cubicBezTo>
                    <a:cubicBezTo>
                      <a:pt x="27986" y="498"/>
                      <a:pt x="28866" y="345"/>
                      <a:pt x="29747" y="11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42"/>
              <p:cNvSpPr/>
              <p:nvPr/>
            </p:nvSpPr>
            <p:spPr>
              <a:xfrm>
                <a:off x="2540875" y="2970900"/>
                <a:ext cx="775275" cy="83275"/>
              </a:xfrm>
              <a:custGeom>
                <a:avLst/>
                <a:gdLst/>
                <a:ahLst/>
                <a:cxnLst/>
                <a:rect l="l" t="t" r="r" b="b"/>
                <a:pathLst>
                  <a:path w="31011" h="3331" extrusionOk="0">
                    <a:moveTo>
                      <a:pt x="11294" y="3101"/>
                    </a:moveTo>
                    <a:lnTo>
                      <a:pt x="11141" y="3101"/>
                    </a:lnTo>
                    <a:cubicBezTo>
                      <a:pt x="8232" y="3101"/>
                      <a:pt x="5360" y="2757"/>
                      <a:pt x="2527" y="2067"/>
                    </a:cubicBezTo>
                    <a:cubicBezTo>
                      <a:pt x="2030" y="1953"/>
                      <a:pt x="1532" y="1723"/>
                      <a:pt x="1073" y="1531"/>
                    </a:cubicBezTo>
                    <a:cubicBezTo>
                      <a:pt x="805" y="1417"/>
                      <a:pt x="575" y="1263"/>
                      <a:pt x="269" y="1263"/>
                    </a:cubicBezTo>
                    <a:cubicBezTo>
                      <a:pt x="116" y="1263"/>
                      <a:pt x="1" y="1110"/>
                      <a:pt x="39" y="957"/>
                    </a:cubicBezTo>
                    <a:cubicBezTo>
                      <a:pt x="39" y="766"/>
                      <a:pt x="192" y="728"/>
                      <a:pt x="345" y="728"/>
                    </a:cubicBezTo>
                    <a:cubicBezTo>
                      <a:pt x="460" y="613"/>
                      <a:pt x="652" y="574"/>
                      <a:pt x="766" y="689"/>
                    </a:cubicBezTo>
                    <a:cubicBezTo>
                      <a:pt x="1034" y="689"/>
                      <a:pt x="1264" y="728"/>
                      <a:pt x="1494" y="766"/>
                    </a:cubicBezTo>
                    <a:cubicBezTo>
                      <a:pt x="2106" y="842"/>
                      <a:pt x="2681" y="957"/>
                      <a:pt x="3293" y="1034"/>
                    </a:cubicBezTo>
                    <a:cubicBezTo>
                      <a:pt x="4480" y="1187"/>
                      <a:pt x="5743" y="1340"/>
                      <a:pt x="6930" y="1417"/>
                    </a:cubicBezTo>
                    <a:cubicBezTo>
                      <a:pt x="9419" y="1646"/>
                      <a:pt x="11945" y="1531"/>
                      <a:pt x="14434" y="1531"/>
                    </a:cubicBezTo>
                    <a:cubicBezTo>
                      <a:pt x="14970" y="1570"/>
                      <a:pt x="15582" y="1493"/>
                      <a:pt x="16118" y="1646"/>
                    </a:cubicBezTo>
                    <a:cubicBezTo>
                      <a:pt x="17994" y="1493"/>
                      <a:pt x="19908" y="1493"/>
                      <a:pt x="21784" y="1378"/>
                    </a:cubicBezTo>
                    <a:cubicBezTo>
                      <a:pt x="23584" y="1263"/>
                      <a:pt x="25345" y="1034"/>
                      <a:pt x="27106" y="651"/>
                    </a:cubicBezTo>
                    <a:cubicBezTo>
                      <a:pt x="27335" y="421"/>
                      <a:pt x="27680" y="460"/>
                      <a:pt x="27986" y="383"/>
                    </a:cubicBezTo>
                    <a:cubicBezTo>
                      <a:pt x="28752" y="268"/>
                      <a:pt x="29479" y="38"/>
                      <a:pt x="30245" y="0"/>
                    </a:cubicBezTo>
                    <a:cubicBezTo>
                      <a:pt x="31011" y="153"/>
                      <a:pt x="30283" y="957"/>
                      <a:pt x="29862" y="1149"/>
                    </a:cubicBezTo>
                    <a:cubicBezTo>
                      <a:pt x="28024" y="2106"/>
                      <a:pt x="25881" y="2335"/>
                      <a:pt x="23852" y="2680"/>
                    </a:cubicBezTo>
                    <a:cubicBezTo>
                      <a:pt x="22358" y="2910"/>
                      <a:pt x="20827" y="2986"/>
                      <a:pt x="19334" y="3101"/>
                    </a:cubicBezTo>
                    <a:cubicBezTo>
                      <a:pt x="16654" y="3293"/>
                      <a:pt x="13974" y="3331"/>
                      <a:pt x="11256" y="3101"/>
                    </a:cubicBezTo>
                    <a:close/>
                  </a:path>
                </a:pathLst>
              </a:custGeom>
              <a:solidFill>
                <a:srgbClr val="E8DBD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42"/>
              <p:cNvSpPr/>
              <p:nvPr/>
            </p:nvSpPr>
            <p:spPr>
              <a:xfrm>
                <a:off x="2322675" y="2278925"/>
                <a:ext cx="1116950" cy="134975"/>
              </a:xfrm>
              <a:custGeom>
                <a:avLst/>
                <a:gdLst/>
                <a:ahLst/>
                <a:cxnLst/>
                <a:rect l="l" t="t" r="r" b="b"/>
                <a:pathLst>
                  <a:path w="44678" h="5399" extrusionOk="0">
                    <a:moveTo>
                      <a:pt x="8269" y="2871"/>
                    </a:moveTo>
                    <a:cubicBezTo>
                      <a:pt x="7427" y="2642"/>
                      <a:pt x="6585" y="2680"/>
                      <a:pt x="5743" y="2795"/>
                    </a:cubicBezTo>
                    <a:cubicBezTo>
                      <a:pt x="5589" y="3407"/>
                      <a:pt x="4786" y="3254"/>
                      <a:pt x="4326" y="3446"/>
                    </a:cubicBezTo>
                    <a:cubicBezTo>
                      <a:pt x="5666" y="3292"/>
                      <a:pt x="6968" y="3101"/>
                      <a:pt x="8269" y="2871"/>
                    </a:cubicBezTo>
                    <a:close/>
                    <a:moveTo>
                      <a:pt x="41193" y="2565"/>
                    </a:moveTo>
                    <a:cubicBezTo>
                      <a:pt x="41308" y="2527"/>
                      <a:pt x="41461" y="2450"/>
                      <a:pt x="41614" y="2374"/>
                    </a:cubicBezTo>
                    <a:cubicBezTo>
                      <a:pt x="41079" y="2412"/>
                      <a:pt x="40543" y="2488"/>
                      <a:pt x="39968" y="2565"/>
                    </a:cubicBezTo>
                    <a:cubicBezTo>
                      <a:pt x="40007" y="2642"/>
                      <a:pt x="40007" y="2680"/>
                      <a:pt x="40007" y="2756"/>
                    </a:cubicBezTo>
                    <a:cubicBezTo>
                      <a:pt x="40007" y="2833"/>
                      <a:pt x="40007" y="2871"/>
                      <a:pt x="40007" y="2910"/>
                    </a:cubicBezTo>
                    <a:cubicBezTo>
                      <a:pt x="40236" y="2718"/>
                      <a:pt x="40696" y="2680"/>
                      <a:pt x="41193" y="2565"/>
                    </a:cubicBezTo>
                    <a:close/>
                    <a:moveTo>
                      <a:pt x="43950" y="1187"/>
                    </a:moveTo>
                    <a:cubicBezTo>
                      <a:pt x="44524" y="1149"/>
                      <a:pt x="44677" y="2029"/>
                      <a:pt x="44141" y="2182"/>
                    </a:cubicBezTo>
                    <a:cubicBezTo>
                      <a:pt x="43414" y="2871"/>
                      <a:pt x="42533" y="3407"/>
                      <a:pt x="41576" y="3599"/>
                    </a:cubicBezTo>
                    <a:cubicBezTo>
                      <a:pt x="41538" y="3599"/>
                      <a:pt x="41500" y="3599"/>
                      <a:pt x="41461" y="3637"/>
                    </a:cubicBezTo>
                    <a:cubicBezTo>
                      <a:pt x="40351" y="4096"/>
                      <a:pt x="39203" y="4441"/>
                      <a:pt x="37978" y="4211"/>
                    </a:cubicBezTo>
                    <a:cubicBezTo>
                      <a:pt x="36408" y="3982"/>
                      <a:pt x="34609" y="3790"/>
                      <a:pt x="33498" y="2603"/>
                    </a:cubicBezTo>
                    <a:cubicBezTo>
                      <a:pt x="33077" y="2259"/>
                      <a:pt x="33383" y="1493"/>
                      <a:pt x="33919" y="1646"/>
                    </a:cubicBezTo>
                    <a:lnTo>
                      <a:pt x="33919" y="1646"/>
                    </a:lnTo>
                    <a:cubicBezTo>
                      <a:pt x="33919" y="1646"/>
                      <a:pt x="33919" y="1646"/>
                      <a:pt x="33919" y="1646"/>
                    </a:cubicBezTo>
                    <a:cubicBezTo>
                      <a:pt x="33919" y="1646"/>
                      <a:pt x="33919" y="1646"/>
                      <a:pt x="33919" y="1646"/>
                    </a:cubicBezTo>
                    <a:cubicBezTo>
                      <a:pt x="33996" y="1570"/>
                      <a:pt x="34073" y="1493"/>
                      <a:pt x="34187" y="1455"/>
                    </a:cubicBezTo>
                    <a:lnTo>
                      <a:pt x="34187" y="1455"/>
                    </a:lnTo>
                    <a:cubicBezTo>
                      <a:pt x="36255" y="191"/>
                      <a:pt x="38896" y="0"/>
                      <a:pt x="41232" y="191"/>
                    </a:cubicBezTo>
                    <a:cubicBezTo>
                      <a:pt x="41576" y="306"/>
                      <a:pt x="42150" y="345"/>
                      <a:pt x="42533" y="574"/>
                    </a:cubicBezTo>
                    <a:lnTo>
                      <a:pt x="42533" y="574"/>
                    </a:lnTo>
                    <a:cubicBezTo>
                      <a:pt x="42686" y="613"/>
                      <a:pt x="42801" y="689"/>
                      <a:pt x="42916" y="727"/>
                    </a:cubicBezTo>
                    <a:cubicBezTo>
                      <a:pt x="43108" y="842"/>
                      <a:pt x="43222" y="995"/>
                      <a:pt x="43222" y="1187"/>
                    </a:cubicBezTo>
                    <a:cubicBezTo>
                      <a:pt x="43376" y="1187"/>
                      <a:pt x="43490" y="1225"/>
                      <a:pt x="43644" y="1263"/>
                    </a:cubicBezTo>
                    <a:cubicBezTo>
                      <a:pt x="43720" y="1225"/>
                      <a:pt x="43835" y="1187"/>
                      <a:pt x="43950" y="1187"/>
                    </a:cubicBezTo>
                    <a:lnTo>
                      <a:pt x="43950" y="1187"/>
                    </a:lnTo>
                    <a:close/>
                    <a:moveTo>
                      <a:pt x="11562" y="2718"/>
                    </a:moveTo>
                    <a:cubicBezTo>
                      <a:pt x="11830" y="3024"/>
                      <a:pt x="11791" y="3560"/>
                      <a:pt x="11370" y="3675"/>
                    </a:cubicBezTo>
                    <a:cubicBezTo>
                      <a:pt x="10145" y="5015"/>
                      <a:pt x="6968" y="5360"/>
                      <a:pt x="5168" y="5245"/>
                    </a:cubicBezTo>
                    <a:cubicBezTo>
                      <a:pt x="3867" y="5092"/>
                      <a:pt x="1225" y="5398"/>
                      <a:pt x="383" y="4326"/>
                    </a:cubicBezTo>
                    <a:cubicBezTo>
                      <a:pt x="0" y="2910"/>
                      <a:pt x="2259" y="2450"/>
                      <a:pt x="3216" y="2029"/>
                    </a:cubicBezTo>
                    <a:cubicBezTo>
                      <a:pt x="3943" y="1838"/>
                      <a:pt x="6700" y="842"/>
                      <a:pt x="7044" y="1646"/>
                    </a:cubicBezTo>
                    <a:cubicBezTo>
                      <a:pt x="8499" y="1723"/>
                      <a:pt x="10490" y="1570"/>
                      <a:pt x="11562" y="2718"/>
                    </a:cubicBezTo>
                    <a:close/>
                  </a:path>
                </a:pathLst>
              </a:custGeom>
              <a:solidFill>
                <a:srgbClr val="F5E9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42"/>
              <p:cNvSpPr/>
              <p:nvPr/>
            </p:nvSpPr>
            <p:spPr>
              <a:xfrm>
                <a:off x="2038400" y="3715500"/>
                <a:ext cx="1730450" cy="1006900"/>
              </a:xfrm>
              <a:custGeom>
                <a:avLst/>
                <a:gdLst/>
                <a:ahLst/>
                <a:cxnLst/>
                <a:rect l="l" t="t" r="r" b="b"/>
                <a:pathLst>
                  <a:path w="69218" h="40276" extrusionOk="0">
                    <a:moveTo>
                      <a:pt x="68950" y="33614"/>
                    </a:moveTo>
                    <a:cubicBezTo>
                      <a:pt x="69141" y="33882"/>
                      <a:pt x="69026" y="34341"/>
                      <a:pt x="69065" y="34648"/>
                    </a:cubicBezTo>
                    <a:cubicBezTo>
                      <a:pt x="69026" y="35375"/>
                      <a:pt x="68950" y="36141"/>
                      <a:pt x="68912" y="36868"/>
                    </a:cubicBezTo>
                    <a:cubicBezTo>
                      <a:pt x="68797" y="37442"/>
                      <a:pt x="69103" y="38782"/>
                      <a:pt x="68682" y="39088"/>
                    </a:cubicBezTo>
                    <a:cubicBezTo>
                      <a:pt x="68682" y="39165"/>
                      <a:pt x="68682" y="39242"/>
                      <a:pt x="68644" y="39318"/>
                    </a:cubicBezTo>
                    <a:cubicBezTo>
                      <a:pt x="68758" y="39586"/>
                      <a:pt x="68682" y="39931"/>
                      <a:pt x="68337" y="40007"/>
                    </a:cubicBezTo>
                    <a:cubicBezTo>
                      <a:pt x="68069" y="40084"/>
                      <a:pt x="67801" y="40122"/>
                      <a:pt x="67533" y="40122"/>
                    </a:cubicBezTo>
                    <a:cubicBezTo>
                      <a:pt x="66155" y="40199"/>
                      <a:pt x="64777" y="40122"/>
                      <a:pt x="63399" y="40084"/>
                    </a:cubicBezTo>
                    <a:cubicBezTo>
                      <a:pt x="60374" y="39931"/>
                      <a:pt x="57312" y="40084"/>
                      <a:pt x="54287" y="39931"/>
                    </a:cubicBezTo>
                    <a:cubicBezTo>
                      <a:pt x="51148" y="39739"/>
                      <a:pt x="48009" y="40007"/>
                      <a:pt x="44869" y="40084"/>
                    </a:cubicBezTo>
                    <a:cubicBezTo>
                      <a:pt x="40658" y="40160"/>
                      <a:pt x="36447" y="40199"/>
                      <a:pt x="32236" y="40199"/>
                    </a:cubicBezTo>
                    <a:cubicBezTo>
                      <a:pt x="30015" y="40122"/>
                      <a:pt x="27833" y="40122"/>
                      <a:pt x="25651" y="40160"/>
                    </a:cubicBezTo>
                    <a:cubicBezTo>
                      <a:pt x="24349" y="40199"/>
                      <a:pt x="23048" y="40237"/>
                      <a:pt x="21746" y="40160"/>
                    </a:cubicBezTo>
                    <a:cubicBezTo>
                      <a:pt x="21593" y="40160"/>
                      <a:pt x="21478" y="40084"/>
                      <a:pt x="21363" y="39969"/>
                    </a:cubicBezTo>
                    <a:cubicBezTo>
                      <a:pt x="20980" y="39969"/>
                      <a:pt x="20597" y="39969"/>
                      <a:pt x="20253" y="39969"/>
                    </a:cubicBezTo>
                    <a:cubicBezTo>
                      <a:pt x="20061" y="40275"/>
                      <a:pt x="19602" y="40237"/>
                      <a:pt x="19257" y="40237"/>
                    </a:cubicBezTo>
                    <a:cubicBezTo>
                      <a:pt x="18262" y="40237"/>
                      <a:pt x="17305" y="40237"/>
                      <a:pt x="16348" y="40199"/>
                    </a:cubicBezTo>
                    <a:cubicBezTo>
                      <a:pt x="15008" y="40122"/>
                      <a:pt x="13630" y="40275"/>
                      <a:pt x="12328" y="40007"/>
                    </a:cubicBezTo>
                    <a:cubicBezTo>
                      <a:pt x="12252" y="39969"/>
                      <a:pt x="12213" y="39931"/>
                      <a:pt x="12175" y="39892"/>
                    </a:cubicBezTo>
                    <a:cubicBezTo>
                      <a:pt x="9916" y="39892"/>
                      <a:pt x="7658" y="40046"/>
                      <a:pt x="5399" y="39854"/>
                    </a:cubicBezTo>
                    <a:cubicBezTo>
                      <a:pt x="4365" y="39816"/>
                      <a:pt x="3331" y="39854"/>
                      <a:pt x="2298" y="39931"/>
                    </a:cubicBezTo>
                    <a:cubicBezTo>
                      <a:pt x="1762" y="39931"/>
                      <a:pt x="1226" y="40084"/>
                      <a:pt x="690" y="39931"/>
                    </a:cubicBezTo>
                    <a:cubicBezTo>
                      <a:pt x="1" y="39586"/>
                      <a:pt x="422" y="38629"/>
                      <a:pt x="269" y="38017"/>
                    </a:cubicBezTo>
                    <a:cubicBezTo>
                      <a:pt x="77" y="36294"/>
                      <a:pt x="422" y="34724"/>
                      <a:pt x="307" y="33040"/>
                    </a:cubicBezTo>
                    <a:cubicBezTo>
                      <a:pt x="269" y="32083"/>
                      <a:pt x="498" y="31164"/>
                      <a:pt x="307" y="30207"/>
                    </a:cubicBezTo>
                    <a:cubicBezTo>
                      <a:pt x="269" y="30015"/>
                      <a:pt x="345" y="29862"/>
                      <a:pt x="460" y="29786"/>
                    </a:cubicBezTo>
                    <a:cubicBezTo>
                      <a:pt x="460" y="29441"/>
                      <a:pt x="460" y="29096"/>
                      <a:pt x="460" y="28752"/>
                    </a:cubicBezTo>
                    <a:cubicBezTo>
                      <a:pt x="422" y="26608"/>
                      <a:pt x="307" y="24502"/>
                      <a:pt x="384" y="22397"/>
                    </a:cubicBezTo>
                    <a:cubicBezTo>
                      <a:pt x="384" y="21363"/>
                      <a:pt x="460" y="20368"/>
                      <a:pt x="575" y="19334"/>
                    </a:cubicBezTo>
                    <a:cubicBezTo>
                      <a:pt x="460" y="19028"/>
                      <a:pt x="690" y="18683"/>
                      <a:pt x="996" y="18645"/>
                    </a:cubicBezTo>
                    <a:cubicBezTo>
                      <a:pt x="996" y="18645"/>
                      <a:pt x="1034" y="18645"/>
                      <a:pt x="1034" y="18645"/>
                    </a:cubicBezTo>
                    <a:cubicBezTo>
                      <a:pt x="1417" y="18454"/>
                      <a:pt x="1877" y="18415"/>
                      <a:pt x="2298" y="18262"/>
                    </a:cubicBezTo>
                    <a:cubicBezTo>
                      <a:pt x="3982" y="17841"/>
                      <a:pt x="5552" y="17114"/>
                      <a:pt x="7083" y="16348"/>
                    </a:cubicBezTo>
                    <a:cubicBezTo>
                      <a:pt x="7160" y="16080"/>
                      <a:pt x="7351" y="15812"/>
                      <a:pt x="7466" y="15544"/>
                    </a:cubicBezTo>
                    <a:cubicBezTo>
                      <a:pt x="7236" y="15199"/>
                      <a:pt x="7122" y="14625"/>
                      <a:pt x="7543" y="14357"/>
                    </a:cubicBezTo>
                    <a:cubicBezTo>
                      <a:pt x="8155" y="12443"/>
                      <a:pt x="9380" y="10835"/>
                      <a:pt x="10491" y="9189"/>
                    </a:cubicBezTo>
                    <a:cubicBezTo>
                      <a:pt x="11486" y="7696"/>
                      <a:pt x="12252" y="6088"/>
                      <a:pt x="13362" y="4710"/>
                    </a:cubicBezTo>
                    <a:cubicBezTo>
                      <a:pt x="13936" y="3829"/>
                      <a:pt x="17956" y="1"/>
                      <a:pt x="17764" y="2872"/>
                    </a:cubicBezTo>
                    <a:cubicBezTo>
                      <a:pt x="17650" y="4097"/>
                      <a:pt x="17267" y="5361"/>
                      <a:pt x="17037" y="6547"/>
                    </a:cubicBezTo>
                    <a:cubicBezTo>
                      <a:pt x="16999" y="6624"/>
                      <a:pt x="16999" y="6777"/>
                      <a:pt x="16960" y="6892"/>
                    </a:cubicBezTo>
                    <a:cubicBezTo>
                      <a:pt x="17114" y="6854"/>
                      <a:pt x="17267" y="6892"/>
                      <a:pt x="17382" y="6968"/>
                    </a:cubicBezTo>
                    <a:cubicBezTo>
                      <a:pt x="17650" y="7313"/>
                      <a:pt x="17803" y="7734"/>
                      <a:pt x="17994" y="8155"/>
                    </a:cubicBezTo>
                    <a:cubicBezTo>
                      <a:pt x="20406" y="10414"/>
                      <a:pt x="23048" y="12443"/>
                      <a:pt x="25804" y="14281"/>
                    </a:cubicBezTo>
                    <a:cubicBezTo>
                      <a:pt x="26417" y="14663"/>
                      <a:pt x="27029" y="15046"/>
                      <a:pt x="27680" y="15391"/>
                    </a:cubicBezTo>
                    <a:cubicBezTo>
                      <a:pt x="28024" y="15506"/>
                      <a:pt x="28369" y="15697"/>
                      <a:pt x="28714" y="15812"/>
                    </a:cubicBezTo>
                    <a:cubicBezTo>
                      <a:pt x="30168" y="16425"/>
                      <a:pt x="31585" y="17152"/>
                      <a:pt x="32772" y="18186"/>
                    </a:cubicBezTo>
                    <a:cubicBezTo>
                      <a:pt x="34380" y="19449"/>
                      <a:pt x="35222" y="21363"/>
                      <a:pt x="36026" y="23239"/>
                    </a:cubicBezTo>
                    <a:cubicBezTo>
                      <a:pt x="36255" y="23698"/>
                      <a:pt x="36447" y="24196"/>
                      <a:pt x="36638" y="24694"/>
                    </a:cubicBezTo>
                    <a:cubicBezTo>
                      <a:pt x="36638" y="24617"/>
                      <a:pt x="36638" y="24541"/>
                      <a:pt x="36677" y="24502"/>
                    </a:cubicBezTo>
                    <a:cubicBezTo>
                      <a:pt x="36677" y="24196"/>
                      <a:pt x="36677" y="23852"/>
                      <a:pt x="36753" y="23584"/>
                    </a:cubicBezTo>
                    <a:cubicBezTo>
                      <a:pt x="37021" y="22205"/>
                      <a:pt x="37710" y="21019"/>
                      <a:pt x="38591" y="19947"/>
                    </a:cubicBezTo>
                    <a:cubicBezTo>
                      <a:pt x="39739" y="18224"/>
                      <a:pt x="41730" y="17458"/>
                      <a:pt x="43529" y="16539"/>
                    </a:cubicBezTo>
                    <a:cubicBezTo>
                      <a:pt x="45061" y="15697"/>
                      <a:pt x="46707" y="15046"/>
                      <a:pt x="48238" y="14242"/>
                    </a:cubicBezTo>
                    <a:cubicBezTo>
                      <a:pt x="49923" y="13209"/>
                      <a:pt x="51569" y="12137"/>
                      <a:pt x="53100" y="10912"/>
                    </a:cubicBezTo>
                    <a:cubicBezTo>
                      <a:pt x="53177" y="10605"/>
                      <a:pt x="53521" y="10452"/>
                      <a:pt x="53751" y="10261"/>
                    </a:cubicBezTo>
                    <a:cubicBezTo>
                      <a:pt x="54402" y="9725"/>
                      <a:pt x="55129" y="9036"/>
                      <a:pt x="55321" y="8232"/>
                    </a:cubicBezTo>
                    <a:cubicBezTo>
                      <a:pt x="55589" y="7581"/>
                      <a:pt x="55512" y="7007"/>
                      <a:pt x="55206" y="6394"/>
                    </a:cubicBezTo>
                    <a:cubicBezTo>
                      <a:pt x="54938" y="5705"/>
                      <a:pt x="54747" y="5016"/>
                      <a:pt x="54593" y="4289"/>
                    </a:cubicBezTo>
                    <a:cubicBezTo>
                      <a:pt x="54440" y="3714"/>
                      <a:pt x="53866" y="2872"/>
                      <a:pt x="54785" y="2642"/>
                    </a:cubicBezTo>
                    <a:cubicBezTo>
                      <a:pt x="57120" y="2566"/>
                      <a:pt x="58345" y="4403"/>
                      <a:pt x="59379" y="6203"/>
                    </a:cubicBezTo>
                    <a:cubicBezTo>
                      <a:pt x="59609" y="6241"/>
                      <a:pt x="59877" y="6471"/>
                      <a:pt x="60030" y="6700"/>
                    </a:cubicBezTo>
                    <a:cubicBezTo>
                      <a:pt x="60872" y="7772"/>
                      <a:pt x="61561" y="8959"/>
                      <a:pt x="62174" y="10184"/>
                    </a:cubicBezTo>
                    <a:cubicBezTo>
                      <a:pt x="62556" y="11065"/>
                      <a:pt x="62786" y="11984"/>
                      <a:pt x="63246" y="12788"/>
                    </a:cubicBezTo>
                    <a:cubicBezTo>
                      <a:pt x="63858" y="13898"/>
                      <a:pt x="64471" y="14970"/>
                      <a:pt x="65083" y="16042"/>
                    </a:cubicBezTo>
                    <a:cubicBezTo>
                      <a:pt x="65083" y="16042"/>
                      <a:pt x="65083" y="16080"/>
                      <a:pt x="65083" y="16080"/>
                    </a:cubicBezTo>
                    <a:cubicBezTo>
                      <a:pt x="65236" y="16157"/>
                      <a:pt x="65351" y="16271"/>
                      <a:pt x="65428" y="16463"/>
                    </a:cubicBezTo>
                    <a:cubicBezTo>
                      <a:pt x="65619" y="16693"/>
                      <a:pt x="65887" y="16807"/>
                      <a:pt x="66155" y="16961"/>
                    </a:cubicBezTo>
                    <a:cubicBezTo>
                      <a:pt x="66959" y="17267"/>
                      <a:pt x="67763" y="17535"/>
                      <a:pt x="68529" y="17841"/>
                    </a:cubicBezTo>
                    <a:cubicBezTo>
                      <a:pt x="68644" y="17879"/>
                      <a:pt x="68758" y="17956"/>
                      <a:pt x="68797" y="18032"/>
                    </a:cubicBezTo>
                    <a:cubicBezTo>
                      <a:pt x="69026" y="18071"/>
                      <a:pt x="69218" y="18262"/>
                      <a:pt x="69218" y="18530"/>
                    </a:cubicBezTo>
                    <a:cubicBezTo>
                      <a:pt x="69180" y="20483"/>
                      <a:pt x="68988" y="22320"/>
                      <a:pt x="69026" y="24234"/>
                    </a:cubicBezTo>
                    <a:cubicBezTo>
                      <a:pt x="69103" y="27374"/>
                      <a:pt x="69103" y="30513"/>
                      <a:pt x="68950" y="3361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42"/>
              <p:cNvSpPr/>
              <p:nvPr/>
            </p:nvSpPr>
            <p:spPr>
              <a:xfrm>
                <a:off x="2023100" y="3760500"/>
                <a:ext cx="1774475" cy="970500"/>
              </a:xfrm>
              <a:custGeom>
                <a:avLst/>
                <a:gdLst/>
                <a:ahLst/>
                <a:cxnLst/>
                <a:rect l="l" t="t" r="r" b="b"/>
                <a:pathLst>
                  <a:path w="70979" h="38820" extrusionOk="0">
                    <a:moveTo>
                      <a:pt x="36523" y="29402"/>
                    </a:moveTo>
                    <a:cubicBezTo>
                      <a:pt x="37442" y="30206"/>
                      <a:pt x="37021" y="31010"/>
                      <a:pt x="36599" y="30933"/>
                    </a:cubicBezTo>
                    <a:cubicBezTo>
                      <a:pt x="36982" y="32656"/>
                      <a:pt x="37174" y="35374"/>
                      <a:pt x="36944" y="35834"/>
                    </a:cubicBezTo>
                    <a:cubicBezTo>
                      <a:pt x="36867" y="36331"/>
                      <a:pt x="37250" y="38016"/>
                      <a:pt x="36638" y="38092"/>
                    </a:cubicBezTo>
                    <a:cubicBezTo>
                      <a:pt x="36370" y="38590"/>
                      <a:pt x="35451" y="38820"/>
                      <a:pt x="35106" y="38437"/>
                    </a:cubicBezTo>
                    <a:cubicBezTo>
                      <a:pt x="34838" y="37863"/>
                      <a:pt x="35374" y="36791"/>
                      <a:pt x="35298" y="36102"/>
                    </a:cubicBezTo>
                    <a:cubicBezTo>
                      <a:pt x="35451" y="32694"/>
                      <a:pt x="35374" y="28943"/>
                      <a:pt x="31623" y="29479"/>
                    </a:cubicBezTo>
                    <a:cubicBezTo>
                      <a:pt x="31469" y="29555"/>
                      <a:pt x="31355" y="29632"/>
                      <a:pt x="31240" y="29708"/>
                    </a:cubicBezTo>
                    <a:cubicBezTo>
                      <a:pt x="30933" y="29938"/>
                      <a:pt x="30666" y="30168"/>
                      <a:pt x="30398" y="30436"/>
                    </a:cubicBezTo>
                    <a:cubicBezTo>
                      <a:pt x="28407" y="33116"/>
                      <a:pt x="25574" y="37020"/>
                      <a:pt x="23736" y="37097"/>
                    </a:cubicBezTo>
                    <a:cubicBezTo>
                      <a:pt x="22549" y="36178"/>
                      <a:pt x="21209" y="35451"/>
                      <a:pt x="20023" y="34609"/>
                    </a:cubicBezTo>
                    <a:cubicBezTo>
                      <a:pt x="17802" y="33269"/>
                      <a:pt x="15658" y="31814"/>
                      <a:pt x="13821" y="30015"/>
                    </a:cubicBezTo>
                    <a:cubicBezTo>
                      <a:pt x="11868" y="28177"/>
                      <a:pt x="10643" y="25765"/>
                      <a:pt x="9188" y="23545"/>
                    </a:cubicBezTo>
                    <a:cubicBezTo>
                      <a:pt x="9188" y="23506"/>
                      <a:pt x="9188" y="23506"/>
                      <a:pt x="9150" y="23506"/>
                    </a:cubicBezTo>
                    <a:cubicBezTo>
                      <a:pt x="8614" y="23659"/>
                      <a:pt x="7887" y="23698"/>
                      <a:pt x="7619" y="23889"/>
                    </a:cubicBezTo>
                    <a:cubicBezTo>
                      <a:pt x="5781" y="24578"/>
                      <a:pt x="3982" y="25306"/>
                      <a:pt x="2336" y="26416"/>
                    </a:cubicBezTo>
                    <a:cubicBezTo>
                      <a:pt x="1800" y="26646"/>
                      <a:pt x="804" y="28100"/>
                      <a:pt x="498" y="26990"/>
                    </a:cubicBezTo>
                    <a:cubicBezTo>
                      <a:pt x="651" y="26799"/>
                      <a:pt x="804" y="26646"/>
                      <a:pt x="957" y="26454"/>
                    </a:cubicBezTo>
                    <a:lnTo>
                      <a:pt x="957" y="26454"/>
                    </a:lnTo>
                    <a:cubicBezTo>
                      <a:pt x="766" y="26071"/>
                      <a:pt x="1110" y="25344"/>
                      <a:pt x="1034" y="24923"/>
                    </a:cubicBezTo>
                    <a:cubicBezTo>
                      <a:pt x="1110" y="24081"/>
                      <a:pt x="1072" y="23238"/>
                      <a:pt x="1072" y="22396"/>
                    </a:cubicBezTo>
                    <a:cubicBezTo>
                      <a:pt x="1225" y="20520"/>
                      <a:pt x="0" y="17113"/>
                      <a:pt x="2259" y="16232"/>
                    </a:cubicBezTo>
                    <a:cubicBezTo>
                      <a:pt x="2757" y="16118"/>
                      <a:pt x="3484" y="15850"/>
                      <a:pt x="4211" y="15735"/>
                    </a:cubicBezTo>
                    <a:cubicBezTo>
                      <a:pt x="4786" y="15199"/>
                      <a:pt x="5705" y="15046"/>
                      <a:pt x="6394" y="14739"/>
                    </a:cubicBezTo>
                    <a:cubicBezTo>
                      <a:pt x="7198" y="14471"/>
                      <a:pt x="7695" y="14203"/>
                      <a:pt x="8078" y="14127"/>
                    </a:cubicBezTo>
                    <a:cubicBezTo>
                      <a:pt x="7963" y="13821"/>
                      <a:pt x="7887" y="13514"/>
                      <a:pt x="7925" y="13170"/>
                    </a:cubicBezTo>
                    <a:cubicBezTo>
                      <a:pt x="8308" y="12251"/>
                      <a:pt x="8959" y="11485"/>
                      <a:pt x="9571" y="10720"/>
                    </a:cubicBezTo>
                    <a:cubicBezTo>
                      <a:pt x="9380" y="10222"/>
                      <a:pt x="10222" y="9341"/>
                      <a:pt x="10375" y="8882"/>
                    </a:cubicBezTo>
                    <a:cubicBezTo>
                      <a:pt x="10643" y="8576"/>
                      <a:pt x="10911" y="7657"/>
                      <a:pt x="11332" y="7389"/>
                    </a:cubicBezTo>
                    <a:cubicBezTo>
                      <a:pt x="11370" y="7312"/>
                      <a:pt x="11447" y="7197"/>
                      <a:pt x="11485" y="7121"/>
                    </a:cubicBezTo>
                    <a:cubicBezTo>
                      <a:pt x="12174" y="5972"/>
                      <a:pt x="12787" y="4786"/>
                      <a:pt x="13629" y="3752"/>
                    </a:cubicBezTo>
                    <a:cubicBezTo>
                      <a:pt x="14050" y="3331"/>
                      <a:pt x="14395" y="2871"/>
                      <a:pt x="14893" y="2565"/>
                    </a:cubicBezTo>
                    <a:cubicBezTo>
                      <a:pt x="15658" y="1608"/>
                      <a:pt x="16501" y="0"/>
                      <a:pt x="17879" y="77"/>
                    </a:cubicBezTo>
                    <a:cubicBezTo>
                      <a:pt x="18530" y="421"/>
                      <a:pt x="17917" y="1378"/>
                      <a:pt x="17879" y="1914"/>
                    </a:cubicBezTo>
                    <a:cubicBezTo>
                      <a:pt x="17726" y="3139"/>
                      <a:pt x="17419" y="4441"/>
                      <a:pt x="17840" y="5666"/>
                    </a:cubicBezTo>
                    <a:cubicBezTo>
                      <a:pt x="17994" y="5934"/>
                      <a:pt x="18376" y="6240"/>
                      <a:pt x="18108" y="6585"/>
                    </a:cubicBezTo>
                    <a:cubicBezTo>
                      <a:pt x="18530" y="6508"/>
                      <a:pt x="19257" y="6240"/>
                      <a:pt x="19372" y="6853"/>
                    </a:cubicBezTo>
                    <a:cubicBezTo>
                      <a:pt x="19372" y="6968"/>
                      <a:pt x="19372" y="7083"/>
                      <a:pt x="19295" y="7159"/>
                    </a:cubicBezTo>
                    <a:cubicBezTo>
                      <a:pt x="19410" y="7197"/>
                      <a:pt x="19487" y="7274"/>
                      <a:pt x="19563" y="7351"/>
                    </a:cubicBezTo>
                    <a:cubicBezTo>
                      <a:pt x="19946" y="7389"/>
                      <a:pt x="20252" y="7542"/>
                      <a:pt x="20214" y="7963"/>
                    </a:cubicBezTo>
                    <a:cubicBezTo>
                      <a:pt x="20061" y="8423"/>
                      <a:pt x="19525" y="8193"/>
                      <a:pt x="19180" y="8155"/>
                    </a:cubicBezTo>
                    <a:cubicBezTo>
                      <a:pt x="16845" y="8231"/>
                      <a:pt x="16233" y="11064"/>
                      <a:pt x="15582" y="12863"/>
                    </a:cubicBezTo>
                    <a:cubicBezTo>
                      <a:pt x="15161" y="14050"/>
                      <a:pt x="14701" y="15237"/>
                      <a:pt x="14127" y="16386"/>
                    </a:cubicBezTo>
                    <a:cubicBezTo>
                      <a:pt x="13514" y="17534"/>
                      <a:pt x="12825" y="18644"/>
                      <a:pt x="11868" y="19487"/>
                    </a:cubicBezTo>
                    <a:cubicBezTo>
                      <a:pt x="11600" y="19716"/>
                      <a:pt x="11332" y="19908"/>
                      <a:pt x="11064" y="20099"/>
                    </a:cubicBezTo>
                    <a:cubicBezTo>
                      <a:pt x="11332" y="20635"/>
                      <a:pt x="11677" y="21171"/>
                      <a:pt x="11983" y="21707"/>
                    </a:cubicBezTo>
                    <a:cubicBezTo>
                      <a:pt x="12902" y="23353"/>
                      <a:pt x="14242" y="24655"/>
                      <a:pt x="15811" y="25727"/>
                    </a:cubicBezTo>
                    <a:cubicBezTo>
                      <a:pt x="17955" y="27450"/>
                      <a:pt x="20252" y="28981"/>
                      <a:pt x="22243" y="30895"/>
                    </a:cubicBezTo>
                    <a:cubicBezTo>
                      <a:pt x="22243" y="30895"/>
                      <a:pt x="22281" y="30895"/>
                      <a:pt x="22281" y="30857"/>
                    </a:cubicBezTo>
                    <a:cubicBezTo>
                      <a:pt x="22320" y="30857"/>
                      <a:pt x="22320" y="30819"/>
                      <a:pt x="22358" y="30780"/>
                    </a:cubicBezTo>
                    <a:cubicBezTo>
                      <a:pt x="22013" y="30627"/>
                      <a:pt x="22052" y="30168"/>
                      <a:pt x="22358" y="29976"/>
                    </a:cubicBezTo>
                    <a:cubicBezTo>
                      <a:pt x="22932" y="29287"/>
                      <a:pt x="23392" y="28483"/>
                      <a:pt x="23813" y="27679"/>
                    </a:cubicBezTo>
                    <a:cubicBezTo>
                      <a:pt x="25000" y="25344"/>
                      <a:pt x="25650" y="22664"/>
                      <a:pt x="27373" y="20597"/>
                    </a:cubicBezTo>
                    <a:cubicBezTo>
                      <a:pt x="31240" y="16232"/>
                      <a:pt x="36178" y="19984"/>
                      <a:pt x="36561" y="24885"/>
                    </a:cubicBezTo>
                    <a:cubicBezTo>
                      <a:pt x="36599" y="25153"/>
                      <a:pt x="36676" y="25421"/>
                      <a:pt x="36638" y="25689"/>
                    </a:cubicBezTo>
                    <a:cubicBezTo>
                      <a:pt x="36599" y="25995"/>
                      <a:pt x="36293" y="26110"/>
                      <a:pt x="36025" y="26033"/>
                    </a:cubicBezTo>
                    <a:cubicBezTo>
                      <a:pt x="36293" y="27143"/>
                      <a:pt x="36408" y="28292"/>
                      <a:pt x="36523" y="29402"/>
                    </a:cubicBezTo>
                    <a:lnTo>
                      <a:pt x="36523" y="29402"/>
                    </a:lnTo>
                    <a:close/>
                    <a:moveTo>
                      <a:pt x="39279" y="23162"/>
                    </a:moveTo>
                    <a:lnTo>
                      <a:pt x="39279" y="23162"/>
                    </a:lnTo>
                    <a:lnTo>
                      <a:pt x="39279" y="23200"/>
                    </a:lnTo>
                    <a:cubicBezTo>
                      <a:pt x="39279" y="23162"/>
                      <a:pt x="39279" y="23162"/>
                      <a:pt x="39279" y="23162"/>
                    </a:cubicBezTo>
                    <a:lnTo>
                      <a:pt x="39279" y="23162"/>
                    </a:lnTo>
                    <a:close/>
                    <a:moveTo>
                      <a:pt x="39586" y="22281"/>
                    </a:moveTo>
                    <a:cubicBezTo>
                      <a:pt x="39815" y="22052"/>
                      <a:pt x="40007" y="21822"/>
                      <a:pt x="40122" y="21669"/>
                    </a:cubicBezTo>
                    <a:cubicBezTo>
                      <a:pt x="40275" y="21439"/>
                      <a:pt x="40466" y="21248"/>
                      <a:pt x="40658" y="21094"/>
                    </a:cubicBezTo>
                    <a:cubicBezTo>
                      <a:pt x="40658" y="21056"/>
                      <a:pt x="40658" y="21056"/>
                      <a:pt x="40658" y="21056"/>
                    </a:cubicBezTo>
                    <a:cubicBezTo>
                      <a:pt x="40198" y="21286"/>
                      <a:pt x="39854" y="21745"/>
                      <a:pt x="39624" y="22281"/>
                    </a:cubicBezTo>
                    <a:lnTo>
                      <a:pt x="39624" y="22281"/>
                    </a:lnTo>
                    <a:close/>
                    <a:moveTo>
                      <a:pt x="41806" y="21592"/>
                    </a:moveTo>
                    <a:cubicBezTo>
                      <a:pt x="41730" y="21669"/>
                      <a:pt x="41615" y="21707"/>
                      <a:pt x="41500" y="21707"/>
                    </a:cubicBezTo>
                    <a:cubicBezTo>
                      <a:pt x="42036" y="21898"/>
                      <a:pt x="42648" y="22434"/>
                      <a:pt x="43337" y="23315"/>
                    </a:cubicBezTo>
                    <a:cubicBezTo>
                      <a:pt x="43376" y="23391"/>
                      <a:pt x="43414" y="23430"/>
                      <a:pt x="43452" y="23506"/>
                    </a:cubicBezTo>
                    <a:cubicBezTo>
                      <a:pt x="43414" y="23315"/>
                      <a:pt x="43337" y="23124"/>
                      <a:pt x="43261" y="22970"/>
                    </a:cubicBezTo>
                    <a:cubicBezTo>
                      <a:pt x="42840" y="22090"/>
                      <a:pt x="42265" y="21784"/>
                      <a:pt x="41806" y="21592"/>
                    </a:cubicBezTo>
                    <a:lnTo>
                      <a:pt x="41806" y="21592"/>
                    </a:lnTo>
                    <a:close/>
                    <a:moveTo>
                      <a:pt x="38361" y="28139"/>
                    </a:moveTo>
                    <a:cubicBezTo>
                      <a:pt x="38361" y="28407"/>
                      <a:pt x="38361" y="28636"/>
                      <a:pt x="38361" y="28866"/>
                    </a:cubicBezTo>
                    <a:cubicBezTo>
                      <a:pt x="37518" y="28943"/>
                      <a:pt x="37825" y="30206"/>
                      <a:pt x="38552" y="29708"/>
                    </a:cubicBezTo>
                    <a:cubicBezTo>
                      <a:pt x="40351" y="29938"/>
                      <a:pt x="42112" y="30857"/>
                      <a:pt x="43376" y="32158"/>
                    </a:cubicBezTo>
                    <a:cubicBezTo>
                      <a:pt x="44103" y="33001"/>
                      <a:pt x="44754" y="33920"/>
                      <a:pt x="45366" y="34800"/>
                    </a:cubicBezTo>
                    <a:cubicBezTo>
                      <a:pt x="45673" y="35183"/>
                      <a:pt x="45864" y="35872"/>
                      <a:pt x="46400" y="35987"/>
                    </a:cubicBezTo>
                    <a:cubicBezTo>
                      <a:pt x="48506" y="35834"/>
                      <a:pt x="50305" y="34264"/>
                      <a:pt x="52104" y="33269"/>
                    </a:cubicBezTo>
                    <a:cubicBezTo>
                      <a:pt x="55971" y="30933"/>
                      <a:pt x="59685" y="28292"/>
                      <a:pt x="62594" y="24808"/>
                    </a:cubicBezTo>
                    <a:cubicBezTo>
                      <a:pt x="65351" y="24961"/>
                      <a:pt x="68030" y="26531"/>
                      <a:pt x="69256" y="29019"/>
                    </a:cubicBezTo>
                    <a:cubicBezTo>
                      <a:pt x="70442" y="29479"/>
                      <a:pt x="69868" y="27258"/>
                      <a:pt x="69983" y="26569"/>
                    </a:cubicBezTo>
                    <a:cubicBezTo>
                      <a:pt x="69945" y="24808"/>
                      <a:pt x="69868" y="23047"/>
                      <a:pt x="69906" y="21286"/>
                    </a:cubicBezTo>
                    <a:cubicBezTo>
                      <a:pt x="69600" y="19640"/>
                      <a:pt x="70978" y="15964"/>
                      <a:pt x="68452" y="15811"/>
                    </a:cubicBezTo>
                    <a:cubicBezTo>
                      <a:pt x="68107" y="15811"/>
                      <a:pt x="67571" y="15620"/>
                      <a:pt x="67150" y="15658"/>
                    </a:cubicBezTo>
                    <a:cubicBezTo>
                      <a:pt x="67035" y="15428"/>
                      <a:pt x="66844" y="15199"/>
                      <a:pt x="66614" y="14969"/>
                    </a:cubicBezTo>
                    <a:cubicBezTo>
                      <a:pt x="66193" y="14701"/>
                      <a:pt x="65733" y="14893"/>
                      <a:pt x="65236" y="15314"/>
                    </a:cubicBezTo>
                    <a:cubicBezTo>
                      <a:pt x="65389" y="15122"/>
                      <a:pt x="65504" y="14969"/>
                      <a:pt x="65619" y="14778"/>
                    </a:cubicBezTo>
                    <a:cubicBezTo>
                      <a:pt x="66116" y="14318"/>
                      <a:pt x="65657" y="13744"/>
                      <a:pt x="65274" y="13361"/>
                    </a:cubicBezTo>
                    <a:cubicBezTo>
                      <a:pt x="63934" y="11906"/>
                      <a:pt x="63322" y="9992"/>
                      <a:pt x="62594" y="8193"/>
                    </a:cubicBezTo>
                    <a:cubicBezTo>
                      <a:pt x="61714" y="6317"/>
                      <a:pt x="60718" y="4441"/>
                      <a:pt x="59225" y="2948"/>
                    </a:cubicBezTo>
                    <a:cubicBezTo>
                      <a:pt x="58728" y="2527"/>
                      <a:pt x="57464" y="1302"/>
                      <a:pt x="56469" y="1034"/>
                    </a:cubicBezTo>
                    <a:cubicBezTo>
                      <a:pt x="56469" y="996"/>
                      <a:pt x="56469" y="957"/>
                      <a:pt x="56430" y="957"/>
                    </a:cubicBezTo>
                    <a:cubicBezTo>
                      <a:pt x="56277" y="574"/>
                      <a:pt x="55933" y="728"/>
                      <a:pt x="55665" y="728"/>
                    </a:cubicBezTo>
                    <a:cubicBezTo>
                      <a:pt x="55282" y="728"/>
                      <a:pt x="55052" y="1187"/>
                      <a:pt x="55244" y="1455"/>
                    </a:cubicBezTo>
                    <a:cubicBezTo>
                      <a:pt x="54631" y="2067"/>
                      <a:pt x="56316" y="4862"/>
                      <a:pt x="55818" y="5934"/>
                    </a:cubicBezTo>
                    <a:cubicBezTo>
                      <a:pt x="55741" y="6623"/>
                      <a:pt x="55205" y="7197"/>
                      <a:pt x="55129" y="7848"/>
                    </a:cubicBezTo>
                    <a:cubicBezTo>
                      <a:pt x="55129" y="7848"/>
                      <a:pt x="55091" y="7887"/>
                      <a:pt x="55091" y="7887"/>
                    </a:cubicBezTo>
                    <a:cubicBezTo>
                      <a:pt x="55091" y="7887"/>
                      <a:pt x="55052" y="7848"/>
                      <a:pt x="55052" y="7848"/>
                    </a:cubicBezTo>
                    <a:cubicBezTo>
                      <a:pt x="54937" y="7887"/>
                      <a:pt x="54784" y="8001"/>
                      <a:pt x="54593" y="8116"/>
                    </a:cubicBezTo>
                    <a:cubicBezTo>
                      <a:pt x="54363" y="8116"/>
                      <a:pt x="54172" y="8231"/>
                      <a:pt x="54133" y="8499"/>
                    </a:cubicBezTo>
                    <a:cubicBezTo>
                      <a:pt x="53865" y="8767"/>
                      <a:pt x="53636" y="9073"/>
                      <a:pt x="53559" y="9341"/>
                    </a:cubicBezTo>
                    <a:cubicBezTo>
                      <a:pt x="53559" y="9341"/>
                      <a:pt x="53521" y="9303"/>
                      <a:pt x="53521" y="9303"/>
                    </a:cubicBezTo>
                    <a:cubicBezTo>
                      <a:pt x="52602" y="9073"/>
                      <a:pt x="52449" y="10375"/>
                      <a:pt x="53368" y="10145"/>
                    </a:cubicBezTo>
                    <a:cubicBezTo>
                      <a:pt x="57694" y="11600"/>
                      <a:pt x="56354" y="19257"/>
                      <a:pt x="59302" y="22128"/>
                    </a:cubicBezTo>
                    <a:cubicBezTo>
                      <a:pt x="58345" y="23200"/>
                      <a:pt x="57388" y="24272"/>
                      <a:pt x="56316" y="25267"/>
                    </a:cubicBezTo>
                    <a:cubicBezTo>
                      <a:pt x="54133" y="26952"/>
                      <a:pt x="52219" y="28943"/>
                      <a:pt x="50114" y="30742"/>
                    </a:cubicBezTo>
                    <a:cubicBezTo>
                      <a:pt x="49999" y="30704"/>
                      <a:pt x="49884" y="30665"/>
                      <a:pt x="49769" y="30665"/>
                    </a:cubicBezTo>
                    <a:cubicBezTo>
                      <a:pt x="48238" y="30129"/>
                      <a:pt x="47319" y="28598"/>
                      <a:pt x="46553" y="27220"/>
                    </a:cubicBezTo>
                    <a:cubicBezTo>
                      <a:pt x="45481" y="25267"/>
                      <a:pt x="45137" y="22932"/>
                      <a:pt x="43720" y="21171"/>
                    </a:cubicBezTo>
                    <a:cubicBezTo>
                      <a:pt x="42687" y="19831"/>
                      <a:pt x="40428" y="19640"/>
                      <a:pt x="39356" y="21018"/>
                    </a:cubicBezTo>
                    <a:cubicBezTo>
                      <a:pt x="38514" y="22320"/>
                      <a:pt x="38169" y="23889"/>
                      <a:pt x="37978" y="25421"/>
                    </a:cubicBezTo>
                    <a:cubicBezTo>
                      <a:pt x="38016" y="25995"/>
                      <a:pt x="37250" y="28254"/>
                      <a:pt x="38131" y="28254"/>
                    </a:cubicBezTo>
                    <a:cubicBezTo>
                      <a:pt x="38246" y="28254"/>
                      <a:pt x="38322" y="28215"/>
                      <a:pt x="38399" y="28177"/>
                    </a:cubicBezTo>
                    <a:lnTo>
                      <a:pt x="38399" y="28177"/>
                    </a:lnTo>
                    <a:close/>
                    <a:moveTo>
                      <a:pt x="22856" y="31469"/>
                    </a:moveTo>
                    <a:cubicBezTo>
                      <a:pt x="22856" y="31469"/>
                      <a:pt x="22894" y="31508"/>
                      <a:pt x="22894" y="31546"/>
                    </a:cubicBezTo>
                    <a:cubicBezTo>
                      <a:pt x="22970" y="31469"/>
                      <a:pt x="23047" y="31393"/>
                      <a:pt x="23124" y="31278"/>
                    </a:cubicBezTo>
                    <a:cubicBezTo>
                      <a:pt x="23009" y="31355"/>
                      <a:pt x="22932" y="31431"/>
                      <a:pt x="22856" y="31469"/>
                    </a:cubicBezTo>
                    <a:lnTo>
                      <a:pt x="22856" y="31469"/>
                    </a:lnTo>
                    <a:close/>
                    <a:moveTo>
                      <a:pt x="29096" y="21630"/>
                    </a:moveTo>
                    <a:cubicBezTo>
                      <a:pt x="30627" y="20635"/>
                      <a:pt x="32618" y="20367"/>
                      <a:pt x="33958" y="21669"/>
                    </a:cubicBezTo>
                    <a:cubicBezTo>
                      <a:pt x="32809" y="20176"/>
                      <a:pt x="31163" y="19410"/>
                      <a:pt x="29364" y="20980"/>
                    </a:cubicBezTo>
                    <a:cubicBezTo>
                      <a:pt x="29326" y="21209"/>
                      <a:pt x="29211" y="21439"/>
                      <a:pt x="29096" y="21630"/>
                    </a:cubicBezTo>
                    <a:close/>
                  </a:path>
                </a:pathLst>
              </a:custGeom>
              <a:solidFill>
                <a:srgbClr val="000000">
                  <a:alpha val="8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42"/>
              <p:cNvSpPr/>
              <p:nvPr/>
            </p:nvSpPr>
            <p:spPr>
              <a:xfrm>
                <a:off x="2514075" y="3987325"/>
                <a:ext cx="844200" cy="226850"/>
              </a:xfrm>
              <a:custGeom>
                <a:avLst/>
                <a:gdLst/>
                <a:ahLst/>
                <a:cxnLst/>
                <a:rect l="l" t="t" r="r" b="b"/>
                <a:pathLst>
                  <a:path w="33768" h="9074" extrusionOk="0">
                    <a:moveTo>
                      <a:pt x="23009" y="8576"/>
                    </a:moveTo>
                    <a:cubicBezTo>
                      <a:pt x="22359" y="7619"/>
                      <a:pt x="25536" y="6891"/>
                      <a:pt x="26149" y="6470"/>
                    </a:cubicBezTo>
                    <a:cubicBezTo>
                      <a:pt x="27335" y="5934"/>
                      <a:pt x="28522" y="5475"/>
                      <a:pt x="29632" y="4748"/>
                    </a:cubicBezTo>
                    <a:cubicBezTo>
                      <a:pt x="30283" y="4441"/>
                      <a:pt x="32389" y="2680"/>
                      <a:pt x="32810" y="2910"/>
                    </a:cubicBezTo>
                    <a:cubicBezTo>
                      <a:pt x="33767" y="2833"/>
                      <a:pt x="33269" y="3905"/>
                      <a:pt x="32925" y="4288"/>
                    </a:cubicBezTo>
                    <a:cubicBezTo>
                      <a:pt x="32197" y="5245"/>
                      <a:pt x="31202" y="5973"/>
                      <a:pt x="30207" y="6547"/>
                    </a:cubicBezTo>
                    <a:cubicBezTo>
                      <a:pt x="28522" y="7695"/>
                      <a:pt x="26608" y="8538"/>
                      <a:pt x="24617" y="8767"/>
                    </a:cubicBezTo>
                    <a:cubicBezTo>
                      <a:pt x="24120" y="8844"/>
                      <a:pt x="23392" y="9074"/>
                      <a:pt x="23009" y="8614"/>
                    </a:cubicBezTo>
                    <a:lnTo>
                      <a:pt x="23009" y="8614"/>
                    </a:lnTo>
                    <a:close/>
                    <a:moveTo>
                      <a:pt x="9457" y="7657"/>
                    </a:moveTo>
                    <a:cubicBezTo>
                      <a:pt x="6739" y="7734"/>
                      <a:pt x="4748" y="5666"/>
                      <a:pt x="2872" y="3982"/>
                    </a:cubicBezTo>
                    <a:cubicBezTo>
                      <a:pt x="2221" y="3255"/>
                      <a:pt x="116" y="1915"/>
                      <a:pt x="1" y="996"/>
                    </a:cubicBezTo>
                    <a:cubicBezTo>
                      <a:pt x="307" y="0"/>
                      <a:pt x="1456" y="1072"/>
                      <a:pt x="1877" y="1417"/>
                    </a:cubicBezTo>
                    <a:cubicBezTo>
                      <a:pt x="3485" y="2680"/>
                      <a:pt x="5131" y="3867"/>
                      <a:pt x="6892" y="4901"/>
                    </a:cubicBezTo>
                    <a:cubicBezTo>
                      <a:pt x="7926" y="5513"/>
                      <a:pt x="9112" y="6011"/>
                      <a:pt x="9993" y="6853"/>
                    </a:cubicBezTo>
                    <a:cubicBezTo>
                      <a:pt x="10261" y="7236"/>
                      <a:pt x="9878" y="7734"/>
                      <a:pt x="9457" y="7657"/>
                    </a:cubicBezTo>
                    <a:close/>
                  </a:path>
                </a:pathLst>
              </a:custGeom>
              <a:solidFill>
                <a:srgbClr val="FFFFFF">
                  <a:alpha val="214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42"/>
              <p:cNvSpPr/>
              <p:nvPr/>
            </p:nvSpPr>
            <p:spPr>
              <a:xfrm>
                <a:off x="2043200" y="3816950"/>
                <a:ext cx="1728525" cy="914050"/>
              </a:xfrm>
              <a:custGeom>
                <a:avLst/>
                <a:gdLst/>
                <a:ahLst/>
                <a:cxnLst/>
                <a:rect l="l" t="t" r="r" b="b"/>
                <a:pathLst>
                  <a:path w="69141" h="36562" extrusionOk="0">
                    <a:moveTo>
                      <a:pt x="268" y="20559"/>
                    </a:moveTo>
                    <a:cubicBezTo>
                      <a:pt x="153" y="20444"/>
                      <a:pt x="192" y="20253"/>
                      <a:pt x="306" y="20176"/>
                    </a:cubicBezTo>
                    <a:cubicBezTo>
                      <a:pt x="651" y="19908"/>
                      <a:pt x="1072" y="19679"/>
                      <a:pt x="1455" y="19449"/>
                    </a:cubicBezTo>
                    <a:cubicBezTo>
                      <a:pt x="2910" y="18683"/>
                      <a:pt x="4403" y="17956"/>
                      <a:pt x="5934" y="17382"/>
                    </a:cubicBezTo>
                    <a:cubicBezTo>
                      <a:pt x="6968" y="16999"/>
                      <a:pt x="8001" y="16578"/>
                      <a:pt x="9112" y="16348"/>
                    </a:cubicBezTo>
                    <a:cubicBezTo>
                      <a:pt x="9341" y="16310"/>
                      <a:pt x="9648" y="16233"/>
                      <a:pt x="9724" y="16539"/>
                    </a:cubicBezTo>
                    <a:cubicBezTo>
                      <a:pt x="9724" y="16693"/>
                      <a:pt x="9609" y="16846"/>
                      <a:pt x="9456" y="16884"/>
                    </a:cubicBezTo>
                    <a:cubicBezTo>
                      <a:pt x="7159" y="17382"/>
                      <a:pt x="4901" y="18377"/>
                      <a:pt x="2795" y="19411"/>
                    </a:cubicBezTo>
                    <a:cubicBezTo>
                      <a:pt x="2144" y="19755"/>
                      <a:pt x="1455" y="20100"/>
                      <a:pt x="804" y="20521"/>
                    </a:cubicBezTo>
                    <a:cubicBezTo>
                      <a:pt x="651" y="20636"/>
                      <a:pt x="421" y="20789"/>
                      <a:pt x="268" y="20559"/>
                    </a:cubicBezTo>
                    <a:lnTo>
                      <a:pt x="268" y="20559"/>
                    </a:lnTo>
                    <a:close/>
                    <a:moveTo>
                      <a:pt x="22588" y="27412"/>
                    </a:moveTo>
                    <a:cubicBezTo>
                      <a:pt x="22664" y="27565"/>
                      <a:pt x="22817" y="27642"/>
                      <a:pt x="22970" y="27565"/>
                    </a:cubicBezTo>
                    <a:cubicBezTo>
                      <a:pt x="23085" y="27489"/>
                      <a:pt x="23162" y="27297"/>
                      <a:pt x="23085" y="27182"/>
                    </a:cubicBezTo>
                    <a:cubicBezTo>
                      <a:pt x="22664" y="26378"/>
                      <a:pt x="22128" y="25651"/>
                      <a:pt x="21554" y="24962"/>
                    </a:cubicBezTo>
                    <a:cubicBezTo>
                      <a:pt x="20405" y="23622"/>
                      <a:pt x="19142" y="22320"/>
                      <a:pt x="17840" y="21095"/>
                    </a:cubicBezTo>
                    <a:cubicBezTo>
                      <a:pt x="16960" y="20291"/>
                      <a:pt x="16003" y="19564"/>
                      <a:pt x="15161" y="18722"/>
                    </a:cubicBezTo>
                    <a:cubicBezTo>
                      <a:pt x="13974" y="17573"/>
                      <a:pt x="12978" y="16310"/>
                      <a:pt x="12021" y="15008"/>
                    </a:cubicBezTo>
                    <a:cubicBezTo>
                      <a:pt x="10873" y="13515"/>
                      <a:pt x="10107" y="11754"/>
                      <a:pt x="9418" y="10031"/>
                    </a:cubicBezTo>
                    <a:cubicBezTo>
                      <a:pt x="9188" y="9534"/>
                      <a:pt x="8959" y="9074"/>
                      <a:pt x="8767" y="8500"/>
                    </a:cubicBezTo>
                    <a:cubicBezTo>
                      <a:pt x="8767" y="8347"/>
                      <a:pt x="8652" y="8155"/>
                      <a:pt x="8461" y="8155"/>
                    </a:cubicBezTo>
                    <a:cubicBezTo>
                      <a:pt x="8078" y="8194"/>
                      <a:pt x="8193" y="8653"/>
                      <a:pt x="8308" y="8883"/>
                    </a:cubicBezTo>
                    <a:cubicBezTo>
                      <a:pt x="8499" y="9342"/>
                      <a:pt x="8691" y="9763"/>
                      <a:pt x="8882" y="10223"/>
                    </a:cubicBezTo>
                    <a:cubicBezTo>
                      <a:pt x="9418" y="11563"/>
                      <a:pt x="9992" y="12941"/>
                      <a:pt x="10758" y="14166"/>
                    </a:cubicBezTo>
                    <a:cubicBezTo>
                      <a:pt x="11868" y="15889"/>
                      <a:pt x="13170" y="17458"/>
                      <a:pt x="14586" y="18913"/>
                    </a:cubicBezTo>
                    <a:cubicBezTo>
                      <a:pt x="16041" y="20368"/>
                      <a:pt x="17687" y="21593"/>
                      <a:pt x="19065" y="23086"/>
                    </a:cubicBezTo>
                    <a:cubicBezTo>
                      <a:pt x="20329" y="24426"/>
                      <a:pt x="21669" y="25766"/>
                      <a:pt x="22588" y="27412"/>
                    </a:cubicBezTo>
                    <a:lnTo>
                      <a:pt x="22588" y="27412"/>
                    </a:lnTo>
                    <a:close/>
                    <a:moveTo>
                      <a:pt x="25727" y="21746"/>
                    </a:moveTo>
                    <a:cubicBezTo>
                      <a:pt x="25650" y="21746"/>
                      <a:pt x="25612" y="21708"/>
                      <a:pt x="25574" y="21631"/>
                    </a:cubicBezTo>
                    <a:cubicBezTo>
                      <a:pt x="25459" y="21516"/>
                      <a:pt x="25382" y="21325"/>
                      <a:pt x="25306" y="21210"/>
                    </a:cubicBezTo>
                    <a:cubicBezTo>
                      <a:pt x="24464" y="20023"/>
                      <a:pt x="23353" y="19143"/>
                      <a:pt x="22281" y="18224"/>
                    </a:cubicBezTo>
                    <a:cubicBezTo>
                      <a:pt x="21363" y="17458"/>
                      <a:pt x="20482" y="16693"/>
                      <a:pt x="19563" y="15927"/>
                    </a:cubicBezTo>
                    <a:cubicBezTo>
                      <a:pt x="18223" y="14740"/>
                      <a:pt x="16807" y="13668"/>
                      <a:pt x="15582" y="12367"/>
                    </a:cubicBezTo>
                    <a:cubicBezTo>
                      <a:pt x="13514" y="10184"/>
                      <a:pt x="11562" y="7772"/>
                      <a:pt x="10643" y="4825"/>
                    </a:cubicBezTo>
                    <a:cubicBezTo>
                      <a:pt x="10605" y="4710"/>
                      <a:pt x="10720" y="4518"/>
                      <a:pt x="10873" y="4480"/>
                    </a:cubicBezTo>
                    <a:cubicBezTo>
                      <a:pt x="11217" y="4404"/>
                      <a:pt x="11217" y="4825"/>
                      <a:pt x="11332" y="5054"/>
                    </a:cubicBezTo>
                    <a:cubicBezTo>
                      <a:pt x="12060" y="7083"/>
                      <a:pt x="13208" y="8883"/>
                      <a:pt x="14663" y="10491"/>
                    </a:cubicBezTo>
                    <a:cubicBezTo>
                      <a:pt x="15467" y="11371"/>
                      <a:pt x="16232" y="12290"/>
                      <a:pt x="17113" y="13094"/>
                    </a:cubicBezTo>
                    <a:cubicBezTo>
                      <a:pt x="18568" y="14357"/>
                      <a:pt x="20061" y="15582"/>
                      <a:pt x="21477" y="16807"/>
                    </a:cubicBezTo>
                    <a:cubicBezTo>
                      <a:pt x="22626" y="17803"/>
                      <a:pt x="23851" y="18722"/>
                      <a:pt x="24923" y="19832"/>
                    </a:cubicBezTo>
                    <a:cubicBezTo>
                      <a:pt x="25344" y="20291"/>
                      <a:pt x="25727" y="20827"/>
                      <a:pt x="26071" y="21363"/>
                    </a:cubicBezTo>
                    <a:cubicBezTo>
                      <a:pt x="26186" y="21555"/>
                      <a:pt x="25957" y="21823"/>
                      <a:pt x="25727" y="21746"/>
                    </a:cubicBezTo>
                    <a:close/>
                    <a:moveTo>
                      <a:pt x="29976" y="18454"/>
                    </a:moveTo>
                    <a:cubicBezTo>
                      <a:pt x="29900" y="18454"/>
                      <a:pt x="29862" y="18377"/>
                      <a:pt x="29785" y="18301"/>
                    </a:cubicBezTo>
                    <a:cubicBezTo>
                      <a:pt x="29287" y="17573"/>
                      <a:pt x="28751" y="16884"/>
                      <a:pt x="28139" y="16233"/>
                    </a:cubicBezTo>
                    <a:cubicBezTo>
                      <a:pt x="26454" y="14625"/>
                      <a:pt x="24425" y="13438"/>
                      <a:pt x="22511" y="12137"/>
                    </a:cubicBezTo>
                    <a:cubicBezTo>
                      <a:pt x="18721" y="9457"/>
                      <a:pt x="15161" y="5897"/>
                      <a:pt x="14050" y="1303"/>
                    </a:cubicBezTo>
                    <a:cubicBezTo>
                      <a:pt x="13974" y="958"/>
                      <a:pt x="13897" y="652"/>
                      <a:pt x="13859" y="307"/>
                    </a:cubicBezTo>
                    <a:cubicBezTo>
                      <a:pt x="13859" y="154"/>
                      <a:pt x="13935" y="1"/>
                      <a:pt x="14127" y="1"/>
                    </a:cubicBezTo>
                    <a:cubicBezTo>
                      <a:pt x="14510" y="1"/>
                      <a:pt x="14433" y="499"/>
                      <a:pt x="14510" y="767"/>
                    </a:cubicBezTo>
                    <a:cubicBezTo>
                      <a:pt x="14625" y="1341"/>
                      <a:pt x="14778" y="1915"/>
                      <a:pt x="14969" y="2451"/>
                    </a:cubicBezTo>
                    <a:cubicBezTo>
                      <a:pt x="16424" y="6356"/>
                      <a:pt x="19525" y="9342"/>
                      <a:pt x="22894" y="11677"/>
                    </a:cubicBezTo>
                    <a:cubicBezTo>
                      <a:pt x="25076" y="13247"/>
                      <a:pt x="27564" y="14549"/>
                      <a:pt x="29287" y="16654"/>
                    </a:cubicBezTo>
                    <a:cubicBezTo>
                      <a:pt x="29632" y="17114"/>
                      <a:pt x="30015" y="17573"/>
                      <a:pt x="30321" y="18033"/>
                    </a:cubicBezTo>
                    <a:cubicBezTo>
                      <a:pt x="30436" y="18262"/>
                      <a:pt x="30206" y="18530"/>
                      <a:pt x="29976" y="18454"/>
                    </a:cubicBezTo>
                    <a:lnTo>
                      <a:pt x="29976" y="18454"/>
                    </a:lnTo>
                    <a:close/>
                    <a:moveTo>
                      <a:pt x="46745" y="27757"/>
                    </a:moveTo>
                    <a:cubicBezTo>
                      <a:pt x="46017" y="27412"/>
                      <a:pt x="47434" y="26493"/>
                      <a:pt x="47702" y="26225"/>
                    </a:cubicBezTo>
                    <a:cubicBezTo>
                      <a:pt x="49118" y="25038"/>
                      <a:pt x="50688" y="24043"/>
                      <a:pt x="52334" y="23316"/>
                    </a:cubicBezTo>
                    <a:cubicBezTo>
                      <a:pt x="53368" y="22818"/>
                      <a:pt x="54401" y="22397"/>
                      <a:pt x="55435" y="21899"/>
                    </a:cubicBezTo>
                    <a:cubicBezTo>
                      <a:pt x="56584" y="21287"/>
                      <a:pt x="57579" y="20559"/>
                      <a:pt x="58574" y="19755"/>
                    </a:cubicBezTo>
                    <a:cubicBezTo>
                      <a:pt x="58881" y="19526"/>
                      <a:pt x="59225" y="19985"/>
                      <a:pt x="58919" y="20215"/>
                    </a:cubicBezTo>
                    <a:cubicBezTo>
                      <a:pt x="58038" y="20904"/>
                      <a:pt x="57120" y="21631"/>
                      <a:pt x="56124" y="22167"/>
                    </a:cubicBezTo>
                    <a:cubicBezTo>
                      <a:pt x="54325" y="23124"/>
                      <a:pt x="52449" y="23775"/>
                      <a:pt x="50688" y="24770"/>
                    </a:cubicBezTo>
                    <a:cubicBezTo>
                      <a:pt x="49425" y="25574"/>
                      <a:pt x="48199" y="26455"/>
                      <a:pt x="47127" y="27527"/>
                    </a:cubicBezTo>
                    <a:cubicBezTo>
                      <a:pt x="47013" y="27642"/>
                      <a:pt x="46936" y="27795"/>
                      <a:pt x="46745" y="27757"/>
                    </a:cubicBezTo>
                    <a:close/>
                    <a:moveTo>
                      <a:pt x="43759" y="23354"/>
                    </a:moveTo>
                    <a:cubicBezTo>
                      <a:pt x="43759" y="23507"/>
                      <a:pt x="43912" y="23622"/>
                      <a:pt x="44065" y="23622"/>
                    </a:cubicBezTo>
                    <a:cubicBezTo>
                      <a:pt x="44256" y="23622"/>
                      <a:pt x="44333" y="23392"/>
                      <a:pt x="44486" y="23277"/>
                    </a:cubicBezTo>
                    <a:cubicBezTo>
                      <a:pt x="45060" y="22703"/>
                      <a:pt x="45634" y="22129"/>
                      <a:pt x="46285" y="21593"/>
                    </a:cubicBezTo>
                    <a:cubicBezTo>
                      <a:pt x="47357" y="20674"/>
                      <a:pt x="48467" y="19794"/>
                      <a:pt x="49616" y="18951"/>
                    </a:cubicBezTo>
                    <a:cubicBezTo>
                      <a:pt x="50879" y="17994"/>
                      <a:pt x="52296" y="17229"/>
                      <a:pt x="53674" y="16386"/>
                    </a:cubicBezTo>
                    <a:cubicBezTo>
                      <a:pt x="55320" y="15429"/>
                      <a:pt x="56890" y="14396"/>
                      <a:pt x="58421" y="13247"/>
                    </a:cubicBezTo>
                    <a:cubicBezTo>
                      <a:pt x="59838" y="12175"/>
                      <a:pt x="61292" y="11103"/>
                      <a:pt x="62441" y="9687"/>
                    </a:cubicBezTo>
                    <a:cubicBezTo>
                      <a:pt x="62747" y="9266"/>
                      <a:pt x="63015" y="8806"/>
                      <a:pt x="63322" y="8347"/>
                    </a:cubicBezTo>
                    <a:cubicBezTo>
                      <a:pt x="63513" y="8002"/>
                      <a:pt x="63015" y="7772"/>
                      <a:pt x="62824" y="8079"/>
                    </a:cubicBezTo>
                    <a:cubicBezTo>
                      <a:pt x="62479" y="8615"/>
                      <a:pt x="62135" y="9227"/>
                      <a:pt x="61675" y="9725"/>
                    </a:cubicBezTo>
                    <a:cubicBezTo>
                      <a:pt x="60986" y="10491"/>
                      <a:pt x="60221" y="11103"/>
                      <a:pt x="59417" y="11754"/>
                    </a:cubicBezTo>
                    <a:cubicBezTo>
                      <a:pt x="57656" y="13209"/>
                      <a:pt x="55741" y="14472"/>
                      <a:pt x="53827" y="15659"/>
                    </a:cubicBezTo>
                    <a:cubicBezTo>
                      <a:pt x="51683" y="16884"/>
                      <a:pt x="49578" y="18147"/>
                      <a:pt x="47702" y="19679"/>
                    </a:cubicBezTo>
                    <a:cubicBezTo>
                      <a:pt x="46515" y="20636"/>
                      <a:pt x="45328" y="21593"/>
                      <a:pt x="44256" y="22703"/>
                    </a:cubicBezTo>
                    <a:cubicBezTo>
                      <a:pt x="44103" y="22895"/>
                      <a:pt x="43797" y="23048"/>
                      <a:pt x="43759" y="23316"/>
                    </a:cubicBezTo>
                    <a:lnTo>
                      <a:pt x="43759" y="23316"/>
                    </a:lnTo>
                    <a:close/>
                    <a:moveTo>
                      <a:pt x="39164" y="19334"/>
                    </a:moveTo>
                    <a:cubicBezTo>
                      <a:pt x="39164" y="19334"/>
                      <a:pt x="39164" y="19372"/>
                      <a:pt x="39126" y="19372"/>
                    </a:cubicBezTo>
                    <a:cubicBezTo>
                      <a:pt x="39050" y="21210"/>
                      <a:pt x="39394" y="23009"/>
                      <a:pt x="39547" y="24809"/>
                    </a:cubicBezTo>
                    <a:cubicBezTo>
                      <a:pt x="39662" y="26072"/>
                      <a:pt x="39739" y="27297"/>
                      <a:pt x="39930" y="28522"/>
                    </a:cubicBezTo>
                    <a:cubicBezTo>
                      <a:pt x="40351" y="30972"/>
                      <a:pt x="40887" y="33423"/>
                      <a:pt x="41729" y="35796"/>
                    </a:cubicBezTo>
                    <a:cubicBezTo>
                      <a:pt x="41768" y="35949"/>
                      <a:pt x="41959" y="35988"/>
                      <a:pt x="42074" y="35949"/>
                    </a:cubicBezTo>
                    <a:cubicBezTo>
                      <a:pt x="42380" y="35796"/>
                      <a:pt x="42227" y="35490"/>
                      <a:pt x="42151" y="35298"/>
                    </a:cubicBezTo>
                    <a:cubicBezTo>
                      <a:pt x="41691" y="33997"/>
                      <a:pt x="41385" y="32695"/>
                      <a:pt x="41079" y="31355"/>
                    </a:cubicBezTo>
                    <a:cubicBezTo>
                      <a:pt x="40811" y="30245"/>
                      <a:pt x="40581" y="29173"/>
                      <a:pt x="40428" y="28025"/>
                    </a:cubicBezTo>
                    <a:cubicBezTo>
                      <a:pt x="40275" y="26799"/>
                      <a:pt x="40198" y="25574"/>
                      <a:pt x="40045" y="24349"/>
                    </a:cubicBezTo>
                    <a:cubicBezTo>
                      <a:pt x="39930" y="22741"/>
                      <a:pt x="39700" y="21210"/>
                      <a:pt x="39700" y="19602"/>
                    </a:cubicBezTo>
                    <a:cubicBezTo>
                      <a:pt x="39700" y="19526"/>
                      <a:pt x="39739" y="19411"/>
                      <a:pt x="39700" y="19334"/>
                    </a:cubicBezTo>
                    <a:cubicBezTo>
                      <a:pt x="40351" y="18492"/>
                      <a:pt x="40964" y="17650"/>
                      <a:pt x="41806" y="16999"/>
                    </a:cubicBezTo>
                    <a:cubicBezTo>
                      <a:pt x="43414" y="15850"/>
                      <a:pt x="45252" y="15085"/>
                      <a:pt x="47051" y="14204"/>
                    </a:cubicBezTo>
                    <a:cubicBezTo>
                      <a:pt x="49807" y="12941"/>
                      <a:pt x="52526" y="11601"/>
                      <a:pt x="55052" y="9878"/>
                    </a:cubicBezTo>
                    <a:cubicBezTo>
                      <a:pt x="56277" y="9036"/>
                      <a:pt x="57579" y="8117"/>
                      <a:pt x="58536" y="6930"/>
                    </a:cubicBezTo>
                    <a:cubicBezTo>
                      <a:pt x="59340" y="5782"/>
                      <a:pt x="60029" y="4442"/>
                      <a:pt x="60182" y="3025"/>
                    </a:cubicBezTo>
                    <a:cubicBezTo>
                      <a:pt x="60221" y="2642"/>
                      <a:pt x="59685" y="2604"/>
                      <a:pt x="59608" y="2949"/>
                    </a:cubicBezTo>
                    <a:cubicBezTo>
                      <a:pt x="59531" y="3714"/>
                      <a:pt x="59263" y="4442"/>
                      <a:pt x="58957" y="5131"/>
                    </a:cubicBezTo>
                    <a:cubicBezTo>
                      <a:pt x="58115" y="6930"/>
                      <a:pt x="56545" y="8155"/>
                      <a:pt x="54937" y="9266"/>
                    </a:cubicBezTo>
                    <a:cubicBezTo>
                      <a:pt x="52755" y="10759"/>
                      <a:pt x="50382" y="12022"/>
                      <a:pt x="47970" y="13132"/>
                    </a:cubicBezTo>
                    <a:cubicBezTo>
                      <a:pt x="45826" y="14204"/>
                      <a:pt x="43529" y="15123"/>
                      <a:pt x="41500" y="16501"/>
                    </a:cubicBezTo>
                    <a:cubicBezTo>
                      <a:pt x="40658" y="17152"/>
                      <a:pt x="40007" y="17994"/>
                      <a:pt x="39356" y="18836"/>
                    </a:cubicBezTo>
                    <a:cubicBezTo>
                      <a:pt x="39279" y="18951"/>
                      <a:pt x="39164" y="19066"/>
                      <a:pt x="39126" y="19181"/>
                    </a:cubicBezTo>
                    <a:cubicBezTo>
                      <a:pt x="39126" y="19258"/>
                      <a:pt x="39126" y="19296"/>
                      <a:pt x="39164" y="19334"/>
                    </a:cubicBezTo>
                    <a:lnTo>
                      <a:pt x="39164" y="19334"/>
                    </a:lnTo>
                    <a:close/>
                    <a:moveTo>
                      <a:pt x="68528" y="20521"/>
                    </a:moveTo>
                    <a:cubicBezTo>
                      <a:pt x="67341" y="19411"/>
                      <a:pt x="66269" y="18147"/>
                      <a:pt x="65121" y="16999"/>
                    </a:cubicBezTo>
                    <a:cubicBezTo>
                      <a:pt x="64432" y="16271"/>
                      <a:pt x="63628" y="15735"/>
                      <a:pt x="62977" y="14970"/>
                    </a:cubicBezTo>
                    <a:cubicBezTo>
                      <a:pt x="62900" y="14855"/>
                      <a:pt x="62939" y="14664"/>
                      <a:pt x="63054" y="14587"/>
                    </a:cubicBezTo>
                    <a:cubicBezTo>
                      <a:pt x="63207" y="14510"/>
                      <a:pt x="63398" y="14549"/>
                      <a:pt x="63475" y="14702"/>
                    </a:cubicBezTo>
                    <a:cubicBezTo>
                      <a:pt x="63436" y="14664"/>
                      <a:pt x="63436" y="14664"/>
                      <a:pt x="63436" y="14664"/>
                    </a:cubicBezTo>
                    <a:cubicBezTo>
                      <a:pt x="64011" y="15276"/>
                      <a:pt x="64661" y="15735"/>
                      <a:pt x="65236" y="16310"/>
                    </a:cubicBezTo>
                    <a:cubicBezTo>
                      <a:pt x="66116" y="17114"/>
                      <a:pt x="66882" y="18033"/>
                      <a:pt x="67686" y="18875"/>
                    </a:cubicBezTo>
                    <a:cubicBezTo>
                      <a:pt x="68069" y="19296"/>
                      <a:pt x="68490" y="19679"/>
                      <a:pt x="68873" y="20062"/>
                    </a:cubicBezTo>
                    <a:cubicBezTo>
                      <a:pt x="69026" y="20176"/>
                      <a:pt x="69064" y="20368"/>
                      <a:pt x="68949" y="20521"/>
                    </a:cubicBezTo>
                    <a:cubicBezTo>
                      <a:pt x="68834" y="20598"/>
                      <a:pt x="68643" y="20598"/>
                      <a:pt x="68528" y="20521"/>
                    </a:cubicBezTo>
                    <a:lnTo>
                      <a:pt x="68528" y="20521"/>
                    </a:lnTo>
                    <a:close/>
                    <a:moveTo>
                      <a:pt x="68490" y="34150"/>
                    </a:moveTo>
                    <a:cubicBezTo>
                      <a:pt x="67877" y="31929"/>
                      <a:pt x="66920" y="29824"/>
                      <a:pt x="66001" y="27718"/>
                    </a:cubicBezTo>
                    <a:cubicBezTo>
                      <a:pt x="64968" y="25345"/>
                      <a:pt x="63781" y="23009"/>
                      <a:pt x="62288" y="20904"/>
                    </a:cubicBezTo>
                    <a:cubicBezTo>
                      <a:pt x="61828" y="20215"/>
                      <a:pt x="61331" y="19526"/>
                      <a:pt x="60795" y="18913"/>
                    </a:cubicBezTo>
                    <a:cubicBezTo>
                      <a:pt x="60680" y="18760"/>
                      <a:pt x="60565" y="18645"/>
                      <a:pt x="60450" y="18530"/>
                    </a:cubicBezTo>
                    <a:cubicBezTo>
                      <a:pt x="60335" y="18492"/>
                      <a:pt x="60259" y="18377"/>
                      <a:pt x="60297" y="18224"/>
                    </a:cubicBezTo>
                    <a:cubicBezTo>
                      <a:pt x="60297" y="18147"/>
                      <a:pt x="60374" y="18033"/>
                      <a:pt x="60489" y="17994"/>
                    </a:cubicBezTo>
                    <a:cubicBezTo>
                      <a:pt x="60910" y="17841"/>
                      <a:pt x="62479" y="20215"/>
                      <a:pt x="62786" y="20598"/>
                    </a:cubicBezTo>
                    <a:cubicBezTo>
                      <a:pt x="63896" y="22167"/>
                      <a:pt x="64853" y="23852"/>
                      <a:pt x="65657" y="25613"/>
                    </a:cubicBezTo>
                    <a:cubicBezTo>
                      <a:pt x="66920" y="28331"/>
                      <a:pt x="68222" y="31087"/>
                      <a:pt x="69026" y="33997"/>
                    </a:cubicBezTo>
                    <a:cubicBezTo>
                      <a:pt x="69141" y="34341"/>
                      <a:pt x="68605" y="34533"/>
                      <a:pt x="68490" y="34150"/>
                    </a:cubicBezTo>
                    <a:close/>
                    <a:moveTo>
                      <a:pt x="61178" y="35643"/>
                    </a:moveTo>
                    <a:cubicBezTo>
                      <a:pt x="61254" y="36026"/>
                      <a:pt x="61790" y="35834"/>
                      <a:pt x="61714" y="35490"/>
                    </a:cubicBezTo>
                    <a:cubicBezTo>
                      <a:pt x="61139" y="33269"/>
                      <a:pt x="60335" y="31126"/>
                      <a:pt x="59531" y="28943"/>
                    </a:cubicBezTo>
                    <a:cubicBezTo>
                      <a:pt x="58651" y="26723"/>
                      <a:pt x="57656" y="24464"/>
                      <a:pt x="56239" y="22512"/>
                    </a:cubicBezTo>
                    <a:cubicBezTo>
                      <a:pt x="56124" y="22205"/>
                      <a:pt x="55665" y="22320"/>
                      <a:pt x="55665" y="22588"/>
                    </a:cubicBezTo>
                    <a:cubicBezTo>
                      <a:pt x="55665" y="22780"/>
                      <a:pt x="55818" y="22895"/>
                      <a:pt x="55933" y="23048"/>
                    </a:cubicBezTo>
                    <a:cubicBezTo>
                      <a:pt x="56048" y="23201"/>
                      <a:pt x="56124" y="23354"/>
                      <a:pt x="56239" y="23507"/>
                    </a:cubicBezTo>
                    <a:cubicBezTo>
                      <a:pt x="57388" y="25268"/>
                      <a:pt x="58268" y="27221"/>
                      <a:pt x="59034" y="29173"/>
                    </a:cubicBezTo>
                    <a:cubicBezTo>
                      <a:pt x="59838" y="31317"/>
                      <a:pt x="60603" y="33423"/>
                      <a:pt x="61178" y="35643"/>
                    </a:cubicBezTo>
                    <a:lnTo>
                      <a:pt x="61178" y="35643"/>
                    </a:lnTo>
                    <a:close/>
                    <a:moveTo>
                      <a:pt x="53521" y="36141"/>
                    </a:moveTo>
                    <a:cubicBezTo>
                      <a:pt x="53559" y="36294"/>
                      <a:pt x="53712" y="36370"/>
                      <a:pt x="53865" y="36332"/>
                    </a:cubicBezTo>
                    <a:cubicBezTo>
                      <a:pt x="54019" y="36294"/>
                      <a:pt x="54095" y="36141"/>
                      <a:pt x="54057" y="35988"/>
                    </a:cubicBezTo>
                    <a:cubicBezTo>
                      <a:pt x="53865" y="35375"/>
                      <a:pt x="53674" y="34762"/>
                      <a:pt x="53444" y="34150"/>
                    </a:cubicBezTo>
                    <a:cubicBezTo>
                      <a:pt x="52602" y="31929"/>
                      <a:pt x="51798" y="29709"/>
                      <a:pt x="50879" y="27489"/>
                    </a:cubicBezTo>
                    <a:cubicBezTo>
                      <a:pt x="50879" y="27221"/>
                      <a:pt x="50535" y="27144"/>
                      <a:pt x="50382" y="27335"/>
                    </a:cubicBezTo>
                    <a:cubicBezTo>
                      <a:pt x="50267" y="27489"/>
                      <a:pt x="50382" y="27718"/>
                      <a:pt x="50458" y="27910"/>
                    </a:cubicBezTo>
                    <a:cubicBezTo>
                      <a:pt x="50496" y="28063"/>
                      <a:pt x="50573" y="28216"/>
                      <a:pt x="50611" y="28331"/>
                    </a:cubicBezTo>
                    <a:cubicBezTo>
                      <a:pt x="51645" y="30934"/>
                      <a:pt x="52679" y="33499"/>
                      <a:pt x="53521" y="36141"/>
                    </a:cubicBezTo>
                    <a:lnTo>
                      <a:pt x="53521" y="36141"/>
                    </a:lnTo>
                    <a:close/>
                    <a:moveTo>
                      <a:pt x="47472" y="36217"/>
                    </a:moveTo>
                    <a:cubicBezTo>
                      <a:pt x="47625" y="36562"/>
                      <a:pt x="48123" y="36332"/>
                      <a:pt x="48008" y="35988"/>
                    </a:cubicBezTo>
                    <a:cubicBezTo>
                      <a:pt x="47549" y="34801"/>
                      <a:pt x="47166" y="33614"/>
                      <a:pt x="46821" y="32389"/>
                    </a:cubicBezTo>
                    <a:cubicBezTo>
                      <a:pt x="46094" y="30054"/>
                      <a:pt x="45366" y="27718"/>
                      <a:pt x="44907" y="25345"/>
                    </a:cubicBezTo>
                    <a:cubicBezTo>
                      <a:pt x="44869" y="25000"/>
                      <a:pt x="44333" y="25038"/>
                      <a:pt x="44333" y="25383"/>
                    </a:cubicBezTo>
                    <a:cubicBezTo>
                      <a:pt x="44716" y="27374"/>
                      <a:pt x="45252" y="29364"/>
                      <a:pt x="45864" y="31279"/>
                    </a:cubicBezTo>
                    <a:cubicBezTo>
                      <a:pt x="46400" y="32925"/>
                      <a:pt x="46860" y="34609"/>
                      <a:pt x="47472" y="36217"/>
                    </a:cubicBezTo>
                    <a:lnTo>
                      <a:pt x="47472" y="36217"/>
                    </a:lnTo>
                    <a:close/>
                    <a:moveTo>
                      <a:pt x="30397" y="36485"/>
                    </a:moveTo>
                    <a:cubicBezTo>
                      <a:pt x="30244" y="36409"/>
                      <a:pt x="30168" y="36256"/>
                      <a:pt x="30206" y="36102"/>
                    </a:cubicBezTo>
                    <a:cubicBezTo>
                      <a:pt x="30474" y="34954"/>
                      <a:pt x="30742" y="33805"/>
                      <a:pt x="31048" y="32695"/>
                    </a:cubicBezTo>
                    <a:cubicBezTo>
                      <a:pt x="32044" y="28714"/>
                      <a:pt x="33422" y="24770"/>
                      <a:pt x="33652" y="20712"/>
                    </a:cubicBezTo>
                    <a:cubicBezTo>
                      <a:pt x="33690" y="20406"/>
                      <a:pt x="33575" y="19870"/>
                      <a:pt x="33996" y="19908"/>
                    </a:cubicBezTo>
                    <a:cubicBezTo>
                      <a:pt x="34149" y="19908"/>
                      <a:pt x="34264" y="20062"/>
                      <a:pt x="34226" y="20215"/>
                    </a:cubicBezTo>
                    <a:cubicBezTo>
                      <a:pt x="34188" y="21478"/>
                      <a:pt x="34073" y="22703"/>
                      <a:pt x="33843" y="23928"/>
                    </a:cubicBezTo>
                    <a:cubicBezTo>
                      <a:pt x="33116" y="27565"/>
                      <a:pt x="32005" y="31087"/>
                      <a:pt x="31125" y="34686"/>
                    </a:cubicBezTo>
                    <a:cubicBezTo>
                      <a:pt x="30972" y="35222"/>
                      <a:pt x="30857" y="35720"/>
                      <a:pt x="30742" y="36256"/>
                    </a:cubicBezTo>
                    <a:cubicBezTo>
                      <a:pt x="30742" y="36409"/>
                      <a:pt x="30551" y="36485"/>
                      <a:pt x="30397" y="36447"/>
                    </a:cubicBezTo>
                    <a:lnTo>
                      <a:pt x="30397" y="36447"/>
                    </a:lnTo>
                    <a:close/>
                    <a:moveTo>
                      <a:pt x="23698" y="35834"/>
                    </a:moveTo>
                    <a:cubicBezTo>
                      <a:pt x="23851" y="35873"/>
                      <a:pt x="24004" y="35758"/>
                      <a:pt x="24042" y="35605"/>
                    </a:cubicBezTo>
                    <a:cubicBezTo>
                      <a:pt x="24349" y="34648"/>
                      <a:pt x="24617" y="33652"/>
                      <a:pt x="24923" y="32695"/>
                    </a:cubicBezTo>
                    <a:cubicBezTo>
                      <a:pt x="25612" y="30360"/>
                      <a:pt x="26339" y="28025"/>
                      <a:pt x="27067" y="25689"/>
                    </a:cubicBezTo>
                    <a:cubicBezTo>
                      <a:pt x="27756" y="23354"/>
                      <a:pt x="28368" y="20942"/>
                      <a:pt x="29708" y="18875"/>
                    </a:cubicBezTo>
                    <a:cubicBezTo>
                      <a:pt x="29862" y="18722"/>
                      <a:pt x="29747" y="18415"/>
                      <a:pt x="29479" y="18415"/>
                    </a:cubicBezTo>
                    <a:cubicBezTo>
                      <a:pt x="29058" y="18339"/>
                      <a:pt x="27909" y="21172"/>
                      <a:pt x="27718" y="21669"/>
                    </a:cubicBezTo>
                    <a:cubicBezTo>
                      <a:pt x="26914" y="24005"/>
                      <a:pt x="26301" y="26378"/>
                      <a:pt x="25535" y="28714"/>
                    </a:cubicBezTo>
                    <a:cubicBezTo>
                      <a:pt x="24999" y="30398"/>
                      <a:pt x="24502" y="32121"/>
                      <a:pt x="23966" y="33844"/>
                    </a:cubicBezTo>
                    <a:cubicBezTo>
                      <a:pt x="23813" y="34380"/>
                      <a:pt x="23660" y="34916"/>
                      <a:pt x="23506" y="35490"/>
                    </a:cubicBezTo>
                    <a:cubicBezTo>
                      <a:pt x="23430" y="35605"/>
                      <a:pt x="23545" y="35796"/>
                      <a:pt x="23698" y="35834"/>
                    </a:cubicBezTo>
                    <a:close/>
                    <a:moveTo>
                      <a:pt x="13935" y="36332"/>
                    </a:moveTo>
                    <a:cubicBezTo>
                      <a:pt x="13782" y="36294"/>
                      <a:pt x="13706" y="36141"/>
                      <a:pt x="13744" y="35988"/>
                    </a:cubicBezTo>
                    <a:cubicBezTo>
                      <a:pt x="13859" y="35452"/>
                      <a:pt x="14012" y="34877"/>
                      <a:pt x="14165" y="34341"/>
                    </a:cubicBezTo>
                    <a:cubicBezTo>
                      <a:pt x="14893" y="32083"/>
                      <a:pt x="16003" y="29939"/>
                      <a:pt x="17266" y="27871"/>
                    </a:cubicBezTo>
                    <a:cubicBezTo>
                      <a:pt x="17572" y="27412"/>
                      <a:pt x="17840" y="26953"/>
                      <a:pt x="18147" y="26531"/>
                    </a:cubicBezTo>
                    <a:cubicBezTo>
                      <a:pt x="18185" y="26417"/>
                      <a:pt x="18262" y="26340"/>
                      <a:pt x="18338" y="26302"/>
                    </a:cubicBezTo>
                    <a:cubicBezTo>
                      <a:pt x="18644" y="26225"/>
                      <a:pt x="18874" y="26646"/>
                      <a:pt x="18606" y="26838"/>
                    </a:cubicBezTo>
                    <a:cubicBezTo>
                      <a:pt x="17151" y="29097"/>
                      <a:pt x="15773" y="31470"/>
                      <a:pt x="14893" y="34035"/>
                    </a:cubicBezTo>
                    <a:cubicBezTo>
                      <a:pt x="14625" y="34724"/>
                      <a:pt x="14433" y="35413"/>
                      <a:pt x="14280" y="36141"/>
                    </a:cubicBezTo>
                    <a:cubicBezTo>
                      <a:pt x="14242" y="36294"/>
                      <a:pt x="14089" y="36370"/>
                      <a:pt x="13935" y="36332"/>
                    </a:cubicBezTo>
                    <a:lnTo>
                      <a:pt x="13935" y="36332"/>
                    </a:lnTo>
                    <a:close/>
                    <a:moveTo>
                      <a:pt x="5704" y="36256"/>
                    </a:moveTo>
                    <a:cubicBezTo>
                      <a:pt x="5551" y="36217"/>
                      <a:pt x="5436" y="36026"/>
                      <a:pt x="5475" y="35873"/>
                    </a:cubicBezTo>
                    <a:cubicBezTo>
                      <a:pt x="6011" y="34227"/>
                      <a:pt x="6968" y="32772"/>
                      <a:pt x="7887" y="31317"/>
                    </a:cubicBezTo>
                    <a:cubicBezTo>
                      <a:pt x="8920" y="29786"/>
                      <a:pt x="9954" y="28216"/>
                      <a:pt x="11256" y="26914"/>
                    </a:cubicBezTo>
                    <a:cubicBezTo>
                      <a:pt x="12366" y="25842"/>
                      <a:pt x="13476" y="24770"/>
                      <a:pt x="14625" y="23699"/>
                    </a:cubicBezTo>
                    <a:cubicBezTo>
                      <a:pt x="14816" y="23507"/>
                      <a:pt x="15199" y="23507"/>
                      <a:pt x="15237" y="23852"/>
                    </a:cubicBezTo>
                    <a:cubicBezTo>
                      <a:pt x="15237" y="24081"/>
                      <a:pt x="14969" y="24120"/>
                      <a:pt x="14854" y="24234"/>
                    </a:cubicBezTo>
                    <a:cubicBezTo>
                      <a:pt x="13553" y="25536"/>
                      <a:pt x="12136" y="26723"/>
                      <a:pt x="10949" y="28101"/>
                    </a:cubicBezTo>
                    <a:cubicBezTo>
                      <a:pt x="10222" y="28905"/>
                      <a:pt x="9609" y="29824"/>
                      <a:pt x="8997" y="30704"/>
                    </a:cubicBezTo>
                    <a:cubicBezTo>
                      <a:pt x="8193" y="31891"/>
                      <a:pt x="7351" y="33155"/>
                      <a:pt x="6700" y="34456"/>
                    </a:cubicBezTo>
                    <a:cubicBezTo>
                      <a:pt x="6470" y="34877"/>
                      <a:pt x="6279" y="35375"/>
                      <a:pt x="6087" y="35834"/>
                    </a:cubicBezTo>
                    <a:cubicBezTo>
                      <a:pt x="6049" y="36064"/>
                      <a:pt x="5934" y="36294"/>
                      <a:pt x="5704" y="36256"/>
                    </a:cubicBezTo>
                    <a:close/>
                    <a:moveTo>
                      <a:pt x="77" y="28484"/>
                    </a:moveTo>
                    <a:cubicBezTo>
                      <a:pt x="0" y="28331"/>
                      <a:pt x="77" y="28178"/>
                      <a:pt x="192" y="28101"/>
                    </a:cubicBezTo>
                    <a:cubicBezTo>
                      <a:pt x="192" y="28101"/>
                      <a:pt x="192" y="28101"/>
                      <a:pt x="192" y="28101"/>
                    </a:cubicBezTo>
                    <a:cubicBezTo>
                      <a:pt x="192" y="28101"/>
                      <a:pt x="192" y="28139"/>
                      <a:pt x="153" y="28139"/>
                    </a:cubicBezTo>
                    <a:cubicBezTo>
                      <a:pt x="2182" y="26761"/>
                      <a:pt x="4211" y="25421"/>
                      <a:pt x="6317" y="24196"/>
                    </a:cubicBezTo>
                    <a:cubicBezTo>
                      <a:pt x="8231" y="23086"/>
                      <a:pt x="10145" y="22014"/>
                      <a:pt x="12251" y="21401"/>
                    </a:cubicBezTo>
                    <a:cubicBezTo>
                      <a:pt x="12442" y="21325"/>
                      <a:pt x="12749" y="21287"/>
                      <a:pt x="12864" y="21555"/>
                    </a:cubicBezTo>
                    <a:cubicBezTo>
                      <a:pt x="12902" y="21708"/>
                      <a:pt x="12787" y="21861"/>
                      <a:pt x="12634" y="21899"/>
                    </a:cubicBezTo>
                    <a:cubicBezTo>
                      <a:pt x="12328" y="21976"/>
                      <a:pt x="12021" y="22052"/>
                      <a:pt x="11715" y="22167"/>
                    </a:cubicBezTo>
                    <a:cubicBezTo>
                      <a:pt x="8537" y="23354"/>
                      <a:pt x="5704" y="25230"/>
                      <a:pt x="2871" y="27029"/>
                    </a:cubicBezTo>
                    <a:cubicBezTo>
                      <a:pt x="2182" y="27489"/>
                      <a:pt x="1493" y="27910"/>
                      <a:pt x="804" y="28369"/>
                    </a:cubicBezTo>
                    <a:cubicBezTo>
                      <a:pt x="613" y="28522"/>
                      <a:pt x="268" y="28829"/>
                      <a:pt x="77" y="28484"/>
                    </a:cubicBezTo>
                    <a:close/>
                  </a:path>
                </a:pathLst>
              </a:custGeom>
              <a:solidFill>
                <a:srgbClr val="6D6C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42"/>
              <p:cNvSpPr/>
              <p:nvPr/>
            </p:nvSpPr>
            <p:spPr>
              <a:xfrm>
                <a:off x="2153250" y="2374625"/>
                <a:ext cx="377125" cy="1172450"/>
              </a:xfrm>
              <a:custGeom>
                <a:avLst/>
                <a:gdLst/>
                <a:ahLst/>
                <a:cxnLst/>
                <a:rect l="l" t="t" r="r" b="b"/>
                <a:pathLst>
                  <a:path w="15085" h="46898" extrusionOk="0">
                    <a:moveTo>
                      <a:pt x="14472" y="46783"/>
                    </a:moveTo>
                    <a:cubicBezTo>
                      <a:pt x="13592" y="46132"/>
                      <a:pt x="12864" y="45481"/>
                      <a:pt x="12060" y="44754"/>
                    </a:cubicBezTo>
                    <a:cubicBezTo>
                      <a:pt x="10337" y="43184"/>
                      <a:pt x="8615" y="41576"/>
                      <a:pt x="7007" y="39815"/>
                    </a:cubicBezTo>
                    <a:cubicBezTo>
                      <a:pt x="5131" y="37710"/>
                      <a:pt x="3217" y="35489"/>
                      <a:pt x="2030" y="32886"/>
                    </a:cubicBezTo>
                    <a:cubicBezTo>
                      <a:pt x="728" y="30321"/>
                      <a:pt x="460" y="27412"/>
                      <a:pt x="269" y="24579"/>
                    </a:cubicBezTo>
                    <a:cubicBezTo>
                      <a:pt x="1" y="21707"/>
                      <a:pt x="39" y="18798"/>
                      <a:pt x="116" y="15888"/>
                    </a:cubicBezTo>
                    <a:cubicBezTo>
                      <a:pt x="231" y="12060"/>
                      <a:pt x="460" y="8231"/>
                      <a:pt x="460" y="4365"/>
                    </a:cubicBezTo>
                    <a:cubicBezTo>
                      <a:pt x="499" y="3063"/>
                      <a:pt x="460" y="1723"/>
                      <a:pt x="537" y="422"/>
                    </a:cubicBezTo>
                    <a:cubicBezTo>
                      <a:pt x="613" y="0"/>
                      <a:pt x="1302" y="0"/>
                      <a:pt x="1264" y="498"/>
                    </a:cubicBezTo>
                    <a:cubicBezTo>
                      <a:pt x="1149" y="2451"/>
                      <a:pt x="1226" y="4365"/>
                      <a:pt x="1149" y="6317"/>
                    </a:cubicBezTo>
                    <a:cubicBezTo>
                      <a:pt x="1111" y="9188"/>
                      <a:pt x="958" y="12098"/>
                      <a:pt x="843" y="14969"/>
                    </a:cubicBezTo>
                    <a:cubicBezTo>
                      <a:pt x="728" y="18683"/>
                      <a:pt x="728" y="22358"/>
                      <a:pt x="1073" y="26033"/>
                    </a:cubicBezTo>
                    <a:cubicBezTo>
                      <a:pt x="1226" y="27718"/>
                      <a:pt x="1456" y="29441"/>
                      <a:pt x="1992" y="31048"/>
                    </a:cubicBezTo>
                    <a:cubicBezTo>
                      <a:pt x="2757" y="33077"/>
                      <a:pt x="3867" y="34992"/>
                      <a:pt x="5246" y="36676"/>
                    </a:cubicBezTo>
                    <a:cubicBezTo>
                      <a:pt x="7658" y="39777"/>
                      <a:pt x="10567" y="42457"/>
                      <a:pt x="13477" y="45060"/>
                    </a:cubicBezTo>
                    <a:cubicBezTo>
                      <a:pt x="13936" y="45481"/>
                      <a:pt x="14434" y="45864"/>
                      <a:pt x="14893" y="46209"/>
                    </a:cubicBezTo>
                    <a:cubicBezTo>
                      <a:pt x="15046" y="46362"/>
                      <a:pt x="15085" y="46553"/>
                      <a:pt x="14970" y="46706"/>
                    </a:cubicBezTo>
                    <a:cubicBezTo>
                      <a:pt x="14855" y="46860"/>
                      <a:pt x="14625" y="46898"/>
                      <a:pt x="14472" y="467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42"/>
              <p:cNvSpPr/>
              <p:nvPr/>
            </p:nvSpPr>
            <p:spPr>
              <a:xfrm>
                <a:off x="3287425" y="2365050"/>
                <a:ext cx="343600" cy="1159075"/>
              </a:xfrm>
              <a:custGeom>
                <a:avLst/>
                <a:gdLst/>
                <a:ahLst/>
                <a:cxnLst/>
                <a:rect l="l" t="t" r="r" b="b"/>
                <a:pathLst>
                  <a:path w="13744" h="46363" extrusionOk="0">
                    <a:moveTo>
                      <a:pt x="153" y="46209"/>
                    </a:moveTo>
                    <a:cubicBezTo>
                      <a:pt x="0" y="46094"/>
                      <a:pt x="0" y="45864"/>
                      <a:pt x="153" y="45711"/>
                    </a:cubicBezTo>
                    <a:cubicBezTo>
                      <a:pt x="957" y="44831"/>
                      <a:pt x="1914" y="44103"/>
                      <a:pt x="2833" y="43299"/>
                    </a:cubicBezTo>
                    <a:cubicBezTo>
                      <a:pt x="4441" y="41845"/>
                      <a:pt x="5972" y="40198"/>
                      <a:pt x="7427" y="38552"/>
                    </a:cubicBezTo>
                    <a:cubicBezTo>
                      <a:pt x="8920" y="36868"/>
                      <a:pt x="10260" y="34992"/>
                      <a:pt x="11255" y="32963"/>
                    </a:cubicBezTo>
                    <a:cubicBezTo>
                      <a:pt x="11830" y="31776"/>
                      <a:pt x="12442" y="30551"/>
                      <a:pt x="12710" y="29211"/>
                    </a:cubicBezTo>
                    <a:cubicBezTo>
                      <a:pt x="13017" y="27756"/>
                      <a:pt x="13017" y="26263"/>
                      <a:pt x="13017" y="24770"/>
                    </a:cubicBezTo>
                    <a:cubicBezTo>
                      <a:pt x="13017" y="21899"/>
                      <a:pt x="13017" y="19028"/>
                      <a:pt x="12902" y="16195"/>
                    </a:cubicBezTo>
                    <a:cubicBezTo>
                      <a:pt x="12749" y="11218"/>
                      <a:pt x="12634" y="6279"/>
                      <a:pt x="12672" y="1302"/>
                    </a:cubicBezTo>
                    <a:cubicBezTo>
                      <a:pt x="12672" y="996"/>
                      <a:pt x="12672" y="690"/>
                      <a:pt x="12672" y="345"/>
                    </a:cubicBezTo>
                    <a:cubicBezTo>
                      <a:pt x="12672" y="154"/>
                      <a:pt x="12863" y="1"/>
                      <a:pt x="13055" y="1"/>
                    </a:cubicBezTo>
                    <a:cubicBezTo>
                      <a:pt x="13514" y="39"/>
                      <a:pt x="13399" y="537"/>
                      <a:pt x="13399" y="881"/>
                    </a:cubicBezTo>
                    <a:cubicBezTo>
                      <a:pt x="13399" y="1570"/>
                      <a:pt x="13361" y="2259"/>
                      <a:pt x="13361" y="2948"/>
                    </a:cubicBezTo>
                    <a:cubicBezTo>
                      <a:pt x="13361" y="6777"/>
                      <a:pt x="13438" y="10605"/>
                      <a:pt x="13553" y="14433"/>
                    </a:cubicBezTo>
                    <a:cubicBezTo>
                      <a:pt x="13706" y="18224"/>
                      <a:pt x="13744" y="22052"/>
                      <a:pt x="13706" y="25842"/>
                    </a:cubicBezTo>
                    <a:cubicBezTo>
                      <a:pt x="13744" y="29058"/>
                      <a:pt x="13093" y="31049"/>
                      <a:pt x="11600" y="33843"/>
                    </a:cubicBezTo>
                    <a:cubicBezTo>
                      <a:pt x="9839" y="37251"/>
                      <a:pt x="7159" y="39969"/>
                      <a:pt x="4556" y="42687"/>
                    </a:cubicBezTo>
                    <a:cubicBezTo>
                      <a:pt x="3637" y="43606"/>
                      <a:pt x="2527" y="44486"/>
                      <a:pt x="1570" y="45328"/>
                    </a:cubicBezTo>
                    <a:cubicBezTo>
                      <a:pt x="1225" y="45635"/>
                      <a:pt x="919" y="45903"/>
                      <a:pt x="651" y="46209"/>
                    </a:cubicBezTo>
                    <a:cubicBezTo>
                      <a:pt x="498" y="46362"/>
                      <a:pt x="268" y="46362"/>
                      <a:pt x="115" y="46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42"/>
              <p:cNvSpPr/>
              <p:nvPr/>
            </p:nvSpPr>
            <p:spPr>
              <a:xfrm>
                <a:off x="2517900" y="3516425"/>
                <a:ext cx="795375" cy="240275"/>
              </a:xfrm>
              <a:custGeom>
                <a:avLst/>
                <a:gdLst/>
                <a:ahLst/>
                <a:cxnLst/>
                <a:rect l="l" t="t" r="r" b="b"/>
                <a:pathLst>
                  <a:path w="31815" h="9611" extrusionOk="0">
                    <a:moveTo>
                      <a:pt x="14549" y="9265"/>
                    </a:moveTo>
                    <a:cubicBezTo>
                      <a:pt x="14204" y="9265"/>
                      <a:pt x="13860" y="9151"/>
                      <a:pt x="13515" y="9036"/>
                    </a:cubicBezTo>
                    <a:cubicBezTo>
                      <a:pt x="12290" y="9610"/>
                      <a:pt x="10874" y="9036"/>
                      <a:pt x="9916" y="8232"/>
                    </a:cubicBezTo>
                    <a:cubicBezTo>
                      <a:pt x="8844" y="8385"/>
                      <a:pt x="7926" y="7658"/>
                      <a:pt x="7237" y="6930"/>
                    </a:cubicBezTo>
                    <a:cubicBezTo>
                      <a:pt x="6050" y="7198"/>
                      <a:pt x="4901" y="6318"/>
                      <a:pt x="4365" y="5284"/>
                    </a:cubicBezTo>
                    <a:cubicBezTo>
                      <a:pt x="3446" y="5284"/>
                      <a:pt x="2834" y="4480"/>
                      <a:pt x="2298" y="3829"/>
                    </a:cubicBezTo>
                    <a:cubicBezTo>
                      <a:pt x="2298" y="3829"/>
                      <a:pt x="2298" y="3829"/>
                      <a:pt x="2336" y="3829"/>
                    </a:cubicBezTo>
                    <a:lnTo>
                      <a:pt x="2336" y="3867"/>
                    </a:lnTo>
                    <a:cubicBezTo>
                      <a:pt x="1417" y="3523"/>
                      <a:pt x="1111" y="2872"/>
                      <a:pt x="843" y="1992"/>
                    </a:cubicBezTo>
                    <a:cubicBezTo>
                      <a:pt x="652" y="1762"/>
                      <a:pt x="384" y="1609"/>
                      <a:pt x="231" y="1379"/>
                    </a:cubicBezTo>
                    <a:cubicBezTo>
                      <a:pt x="1" y="1149"/>
                      <a:pt x="154" y="728"/>
                      <a:pt x="460" y="766"/>
                    </a:cubicBezTo>
                    <a:cubicBezTo>
                      <a:pt x="690" y="728"/>
                      <a:pt x="805" y="920"/>
                      <a:pt x="920" y="1073"/>
                    </a:cubicBezTo>
                    <a:cubicBezTo>
                      <a:pt x="1035" y="1226"/>
                      <a:pt x="1188" y="1302"/>
                      <a:pt x="1303" y="1417"/>
                    </a:cubicBezTo>
                    <a:cubicBezTo>
                      <a:pt x="1685" y="1953"/>
                      <a:pt x="1685" y="2642"/>
                      <a:pt x="2260" y="3025"/>
                    </a:cubicBezTo>
                    <a:cubicBezTo>
                      <a:pt x="2413" y="3102"/>
                      <a:pt x="2604" y="3140"/>
                      <a:pt x="2757" y="3293"/>
                    </a:cubicBezTo>
                    <a:cubicBezTo>
                      <a:pt x="3102" y="3599"/>
                      <a:pt x="3332" y="4059"/>
                      <a:pt x="3753" y="4327"/>
                    </a:cubicBezTo>
                    <a:cubicBezTo>
                      <a:pt x="3982" y="4518"/>
                      <a:pt x="4289" y="4595"/>
                      <a:pt x="4595" y="4595"/>
                    </a:cubicBezTo>
                    <a:cubicBezTo>
                      <a:pt x="5016" y="4710"/>
                      <a:pt x="5093" y="5246"/>
                      <a:pt x="5399" y="5514"/>
                    </a:cubicBezTo>
                    <a:cubicBezTo>
                      <a:pt x="5782" y="5973"/>
                      <a:pt x="6394" y="6318"/>
                      <a:pt x="7045" y="6241"/>
                    </a:cubicBezTo>
                    <a:cubicBezTo>
                      <a:pt x="7198" y="6203"/>
                      <a:pt x="7428" y="6164"/>
                      <a:pt x="7581" y="6279"/>
                    </a:cubicBezTo>
                    <a:cubicBezTo>
                      <a:pt x="8194" y="6815"/>
                      <a:pt x="8883" y="7658"/>
                      <a:pt x="9802" y="7504"/>
                    </a:cubicBezTo>
                    <a:cubicBezTo>
                      <a:pt x="10299" y="7466"/>
                      <a:pt x="10567" y="7926"/>
                      <a:pt x="10950" y="8079"/>
                    </a:cubicBezTo>
                    <a:cubicBezTo>
                      <a:pt x="10950" y="8079"/>
                      <a:pt x="10950" y="8079"/>
                      <a:pt x="10912" y="8079"/>
                    </a:cubicBezTo>
                    <a:cubicBezTo>
                      <a:pt x="11563" y="8423"/>
                      <a:pt x="12290" y="8691"/>
                      <a:pt x="13017" y="8462"/>
                    </a:cubicBezTo>
                    <a:cubicBezTo>
                      <a:pt x="13171" y="8385"/>
                      <a:pt x="13324" y="8308"/>
                      <a:pt x="13515" y="8308"/>
                    </a:cubicBezTo>
                    <a:cubicBezTo>
                      <a:pt x="13745" y="8308"/>
                      <a:pt x="13974" y="8462"/>
                      <a:pt x="14242" y="8500"/>
                    </a:cubicBezTo>
                    <a:cubicBezTo>
                      <a:pt x="14778" y="8615"/>
                      <a:pt x="15353" y="8576"/>
                      <a:pt x="15889" y="8385"/>
                    </a:cubicBezTo>
                    <a:cubicBezTo>
                      <a:pt x="16157" y="8308"/>
                      <a:pt x="16348" y="8079"/>
                      <a:pt x="16654" y="8079"/>
                    </a:cubicBezTo>
                    <a:cubicBezTo>
                      <a:pt x="17037" y="8155"/>
                      <a:pt x="17382" y="8347"/>
                      <a:pt x="17803" y="8423"/>
                    </a:cubicBezTo>
                    <a:cubicBezTo>
                      <a:pt x="18301" y="8500"/>
                      <a:pt x="18837" y="8538"/>
                      <a:pt x="19334" y="8385"/>
                    </a:cubicBezTo>
                    <a:cubicBezTo>
                      <a:pt x="19564" y="8308"/>
                      <a:pt x="19755" y="8117"/>
                      <a:pt x="19985" y="8040"/>
                    </a:cubicBezTo>
                    <a:cubicBezTo>
                      <a:pt x="20215" y="7964"/>
                      <a:pt x="20483" y="7964"/>
                      <a:pt x="20712" y="7926"/>
                    </a:cubicBezTo>
                    <a:cubicBezTo>
                      <a:pt x="21708" y="7849"/>
                      <a:pt x="22856" y="7696"/>
                      <a:pt x="23507" y="6815"/>
                    </a:cubicBezTo>
                    <a:cubicBezTo>
                      <a:pt x="23660" y="6700"/>
                      <a:pt x="23813" y="6700"/>
                      <a:pt x="24005" y="6662"/>
                    </a:cubicBezTo>
                    <a:cubicBezTo>
                      <a:pt x="24235" y="6586"/>
                      <a:pt x="24388" y="6547"/>
                      <a:pt x="24579" y="6432"/>
                    </a:cubicBezTo>
                    <a:cubicBezTo>
                      <a:pt x="24847" y="6279"/>
                      <a:pt x="25115" y="6088"/>
                      <a:pt x="25345" y="5858"/>
                    </a:cubicBezTo>
                    <a:cubicBezTo>
                      <a:pt x="25498" y="5629"/>
                      <a:pt x="25689" y="5399"/>
                      <a:pt x="25957" y="5322"/>
                    </a:cubicBezTo>
                    <a:cubicBezTo>
                      <a:pt x="26570" y="5093"/>
                      <a:pt x="27106" y="4786"/>
                      <a:pt x="27527" y="4289"/>
                    </a:cubicBezTo>
                    <a:cubicBezTo>
                      <a:pt x="27795" y="4059"/>
                      <a:pt x="28178" y="4059"/>
                      <a:pt x="28522" y="3944"/>
                    </a:cubicBezTo>
                    <a:cubicBezTo>
                      <a:pt x="28790" y="3867"/>
                      <a:pt x="29020" y="3676"/>
                      <a:pt x="29211" y="3485"/>
                    </a:cubicBezTo>
                    <a:cubicBezTo>
                      <a:pt x="29556" y="3102"/>
                      <a:pt x="29671" y="2566"/>
                      <a:pt x="30015" y="2221"/>
                    </a:cubicBezTo>
                    <a:cubicBezTo>
                      <a:pt x="30398" y="1915"/>
                      <a:pt x="30360" y="1379"/>
                      <a:pt x="30590" y="996"/>
                    </a:cubicBezTo>
                    <a:cubicBezTo>
                      <a:pt x="30666" y="805"/>
                      <a:pt x="30781" y="652"/>
                      <a:pt x="30781" y="460"/>
                    </a:cubicBezTo>
                    <a:cubicBezTo>
                      <a:pt x="30743" y="231"/>
                      <a:pt x="30896" y="1"/>
                      <a:pt x="31126" y="1"/>
                    </a:cubicBezTo>
                    <a:cubicBezTo>
                      <a:pt x="31815" y="77"/>
                      <a:pt x="31355" y="1034"/>
                      <a:pt x="31164" y="1417"/>
                    </a:cubicBezTo>
                    <a:cubicBezTo>
                      <a:pt x="31011" y="1877"/>
                      <a:pt x="30896" y="2413"/>
                      <a:pt x="30475" y="2719"/>
                    </a:cubicBezTo>
                    <a:cubicBezTo>
                      <a:pt x="30092" y="3523"/>
                      <a:pt x="29594" y="4365"/>
                      <a:pt x="28714" y="4633"/>
                    </a:cubicBezTo>
                    <a:cubicBezTo>
                      <a:pt x="28484" y="4710"/>
                      <a:pt x="28216" y="4710"/>
                      <a:pt x="27986" y="4825"/>
                    </a:cubicBezTo>
                    <a:cubicBezTo>
                      <a:pt x="27757" y="5054"/>
                      <a:pt x="27489" y="5322"/>
                      <a:pt x="27144" y="5514"/>
                    </a:cubicBezTo>
                    <a:cubicBezTo>
                      <a:pt x="26838" y="5743"/>
                      <a:pt x="26455" y="5858"/>
                      <a:pt x="26149" y="6011"/>
                    </a:cubicBezTo>
                    <a:cubicBezTo>
                      <a:pt x="25881" y="6318"/>
                      <a:pt x="25613" y="6624"/>
                      <a:pt x="25268" y="6854"/>
                    </a:cubicBezTo>
                    <a:cubicBezTo>
                      <a:pt x="24847" y="7160"/>
                      <a:pt x="24426" y="7313"/>
                      <a:pt x="23928" y="7390"/>
                    </a:cubicBezTo>
                    <a:cubicBezTo>
                      <a:pt x="23737" y="7658"/>
                      <a:pt x="23507" y="7887"/>
                      <a:pt x="23201" y="8040"/>
                    </a:cubicBezTo>
                    <a:cubicBezTo>
                      <a:pt x="22320" y="8538"/>
                      <a:pt x="21248" y="8615"/>
                      <a:pt x="20253" y="8730"/>
                    </a:cubicBezTo>
                    <a:cubicBezTo>
                      <a:pt x="19181" y="9419"/>
                      <a:pt x="17803" y="9304"/>
                      <a:pt x="16654" y="8806"/>
                    </a:cubicBezTo>
                    <a:cubicBezTo>
                      <a:pt x="16004" y="9189"/>
                      <a:pt x="15276" y="9342"/>
                      <a:pt x="14549" y="92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42"/>
              <p:cNvSpPr/>
              <p:nvPr/>
            </p:nvSpPr>
            <p:spPr>
              <a:xfrm>
                <a:off x="2534175" y="3277150"/>
                <a:ext cx="778150" cy="284300"/>
              </a:xfrm>
              <a:custGeom>
                <a:avLst/>
                <a:gdLst/>
                <a:ahLst/>
                <a:cxnLst/>
                <a:rect l="l" t="t" r="r" b="b"/>
                <a:pathLst>
                  <a:path w="31126" h="11372" extrusionOk="0">
                    <a:moveTo>
                      <a:pt x="1111" y="11371"/>
                    </a:moveTo>
                    <a:cubicBezTo>
                      <a:pt x="728" y="11295"/>
                      <a:pt x="1" y="11103"/>
                      <a:pt x="154" y="10605"/>
                    </a:cubicBezTo>
                    <a:cubicBezTo>
                      <a:pt x="230" y="10452"/>
                      <a:pt x="422" y="10376"/>
                      <a:pt x="613" y="10414"/>
                    </a:cubicBezTo>
                    <a:cubicBezTo>
                      <a:pt x="1264" y="10950"/>
                      <a:pt x="2719" y="10414"/>
                      <a:pt x="3217" y="9840"/>
                    </a:cubicBezTo>
                    <a:cubicBezTo>
                      <a:pt x="3370" y="9419"/>
                      <a:pt x="3599" y="9457"/>
                      <a:pt x="3982" y="9495"/>
                    </a:cubicBezTo>
                    <a:cubicBezTo>
                      <a:pt x="4595" y="9419"/>
                      <a:pt x="5092" y="8959"/>
                      <a:pt x="5360" y="8423"/>
                    </a:cubicBezTo>
                    <a:cubicBezTo>
                      <a:pt x="5590" y="7964"/>
                      <a:pt x="6126" y="8155"/>
                      <a:pt x="6471" y="7964"/>
                    </a:cubicBezTo>
                    <a:cubicBezTo>
                      <a:pt x="7122" y="7619"/>
                      <a:pt x="7619" y="6892"/>
                      <a:pt x="7696" y="6165"/>
                    </a:cubicBezTo>
                    <a:cubicBezTo>
                      <a:pt x="7696" y="5705"/>
                      <a:pt x="8002" y="5705"/>
                      <a:pt x="8347" y="5629"/>
                    </a:cubicBezTo>
                    <a:cubicBezTo>
                      <a:pt x="8615" y="5514"/>
                      <a:pt x="8729" y="5207"/>
                      <a:pt x="8806" y="4939"/>
                    </a:cubicBezTo>
                    <a:cubicBezTo>
                      <a:pt x="8883" y="4748"/>
                      <a:pt x="8921" y="4595"/>
                      <a:pt x="8921" y="4365"/>
                    </a:cubicBezTo>
                    <a:cubicBezTo>
                      <a:pt x="8921" y="4174"/>
                      <a:pt x="8959" y="3906"/>
                      <a:pt x="9151" y="3791"/>
                    </a:cubicBezTo>
                    <a:cubicBezTo>
                      <a:pt x="9265" y="3714"/>
                      <a:pt x="9419" y="3600"/>
                      <a:pt x="9457" y="3485"/>
                    </a:cubicBezTo>
                    <a:cubicBezTo>
                      <a:pt x="9572" y="3217"/>
                      <a:pt x="9687" y="2949"/>
                      <a:pt x="9725" y="2681"/>
                    </a:cubicBezTo>
                    <a:cubicBezTo>
                      <a:pt x="9763" y="2336"/>
                      <a:pt x="9840" y="1953"/>
                      <a:pt x="10146" y="1762"/>
                    </a:cubicBezTo>
                    <a:cubicBezTo>
                      <a:pt x="10414" y="1571"/>
                      <a:pt x="10376" y="1264"/>
                      <a:pt x="10490" y="1035"/>
                    </a:cubicBezTo>
                    <a:cubicBezTo>
                      <a:pt x="10682" y="613"/>
                      <a:pt x="11141" y="613"/>
                      <a:pt x="11562" y="652"/>
                    </a:cubicBezTo>
                    <a:cubicBezTo>
                      <a:pt x="11869" y="690"/>
                      <a:pt x="12213" y="690"/>
                      <a:pt x="12558" y="690"/>
                    </a:cubicBezTo>
                    <a:cubicBezTo>
                      <a:pt x="12826" y="652"/>
                      <a:pt x="13132" y="613"/>
                      <a:pt x="13362" y="499"/>
                    </a:cubicBezTo>
                    <a:cubicBezTo>
                      <a:pt x="13477" y="422"/>
                      <a:pt x="13591" y="384"/>
                      <a:pt x="13706" y="384"/>
                    </a:cubicBezTo>
                    <a:cubicBezTo>
                      <a:pt x="13936" y="345"/>
                      <a:pt x="14127" y="499"/>
                      <a:pt x="14357" y="537"/>
                    </a:cubicBezTo>
                    <a:cubicBezTo>
                      <a:pt x="14778" y="575"/>
                      <a:pt x="15161" y="537"/>
                      <a:pt x="15582" y="460"/>
                    </a:cubicBezTo>
                    <a:cubicBezTo>
                      <a:pt x="15850" y="422"/>
                      <a:pt x="16080" y="269"/>
                      <a:pt x="16348" y="231"/>
                    </a:cubicBezTo>
                    <a:cubicBezTo>
                      <a:pt x="16539" y="192"/>
                      <a:pt x="16769" y="269"/>
                      <a:pt x="16999" y="307"/>
                    </a:cubicBezTo>
                    <a:cubicBezTo>
                      <a:pt x="17305" y="384"/>
                      <a:pt x="17611" y="345"/>
                      <a:pt x="17918" y="345"/>
                    </a:cubicBezTo>
                    <a:cubicBezTo>
                      <a:pt x="18454" y="345"/>
                      <a:pt x="18913" y="1"/>
                      <a:pt x="19411" y="192"/>
                    </a:cubicBezTo>
                    <a:cubicBezTo>
                      <a:pt x="19602" y="192"/>
                      <a:pt x="19832" y="231"/>
                      <a:pt x="20023" y="231"/>
                    </a:cubicBezTo>
                    <a:cubicBezTo>
                      <a:pt x="20253" y="192"/>
                      <a:pt x="20483" y="116"/>
                      <a:pt x="20674" y="269"/>
                    </a:cubicBezTo>
                    <a:cubicBezTo>
                      <a:pt x="20904" y="460"/>
                      <a:pt x="20865" y="767"/>
                      <a:pt x="20904" y="996"/>
                    </a:cubicBezTo>
                    <a:cubicBezTo>
                      <a:pt x="20980" y="1571"/>
                      <a:pt x="21133" y="2145"/>
                      <a:pt x="21555" y="2528"/>
                    </a:cubicBezTo>
                    <a:cubicBezTo>
                      <a:pt x="21669" y="2642"/>
                      <a:pt x="21861" y="2681"/>
                      <a:pt x="21937" y="2834"/>
                    </a:cubicBezTo>
                    <a:cubicBezTo>
                      <a:pt x="22090" y="3064"/>
                      <a:pt x="22129" y="3332"/>
                      <a:pt x="22244" y="3600"/>
                    </a:cubicBezTo>
                    <a:cubicBezTo>
                      <a:pt x="22473" y="3982"/>
                      <a:pt x="22818" y="4365"/>
                      <a:pt x="23239" y="4595"/>
                    </a:cubicBezTo>
                    <a:cubicBezTo>
                      <a:pt x="23622" y="4786"/>
                      <a:pt x="23698" y="5207"/>
                      <a:pt x="23966" y="5514"/>
                    </a:cubicBezTo>
                    <a:cubicBezTo>
                      <a:pt x="24234" y="5782"/>
                      <a:pt x="24502" y="6011"/>
                      <a:pt x="24809" y="6203"/>
                    </a:cubicBezTo>
                    <a:cubicBezTo>
                      <a:pt x="25038" y="6318"/>
                      <a:pt x="25268" y="6318"/>
                      <a:pt x="25498" y="6433"/>
                    </a:cubicBezTo>
                    <a:cubicBezTo>
                      <a:pt x="25766" y="6586"/>
                      <a:pt x="25842" y="6892"/>
                      <a:pt x="25995" y="7122"/>
                    </a:cubicBezTo>
                    <a:cubicBezTo>
                      <a:pt x="26302" y="7543"/>
                      <a:pt x="26761" y="7811"/>
                      <a:pt x="27259" y="7964"/>
                    </a:cubicBezTo>
                    <a:cubicBezTo>
                      <a:pt x="27603" y="7964"/>
                      <a:pt x="27833" y="8232"/>
                      <a:pt x="28063" y="8462"/>
                    </a:cubicBezTo>
                    <a:cubicBezTo>
                      <a:pt x="28331" y="8691"/>
                      <a:pt x="28714" y="8806"/>
                      <a:pt x="29096" y="8806"/>
                    </a:cubicBezTo>
                    <a:cubicBezTo>
                      <a:pt x="29326" y="8768"/>
                      <a:pt x="29518" y="8691"/>
                      <a:pt x="29709" y="8730"/>
                    </a:cubicBezTo>
                    <a:cubicBezTo>
                      <a:pt x="29900" y="8768"/>
                      <a:pt x="30054" y="8844"/>
                      <a:pt x="30245" y="8883"/>
                    </a:cubicBezTo>
                    <a:cubicBezTo>
                      <a:pt x="30360" y="8921"/>
                      <a:pt x="30475" y="8883"/>
                      <a:pt x="30589" y="8844"/>
                    </a:cubicBezTo>
                    <a:cubicBezTo>
                      <a:pt x="30857" y="8730"/>
                      <a:pt x="31125" y="9112"/>
                      <a:pt x="30972" y="9380"/>
                    </a:cubicBezTo>
                    <a:cubicBezTo>
                      <a:pt x="30628" y="9763"/>
                      <a:pt x="30015" y="9534"/>
                      <a:pt x="29594" y="9457"/>
                    </a:cubicBezTo>
                    <a:cubicBezTo>
                      <a:pt x="28943" y="9572"/>
                      <a:pt x="28254" y="9495"/>
                      <a:pt x="27756" y="9112"/>
                    </a:cubicBezTo>
                    <a:cubicBezTo>
                      <a:pt x="27565" y="8998"/>
                      <a:pt x="27412" y="8806"/>
                      <a:pt x="27259" y="8691"/>
                    </a:cubicBezTo>
                    <a:cubicBezTo>
                      <a:pt x="27182" y="8653"/>
                      <a:pt x="27106" y="8653"/>
                      <a:pt x="26991" y="8615"/>
                    </a:cubicBezTo>
                    <a:cubicBezTo>
                      <a:pt x="26187" y="8385"/>
                      <a:pt x="25498" y="7811"/>
                      <a:pt x="25115" y="7045"/>
                    </a:cubicBezTo>
                    <a:cubicBezTo>
                      <a:pt x="24196" y="6815"/>
                      <a:pt x="23430" y="6126"/>
                      <a:pt x="22971" y="5246"/>
                    </a:cubicBezTo>
                    <a:cubicBezTo>
                      <a:pt x="22205" y="4863"/>
                      <a:pt x="21593" y="4097"/>
                      <a:pt x="21363" y="3255"/>
                    </a:cubicBezTo>
                    <a:cubicBezTo>
                      <a:pt x="20559" y="2796"/>
                      <a:pt x="20253" y="1800"/>
                      <a:pt x="20176" y="920"/>
                    </a:cubicBezTo>
                    <a:cubicBezTo>
                      <a:pt x="19793" y="958"/>
                      <a:pt x="19411" y="881"/>
                      <a:pt x="19028" y="843"/>
                    </a:cubicBezTo>
                    <a:cubicBezTo>
                      <a:pt x="18224" y="1111"/>
                      <a:pt x="17305" y="1149"/>
                      <a:pt x="16501" y="920"/>
                    </a:cubicBezTo>
                    <a:cubicBezTo>
                      <a:pt x="15621" y="1226"/>
                      <a:pt x="14663" y="1417"/>
                      <a:pt x="13783" y="1073"/>
                    </a:cubicBezTo>
                    <a:cubicBezTo>
                      <a:pt x="12979" y="1532"/>
                      <a:pt x="11984" y="1341"/>
                      <a:pt x="11103" y="1379"/>
                    </a:cubicBezTo>
                    <a:cubicBezTo>
                      <a:pt x="11103" y="1571"/>
                      <a:pt x="11026" y="1762"/>
                      <a:pt x="10912" y="1953"/>
                    </a:cubicBezTo>
                    <a:cubicBezTo>
                      <a:pt x="10835" y="2183"/>
                      <a:pt x="10529" y="2260"/>
                      <a:pt x="10490" y="2528"/>
                    </a:cubicBezTo>
                    <a:cubicBezTo>
                      <a:pt x="10376" y="3140"/>
                      <a:pt x="10223" y="3906"/>
                      <a:pt x="9648" y="4289"/>
                    </a:cubicBezTo>
                    <a:cubicBezTo>
                      <a:pt x="9610" y="5093"/>
                      <a:pt x="9304" y="6203"/>
                      <a:pt x="8385" y="6356"/>
                    </a:cubicBezTo>
                    <a:cubicBezTo>
                      <a:pt x="8193" y="7543"/>
                      <a:pt x="7236" y="8730"/>
                      <a:pt x="5973" y="8806"/>
                    </a:cubicBezTo>
                    <a:cubicBezTo>
                      <a:pt x="5590" y="9572"/>
                      <a:pt x="4710" y="10261"/>
                      <a:pt x="3791" y="10223"/>
                    </a:cubicBezTo>
                    <a:lnTo>
                      <a:pt x="3791" y="10223"/>
                    </a:lnTo>
                    <a:cubicBezTo>
                      <a:pt x="3217" y="10988"/>
                      <a:pt x="2068" y="11371"/>
                      <a:pt x="1111" y="113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42"/>
              <p:cNvSpPr/>
              <p:nvPr/>
            </p:nvSpPr>
            <p:spPr>
              <a:xfrm>
                <a:off x="2570550" y="2572750"/>
                <a:ext cx="105300" cy="210575"/>
              </a:xfrm>
              <a:custGeom>
                <a:avLst/>
                <a:gdLst/>
                <a:ahLst/>
                <a:cxnLst/>
                <a:rect l="l" t="t" r="r" b="b"/>
                <a:pathLst>
                  <a:path w="4212" h="8423" extrusionOk="0">
                    <a:moveTo>
                      <a:pt x="3561" y="8308"/>
                    </a:moveTo>
                    <a:cubicBezTo>
                      <a:pt x="1570" y="7772"/>
                      <a:pt x="1" y="5743"/>
                      <a:pt x="269" y="3637"/>
                    </a:cubicBezTo>
                    <a:cubicBezTo>
                      <a:pt x="498" y="2297"/>
                      <a:pt x="1034" y="842"/>
                      <a:pt x="2451" y="421"/>
                    </a:cubicBezTo>
                    <a:cubicBezTo>
                      <a:pt x="2795" y="306"/>
                      <a:pt x="3637" y="0"/>
                      <a:pt x="3791" y="498"/>
                    </a:cubicBezTo>
                    <a:cubicBezTo>
                      <a:pt x="3867" y="727"/>
                      <a:pt x="3676" y="957"/>
                      <a:pt x="3408" y="957"/>
                    </a:cubicBezTo>
                    <a:cubicBezTo>
                      <a:pt x="3293" y="957"/>
                      <a:pt x="3178" y="957"/>
                      <a:pt x="3063" y="995"/>
                    </a:cubicBezTo>
                    <a:cubicBezTo>
                      <a:pt x="2680" y="1072"/>
                      <a:pt x="2374" y="1187"/>
                      <a:pt x="2068" y="1417"/>
                    </a:cubicBezTo>
                    <a:cubicBezTo>
                      <a:pt x="1417" y="1876"/>
                      <a:pt x="1226" y="2680"/>
                      <a:pt x="1034" y="3369"/>
                    </a:cubicBezTo>
                    <a:cubicBezTo>
                      <a:pt x="728" y="4632"/>
                      <a:pt x="1264" y="5972"/>
                      <a:pt x="2221" y="6815"/>
                    </a:cubicBezTo>
                    <a:cubicBezTo>
                      <a:pt x="2680" y="7197"/>
                      <a:pt x="3216" y="7427"/>
                      <a:pt x="3752" y="7619"/>
                    </a:cubicBezTo>
                    <a:cubicBezTo>
                      <a:pt x="4212" y="7772"/>
                      <a:pt x="4020" y="8423"/>
                      <a:pt x="3561" y="83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42"/>
              <p:cNvSpPr/>
              <p:nvPr/>
            </p:nvSpPr>
            <p:spPr>
              <a:xfrm>
                <a:off x="3129500" y="2557425"/>
                <a:ext cx="89025" cy="216325"/>
              </a:xfrm>
              <a:custGeom>
                <a:avLst/>
                <a:gdLst/>
                <a:ahLst/>
                <a:cxnLst/>
                <a:rect l="l" t="t" r="r" b="b"/>
                <a:pathLst>
                  <a:path w="3561" h="8653" extrusionOk="0">
                    <a:moveTo>
                      <a:pt x="115" y="8423"/>
                    </a:moveTo>
                    <a:cubicBezTo>
                      <a:pt x="0" y="8270"/>
                      <a:pt x="77" y="8040"/>
                      <a:pt x="230" y="7964"/>
                    </a:cubicBezTo>
                    <a:cubicBezTo>
                      <a:pt x="498" y="7810"/>
                      <a:pt x="766" y="7657"/>
                      <a:pt x="1034" y="7466"/>
                    </a:cubicBezTo>
                    <a:cubicBezTo>
                      <a:pt x="2910" y="6241"/>
                      <a:pt x="3254" y="4212"/>
                      <a:pt x="2297" y="2259"/>
                    </a:cubicBezTo>
                    <a:cubicBezTo>
                      <a:pt x="1991" y="1723"/>
                      <a:pt x="1570" y="1226"/>
                      <a:pt x="996" y="958"/>
                    </a:cubicBezTo>
                    <a:cubicBezTo>
                      <a:pt x="766" y="996"/>
                      <a:pt x="536" y="843"/>
                      <a:pt x="536" y="613"/>
                    </a:cubicBezTo>
                    <a:cubicBezTo>
                      <a:pt x="613" y="1"/>
                      <a:pt x="1417" y="307"/>
                      <a:pt x="1723" y="575"/>
                    </a:cubicBezTo>
                    <a:cubicBezTo>
                      <a:pt x="3025" y="1417"/>
                      <a:pt x="3561" y="3102"/>
                      <a:pt x="3522" y="4595"/>
                    </a:cubicBezTo>
                    <a:cubicBezTo>
                      <a:pt x="3522" y="5705"/>
                      <a:pt x="2948" y="6738"/>
                      <a:pt x="2144" y="7504"/>
                    </a:cubicBezTo>
                    <a:cubicBezTo>
                      <a:pt x="1685" y="7925"/>
                      <a:pt x="1149" y="8270"/>
                      <a:pt x="613" y="8576"/>
                    </a:cubicBezTo>
                    <a:cubicBezTo>
                      <a:pt x="421" y="8653"/>
                      <a:pt x="230" y="8614"/>
                      <a:pt x="115" y="84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42"/>
              <p:cNvSpPr/>
              <p:nvPr/>
            </p:nvSpPr>
            <p:spPr>
              <a:xfrm>
                <a:off x="2650000" y="2721100"/>
                <a:ext cx="134000" cy="72750"/>
              </a:xfrm>
              <a:custGeom>
                <a:avLst/>
                <a:gdLst/>
                <a:ahLst/>
                <a:cxnLst/>
                <a:rect l="l" t="t" r="r" b="b"/>
                <a:pathLst>
                  <a:path w="5360" h="2910" extrusionOk="0">
                    <a:moveTo>
                      <a:pt x="4747" y="2795"/>
                    </a:moveTo>
                    <a:cubicBezTo>
                      <a:pt x="3484" y="2527"/>
                      <a:pt x="2221" y="2182"/>
                      <a:pt x="1110" y="1531"/>
                    </a:cubicBezTo>
                    <a:cubicBezTo>
                      <a:pt x="459" y="1149"/>
                      <a:pt x="0" y="191"/>
                      <a:pt x="1034" y="38"/>
                    </a:cubicBezTo>
                    <a:cubicBezTo>
                      <a:pt x="1302" y="0"/>
                      <a:pt x="1531" y="38"/>
                      <a:pt x="1761" y="77"/>
                    </a:cubicBezTo>
                    <a:cubicBezTo>
                      <a:pt x="2450" y="268"/>
                      <a:pt x="3139" y="536"/>
                      <a:pt x="3790" y="881"/>
                    </a:cubicBezTo>
                    <a:cubicBezTo>
                      <a:pt x="4096" y="1034"/>
                      <a:pt x="4403" y="1225"/>
                      <a:pt x="4709" y="1455"/>
                    </a:cubicBezTo>
                    <a:cubicBezTo>
                      <a:pt x="4939" y="1608"/>
                      <a:pt x="5360" y="1914"/>
                      <a:pt x="5092" y="2221"/>
                    </a:cubicBezTo>
                    <a:cubicBezTo>
                      <a:pt x="5322" y="2489"/>
                      <a:pt x="5054" y="2910"/>
                      <a:pt x="4747" y="2795"/>
                    </a:cubicBezTo>
                    <a:close/>
                    <a:moveTo>
                      <a:pt x="4173" y="1953"/>
                    </a:moveTo>
                    <a:cubicBezTo>
                      <a:pt x="3254" y="1378"/>
                      <a:pt x="2297" y="919"/>
                      <a:pt x="1225" y="727"/>
                    </a:cubicBezTo>
                    <a:cubicBezTo>
                      <a:pt x="1723" y="1187"/>
                      <a:pt x="2412" y="1378"/>
                      <a:pt x="3063" y="1608"/>
                    </a:cubicBezTo>
                    <a:cubicBezTo>
                      <a:pt x="3407" y="1723"/>
                      <a:pt x="3790" y="1838"/>
                      <a:pt x="4173" y="1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42"/>
              <p:cNvSpPr/>
              <p:nvPr/>
            </p:nvSpPr>
            <p:spPr>
              <a:xfrm>
                <a:off x="3021350" y="2700025"/>
                <a:ext cx="131150" cy="79475"/>
              </a:xfrm>
              <a:custGeom>
                <a:avLst/>
                <a:gdLst/>
                <a:ahLst/>
                <a:cxnLst/>
                <a:rect l="l" t="t" r="r" b="b"/>
                <a:pathLst>
                  <a:path w="5246" h="3179" extrusionOk="0">
                    <a:moveTo>
                      <a:pt x="766" y="2834"/>
                    </a:moveTo>
                    <a:cubicBezTo>
                      <a:pt x="766" y="2757"/>
                      <a:pt x="766" y="2681"/>
                      <a:pt x="804" y="2604"/>
                    </a:cubicBezTo>
                    <a:cubicBezTo>
                      <a:pt x="651" y="2719"/>
                      <a:pt x="574" y="2949"/>
                      <a:pt x="383" y="2910"/>
                    </a:cubicBezTo>
                    <a:cubicBezTo>
                      <a:pt x="192" y="2910"/>
                      <a:pt x="0" y="2757"/>
                      <a:pt x="0" y="2566"/>
                    </a:cubicBezTo>
                    <a:cubicBezTo>
                      <a:pt x="0" y="2030"/>
                      <a:pt x="2106" y="881"/>
                      <a:pt x="2642" y="613"/>
                    </a:cubicBezTo>
                    <a:cubicBezTo>
                      <a:pt x="3216" y="384"/>
                      <a:pt x="3829" y="1"/>
                      <a:pt x="4479" y="154"/>
                    </a:cubicBezTo>
                    <a:cubicBezTo>
                      <a:pt x="5245" y="307"/>
                      <a:pt x="5015" y="1226"/>
                      <a:pt x="4594" y="1647"/>
                    </a:cubicBezTo>
                    <a:cubicBezTo>
                      <a:pt x="3982" y="2298"/>
                      <a:pt x="3139" y="2719"/>
                      <a:pt x="2259" y="2949"/>
                    </a:cubicBezTo>
                    <a:cubicBezTo>
                      <a:pt x="1914" y="3025"/>
                      <a:pt x="1532" y="3102"/>
                      <a:pt x="1149" y="3140"/>
                    </a:cubicBezTo>
                    <a:cubicBezTo>
                      <a:pt x="996" y="3178"/>
                      <a:pt x="804" y="3025"/>
                      <a:pt x="766" y="2834"/>
                    </a:cubicBezTo>
                    <a:lnTo>
                      <a:pt x="766" y="2834"/>
                    </a:lnTo>
                    <a:close/>
                    <a:moveTo>
                      <a:pt x="996" y="2451"/>
                    </a:moveTo>
                    <a:cubicBezTo>
                      <a:pt x="1838" y="2336"/>
                      <a:pt x="2718" y="2145"/>
                      <a:pt x="3446" y="1647"/>
                    </a:cubicBezTo>
                    <a:cubicBezTo>
                      <a:pt x="3752" y="1417"/>
                      <a:pt x="4097" y="1188"/>
                      <a:pt x="4250" y="805"/>
                    </a:cubicBezTo>
                    <a:cubicBezTo>
                      <a:pt x="3714" y="805"/>
                      <a:pt x="3216" y="1149"/>
                      <a:pt x="2718" y="1341"/>
                    </a:cubicBezTo>
                    <a:cubicBezTo>
                      <a:pt x="2106" y="1685"/>
                      <a:pt x="1532" y="2030"/>
                      <a:pt x="996" y="24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42"/>
              <p:cNvSpPr/>
              <p:nvPr/>
            </p:nvSpPr>
            <p:spPr>
              <a:xfrm>
                <a:off x="2811750" y="2765125"/>
                <a:ext cx="151225" cy="34475"/>
              </a:xfrm>
              <a:custGeom>
                <a:avLst/>
                <a:gdLst/>
                <a:ahLst/>
                <a:cxnLst/>
                <a:rect l="l" t="t" r="r" b="b"/>
                <a:pathLst>
                  <a:path w="6049" h="1379" extrusionOk="0">
                    <a:moveTo>
                      <a:pt x="2948" y="1378"/>
                    </a:moveTo>
                    <a:cubicBezTo>
                      <a:pt x="2067" y="1378"/>
                      <a:pt x="1187" y="1225"/>
                      <a:pt x="383" y="881"/>
                    </a:cubicBezTo>
                    <a:cubicBezTo>
                      <a:pt x="383" y="881"/>
                      <a:pt x="421" y="881"/>
                      <a:pt x="421" y="881"/>
                    </a:cubicBezTo>
                    <a:cubicBezTo>
                      <a:pt x="0" y="766"/>
                      <a:pt x="115" y="115"/>
                      <a:pt x="536" y="192"/>
                    </a:cubicBezTo>
                    <a:cubicBezTo>
                      <a:pt x="1072" y="383"/>
                      <a:pt x="1608" y="536"/>
                      <a:pt x="2182" y="613"/>
                    </a:cubicBezTo>
                    <a:cubicBezTo>
                      <a:pt x="2986" y="728"/>
                      <a:pt x="3790" y="689"/>
                      <a:pt x="4556" y="421"/>
                    </a:cubicBezTo>
                    <a:cubicBezTo>
                      <a:pt x="4862" y="345"/>
                      <a:pt x="5130" y="230"/>
                      <a:pt x="5436" y="77"/>
                    </a:cubicBezTo>
                    <a:cubicBezTo>
                      <a:pt x="5589" y="0"/>
                      <a:pt x="5819" y="115"/>
                      <a:pt x="5896" y="268"/>
                    </a:cubicBezTo>
                    <a:cubicBezTo>
                      <a:pt x="6049" y="728"/>
                      <a:pt x="5475" y="804"/>
                      <a:pt x="5168" y="957"/>
                    </a:cubicBezTo>
                    <a:cubicBezTo>
                      <a:pt x="4479" y="1225"/>
                      <a:pt x="3714" y="1378"/>
                      <a:pt x="2948" y="13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42"/>
              <p:cNvSpPr/>
              <p:nvPr/>
            </p:nvSpPr>
            <p:spPr>
              <a:xfrm>
                <a:off x="2962950" y="2228175"/>
                <a:ext cx="67025" cy="232600"/>
              </a:xfrm>
              <a:custGeom>
                <a:avLst/>
                <a:gdLst/>
                <a:ahLst/>
                <a:cxnLst/>
                <a:rect l="l" t="t" r="r" b="b"/>
                <a:pathLst>
                  <a:path w="2681" h="9304" extrusionOk="0">
                    <a:moveTo>
                      <a:pt x="1838" y="8921"/>
                    </a:moveTo>
                    <a:cubicBezTo>
                      <a:pt x="1" y="6433"/>
                      <a:pt x="384" y="3255"/>
                      <a:pt x="1188" y="422"/>
                    </a:cubicBezTo>
                    <a:cubicBezTo>
                      <a:pt x="1303" y="1"/>
                      <a:pt x="1953" y="154"/>
                      <a:pt x="1838" y="614"/>
                    </a:cubicBezTo>
                    <a:cubicBezTo>
                      <a:pt x="1800" y="843"/>
                      <a:pt x="1724" y="1073"/>
                      <a:pt x="1685" y="1303"/>
                    </a:cubicBezTo>
                    <a:cubicBezTo>
                      <a:pt x="1264" y="3025"/>
                      <a:pt x="996" y="4825"/>
                      <a:pt x="1456" y="6509"/>
                    </a:cubicBezTo>
                    <a:cubicBezTo>
                      <a:pt x="1647" y="7275"/>
                      <a:pt x="2068" y="7926"/>
                      <a:pt x="2451" y="8538"/>
                    </a:cubicBezTo>
                    <a:cubicBezTo>
                      <a:pt x="2681" y="8959"/>
                      <a:pt x="2106" y="9304"/>
                      <a:pt x="1838" y="89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42"/>
              <p:cNvSpPr/>
              <p:nvPr/>
            </p:nvSpPr>
            <p:spPr>
              <a:xfrm>
                <a:off x="2790675" y="2271250"/>
                <a:ext cx="31625" cy="151250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6050" extrusionOk="0">
                    <a:moveTo>
                      <a:pt x="269" y="5973"/>
                    </a:moveTo>
                    <a:cubicBezTo>
                      <a:pt x="39" y="5896"/>
                      <a:pt x="1" y="5628"/>
                      <a:pt x="116" y="5437"/>
                    </a:cubicBezTo>
                    <a:cubicBezTo>
                      <a:pt x="192" y="5169"/>
                      <a:pt x="269" y="4863"/>
                      <a:pt x="345" y="4557"/>
                    </a:cubicBezTo>
                    <a:cubicBezTo>
                      <a:pt x="498" y="3791"/>
                      <a:pt x="498" y="3025"/>
                      <a:pt x="460" y="2259"/>
                    </a:cubicBezTo>
                    <a:cubicBezTo>
                      <a:pt x="422" y="1724"/>
                      <a:pt x="345" y="1188"/>
                      <a:pt x="230" y="690"/>
                    </a:cubicBezTo>
                    <a:cubicBezTo>
                      <a:pt x="230" y="575"/>
                      <a:pt x="230" y="422"/>
                      <a:pt x="269" y="307"/>
                    </a:cubicBezTo>
                    <a:cubicBezTo>
                      <a:pt x="460" y="1"/>
                      <a:pt x="958" y="116"/>
                      <a:pt x="958" y="460"/>
                    </a:cubicBezTo>
                    <a:cubicBezTo>
                      <a:pt x="1111" y="1609"/>
                      <a:pt x="1264" y="2757"/>
                      <a:pt x="1149" y="3906"/>
                    </a:cubicBezTo>
                    <a:cubicBezTo>
                      <a:pt x="1111" y="4557"/>
                      <a:pt x="958" y="5207"/>
                      <a:pt x="728" y="5782"/>
                    </a:cubicBezTo>
                    <a:cubicBezTo>
                      <a:pt x="652" y="5973"/>
                      <a:pt x="422" y="6050"/>
                      <a:pt x="269" y="59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42"/>
              <p:cNvSpPr/>
              <p:nvPr/>
            </p:nvSpPr>
            <p:spPr>
              <a:xfrm>
                <a:off x="2205900" y="2015725"/>
                <a:ext cx="497700" cy="159850"/>
              </a:xfrm>
              <a:custGeom>
                <a:avLst/>
                <a:gdLst/>
                <a:ahLst/>
                <a:cxnLst/>
                <a:rect l="l" t="t" r="r" b="b"/>
                <a:pathLst>
                  <a:path w="19908" h="6394" extrusionOk="0">
                    <a:moveTo>
                      <a:pt x="1915" y="6393"/>
                    </a:moveTo>
                    <a:cubicBezTo>
                      <a:pt x="958" y="6317"/>
                      <a:pt x="422" y="5245"/>
                      <a:pt x="230" y="4403"/>
                    </a:cubicBezTo>
                    <a:cubicBezTo>
                      <a:pt x="0" y="3139"/>
                      <a:pt x="1264" y="2488"/>
                      <a:pt x="2259" y="2067"/>
                    </a:cubicBezTo>
                    <a:cubicBezTo>
                      <a:pt x="6470" y="306"/>
                      <a:pt x="11103" y="153"/>
                      <a:pt x="15620" y="77"/>
                    </a:cubicBezTo>
                    <a:cubicBezTo>
                      <a:pt x="16845" y="0"/>
                      <a:pt x="18070" y="77"/>
                      <a:pt x="19219" y="498"/>
                    </a:cubicBezTo>
                    <a:cubicBezTo>
                      <a:pt x="19295" y="536"/>
                      <a:pt x="19334" y="574"/>
                      <a:pt x="19372" y="613"/>
                    </a:cubicBezTo>
                    <a:cubicBezTo>
                      <a:pt x="19563" y="536"/>
                      <a:pt x="19793" y="689"/>
                      <a:pt x="19831" y="881"/>
                    </a:cubicBezTo>
                    <a:cubicBezTo>
                      <a:pt x="19908" y="1608"/>
                      <a:pt x="19908" y="2335"/>
                      <a:pt x="19793" y="3024"/>
                    </a:cubicBezTo>
                    <a:cubicBezTo>
                      <a:pt x="19640" y="4173"/>
                      <a:pt x="19142" y="5321"/>
                      <a:pt x="17879" y="5551"/>
                    </a:cubicBezTo>
                    <a:cubicBezTo>
                      <a:pt x="16041" y="6011"/>
                      <a:pt x="14165" y="5743"/>
                      <a:pt x="12290" y="5743"/>
                    </a:cubicBezTo>
                    <a:cubicBezTo>
                      <a:pt x="11562" y="5743"/>
                      <a:pt x="10796" y="5781"/>
                      <a:pt x="10069" y="5819"/>
                    </a:cubicBezTo>
                    <a:cubicBezTo>
                      <a:pt x="7351" y="6011"/>
                      <a:pt x="4671" y="6393"/>
                      <a:pt x="1953" y="6393"/>
                    </a:cubicBezTo>
                    <a:lnTo>
                      <a:pt x="1953" y="6393"/>
                    </a:lnTo>
                    <a:close/>
                    <a:moveTo>
                      <a:pt x="2604" y="5666"/>
                    </a:moveTo>
                    <a:cubicBezTo>
                      <a:pt x="5934" y="5589"/>
                      <a:pt x="9189" y="5015"/>
                      <a:pt x="12481" y="5015"/>
                    </a:cubicBezTo>
                    <a:cubicBezTo>
                      <a:pt x="14319" y="5053"/>
                      <a:pt x="16156" y="5321"/>
                      <a:pt x="17917" y="4824"/>
                    </a:cubicBezTo>
                    <a:cubicBezTo>
                      <a:pt x="19181" y="4403"/>
                      <a:pt x="19257" y="2297"/>
                      <a:pt x="19142" y="1187"/>
                    </a:cubicBezTo>
                    <a:cubicBezTo>
                      <a:pt x="19027" y="1225"/>
                      <a:pt x="18913" y="1149"/>
                      <a:pt x="18798" y="1110"/>
                    </a:cubicBezTo>
                    <a:cubicBezTo>
                      <a:pt x="18223" y="919"/>
                      <a:pt x="17649" y="842"/>
                      <a:pt x="17075" y="766"/>
                    </a:cubicBezTo>
                    <a:cubicBezTo>
                      <a:pt x="15620" y="766"/>
                      <a:pt x="14127" y="804"/>
                      <a:pt x="12672" y="842"/>
                    </a:cubicBezTo>
                    <a:cubicBezTo>
                      <a:pt x="10605" y="919"/>
                      <a:pt x="8576" y="1110"/>
                      <a:pt x="6547" y="1531"/>
                    </a:cubicBezTo>
                    <a:cubicBezTo>
                      <a:pt x="5284" y="1799"/>
                      <a:pt x="1302" y="2680"/>
                      <a:pt x="919" y="3943"/>
                    </a:cubicBezTo>
                    <a:cubicBezTo>
                      <a:pt x="843" y="4517"/>
                      <a:pt x="1225" y="5130"/>
                      <a:pt x="1608" y="5551"/>
                    </a:cubicBezTo>
                    <a:cubicBezTo>
                      <a:pt x="1876" y="5781"/>
                      <a:pt x="2259" y="5666"/>
                      <a:pt x="2565" y="566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42"/>
              <p:cNvSpPr/>
              <p:nvPr/>
            </p:nvSpPr>
            <p:spPr>
              <a:xfrm>
                <a:off x="3056750" y="2049200"/>
                <a:ext cx="482400" cy="113925"/>
              </a:xfrm>
              <a:custGeom>
                <a:avLst/>
                <a:gdLst/>
                <a:ahLst/>
                <a:cxnLst/>
                <a:rect l="l" t="t" r="r" b="b"/>
                <a:pathLst>
                  <a:path w="19296" h="4557" extrusionOk="0">
                    <a:moveTo>
                      <a:pt x="3523" y="4557"/>
                    </a:moveTo>
                    <a:cubicBezTo>
                      <a:pt x="613" y="4480"/>
                      <a:pt x="1" y="2910"/>
                      <a:pt x="422" y="269"/>
                    </a:cubicBezTo>
                    <a:cubicBezTo>
                      <a:pt x="460" y="116"/>
                      <a:pt x="690" y="1"/>
                      <a:pt x="843" y="39"/>
                    </a:cubicBezTo>
                    <a:cubicBezTo>
                      <a:pt x="1073" y="77"/>
                      <a:pt x="1149" y="307"/>
                      <a:pt x="1111" y="499"/>
                    </a:cubicBezTo>
                    <a:cubicBezTo>
                      <a:pt x="1073" y="728"/>
                      <a:pt x="1034" y="920"/>
                      <a:pt x="1034" y="1111"/>
                    </a:cubicBezTo>
                    <a:cubicBezTo>
                      <a:pt x="919" y="2298"/>
                      <a:pt x="1149" y="3561"/>
                      <a:pt x="2566" y="3714"/>
                    </a:cubicBezTo>
                    <a:cubicBezTo>
                      <a:pt x="3752" y="4021"/>
                      <a:pt x="4939" y="3714"/>
                      <a:pt x="6126" y="3485"/>
                    </a:cubicBezTo>
                    <a:cubicBezTo>
                      <a:pt x="6853" y="3332"/>
                      <a:pt x="7581" y="3217"/>
                      <a:pt x="8308" y="3102"/>
                    </a:cubicBezTo>
                    <a:cubicBezTo>
                      <a:pt x="11524" y="2719"/>
                      <a:pt x="14855" y="2604"/>
                      <a:pt x="18032" y="3217"/>
                    </a:cubicBezTo>
                    <a:cubicBezTo>
                      <a:pt x="18339" y="3293"/>
                      <a:pt x="18683" y="3370"/>
                      <a:pt x="18989" y="3446"/>
                    </a:cubicBezTo>
                    <a:cubicBezTo>
                      <a:pt x="19181" y="3523"/>
                      <a:pt x="19296" y="3714"/>
                      <a:pt x="19219" y="3906"/>
                    </a:cubicBezTo>
                    <a:cubicBezTo>
                      <a:pt x="19181" y="4097"/>
                      <a:pt x="18989" y="4212"/>
                      <a:pt x="18798" y="4136"/>
                    </a:cubicBezTo>
                    <a:cubicBezTo>
                      <a:pt x="15620" y="3293"/>
                      <a:pt x="12251" y="3446"/>
                      <a:pt x="8997" y="3714"/>
                    </a:cubicBezTo>
                    <a:cubicBezTo>
                      <a:pt x="7887" y="3868"/>
                      <a:pt x="6815" y="4059"/>
                      <a:pt x="5705" y="4289"/>
                    </a:cubicBezTo>
                    <a:cubicBezTo>
                      <a:pt x="4978" y="4404"/>
                      <a:pt x="4250" y="4557"/>
                      <a:pt x="3485" y="45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42"/>
              <p:cNvSpPr/>
              <p:nvPr/>
            </p:nvSpPr>
            <p:spPr>
              <a:xfrm>
                <a:off x="3066325" y="2008050"/>
                <a:ext cx="403925" cy="58425"/>
              </a:xfrm>
              <a:custGeom>
                <a:avLst/>
                <a:gdLst/>
                <a:ahLst/>
                <a:cxnLst/>
                <a:rect l="l" t="t" r="r" b="b"/>
                <a:pathLst>
                  <a:path w="16157" h="2337" extrusionOk="0">
                    <a:moveTo>
                      <a:pt x="1" y="1991"/>
                    </a:moveTo>
                    <a:lnTo>
                      <a:pt x="1" y="1915"/>
                    </a:lnTo>
                    <a:cubicBezTo>
                      <a:pt x="1" y="1800"/>
                      <a:pt x="39" y="1647"/>
                      <a:pt x="115" y="1570"/>
                    </a:cubicBezTo>
                    <a:cubicBezTo>
                      <a:pt x="269" y="1341"/>
                      <a:pt x="498" y="1226"/>
                      <a:pt x="728" y="1111"/>
                    </a:cubicBezTo>
                    <a:cubicBezTo>
                      <a:pt x="1072" y="958"/>
                      <a:pt x="1455" y="843"/>
                      <a:pt x="1800" y="766"/>
                    </a:cubicBezTo>
                    <a:cubicBezTo>
                      <a:pt x="2527" y="575"/>
                      <a:pt x="3293" y="460"/>
                      <a:pt x="4020" y="384"/>
                    </a:cubicBezTo>
                    <a:cubicBezTo>
                      <a:pt x="5513" y="154"/>
                      <a:pt x="7006" y="39"/>
                      <a:pt x="8538" y="1"/>
                    </a:cubicBezTo>
                    <a:cubicBezTo>
                      <a:pt x="10031" y="1"/>
                      <a:pt x="11562" y="77"/>
                      <a:pt x="13094" y="307"/>
                    </a:cubicBezTo>
                    <a:cubicBezTo>
                      <a:pt x="14012" y="422"/>
                      <a:pt x="14931" y="613"/>
                      <a:pt x="15850" y="843"/>
                    </a:cubicBezTo>
                    <a:cubicBezTo>
                      <a:pt x="16041" y="881"/>
                      <a:pt x="16156" y="1111"/>
                      <a:pt x="16080" y="1302"/>
                    </a:cubicBezTo>
                    <a:cubicBezTo>
                      <a:pt x="16041" y="1494"/>
                      <a:pt x="15850" y="1570"/>
                      <a:pt x="15659" y="1532"/>
                    </a:cubicBezTo>
                    <a:cubicBezTo>
                      <a:pt x="15199" y="1417"/>
                      <a:pt x="14701" y="1302"/>
                      <a:pt x="14242" y="1226"/>
                    </a:cubicBezTo>
                    <a:cubicBezTo>
                      <a:pt x="13132" y="996"/>
                      <a:pt x="12060" y="843"/>
                      <a:pt x="10950" y="766"/>
                    </a:cubicBezTo>
                    <a:cubicBezTo>
                      <a:pt x="10222" y="728"/>
                      <a:pt x="9533" y="690"/>
                      <a:pt x="8844" y="690"/>
                    </a:cubicBezTo>
                    <a:cubicBezTo>
                      <a:pt x="8117" y="690"/>
                      <a:pt x="7428" y="728"/>
                      <a:pt x="6738" y="766"/>
                    </a:cubicBezTo>
                    <a:cubicBezTo>
                      <a:pt x="6011" y="843"/>
                      <a:pt x="5284" y="920"/>
                      <a:pt x="4556" y="996"/>
                    </a:cubicBezTo>
                    <a:cubicBezTo>
                      <a:pt x="3829" y="1111"/>
                      <a:pt x="3102" y="1188"/>
                      <a:pt x="2412" y="1341"/>
                    </a:cubicBezTo>
                    <a:lnTo>
                      <a:pt x="2374" y="1341"/>
                    </a:lnTo>
                    <a:lnTo>
                      <a:pt x="2374" y="1341"/>
                    </a:lnTo>
                    <a:cubicBezTo>
                      <a:pt x="2068" y="1417"/>
                      <a:pt x="1762" y="1494"/>
                      <a:pt x="1455" y="1609"/>
                    </a:cubicBezTo>
                    <a:cubicBezTo>
                      <a:pt x="1302" y="1647"/>
                      <a:pt x="1111" y="1723"/>
                      <a:pt x="919" y="1800"/>
                    </a:cubicBezTo>
                    <a:cubicBezTo>
                      <a:pt x="881" y="1838"/>
                      <a:pt x="804" y="1877"/>
                      <a:pt x="728" y="1915"/>
                    </a:cubicBezTo>
                    <a:cubicBezTo>
                      <a:pt x="728" y="1915"/>
                      <a:pt x="728" y="1953"/>
                      <a:pt x="690" y="1953"/>
                    </a:cubicBezTo>
                    <a:lnTo>
                      <a:pt x="690" y="1991"/>
                    </a:lnTo>
                    <a:cubicBezTo>
                      <a:pt x="690" y="2183"/>
                      <a:pt x="536" y="2336"/>
                      <a:pt x="345" y="2336"/>
                    </a:cubicBezTo>
                    <a:cubicBezTo>
                      <a:pt x="154" y="2336"/>
                      <a:pt x="1" y="2183"/>
                      <a:pt x="1" y="19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42"/>
              <p:cNvSpPr/>
              <p:nvPr/>
            </p:nvSpPr>
            <p:spPr>
              <a:xfrm>
                <a:off x="3475000" y="2042500"/>
                <a:ext cx="18225" cy="17275"/>
              </a:xfrm>
              <a:custGeom>
                <a:avLst/>
                <a:gdLst/>
                <a:ahLst/>
                <a:cxnLst/>
                <a:rect l="l" t="t" r="r" b="b"/>
                <a:pathLst>
                  <a:path w="729" h="691" extrusionOk="0">
                    <a:moveTo>
                      <a:pt x="1" y="345"/>
                    </a:moveTo>
                    <a:cubicBezTo>
                      <a:pt x="1" y="154"/>
                      <a:pt x="154" y="1"/>
                      <a:pt x="345" y="1"/>
                    </a:cubicBezTo>
                    <a:cubicBezTo>
                      <a:pt x="537" y="1"/>
                      <a:pt x="728" y="154"/>
                      <a:pt x="728" y="345"/>
                    </a:cubicBezTo>
                    <a:cubicBezTo>
                      <a:pt x="728" y="537"/>
                      <a:pt x="537" y="690"/>
                      <a:pt x="345" y="690"/>
                    </a:cubicBezTo>
                    <a:cubicBezTo>
                      <a:pt x="154" y="690"/>
                      <a:pt x="1" y="537"/>
                      <a:pt x="1" y="345"/>
                    </a:cubicBezTo>
                    <a:close/>
                  </a:path>
                </a:pathLst>
              </a:custGeom>
              <a:solidFill>
                <a:srgbClr val="5729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42"/>
              <p:cNvSpPr/>
              <p:nvPr/>
            </p:nvSpPr>
            <p:spPr>
              <a:xfrm>
                <a:off x="3494150" y="2046350"/>
                <a:ext cx="74675" cy="110075"/>
              </a:xfrm>
              <a:custGeom>
                <a:avLst/>
                <a:gdLst/>
                <a:ahLst/>
                <a:cxnLst/>
                <a:rect l="l" t="t" r="r" b="b"/>
                <a:pathLst>
                  <a:path w="2987" h="4403" extrusionOk="0">
                    <a:moveTo>
                      <a:pt x="1532" y="4096"/>
                    </a:moveTo>
                    <a:cubicBezTo>
                      <a:pt x="919" y="3560"/>
                      <a:pt x="2948" y="2871"/>
                      <a:pt x="1034" y="1149"/>
                    </a:cubicBezTo>
                    <a:cubicBezTo>
                      <a:pt x="843" y="957"/>
                      <a:pt x="575" y="842"/>
                      <a:pt x="307" y="727"/>
                    </a:cubicBezTo>
                    <a:cubicBezTo>
                      <a:pt x="0" y="651"/>
                      <a:pt x="0" y="191"/>
                      <a:pt x="307" y="77"/>
                    </a:cubicBezTo>
                    <a:cubicBezTo>
                      <a:pt x="536" y="0"/>
                      <a:pt x="766" y="153"/>
                      <a:pt x="957" y="230"/>
                    </a:cubicBezTo>
                    <a:cubicBezTo>
                      <a:pt x="2068" y="804"/>
                      <a:pt x="2986" y="2144"/>
                      <a:pt x="2412" y="3369"/>
                    </a:cubicBezTo>
                    <a:cubicBezTo>
                      <a:pt x="2259" y="3714"/>
                      <a:pt x="1991" y="4403"/>
                      <a:pt x="1532" y="409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42"/>
              <p:cNvSpPr/>
              <p:nvPr/>
            </p:nvSpPr>
            <p:spPr>
              <a:xfrm>
                <a:off x="3454900" y="2030075"/>
                <a:ext cx="67025" cy="37350"/>
              </a:xfrm>
              <a:custGeom>
                <a:avLst/>
                <a:gdLst/>
                <a:ahLst/>
                <a:cxnLst/>
                <a:rect l="l" t="t" r="r" b="b"/>
                <a:pathLst>
                  <a:path w="2681" h="1494" extrusionOk="0">
                    <a:moveTo>
                      <a:pt x="1991" y="1302"/>
                    </a:moveTo>
                    <a:cubicBezTo>
                      <a:pt x="1456" y="1072"/>
                      <a:pt x="881" y="919"/>
                      <a:pt x="384" y="689"/>
                    </a:cubicBezTo>
                    <a:cubicBezTo>
                      <a:pt x="1" y="536"/>
                      <a:pt x="39" y="0"/>
                      <a:pt x="460" y="0"/>
                    </a:cubicBezTo>
                    <a:cubicBezTo>
                      <a:pt x="537" y="0"/>
                      <a:pt x="652" y="39"/>
                      <a:pt x="690" y="77"/>
                    </a:cubicBezTo>
                    <a:cubicBezTo>
                      <a:pt x="1226" y="307"/>
                      <a:pt x="1762" y="460"/>
                      <a:pt x="2259" y="651"/>
                    </a:cubicBezTo>
                    <a:cubicBezTo>
                      <a:pt x="2681" y="842"/>
                      <a:pt x="2413" y="1493"/>
                      <a:pt x="1991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42"/>
              <p:cNvSpPr/>
              <p:nvPr/>
            </p:nvSpPr>
            <p:spPr>
              <a:xfrm>
                <a:off x="2306400" y="2296150"/>
                <a:ext cx="330225" cy="125400"/>
              </a:xfrm>
              <a:custGeom>
                <a:avLst/>
                <a:gdLst/>
                <a:ahLst/>
                <a:cxnLst/>
                <a:rect l="l" t="t" r="r" b="b"/>
                <a:pathLst>
                  <a:path w="13209" h="5016" extrusionOk="0">
                    <a:moveTo>
                      <a:pt x="12442" y="1838"/>
                    </a:moveTo>
                    <a:cubicBezTo>
                      <a:pt x="12634" y="2144"/>
                      <a:pt x="13208" y="2527"/>
                      <a:pt x="12825" y="2871"/>
                    </a:cubicBezTo>
                    <a:cubicBezTo>
                      <a:pt x="12442" y="3139"/>
                      <a:pt x="12213" y="2680"/>
                      <a:pt x="11983" y="2450"/>
                    </a:cubicBezTo>
                    <a:cubicBezTo>
                      <a:pt x="11830" y="2221"/>
                      <a:pt x="11600" y="2029"/>
                      <a:pt x="11370" y="1876"/>
                    </a:cubicBezTo>
                    <a:cubicBezTo>
                      <a:pt x="10605" y="1340"/>
                      <a:pt x="9686" y="1034"/>
                      <a:pt x="8767" y="957"/>
                    </a:cubicBezTo>
                    <a:cubicBezTo>
                      <a:pt x="8959" y="1149"/>
                      <a:pt x="9150" y="1455"/>
                      <a:pt x="9227" y="1608"/>
                    </a:cubicBezTo>
                    <a:cubicBezTo>
                      <a:pt x="9877" y="3254"/>
                      <a:pt x="8308" y="5015"/>
                      <a:pt x="6585" y="4824"/>
                    </a:cubicBezTo>
                    <a:cubicBezTo>
                      <a:pt x="5513" y="4747"/>
                      <a:pt x="4211" y="4020"/>
                      <a:pt x="4097" y="2833"/>
                    </a:cubicBezTo>
                    <a:cubicBezTo>
                      <a:pt x="4020" y="2374"/>
                      <a:pt x="4135" y="1914"/>
                      <a:pt x="4211" y="1455"/>
                    </a:cubicBezTo>
                    <a:cubicBezTo>
                      <a:pt x="3790" y="1570"/>
                      <a:pt x="3331" y="1761"/>
                      <a:pt x="2910" y="1953"/>
                    </a:cubicBezTo>
                    <a:cubicBezTo>
                      <a:pt x="2336" y="2259"/>
                      <a:pt x="1761" y="2642"/>
                      <a:pt x="1264" y="3063"/>
                    </a:cubicBezTo>
                    <a:cubicBezTo>
                      <a:pt x="996" y="3293"/>
                      <a:pt x="766" y="3752"/>
                      <a:pt x="345" y="3637"/>
                    </a:cubicBezTo>
                    <a:cubicBezTo>
                      <a:pt x="0" y="3522"/>
                      <a:pt x="38" y="3025"/>
                      <a:pt x="383" y="2948"/>
                    </a:cubicBezTo>
                    <a:cubicBezTo>
                      <a:pt x="1914" y="1378"/>
                      <a:pt x="4058" y="536"/>
                      <a:pt x="6202" y="306"/>
                    </a:cubicBezTo>
                    <a:cubicBezTo>
                      <a:pt x="8346" y="0"/>
                      <a:pt x="10835" y="192"/>
                      <a:pt x="12442" y="18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42"/>
              <p:cNvSpPr/>
              <p:nvPr/>
            </p:nvSpPr>
            <p:spPr>
              <a:xfrm>
                <a:off x="3146725" y="2262650"/>
                <a:ext cx="293850" cy="147400"/>
              </a:xfrm>
              <a:custGeom>
                <a:avLst/>
                <a:gdLst/>
                <a:ahLst/>
                <a:cxnLst/>
                <a:rect l="l" t="t" r="r" b="b"/>
                <a:pathLst>
                  <a:path w="11754" h="5896" extrusionOk="0">
                    <a:moveTo>
                      <a:pt x="11600" y="1876"/>
                    </a:moveTo>
                    <a:cubicBezTo>
                      <a:pt x="11753" y="1991"/>
                      <a:pt x="11753" y="2221"/>
                      <a:pt x="11639" y="2374"/>
                    </a:cubicBezTo>
                    <a:cubicBezTo>
                      <a:pt x="11524" y="2527"/>
                      <a:pt x="11294" y="2527"/>
                      <a:pt x="11141" y="2412"/>
                    </a:cubicBezTo>
                    <a:cubicBezTo>
                      <a:pt x="10720" y="2106"/>
                      <a:pt x="10299" y="1800"/>
                      <a:pt x="9839" y="1570"/>
                    </a:cubicBezTo>
                    <a:cubicBezTo>
                      <a:pt x="9303" y="1302"/>
                      <a:pt x="8767" y="1110"/>
                      <a:pt x="8193" y="996"/>
                    </a:cubicBezTo>
                    <a:cubicBezTo>
                      <a:pt x="10375" y="2565"/>
                      <a:pt x="8308" y="5896"/>
                      <a:pt x="5666" y="5168"/>
                    </a:cubicBezTo>
                    <a:cubicBezTo>
                      <a:pt x="3829" y="4556"/>
                      <a:pt x="3369" y="2680"/>
                      <a:pt x="4365" y="1110"/>
                    </a:cubicBezTo>
                    <a:cubicBezTo>
                      <a:pt x="4288" y="1110"/>
                      <a:pt x="4250" y="1110"/>
                      <a:pt x="4212" y="1149"/>
                    </a:cubicBezTo>
                    <a:cubicBezTo>
                      <a:pt x="3484" y="1264"/>
                      <a:pt x="2757" y="1493"/>
                      <a:pt x="2106" y="1800"/>
                    </a:cubicBezTo>
                    <a:cubicBezTo>
                      <a:pt x="1647" y="2029"/>
                      <a:pt x="1225" y="2335"/>
                      <a:pt x="843" y="2642"/>
                    </a:cubicBezTo>
                    <a:cubicBezTo>
                      <a:pt x="651" y="2871"/>
                      <a:pt x="421" y="3063"/>
                      <a:pt x="153" y="2833"/>
                    </a:cubicBezTo>
                    <a:cubicBezTo>
                      <a:pt x="0" y="2680"/>
                      <a:pt x="0" y="2489"/>
                      <a:pt x="153" y="2335"/>
                    </a:cubicBezTo>
                    <a:cubicBezTo>
                      <a:pt x="613" y="1838"/>
                      <a:pt x="1187" y="1493"/>
                      <a:pt x="1800" y="1187"/>
                    </a:cubicBezTo>
                    <a:cubicBezTo>
                      <a:pt x="2833" y="651"/>
                      <a:pt x="3982" y="421"/>
                      <a:pt x="5092" y="268"/>
                    </a:cubicBezTo>
                    <a:cubicBezTo>
                      <a:pt x="6777" y="0"/>
                      <a:pt x="8538" y="153"/>
                      <a:pt x="10069" y="919"/>
                    </a:cubicBezTo>
                    <a:cubicBezTo>
                      <a:pt x="10605" y="1187"/>
                      <a:pt x="11103" y="1493"/>
                      <a:pt x="11600" y="18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42"/>
              <p:cNvSpPr/>
              <p:nvPr/>
            </p:nvSpPr>
            <p:spPr>
              <a:xfrm>
                <a:off x="2346600" y="2243500"/>
                <a:ext cx="174200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968" h="2413" extrusionOk="0">
                    <a:moveTo>
                      <a:pt x="306" y="2183"/>
                    </a:moveTo>
                    <a:cubicBezTo>
                      <a:pt x="0" y="1876"/>
                      <a:pt x="345" y="1608"/>
                      <a:pt x="613" y="1455"/>
                    </a:cubicBezTo>
                    <a:cubicBezTo>
                      <a:pt x="1072" y="1149"/>
                      <a:pt x="1570" y="881"/>
                      <a:pt x="2106" y="690"/>
                    </a:cubicBezTo>
                    <a:cubicBezTo>
                      <a:pt x="3331" y="269"/>
                      <a:pt x="4709" y="1"/>
                      <a:pt x="6011" y="115"/>
                    </a:cubicBezTo>
                    <a:cubicBezTo>
                      <a:pt x="6355" y="192"/>
                      <a:pt x="6968" y="115"/>
                      <a:pt x="6968" y="613"/>
                    </a:cubicBezTo>
                    <a:cubicBezTo>
                      <a:pt x="6929" y="804"/>
                      <a:pt x="6738" y="958"/>
                      <a:pt x="6547" y="919"/>
                    </a:cubicBezTo>
                    <a:cubicBezTo>
                      <a:pt x="6240" y="881"/>
                      <a:pt x="5972" y="804"/>
                      <a:pt x="5666" y="804"/>
                    </a:cubicBezTo>
                    <a:cubicBezTo>
                      <a:pt x="5015" y="766"/>
                      <a:pt x="4403" y="881"/>
                      <a:pt x="3790" y="958"/>
                    </a:cubicBezTo>
                    <a:cubicBezTo>
                      <a:pt x="2757" y="1187"/>
                      <a:pt x="1799" y="1494"/>
                      <a:pt x="919" y="2106"/>
                    </a:cubicBezTo>
                    <a:cubicBezTo>
                      <a:pt x="766" y="2259"/>
                      <a:pt x="498" y="2412"/>
                      <a:pt x="268" y="21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42"/>
              <p:cNvSpPr/>
              <p:nvPr/>
            </p:nvSpPr>
            <p:spPr>
              <a:xfrm>
                <a:off x="3232850" y="2203300"/>
                <a:ext cx="142650" cy="30650"/>
              </a:xfrm>
              <a:custGeom>
                <a:avLst/>
                <a:gdLst/>
                <a:ahLst/>
                <a:cxnLst/>
                <a:rect l="l" t="t" r="r" b="b"/>
                <a:pathLst>
                  <a:path w="5706" h="1226" extrusionOk="0">
                    <a:moveTo>
                      <a:pt x="575" y="1111"/>
                    </a:moveTo>
                    <a:cubicBezTo>
                      <a:pt x="499" y="1111"/>
                      <a:pt x="422" y="1034"/>
                      <a:pt x="384" y="958"/>
                    </a:cubicBezTo>
                    <a:cubicBezTo>
                      <a:pt x="1" y="154"/>
                      <a:pt x="2145" y="115"/>
                      <a:pt x="2604" y="77"/>
                    </a:cubicBezTo>
                    <a:cubicBezTo>
                      <a:pt x="3523" y="1"/>
                      <a:pt x="4442" y="115"/>
                      <a:pt x="5284" y="422"/>
                    </a:cubicBezTo>
                    <a:cubicBezTo>
                      <a:pt x="5705" y="575"/>
                      <a:pt x="5437" y="1226"/>
                      <a:pt x="5016" y="1073"/>
                    </a:cubicBezTo>
                    <a:cubicBezTo>
                      <a:pt x="3753" y="651"/>
                      <a:pt x="2374" y="690"/>
                      <a:pt x="1073" y="996"/>
                    </a:cubicBezTo>
                    <a:cubicBezTo>
                      <a:pt x="920" y="1034"/>
                      <a:pt x="767" y="1187"/>
                      <a:pt x="575" y="11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42"/>
              <p:cNvSpPr/>
              <p:nvPr/>
            </p:nvSpPr>
            <p:spPr>
              <a:xfrm>
                <a:off x="2396350" y="2404300"/>
                <a:ext cx="149350" cy="22975"/>
              </a:xfrm>
              <a:custGeom>
                <a:avLst/>
                <a:gdLst/>
                <a:ahLst/>
                <a:cxnLst/>
                <a:rect l="l" t="t" r="r" b="b"/>
                <a:pathLst>
                  <a:path w="5974" h="919" extrusionOk="0">
                    <a:moveTo>
                      <a:pt x="1073" y="842"/>
                    </a:moveTo>
                    <a:cubicBezTo>
                      <a:pt x="881" y="804"/>
                      <a:pt x="652" y="804"/>
                      <a:pt x="460" y="766"/>
                    </a:cubicBezTo>
                    <a:cubicBezTo>
                      <a:pt x="1" y="689"/>
                      <a:pt x="77" y="38"/>
                      <a:pt x="537" y="77"/>
                    </a:cubicBezTo>
                    <a:cubicBezTo>
                      <a:pt x="1839" y="192"/>
                      <a:pt x="3140" y="230"/>
                      <a:pt x="4442" y="153"/>
                    </a:cubicBezTo>
                    <a:cubicBezTo>
                      <a:pt x="4825" y="115"/>
                      <a:pt x="5169" y="77"/>
                      <a:pt x="5514" y="38"/>
                    </a:cubicBezTo>
                    <a:cubicBezTo>
                      <a:pt x="5705" y="0"/>
                      <a:pt x="5897" y="115"/>
                      <a:pt x="5935" y="306"/>
                    </a:cubicBezTo>
                    <a:cubicBezTo>
                      <a:pt x="5973" y="498"/>
                      <a:pt x="5820" y="689"/>
                      <a:pt x="5629" y="728"/>
                    </a:cubicBezTo>
                    <a:cubicBezTo>
                      <a:pt x="5246" y="804"/>
                      <a:pt x="4863" y="842"/>
                      <a:pt x="4480" y="842"/>
                    </a:cubicBezTo>
                    <a:cubicBezTo>
                      <a:pt x="3332" y="919"/>
                      <a:pt x="2221" y="881"/>
                      <a:pt x="1073" y="8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42"/>
              <p:cNvSpPr/>
              <p:nvPr/>
            </p:nvSpPr>
            <p:spPr>
              <a:xfrm>
                <a:off x="3237650" y="2374625"/>
                <a:ext cx="118700" cy="25875"/>
              </a:xfrm>
              <a:custGeom>
                <a:avLst/>
                <a:gdLst/>
                <a:ahLst/>
                <a:cxnLst/>
                <a:rect l="l" t="t" r="r" b="b"/>
                <a:pathLst>
                  <a:path w="4748" h="1035" extrusionOk="0">
                    <a:moveTo>
                      <a:pt x="1761" y="996"/>
                    </a:moveTo>
                    <a:cubicBezTo>
                      <a:pt x="1302" y="919"/>
                      <a:pt x="153" y="1034"/>
                      <a:pt x="39" y="460"/>
                    </a:cubicBezTo>
                    <a:cubicBezTo>
                      <a:pt x="0" y="268"/>
                      <a:pt x="153" y="77"/>
                      <a:pt x="345" y="39"/>
                    </a:cubicBezTo>
                    <a:cubicBezTo>
                      <a:pt x="460" y="39"/>
                      <a:pt x="536" y="77"/>
                      <a:pt x="651" y="154"/>
                    </a:cubicBezTo>
                    <a:cubicBezTo>
                      <a:pt x="1302" y="307"/>
                      <a:pt x="2029" y="268"/>
                      <a:pt x="2718" y="230"/>
                    </a:cubicBezTo>
                    <a:cubicBezTo>
                      <a:pt x="3216" y="192"/>
                      <a:pt x="3676" y="154"/>
                      <a:pt x="4135" y="77"/>
                    </a:cubicBezTo>
                    <a:cubicBezTo>
                      <a:pt x="4365" y="0"/>
                      <a:pt x="4633" y="39"/>
                      <a:pt x="4709" y="268"/>
                    </a:cubicBezTo>
                    <a:cubicBezTo>
                      <a:pt x="4748" y="460"/>
                      <a:pt x="4633" y="689"/>
                      <a:pt x="4441" y="728"/>
                    </a:cubicBezTo>
                    <a:cubicBezTo>
                      <a:pt x="3561" y="919"/>
                      <a:pt x="2642" y="996"/>
                      <a:pt x="1761" y="9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42"/>
              <p:cNvSpPr/>
              <p:nvPr/>
            </p:nvSpPr>
            <p:spPr>
              <a:xfrm>
                <a:off x="2158050" y="1436675"/>
                <a:ext cx="326375" cy="946575"/>
              </a:xfrm>
              <a:custGeom>
                <a:avLst/>
                <a:gdLst/>
                <a:ahLst/>
                <a:cxnLst/>
                <a:rect l="l" t="t" r="r" b="b"/>
                <a:pathLst>
                  <a:path w="13055" h="37863" extrusionOk="0">
                    <a:moveTo>
                      <a:pt x="498" y="37863"/>
                    </a:moveTo>
                    <a:cubicBezTo>
                      <a:pt x="153" y="37863"/>
                      <a:pt x="0" y="37404"/>
                      <a:pt x="268" y="37212"/>
                    </a:cubicBezTo>
                    <a:cubicBezTo>
                      <a:pt x="345" y="37174"/>
                      <a:pt x="383" y="37174"/>
                      <a:pt x="460" y="37136"/>
                    </a:cubicBezTo>
                    <a:cubicBezTo>
                      <a:pt x="957" y="36676"/>
                      <a:pt x="1187" y="36025"/>
                      <a:pt x="1225" y="35374"/>
                    </a:cubicBezTo>
                    <a:lnTo>
                      <a:pt x="1225" y="35413"/>
                    </a:lnTo>
                    <a:lnTo>
                      <a:pt x="1225" y="35413"/>
                    </a:lnTo>
                    <a:cubicBezTo>
                      <a:pt x="1264" y="35221"/>
                      <a:pt x="1264" y="35030"/>
                      <a:pt x="1225" y="34839"/>
                    </a:cubicBezTo>
                    <a:cubicBezTo>
                      <a:pt x="1187" y="34303"/>
                      <a:pt x="1340" y="33805"/>
                      <a:pt x="1378" y="33307"/>
                    </a:cubicBezTo>
                    <a:cubicBezTo>
                      <a:pt x="1455" y="32580"/>
                      <a:pt x="1417" y="31852"/>
                      <a:pt x="1225" y="31163"/>
                    </a:cubicBezTo>
                    <a:cubicBezTo>
                      <a:pt x="1225" y="30780"/>
                      <a:pt x="1340" y="30398"/>
                      <a:pt x="1378" y="30015"/>
                    </a:cubicBezTo>
                    <a:cubicBezTo>
                      <a:pt x="1417" y="29670"/>
                      <a:pt x="1378" y="29326"/>
                      <a:pt x="1340" y="28981"/>
                    </a:cubicBezTo>
                    <a:cubicBezTo>
                      <a:pt x="1378" y="27986"/>
                      <a:pt x="1455" y="26990"/>
                      <a:pt x="1340" y="25957"/>
                    </a:cubicBezTo>
                    <a:cubicBezTo>
                      <a:pt x="1302" y="25536"/>
                      <a:pt x="1493" y="25153"/>
                      <a:pt x="1532" y="24770"/>
                    </a:cubicBezTo>
                    <a:cubicBezTo>
                      <a:pt x="1608" y="24234"/>
                      <a:pt x="1493" y="23698"/>
                      <a:pt x="1532" y="23200"/>
                    </a:cubicBezTo>
                    <a:cubicBezTo>
                      <a:pt x="1646" y="22894"/>
                      <a:pt x="1838" y="22626"/>
                      <a:pt x="1914" y="22320"/>
                    </a:cubicBezTo>
                    <a:cubicBezTo>
                      <a:pt x="2106" y="21899"/>
                      <a:pt x="2144" y="21439"/>
                      <a:pt x="2144" y="20980"/>
                    </a:cubicBezTo>
                    <a:cubicBezTo>
                      <a:pt x="2106" y="20444"/>
                      <a:pt x="2029" y="19908"/>
                      <a:pt x="1800" y="19448"/>
                    </a:cubicBezTo>
                    <a:cubicBezTo>
                      <a:pt x="1685" y="19180"/>
                      <a:pt x="1800" y="18836"/>
                      <a:pt x="1914" y="18606"/>
                    </a:cubicBezTo>
                    <a:cubicBezTo>
                      <a:pt x="2106" y="18032"/>
                      <a:pt x="2221" y="17381"/>
                      <a:pt x="2221" y="16769"/>
                    </a:cubicBezTo>
                    <a:cubicBezTo>
                      <a:pt x="2221" y="16348"/>
                      <a:pt x="2106" y="15965"/>
                      <a:pt x="2068" y="15544"/>
                    </a:cubicBezTo>
                    <a:cubicBezTo>
                      <a:pt x="2068" y="15314"/>
                      <a:pt x="2144" y="15084"/>
                      <a:pt x="2221" y="14893"/>
                    </a:cubicBezTo>
                    <a:cubicBezTo>
                      <a:pt x="2412" y="14395"/>
                      <a:pt x="2565" y="13936"/>
                      <a:pt x="2604" y="13400"/>
                    </a:cubicBezTo>
                    <a:cubicBezTo>
                      <a:pt x="2642" y="13055"/>
                      <a:pt x="2642" y="12711"/>
                      <a:pt x="2604" y="12404"/>
                    </a:cubicBezTo>
                    <a:cubicBezTo>
                      <a:pt x="2565" y="12021"/>
                      <a:pt x="2297" y="11562"/>
                      <a:pt x="2604" y="11217"/>
                    </a:cubicBezTo>
                    <a:cubicBezTo>
                      <a:pt x="3101" y="10490"/>
                      <a:pt x="3139" y="9533"/>
                      <a:pt x="2986" y="8691"/>
                    </a:cubicBezTo>
                    <a:cubicBezTo>
                      <a:pt x="2872" y="8423"/>
                      <a:pt x="2872" y="8078"/>
                      <a:pt x="3178" y="7963"/>
                    </a:cubicBezTo>
                    <a:cubicBezTo>
                      <a:pt x="3369" y="7887"/>
                      <a:pt x="3599" y="8040"/>
                      <a:pt x="3790" y="7963"/>
                    </a:cubicBezTo>
                    <a:cubicBezTo>
                      <a:pt x="4824" y="7619"/>
                      <a:pt x="5245" y="6509"/>
                      <a:pt x="5437" y="5513"/>
                    </a:cubicBezTo>
                    <a:cubicBezTo>
                      <a:pt x="5475" y="5322"/>
                      <a:pt x="5398" y="5130"/>
                      <a:pt x="5513" y="4977"/>
                    </a:cubicBezTo>
                    <a:cubicBezTo>
                      <a:pt x="5551" y="4862"/>
                      <a:pt x="5666" y="4824"/>
                      <a:pt x="5819" y="4824"/>
                    </a:cubicBezTo>
                    <a:cubicBezTo>
                      <a:pt x="6776" y="5207"/>
                      <a:pt x="7657" y="4709"/>
                      <a:pt x="8231" y="3905"/>
                    </a:cubicBezTo>
                    <a:cubicBezTo>
                      <a:pt x="8576" y="3369"/>
                      <a:pt x="8997" y="2795"/>
                      <a:pt x="8997" y="2144"/>
                    </a:cubicBezTo>
                    <a:cubicBezTo>
                      <a:pt x="8614" y="1570"/>
                      <a:pt x="9456" y="1111"/>
                      <a:pt x="9686" y="1800"/>
                    </a:cubicBezTo>
                    <a:cubicBezTo>
                      <a:pt x="10107" y="2106"/>
                      <a:pt x="10643" y="1876"/>
                      <a:pt x="11026" y="1647"/>
                    </a:cubicBezTo>
                    <a:cubicBezTo>
                      <a:pt x="11524" y="1302"/>
                      <a:pt x="11792" y="766"/>
                      <a:pt x="12098" y="230"/>
                    </a:cubicBezTo>
                    <a:cubicBezTo>
                      <a:pt x="12174" y="77"/>
                      <a:pt x="12366" y="0"/>
                      <a:pt x="12557" y="77"/>
                    </a:cubicBezTo>
                    <a:cubicBezTo>
                      <a:pt x="13055" y="345"/>
                      <a:pt x="12481" y="919"/>
                      <a:pt x="12328" y="1264"/>
                    </a:cubicBezTo>
                    <a:cubicBezTo>
                      <a:pt x="11830" y="2183"/>
                      <a:pt x="10720" y="2872"/>
                      <a:pt x="9686" y="2604"/>
                    </a:cubicBezTo>
                    <a:cubicBezTo>
                      <a:pt x="9571" y="3178"/>
                      <a:pt x="9227" y="3714"/>
                      <a:pt x="8882" y="4173"/>
                    </a:cubicBezTo>
                    <a:cubicBezTo>
                      <a:pt x="8308" y="5092"/>
                      <a:pt x="7274" y="5781"/>
                      <a:pt x="6126" y="5628"/>
                    </a:cubicBezTo>
                    <a:cubicBezTo>
                      <a:pt x="5934" y="6968"/>
                      <a:pt x="5169" y="8499"/>
                      <a:pt x="3714" y="8691"/>
                    </a:cubicBezTo>
                    <a:cubicBezTo>
                      <a:pt x="3867" y="9686"/>
                      <a:pt x="3790" y="10835"/>
                      <a:pt x="3178" y="11639"/>
                    </a:cubicBezTo>
                    <a:cubicBezTo>
                      <a:pt x="3561" y="12902"/>
                      <a:pt x="3293" y="14242"/>
                      <a:pt x="2795" y="15429"/>
                    </a:cubicBezTo>
                    <a:cubicBezTo>
                      <a:pt x="2795" y="15735"/>
                      <a:pt x="2910" y="16080"/>
                      <a:pt x="2910" y="16424"/>
                    </a:cubicBezTo>
                    <a:cubicBezTo>
                      <a:pt x="2986" y="17266"/>
                      <a:pt x="2833" y="18070"/>
                      <a:pt x="2565" y="18836"/>
                    </a:cubicBezTo>
                    <a:cubicBezTo>
                      <a:pt x="2565" y="18951"/>
                      <a:pt x="2450" y="19066"/>
                      <a:pt x="2489" y="19180"/>
                    </a:cubicBezTo>
                    <a:cubicBezTo>
                      <a:pt x="2604" y="19487"/>
                      <a:pt x="2718" y="19831"/>
                      <a:pt x="2757" y="20176"/>
                    </a:cubicBezTo>
                    <a:cubicBezTo>
                      <a:pt x="2910" y="20865"/>
                      <a:pt x="2910" y="21631"/>
                      <a:pt x="2680" y="22320"/>
                    </a:cubicBezTo>
                    <a:cubicBezTo>
                      <a:pt x="2604" y="22664"/>
                      <a:pt x="2412" y="23009"/>
                      <a:pt x="2259" y="23353"/>
                    </a:cubicBezTo>
                    <a:cubicBezTo>
                      <a:pt x="2259" y="23736"/>
                      <a:pt x="2297" y="24157"/>
                      <a:pt x="2259" y="24540"/>
                    </a:cubicBezTo>
                    <a:cubicBezTo>
                      <a:pt x="2259" y="24961"/>
                      <a:pt x="2144" y="25382"/>
                      <a:pt x="2068" y="25804"/>
                    </a:cubicBezTo>
                    <a:cubicBezTo>
                      <a:pt x="2068" y="26340"/>
                      <a:pt x="2144" y="26914"/>
                      <a:pt x="2106" y="27450"/>
                    </a:cubicBezTo>
                    <a:cubicBezTo>
                      <a:pt x="2144" y="28101"/>
                      <a:pt x="1991" y="28751"/>
                      <a:pt x="2106" y="29402"/>
                    </a:cubicBezTo>
                    <a:cubicBezTo>
                      <a:pt x="2144" y="29938"/>
                      <a:pt x="1991" y="30512"/>
                      <a:pt x="1953" y="31048"/>
                    </a:cubicBezTo>
                    <a:cubicBezTo>
                      <a:pt x="2221" y="32197"/>
                      <a:pt x="2144" y="33345"/>
                      <a:pt x="1914" y="34494"/>
                    </a:cubicBezTo>
                    <a:cubicBezTo>
                      <a:pt x="1914" y="34724"/>
                      <a:pt x="1953" y="34992"/>
                      <a:pt x="1953" y="35260"/>
                    </a:cubicBezTo>
                    <a:cubicBezTo>
                      <a:pt x="1914" y="35796"/>
                      <a:pt x="1800" y="36293"/>
                      <a:pt x="1570" y="36791"/>
                    </a:cubicBezTo>
                    <a:cubicBezTo>
                      <a:pt x="1493" y="36982"/>
                      <a:pt x="1378" y="37136"/>
                      <a:pt x="1225" y="37327"/>
                    </a:cubicBezTo>
                    <a:cubicBezTo>
                      <a:pt x="1034" y="37557"/>
                      <a:pt x="804" y="37863"/>
                      <a:pt x="498" y="37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42"/>
              <p:cNvSpPr/>
              <p:nvPr/>
            </p:nvSpPr>
            <p:spPr>
              <a:xfrm>
                <a:off x="2451875" y="1288325"/>
                <a:ext cx="610650" cy="182825"/>
              </a:xfrm>
              <a:custGeom>
                <a:avLst/>
                <a:gdLst/>
                <a:ahLst/>
                <a:cxnLst/>
                <a:rect l="l" t="t" r="r" b="b"/>
                <a:pathLst>
                  <a:path w="24426" h="7313" extrusionOk="0">
                    <a:moveTo>
                      <a:pt x="2489" y="7083"/>
                    </a:moveTo>
                    <a:cubicBezTo>
                      <a:pt x="1723" y="7006"/>
                      <a:pt x="1072" y="6509"/>
                      <a:pt x="575" y="5973"/>
                    </a:cubicBezTo>
                    <a:cubicBezTo>
                      <a:pt x="345" y="5743"/>
                      <a:pt x="115" y="5437"/>
                      <a:pt x="39" y="5130"/>
                    </a:cubicBezTo>
                    <a:cubicBezTo>
                      <a:pt x="0" y="4709"/>
                      <a:pt x="613" y="4594"/>
                      <a:pt x="728" y="4977"/>
                    </a:cubicBezTo>
                    <a:cubicBezTo>
                      <a:pt x="1340" y="6126"/>
                      <a:pt x="2757" y="6815"/>
                      <a:pt x="3944" y="6126"/>
                    </a:cubicBezTo>
                    <a:cubicBezTo>
                      <a:pt x="4480" y="5743"/>
                      <a:pt x="4824" y="4977"/>
                      <a:pt x="4901" y="4326"/>
                    </a:cubicBezTo>
                    <a:cubicBezTo>
                      <a:pt x="4250" y="3637"/>
                      <a:pt x="5322" y="3101"/>
                      <a:pt x="5551" y="3982"/>
                    </a:cubicBezTo>
                    <a:cubicBezTo>
                      <a:pt x="6011" y="4250"/>
                      <a:pt x="6585" y="4403"/>
                      <a:pt x="7121" y="4326"/>
                    </a:cubicBezTo>
                    <a:cubicBezTo>
                      <a:pt x="7849" y="4135"/>
                      <a:pt x="8576" y="3752"/>
                      <a:pt x="9112" y="3216"/>
                    </a:cubicBezTo>
                    <a:cubicBezTo>
                      <a:pt x="9188" y="3101"/>
                      <a:pt x="9303" y="2987"/>
                      <a:pt x="9342" y="2833"/>
                    </a:cubicBezTo>
                    <a:cubicBezTo>
                      <a:pt x="9380" y="2680"/>
                      <a:pt x="9456" y="2565"/>
                      <a:pt x="9610" y="2489"/>
                    </a:cubicBezTo>
                    <a:cubicBezTo>
                      <a:pt x="9839" y="2412"/>
                      <a:pt x="10069" y="2565"/>
                      <a:pt x="10299" y="2565"/>
                    </a:cubicBezTo>
                    <a:cubicBezTo>
                      <a:pt x="10988" y="2604"/>
                      <a:pt x="11639" y="2259"/>
                      <a:pt x="12213" y="1953"/>
                    </a:cubicBezTo>
                    <a:cubicBezTo>
                      <a:pt x="12711" y="1876"/>
                      <a:pt x="12825" y="2489"/>
                      <a:pt x="13170" y="2680"/>
                    </a:cubicBezTo>
                    <a:cubicBezTo>
                      <a:pt x="13897" y="3255"/>
                      <a:pt x="14931" y="3025"/>
                      <a:pt x="15658" y="2489"/>
                    </a:cubicBezTo>
                    <a:cubicBezTo>
                      <a:pt x="16118" y="2068"/>
                      <a:pt x="16539" y="1532"/>
                      <a:pt x="16807" y="957"/>
                    </a:cubicBezTo>
                    <a:cubicBezTo>
                      <a:pt x="16654" y="0"/>
                      <a:pt x="17841" y="77"/>
                      <a:pt x="17534" y="1034"/>
                    </a:cubicBezTo>
                    <a:cubicBezTo>
                      <a:pt x="17994" y="1876"/>
                      <a:pt x="19257" y="1800"/>
                      <a:pt x="20099" y="1608"/>
                    </a:cubicBezTo>
                    <a:cubicBezTo>
                      <a:pt x="20291" y="1570"/>
                      <a:pt x="20520" y="1493"/>
                      <a:pt x="20674" y="1379"/>
                    </a:cubicBezTo>
                    <a:cubicBezTo>
                      <a:pt x="20865" y="1225"/>
                      <a:pt x="21056" y="1111"/>
                      <a:pt x="21286" y="1187"/>
                    </a:cubicBezTo>
                    <a:cubicBezTo>
                      <a:pt x="21439" y="1264"/>
                      <a:pt x="21554" y="1417"/>
                      <a:pt x="21669" y="1532"/>
                    </a:cubicBezTo>
                    <a:cubicBezTo>
                      <a:pt x="21784" y="1685"/>
                      <a:pt x="21937" y="1800"/>
                      <a:pt x="22090" y="1876"/>
                    </a:cubicBezTo>
                    <a:cubicBezTo>
                      <a:pt x="22741" y="2106"/>
                      <a:pt x="23430" y="2068"/>
                      <a:pt x="24081" y="2106"/>
                    </a:cubicBezTo>
                    <a:cubicBezTo>
                      <a:pt x="24272" y="2106"/>
                      <a:pt x="24425" y="2259"/>
                      <a:pt x="24425" y="2451"/>
                    </a:cubicBezTo>
                    <a:cubicBezTo>
                      <a:pt x="24425" y="2680"/>
                      <a:pt x="24234" y="2795"/>
                      <a:pt x="24043" y="2795"/>
                    </a:cubicBezTo>
                    <a:cubicBezTo>
                      <a:pt x="23621" y="2795"/>
                      <a:pt x="23200" y="2795"/>
                      <a:pt x="22779" y="2757"/>
                    </a:cubicBezTo>
                    <a:cubicBezTo>
                      <a:pt x="22128" y="2719"/>
                      <a:pt x="21478" y="2489"/>
                      <a:pt x="21095" y="1953"/>
                    </a:cubicBezTo>
                    <a:cubicBezTo>
                      <a:pt x="19946" y="2604"/>
                      <a:pt x="18185" y="2719"/>
                      <a:pt x="17190" y="1761"/>
                    </a:cubicBezTo>
                    <a:cubicBezTo>
                      <a:pt x="16883" y="2221"/>
                      <a:pt x="16539" y="2642"/>
                      <a:pt x="16156" y="2987"/>
                    </a:cubicBezTo>
                    <a:cubicBezTo>
                      <a:pt x="14969" y="3982"/>
                      <a:pt x="13208" y="4058"/>
                      <a:pt x="12251" y="2757"/>
                    </a:cubicBezTo>
                    <a:cubicBezTo>
                      <a:pt x="11562" y="3101"/>
                      <a:pt x="10720" y="3408"/>
                      <a:pt x="9954" y="3216"/>
                    </a:cubicBezTo>
                    <a:cubicBezTo>
                      <a:pt x="9571" y="3867"/>
                      <a:pt x="8959" y="4288"/>
                      <a:pt x="8308" y="4633"/>
                    </a:cubicBezTo>
                    <a:cubicBezTo>
                      <a:pt x="7427" y="5130"/>
                      <a:pt x="6470" y="5169"/>
                      <a:pt x="5551" y="4786"/>
                    </a:cubicBezTo>
                    <a:cubicBezTo>
                      <a:pt x="5169" y="6279"/>
                      <a:pt x="4097" y="7313"/>
                      <a:pt x="2489" y="70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42"/>
              <p:cNvSpPr/>
              <p:nvPr/>
            </p:nvSpPr>
            <p:spPr>
              <a:xfrm>
                <a:off x="3045275" y="1318000"/>
                <a:ext cx="549400" cy="456550"/>
              </a:xfrm>
              <a:custGeom>
                <a:avLst/>
                <a:gdLst/>
                <a:ahLst/>
                <a:cxnLst/>
                <a:rect l="l" t="t" r="r" b="b"/>
                <a:pathLst>
                  <a:path w="21976" h="18262" extrusionOk="0">
                    <a:moveTo>
                      <a:pt x="21056" y="17917"/>
                    </a:moveTo>
                    <a:cubicBezTo>
                      <a:pt x="20482" y="17228"/>
                      <a:pt x="20214" y="16194"/>
                      <a:pt x="20674" y="15390"/>
                    </a:cubicBezTo>
                    <a:cubicBezTo>
                      <a:pt x="20138" y="15199"/>
                      <a:pt x="19755" y="14778"/>
                      <a:pt x="19410" y="14357"/>
                    </a:cubicBezTo>
                    <a:cubicBezTo>
                      <a:pt x="18951" y="13821"/>
                      <a:pt x="18798" y="13093"/>
                      <a:pt x="19066" y="12442"/>
                    </a:cubicBezTo>
                    <a:cubicBezTo>
                      <a:pt x="17955" y="12098"/>
                      <a:pt x="17343" y="10949"/>
                      <a:pt x="17151" y="9877"/>
                    </a:cubicBezTo>
                    <a:cubicBezTo>
                      <a:pt x="17113" y="9380"/>
                      <a:pt x="17228" y="8920"/>
                      <a:pt x="17305" y="8423"/>
                    </a:cubicBezTo>
                    <a:cubicBezTo>
                      <a:pt x="16615" y="8308"/>
                      <a:pt x="15888" y="8040"/>
                      <a:pt x="15352" y="7580"/>
                    </a:cubicBezTo>
                    <a:cubicBezTo>
                      <a:pt x="13974" y="8040"/>
                      <a:pt x="12710" y="6662"/>
                      <a:pt x="12557" y="5360"/>
                    </a:cubicBezTo>
                    <a:cubicBezTo>
                      <a:pt x="11447" y="5590"/>
                      <a:pt x="9992" y="5283"/>
                      <a:pt x="9456" y="4173"/>
                    </a:cubicBezTo>
                    <a:cubicBezTo>
                      <a:pt x="8920" y="4441"/>
                      <a:pt x="8308" y="4556"/>
                      <a:pt x="7695" y="4518"/>
                    </a:cubicBezTo>
                    <a:cubicBezTo>
                      <a:pt x="6432" y="4365"/>
                      <a:pt x="5207" y="3522"/>
                      <a:pt x="4633" y="2374"/>
                    </a:cubicBezTo>
                    <a:cubicBezTo>
                      <a:pt x="3982" y="2833"/>
                      <a:pt x="3140" y="2948"/>
                      <a:pt x="2374" y="2642"/>
                    </a:cubicBezTo>
                    <a:cubicBezTo>
                      <a:pt x="1761" y="2450"/>
                      <a:pt x="1187" y="2144"/>
                      <a:pt x="766" y="1646"/>
                    </a:cubicBezTo>
                    <a:cubicBezTo>
                      <a:pt x="421" y="1264"/>
                      <a:pt x="0" y="192"/>
                      <a:pt x="689" y="38"/>
                    </a:cubicBezTo>
                    <a:cubicBezTo>
                      <a:pt x="881" y="0"/>
                      <a:pt x="1072" y="153"/>
                      <a:pt x="1072" y="345"/>
                    </a:cubicBezTo>
                    <a:cubicBezTo>
                      <a:pt x="1111" y="498"/>
                      <a:pt x="996" y="613"/>
                      <a:pt x="1072" y="766"/>
                    </a:cubicBezTo>
                    <a:cubicBezTo>
                      <a:pt x="1378" y="1532"/>
                      <a:pt x="2221" y="1838"/>
                      <a:pt x="2948" y="2068"/>
                    </a:cubicBezTo>
                    <a:cubicBezTo>
                      <a:pt x="3446" y="2182"/>
                      <a:pt x="4020" y="1991"/>
                      <a:pt x="4403" y="1646"/>
                    </a:cubicBezTo>
                    <a:cubicBezTo>
                      <a:pt x="4518" y="1378"/>
                      <a:pt x="4901" y="1302"/>
                      <a:pt x="5092" y="1570"/>
                    </a:cubicBezTo>
                    <a:cubicBezTo>
                      <a:pt x="5322" y="2450"/>
                      <a:pt x="5973" y="3101"/>
                      <a:pt x="6777" y="3522"/>
                    </a:cubicBezTo>
                    <a:cubicBezTo>
                      <a:pt x="7542" y="3943"/>
                      <a:pt x="8499" y="3905"/>
                      <a:pt x="9265" y="3484"/>
                    </a:cubicBezTo>
                    <a:cubicBezTo>
                      <a:pt x="9303" y="3446"/>
                      <a:pt x="9303" y="3369"/>
                      <a:pt x="9342" y="3293"/>
                    </a:cubicBezTo>
                    <a:cubicBezTo>
                      <a:pt x="9495" y="3025"/>
                      <a:pt x="9916" y="3101"/>
                      <a:pt x="9992" y="3407"/>
                    </a:cubicBezTo>
                    <a:cubicBezTo>
                      <a:pt x="9954" y="4441"/>
                      <a:pt x="11217" y="4786"/>
                      <a:pt x="12060" y="4709"/>
                    </a:cubicBezTo>
                    <a:cubicBezTo>
                      <a:pt x="12328" y="4747"/>
                      <a:pt x="12557" y="4556"/>
                      <a:pt x="12825" y="4556"/>
                    </a:cubicBezTo>
                    <a:cubicBezTo>
                      <a:pt x="12978" y="4556"/>
                      <a:pt x="13132" y="4633"/>
                      <a:pt x="13208" y="4747"/>
                    </a:cubicBezTo>
                    <a:cubicBezTo>
                      <a:pt x="13285" y="4939"/>
                      <a:pt x="13246" y="5130"/>
                      <a:pt x="13285" y="5322"/>
                    </a:cubicBezTo>
                    <a:cubicBezTo>
                      <a:pt x="13361" y="5704"/>
                      <a:pt x="13514" y="6049"/>
                      <a:pt x="13744" y="6317"/>
                    </a:cubicBezTo>
                    <a:cubicBezTo>
                      <a:pt x="14089" y="6776"/>
                      <a:pt x="14816" y="7236"/>
                      <a:pt x="15314" y="6776"/>
                    </a:cubicBezTo>
                    <a:cubicBezTo>
                      <a:pt x="15505" y="6662"/>
                      <a:pt x="15811" y="6776"/>
                      <a:pt x="15850" y="7006"/>
                    </a:cubicBezTo>
                    <a:cubicBezTo>
                      <a:pt x="16156" y="7389"/>
                      <a:pt x="16730" y="7542"/>
                      <a:pt x="17190" y="7695"/>
                    </a:cubicBezTo>
                    <a:cubicBezTo>
                      <a:pt x="17496" y="7772"/>
                      <a:pt x="17879" y="7695"/>
                      <a:pt x="18032" y="8001"/>
                    </a:cubicBezTo>
                    <a:cubicBezTo>
                      <a:pt x="18147" y="8231"/>
                      <a:pt x="18070" y="8461"/>
                      <a:pt x="17994" y="8691"/>
                    </a:cubicBezTo>
                    <a:cubicBezTo>
                      <a:pt x="17955" y="8920"/>
                      <a:pt x="17917" y="9188"/>
                      <a:pt x="17879" y="9418"/>
                    </a:cubicBezTo>
                    <a:cubicBezTo>
                      <a:pt x="17802" y="10145"/>
                      <a:pt x="18223" y="11102"/>
                      <a:pt x="18798" y="11524"/>
                    </a:cubicBezTo>
                    <a:cubicBezTo>
                      <a:pt x="19027" y="11677"/>
                      <a:pt x="19257" y="11792"/>
                      <a:pt x="19487" y="11830"/>
                    </a:cubicBezTo>
                    <a:cubicBezTo>
                      <a:pt x="19602" y="11830"/>
                      <a:pt x="19716" y="11868"/>
                      <a:pt x="19831" y="11945"/>
                    </a:cubicBezTo>
                    <a:cubicBezTo>
                      <a:pt x="19984" y="12136"/>
                      <a:pt x="19870" y="12404"/>
                      <a:pt x="19755" y="12596"/>
                    </a:cubicBezTo>
                    <a:cubicBezTo>
                      <a:pt x="19716" y="12710"/>
                      <a:pt x="19678" y="12864"/>
                      <a:pt x="19678" y="13055"/>
                    </a:cubicBezTo>
                    <a:cubicBezTo>
                      <a:pt x="19563" y="13706"/>
                      <a:pt x="20520" y="14701"/>
                      <a:pt x="21133" y="14778"/>
                    </a:cubicBezTo>
                    <a:cubicBezTo>
                      <a:pt x="21592" y="14510"/>
                      <a:pt x="21975" y="15161"/>
                      <a:pt x="21516" y="15429"/>
                    </a:cubicBezTo>
                    <a:cubicBezTo>
                      <a:pt x="21171" y="15811"/>
                      <a:pt x="21056" y="16309"/>
                      <a:pt x="21209" y="16807"/>
                    </a:cubicBezTo>
                    <a:cubicBezTo>
                      <a:pt x="21324" y="17036"/>
                      <a:pt x="21401" y="17266"/>
                      <a:pt x="21554" y="17458"/>
                    </a:cubicBezTo>
                    <a:cubicBezTo>
                      <a:pt x="21860" y="17802"/>
                      <a:pt x="21363" y="18262"/>
                      <a:pt x="21056" y="179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Google Shape;2138;p42"/>
              <p:cNvSpPr/>
              <p:nvPr/>
            </p:nvSpPr>
            <p:spPr>
              <a:xfrm>
                <a:off x="3564025" y="1745825"/>
                <a:ext cx="63175" cy="630725"/>
              </a:xfrm>
              <a:custGeom>
                <a:avLst/>
                <a:gdLst/>
                <a:ahLst/>
                <a:cxnLst/>
                <a:rect l="l" t="t" r="r" b="b"/>
                <a:pathLst>
                  <a:path w="2527" h="25229" extrusionOk="0">
                    <a:moveTo>
                      <a:pt x="1723" y="24770"/>
                    </a:moveTo>
                    <a:cubicBezTo>
                      <a:pt x="1570" y="24234"/>
                      <a:pt x="1187" y="23774"/>
                      <a:pt x="957" y="23238"/>
                    </a:cubicBezTo>
                    <a:cubicBezTo>
                      <a:pt x="651" y="22358"/>
                      <a:pt x="613" y="21362"/>
                      <a:pt x="995" y="20520"/>
                    </a:cubicBezTo>
                    <a:cubicBezTo>
                      <a:pt x="766" y="19754"/>
                      <a:pt x="804" y="18874"/>
                      <a:pt x="1187" y="18185"/>
                    </a:cubicBezTo>
                    <a:cubicBezTo>
                      <a:pt x="842" y="17381"/>
                      <a:pt x="957" y="16462"/>
                      <a:pt x="1110" y="15658"/>
                    </a:cubicBezTo>
                    <a:cubicBezTo>
                      <a:pt x="1187" y="15313"/>
                      <a:pt x="1263" y="14969"/>
                      <a:pt x="1263" y="14624"/>
                    </a:cubicBezTo>
                    <a:cubicBezTo>
                      <a:pt x="1187" y="14471"/>
                      <a:pt x="1110" y="14318"/>
                      <a:pt x="1034" y="14165"/>
                    </a:cubicBezTo>
                    <a:cubicBezTo>
                      <a:pt x="613" y="13055"/>
                      <a:pt x="919" y="11868"/>
                      <a:pt x="1110" y="10758"/>
                    </a:cubicBezTo>
                    <a:cubicBezTo>
                      <a:pt x="1149" y="10490"/>
                      <a:pt x="1072" y="10222"/>
                      <a:pt x="995" y="9992"/>
                    </a:cubicBezTo>
                    <a:cubicBezTo>
                      <a:pt x="881" y="9533"/>
                      <a:pt x="804" y="9073"/>
                      <a:pt x="804" y="8614"/>
                    </a:cubicBezTo>
                    <a:cubicBezTo>
                      <a:pt x="766" y="8269"/>
                      <a:pt x="804" y="7925"/>
                      <a:pt x="842" y="7618"/>
                    </a:cubicBezTo>
                    <a:cubicBezTo>
                      <a:pt x="881" y="7197"/>
                      <a:pt x="1110" y="6814"/>
                      <a:pt x="1110" y="6393"/>
                    </a:cubicBezTo>
                    <a:cubicBezTo>
                      <a:pt x="881" y="5781"/>
                      <a:pt x="536" y="5168"/>
                      <a:pt x="536" y="4479"/>
                    </a:cubicBezTo>
                    <a:cubicBezTo>
                      <a:pt x="536" y="4058"/>
                      <a:pt x="727" y="3675"/>
                      <a:pt x="766" y="3254"/>
                    </a:cubicBezTo>
                    <a:cubicBezTo>
                      <a:pt x="766" y="3063"/>
                      <a:pt x="536" y="2986"/>
                      <a:pt x="459" y="2833"/>
                    </a:cubicBezTo>
                    <a:cubicBezTo>
                      <a:pt x="191" y="2527"/>
                      <a:pt x="0" y="2144"/>
                      <a:pt x="38" y="1723"/>
                    </a:cubicBezTo>
                    <a:cubicBezTo>
                      <a:pt x="115" y="1110"/>
                      <a:pt x="689" y="38"/>
                      <a:pt x="1378" y="0"/>
                    </a:cubicBezTo>
                    <a:cubicBezTo>
                      <a:pt x="1838" y="38"/>
                      <a:pt x="1838" y="689"/>
                      <a:pt x="1378" y="727"/>
                    </a:cubicBezTo>
                    <a:cubicBezTo>
                      <a:pt x="1034" y="995"/>
                      <a:pt x="651" y="1570"/>
                      <a:pt x="804" y="2029"/>
                    </a:cubicBezTo>
                    <a:cubicBezTo>
                      <a:pt x="919" y="2412"/>
                      <a:pt x="1302" y="2565"/>
                      <a:pt x="1417" y="2910"/>
                    </a:cubicBezTo>
                    <a:cubicBezTo>
                      <a:pt x="1570" y="3292"/>
                      <a:pt x="1417" y="3675"/>
                      <a:pt x="1340" y="4058"/>
                    </a:cubicBezTo>
                    <a:cubicBezTo>
                      <a:pt x="1149" y="4709"/>
                      <a:pt x="1417" y="5360"/>
                      <a:pt x="1685" y="5896"/>
                    </a:cubicBezTo>
                    <a:cubicBezTo>
                      <a:pt x="1991" y="6393"/>
                      <a:pt x="1761" y="6929"/>
                      <a:pt x="1608" y="7427"/>
                    </a:cubicBezTo>
                    <a:cubicBezTo>
                      <a:pt x="1455" y="8040"/>
                      <a:pt x="1493" y="8690"/>
                      <a:pt x="1570" y="9303"/>
                    </a:cubicBezTo>
                    <a:cubicBezTo>
                      <a:pt x="1646" y="9647"/>
                      <a:pt x="1761" y="9992"/>
                      <a:pt x="1838" y="10337"/>
                    </a:cubicBezTo>
                    <a:cubicBezTo>
                      <a:pt x="1914" y="11370"/>
                      <a:pt x="1378" y="12327"/>
                      <a:pt x="1570" y="13399"/>
                    </a:cubicBezTo>
                    <a:cubicBezTo>
                      <a:pt x="1608" y="13897"/>
                      <a:pt x="2029" y="14318"/>
                      <a:pt x="1953" y="14854"/>
                    </a:cubicBezTo>
                    <a:cubicBezTo>
                      <a:pt x="1876" y="15888"/>
                      <a:pt x="1417" y="16921"/>
                      <a:pt x="1838" y="17917"/>
                    </a:cubicBezTo>
                    <a:cubicBezTo>
                      <a:pt x="1876" y="18032"/>
                      <a:pt x="1914" y="18146"/>
                      <a:pt x="1914" y="18261"/>
                    </a:cubicBezTo>
                    <a:cubicBezTo>
                      <a:pt x="1876" y="18453"/>
                      <a:pt x="1761" y="18568"/>
                      <a:pt x="1685" y="18721"/>
                    </a:cubicBezTo>
                    <a:cubicBezTo>
                      <a:pt x="1493" y="19257"/>
                      <a:pt x="1493" y="19869"/>
                      <a:pt x="1685" y="20405"/>
                    </a:cubicBezTo>
                    <a:cubicBezTo>
                      <a:pt x="1761" y="20788"/>
                      <a:pt x="1455" y="21133"/>
                      <a:pt x="1455" y="21515"/>
                    </a:cubicBezTo>
                    <a:cubicBezTo>
                      <a:pt x="1417" y="22013"/>
                      <a:pt x="1455" y="22511"/>
                      <a:pt x="1608" y="23008"/>
                    </a:cubicBezTo>
                    <a:cubicBezTo>
                      <a:pt x="1876" y="23544"/>
                      <a:pt x="2259" y="24042"/>
                      <a:pt x="2412" y="24616"/>
                    </a:cubicBezTo>
                    <a:cubicBezTo>
                      <a:pt x="2527" y="25038"/>
                      <a:pt x="1876" y="25229"/>
                      <a:pt x="1723" y="247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Google Shape;2139;p42"/>
              <p:cNvSpPr/>
              <p:nvPr/>
            </p:nvSpPr>
            <p:spPr>
              <a:xfrm>
                <a:off x="3610900" y="2169800"/>
                <a:ext cx="140725" cy="191450"/>
              </a:xfrm>
              <a:custGeom>
                <a:avLst/>
                <a:gdLst/>
                <a:ahLst/>
                <a:cxnLst/>
                <a:rect l="l" t="t" r="r" b="b"/>
                <a:pathLst>
                  <a:path w="5629" h="7658" extrusionOk="0">
                    <a:moveTo>
                      <a:pt x="460" y="7619"/>
                    </a:moveTo>
                    <a:cubicBezTo>
                      <a:pt x="1" y="7581"/>
                      <a:pt x="116" y="7045"/>
                      <a:pt x="154" y="6700"/>
                    </a:cubicBezTo>
                    <a:cubicBezTo>
                      <a:pt x="231" y="5973"/>
                      <a:pt x="384" y="5246"/>
                      <a:pt x="614" y="4556"/>
                    </a:cubicBezTo>
                    <a:cubicBezTo>
                      <a:pt x="1456" y="2413"/>
                      <a:pt x="2719" y="269"/>
                      <a:pt x="5208" y="39"/>
                    </a:cubicBezTo>
                    <a:cubicBezTo>
                      <a:pt x="5399" y="1"/>
                      <a:pt x="5590" y="154"/>
                      <a:pt x="5590" y="345"/>
                    </a:cubicBezTo>
                    <a:cubicBezTo>
                      <a:pt x="5629" y="651"/>
                      <a:pt x="5322" y="766"/>
                      <a:pt x="5054" y="766"/>
                    </a:cubicBezTo>
                    <a:cubicBezTo>
                      <a:pt x="3523" y="996"/>
                      <a:pt x="2643" y="2106"/>
                      <a:pt x="1915" y="3408"/>
                    </a:cubicBezTo>
                    <a:cubicBezTo>
                      <a:pt x="1571" y="4059"/>
                      <a:pt x="1264" y="4786"/>
                      <a:pt x="1073" y="5514"/>
                    </a:cubicBezTo>
                    <a:cubicBezTo>
                      <a:pt x="958" y="6049"/>
                      <a:pt x="882" y="6547"/>
                      <a:pt x="805" y="7045"/>
                    </a:cubicBezTo>
                    <a:cubicBezTo>
                      <a:pt x="805" y="7121"/>
                      <a:pt x="805" y="7198"/>
                      <a:pt x="805" y="7313"/>
                    </a:cubicBezTo>
                    <a:cubicBezTo>
                      <a:pt x="805" y="7504"/>
                      <a:pt x="652" y="7657"/>
                      <a:pt x="460" y="7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42"/>
              <p:cNvSpPr/>
              <p:nvPr/>
            </p:nvSpPr>
            <p:spPr>
              <a:xfrm>
                <a:off x="2041275" y="2181300"/>
                <a:ext cx="152200" cy="205800"/>
              </a:xfrm>
              <a:custGeom>
                <a:avLst/>
                <a:gdLst/>
                <a:ahLst/>
                <a:cxnLst/>
                <a:rect l="l" t="t" r="r" b="b"/>
                <a:pathLst>
                  <a:path w="6088" h="8232" extrusionOk="0">
                    <a:moveTo>
                      <a:pt x="5245" y="7848"/>
                    </a:moveTo>
                    <a:cubicBezTo>
                      <a:pt x="5054" y="7542"/>
                      <a:pt x="5092" y="7159"/>
                      <a:pt x="5016" y="6815"/>
                    </a:cubicBezTo>
                    <a:cubicBezTo>
                      <a:pt x="4939" y="6355"/>
                      <a:pt x="4824" y="5934"/>
                      <a:pt x="4710" y="5513"/>
                    </a:cubicBezTo>
                    <a:cubicBezTo>
                      <a:pt x="4365" y="4441"/>
                      <a:pt x="3944" y="3484"/>
                      <a:pt x="3293" y="2565"/>
                    </a:cubicBezTo>
                    <a:cubicBezTo>
                      <a:pt x="2642" y="1914"/>
                      <a:pt x="1838" y="1302"/>
                      <a:pt x="958" y="919"/>
                    </a:cubicBezTo>
                    <a:cubicBezTo>
                      <a:pt x="651" y="766"/>
                      <a:pt x="1" y="842"/>
                      <a:pt x="39" y="345"/>
                    </a:cubicBezTo>
                    <a:cubicBezTo>
                      <a:pt x="77" y="153"/>
                      <a:pt x="269" y="0"/>
                      <a:pt x="460" y="38"/>
                    </a:cubicBezTo>
                    <a:cubicBezTo>
                      <a:pt x="1723" y="268"/>
                      <a:pt x="3255" y="1340"/>
                      <a:pt x="4020" y="2374"/>
                    </a:cubicBezTo>
                    <a:cubicBezTo>
                      <a:pt x="4671" y="3331"/>
                      <a:pt x="5131" y="4364"/>
                      <a:pt x="5437" y="5436"/>
                    </a:cubicBezTo>
                    <a:cubicBezTo>
                      <a:pt x="5628" y="6087"/>
                      <a:pt x="5705" y="6776"/>
                      <a:pt x="5858" y="7465"/>
                    </a:cubicBezTo>
                    <a:cubicBezTo>
                      <a:pt x="6088" y="7848"/>
                      <a:pt x="5552" y="8231"/>
                      <a:pt x="5245" y="78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42"/>
              <p:cNvSpPr/>
              <p:nvPr/>
            </p:nvSpPr>
            <p:spPr>
              <a:xfrm>
                <a:off x="2022125" y="955250"/>
                <a:ext cx="277600" cy="294825"/>
              </a:xfrm>
              <a:custGeom>
                <a:avLst/>
                <a:gdLst/>
                <a:ahLst/>
                <a:cxnLst/>
                <a:rect l="l" t="t" r="r" b="b"/>
                <a:pathLst>
                  <a:path w="11104" h="11793" extrusionOk="0">
                    <a:moveTo>
                      <a:pt x="690" y="11715"/>
                    </a:moveTo>
                    <a:cubicBezTo>
                      <a:pt x="1" y="11447"/>
                      <a:pt x="996" y="10184"/>
                      <a:pt x="1264" y="9801"/>
                    </a:cubicBezTo>
                    <a:cubicBezTo>
                      <a:pt x="1839" y="9036"/>
                      <a:pt x="2681" y="8385"/>
                      <a:pt x="3638" y="8232"/>
                    </a:cubicBezTo>
                    <a:cubicBezTo>
                      <a:pt x="3523" y="7428"/>
                      <a:pt x="3408" y="6509"/>
                      <a:pt x="3829" y="5743"/>
                    </a:cubicBezTo>
                    <a:cubicBezTo>
                      <a:pt x="4212" y="5131"/>
                      <a:pt x="4825" y="4556"/>
                      <a:pt x="5590" y="4518"/>
                    </a:cubicBezTo>
                    <a:cubicBezTo>
                      <a:pt x="5705" y="3484"/>
                      <a:pt x="6815" y="2681"/>
                      <a:pt x="7849" y="2604"/>
                    </a:cubicBezTo>
                    <a:cubicBezTo>
                      <a:pt x="7964" y="1609"/>
                      <a:pt x="8691" y="843"/>
                      <a:pt x="9572" y="422"/>
                    </a:cubicBezTo>
                    <a:cubicBezTo>
                      <a:pt x="9878" y="269"/>
                      <a:pt x="10223" y="116"/>
                      <a:pt x="10529" y="39"/>
                    </a:cubicBezTo>
                    <a:cubicBezTo>
                      <a:pt x="10644" y="1"/>
                      <a:pt x="10720" y="1"/>
                      <a:pt x="10835" y="39"/>
                    </a:cubicBezTo>
                    <a:cubicBezTo>
                      <a:pt x="11103" y="154"/>
                      <a:pt x="11103" y="575"/>
                      <a:pt x="10797" y="690"/>
                    </a:cubicBezTo>
                    <a:cubicBezTo>
                      <a:pt x="10567" y="766"/>
                      <a:pt x="10338" y="843"/>
                      <a:pt x="10146" y="958"/>
                    </a:cubicBezTo>
                    <a:cubicBezTo>
                      <a:pt x="9227" y="1302"/>
                      <a:pt x="8538" y="1991"/>
                      <a:pt x="8500" y="2987"/>
                    </a:cubicBezTo>
                    <a:cubicBezTo>
                      <a:pt x="8423" y="3293"/>
                      <a:pt x="8041" y="3293"/>
                      <a:pt x="7773" y="3331"/>
                    </a:cubicBezTo>
                    <a:cubicBezTo>
                      <a:pt x="7160" y="3408"/>
                      <a:pt x="6279" y="4020"/>
                      <a:pt x="6318" y="4710"/>
                    </a:cubicBezTo>
                    <a:cubicBezTo>
                      <a:pt x="6701" y="4939"/>
                      <a:pt x="6509" y="5514"/>
                      <a:pt x="6050" y="5399"/>
                    </a:cubicBezTo>
                    <a:cubicBezTo>
                      <a:pt x="5476" y="4978"/>
                      <a:pt x="4786" y="5552"/>
                      <a:pt x="4480" y="6049"/>
                    </a:cubicBezTo>
                    <a:cubicBezTo>
                      <a:pt x="4097" y="6624"/>
                      <a:pt x="4250" y="7389"/>
                      <a:pt x="4327" y="8002"/>
                    </a:cubicBezTo>
                    <a:cubicBezTo>
                      <a:pt x="4404" y="8270"/>
                      <a:pt x="4442" y="8653"/>
                      <a:pt x="4174" y="8806"/>
                    </a:cubicBezTo>
                    <a:cubicBezTo>
                      <a:pt x="3944" y="8959"/>
                      <a:pt x="3676" y="8921"/>
                      <a:pt x="3446" y="8997"/>
                    </a:cubicBezTo>
                    <a:cubicBezTo>
                      <a:pt x="2719" y="9265"/>
                      <a:pt x="2145" y="9801"/>
                      <a:pt x="1724" y="10376"/>
                    </a:cubicBezTo>
                    <a:cubicBezTo>
                      <a:pt x="1494" y="10682"/>
                      <a:pt x="1303" y="10950"/>
                      <a:pt x="1188" y="11294"/>
                    </a:cubicBezTo>
                    <a:cubicBezTo>
                      <a:pt x="1149" y="11562"/>
                      <a:pt x="996" y="11792"/>
                      <a:pt x="690" y="11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42"/>
              <p:cNvSpPr/>
              <p:nvPr/>
            </p:nvSpPr>
            <p:spPr>
              <a:xfrm>
                <a:off x="3438625" y="948550"/>
                <a:ext cx="316825" cy="334050"/>
              </a:xfrm>
              <a:custGeom>
                <a:avLst/>
                <a:gdLst/>
                <a:ahLst/>
                <a:cxnLst/>
                <a:rect l="l" t="t" r="r" b="b"/>
                <a:pathLst>
                  <a:path w="12673" h="13362" extrusionOk="0">
                    <a:moveTo>
                      <a:pt x="11907" y="12902"/>
                    </a:moveTo>
                    <a:cubicBezTo>
                      <a:pt x="11907" y="12711"/>
                      <a:pt x="11869" y="12481"/>
                      <a:pt x="11754" y="12290"/>
                    </a:cubicBezTo>
                    <a:cubicBezTo>
                      <a:pt x="11677" y="12175"/>
                      <a:pt x="11563" y="12060"/>
                      <a:pt x="11486" y="11945"/>
                    </a:cubicBezTo>
                    <a:cubicBezTo>
                      <a:pt x="11333" y="11639"/>
                      <a:pt x="11141" y="11333"/>
                      <a:pt x="10873" y="11180"/>
                    </a:cubicBezTo>
                    <a:cubicBezTo>
                      <a:pt x="10606" y="11026"/>
                      <a:pt x="10184" y="11180"/>
                      <a:pt x="9993" y="10873"/>
                    </a:cubicBezTo>
                    <a:cubicBezTo>
                      <a:pt x="9916" y="10682"/>
                      <a:pt x="9955" y="10452"/>
                      <a:pt x="9993" y="10261"/>
                    </a:cubicBezTo>
                    <a:cubicBezTo>
                      <a:pt x="9993" y="9763"/>
                      <a:pt x="10031" y="9150"/>
                      <a:pt x="9687" y="8691"/>
                    </a:cubicBezTo>
                    <a:cubicBezTo>
                      <a:pt x="9304" y="8193"/>
                      <a:pt x="8844" y="8308"/>
                      <a:pt x="8308" y="8461"/>
                    </a:cubicBezTo>
                    <a:cubicBezTo>
                      <a:pt x="8040" y="8576"/>
                      <a:pt x="7696" y="8806"/>
                      <a:pt x="7466" y="8500"/>
                    </a:cubicBezTo>
                    <a:cubicBezTo>
                      <a:pt x="7351" y="8385"/>
                      <a:pt x="7428" y="8193"/>
                      <a:pt x="7505" y="8040"/>
                    </a:cubicBezTo>
                    <a:cubicBezTo>
                      <a:pt x="7696" y="7313"/>
                      <a:pt x="7351" y="6471"/>
                      <a:pt x="6739" y="6011"/>
                    </a:cubicBezTo>
                    <a:cubicBezTo>
                      <a:pt x="6394" y="5705"/>
                      <a:pt x="5782" y="5858"/>
                      <a:pt x="5590" y="5360"/>
                    </a:cubicBezTo>
                    <a:cubicBezTo>
                      <a:pt x="5514" y="5207"/>
                      <a:pt x="5552" y="5016"/>
                      <a:pt x="5514" y="4863"/>
                    </a:cubicBezTo>
                    <a:cubicBezTo>
                      <a:pt x="5437" y="4518"/>
                      <a:pt x="5284" y="4212"/>
                      <a:pt x="5054" y="3906"/>
                    </a:cubicBezTo>
                    <a:cubicBezTo>
                      <a:pt x="4710" y="3370"/>
                      <a:pt x="3982" y="3370"/>
                      <a:pt x="3408" y="3370"/>
                    </a:cubicBezTo>
                    <a:cubicBezTo>
                      <a:pt x="3140" y="3331"/>
                      <a:pt x="2987" y="3025"/>
                      <a:pt x="3025" y="2757"/>
                    </a:cubicBezTo>
                    <a:cubicBezTo>
                      <a:pt x="3102" y="2030"/>
                      <a:pt x="2642" y="1264"/>
                      <a:pt x="2030" y="881"/>
                    </a:cubicBezTo>
                    <a:cubicBezTo>
                      <a:pt x="1762" y="766"/>
                      <a:pt x="1417" y="766"/>
                      <a:pt x="1149" y="805"/>
                    </a:cubicBezTo>
                    <a:cubicBezTo>
                      <a:pt x="843" y="843"/>
                      <a:pt x="460" y="1149"/>
                      <a:pt x="231" y="805"/>
                    </a:cubicBezTo>
                    <a:cubicBezTo>
                      <a:pt x="1" y="154"/>
                      <a:pt x="1035" y="116"/>
                      <a:pt x="1456" y="77"/>
                    </a:cubicBezTo>
                    <a:cubicBezTo>
                      <a:pt x="2796" y="1"/>
                      <a:pt x="3753" y="1417"/>
                      <a:pt x="3753" y="2681"/>
                    </a:cubicBezTo>
                    <a:cubicBezTo>
                      <a:pt x="4174" y="2681"/>
                      <a:pt x="4633" y="2757"/>
                      <a:pt x="5016" y="2949"/>
                    </a:cubicBezTo>
                    <a:cubicBezTo>
                      <a:pt x="5743" y="3370"/>
                      <a:pt x="6203" y="4212"/>
                      <a:pt x="6241" y="5054"/>
                    </a:cubicBezTo>
                    <a:cubicBezTo>
                      <a:pt x="7466" y="5246"/>
                      <a:pt x="8270" y="6547"/>
                      <a:pt x="8270" y="7734"/>
                    </a:cubicBezTo>
                    <a:cubicBezTo>
                      <a:pt x="9112" y="7466"/>
                      <a:pt x="9802" y="7619"/>
                      <a:pt x="10338" y="8347"/>
                    </a:cubicBezTo>
                    <a:cubicBezTo>
                      <a:pt x="10720" y="8959"/>
                      <a:pt x="10720" y="9725"/>
                      <a:pt x="10682" y="10414"/>
                    </a:cubicBezTo>
                    <a:cubicBezTo>
                      <a:pt x="11333" y="10452"/>
                      <a:pt x="11831" y="11026"/>
                      <a:pt x="12099" y="11601"/>
                    </a:cubicBezTo>
                    <a:cubicBezTo>
                      <a:pt x="12405" y="11907"/>
                      <a:pt x="12596" y="12366"/>
                      <a:pt x="12635" y="12826"/>
                    </a:cubicBezTo>
                    <a:cubicBezTo>
                      <a:pt x="12673" y="13285"/>
                      <a:pt x="11984" y="13362"/>
                      <a:pt x="11907" y="129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42"/>
              <p:cNvSpPr/>
              <p:nvPr/>
            </p:nvSpPr>
            <p:spPr>
              <a:xfrm>
                <a:off x="3436725" y="943775"/>
                <a:ext cx="30650" cy="31600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1264" extrusionOk="0">
                    <a:moveTo>
                      <a:pt x="536" y="1264"/>
                    </a:moveTo>
                    <a:cubicBezTo>
                      <a:pt x="345" y="1264"/>
                      <a:pt x="192" y="1110"/>
                      <a:pt x="153" y="919"/>
                    </a:cubicBezTo>
                    <a:cubicBezTo>
                      <a:pt x="39" y="766"/>
                      <a:pt x="0" y="498"/>
                      <a:pt x="192" y="345"/>
                    </a:cubicBezTo>
                    <a:cubicBezTo>
                      <a:pt x="766" y="0"/>
                      <a:pt x="1225" y="1264"/>
                      <a:pt x="536" y="1264"/>
                    </a:cubicBezTo>
                    <a:close/>
                  </a:path>
                </a:pathLst>
              </a:custGeom>
              <a:solidFill>
                <a:srgbClr val="5729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2144;p42"/>
              <p:cNvSpPr/>
              <p:nvPr/>
            </p:nvSpPr>
            <p:spPr>
              <a:xfrm>
                <a:off x="2036500" y="2547850"/>
                <a:ext cx="136875" cy="144550"/>
              </a:xfrm>
              <a:custGeom>
                <a:avLst/>
                <a:gdLst/>
                <a:ahLst/>
                <a:cxnLst/>
                <a:rect l="l" t="t" r="r" b="b"/>
                <a:pathLst>
                  <a:path w="5475" h="5782" extrusionOk="0">
                    <a:moveTo>
                      <a:pt x="4671" y="5514"/>
                    </a:moveTo>
                    <a:cubicBezTo>
                      <a:pt x="2910" y="4403"/>
                      <a:pt x="1608" y="2719"/>
                      <a:pt x="421" y="996"/>
                    </a:cubicBezTo>
                    <a:cubicBezTo>
                      <a:pt x="0" y="498"/>
                      <a:pt x="689" y="1"/>
                      <a:pt x="996" y="537"/>
                    </a:cubicBezTo>
                    <a:lnTo>
                      <a:pt x="996" y="537"/>
                    </a:lnTo>
                    <a:lnTo>
                      <a:pt x="996" y="537"/>
                    </a:lnTo>
                    <a:cubicBezTo>
                      <a:pt x="1723" y="1609"/>
                      <a:pt x="2489" y="2681"/>
                      <a:pt x="3446" y="3599"/>
                    </a:cubicBezTo>
                    <a:cubicBezTo>
                      <a:pt x="3943" y="4097"/>
                      <a:pt x="4479" y="4556"/>
                      <a:pt x="5092" y="4939"/>
                    </a:cubicBezTo>
                    <a:cubicBezTo>
                      <a:pt x="5475" y="5207"/>
                      <a:pt x="5092" y="5782"/>
                      <a:pt x="4709" y="55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42"/>
              <p:cNvSpPr/>
              <p:nvPr/>
            </p:nvSpPr>
            <p:spPr>
              <a:xfrm>
                <a:off x="3612825" y="2559350"/>
                <a:ext cx="160825" cy="135925"/>
              </a:xfrm>
              <a:custGeom>
                <a:avLst/>
                <a:gdLst/>
                <a:ahLst/>
                <a:cxnLst/>
                <a:rect l="l" t="t" r="r" b="b"/>
                <a:pathLst>
                  <a:path w="6433" h="5437" extrusionOk="0">
                    <a:moveTo>
                      <a:pt x="460" y="5322"/>
                    </a:moveTo>
                    <a:cubicBezTo>
                      <a:pt x="39" y="5322"/>
                      <a:pt x="1" y="4709"/>
                      <a:pt x="383" y="4632"/>
                    </a:cubicBezTo>
                    <a:cubicBezTo>
                      <a:pt x="766" y="4441"/>
                      <a:pt x="1072" y="4173"/>
                      <a:pt x="1417" y="3905"/>
                    </a:cubicBezTo>
                    <a:cubicBezTo>
                      <a:pt x="2144" y="3331"/>
                      <a:pt x="2834" y="2642"/>
                      <a:pt x="3484" y="1991"/>
                    </a:cubicBezTo>
                    <a:cubicBezTo>
                      <a:pt x="3791" y="1646"/>
                      <a:pt x="4097" y="1340"/>
                      <a:pt x="4365" y="996"/>
                    </a:cubicBezTo>
                    <a:cubicBezTo>
                      <a:pt x="4556" y="728"/>
                      <a:pt x="4709" y="460"/>
                      <a:pt x="4863" y="192"/>
                    </a:cubicBezTo>
                    <a:cubicBezTo>
                      <a:pt x="4977" y="38"/>
                      <a:pt x="5207" y="0"/>
                      <a:pt x="5360" y="115"/>
                    </a:cubicBezTo>
                    <a:cubicBezTo>
                      <a:pt x="6432" y="536"/>
                      <a:pt x="1149" y="5436"/>
                      <a:pt x="460" y="53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42"/>
              <p:cNvSpPr/>
              <p:nvPr/>
            </p:nvSpPr>
            <p:spPr>
              <a:xfrm>
                <a:off x="3608050" y="2381325"/>
                <a:ext cx="132100" cy="154125"/>
              </a:xfrm>
              <a:custGeom>
                <a:avLst/>
                <a:gdLst/>
                <a:ahLst/>
                <a:cxnLst/>
                <a:rect l="l" t="t" r="r" b="b"/>
                <a:pathLst>
                  <a:path w="5284" h="6165" extrusionOk="0">
                    <a:moveTo>
                      <a:pt x="689" y="6126"/>
                    </a:moveTo>
                    <a:cubicBezTo>
                      <a:pt x="0" y="6011"/>
                      <a:pt x="574" y="5207"/>
                      <a:pt x="728" y="4824"/>
                    </a:cubicBezTo>
                    <a:cubicBezTo>
                      <a:pt x="1455" y="3446"/>
                      <a:pt x="2374" y="2183"/>
                      <a:pt x="3484" y="1111"/>
                    </a:cubicBezTo>
                    <a:cubicBezTo>
                      <a:pt x="3790" y="804"/>
                      <a:pt x="4135" y="498"/>
                      <a:pt x="4518" y="230"/>
                    </a:cubicBezTo>
                    <a:cubicBezTo>
                      <a:pt x="4900" y="0"/>
                      <a:pt x="5283" y="536"/>
                      <a:pt x="4900" y="843"/>
                    </a:cubicBezTo>
                    <a:cubicBezTo>
                      <a:pt x="4479" y="1111"/>
                      <a:pt x="4135" y="1455"/>
                      <a:pt x="3790" y="1800"/>
                    </a:cubicBezTo>
                    <a:cubicBezTo>
                      <a:pt x="2910" y="2719"/>
                      <a:pt x="2144" y="3714"/>
                      <a:pt x="1531" y="4824"/>
                    </a:cubicBezTo>
                    <a:cubicBezTo>
                      <a:pt x="1378" y="5092"/>
                      <a:pt x="1225" y="5437"/>
                      <a:pt x="1072" y="5743"/>
                    </a:cubicBezTo>
                    <a:cubicBezTo>
                      <a:pt x="1034" y="5934"/>
                      <a:pt x="919" y="6164"/>
                      <a:pt x="689" y="61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42"/>
              <p:cNvSpPr/>
              <p:nvPr/>
            </p:nvSpPr>
            <p:spPr>
              <a:xfrm>
                <a:off x="2061375" y="2363125"/>
                <a:ext cx="116800" cy="177100"/>
              </a:xfrm>
              <a:custGeom>
                <a:avLst/>
                <a:gdLst/>
                <a:ahLst/>
                <a:cxnLst/>
                <a:rect l="l" t="t" r="r" b="b"/>
                <a:pathLst>
                  <a:path w="4672" h="7084" extrusionOk="0">
                    <a:moveTo>
                      <a:pt x="3944" y="6777"/>
                    </a:moveTo>
                    <a:cubicBezTo>
                      <a:pt x="3293" y="4633"/>
                      <a:pt x="2144" y="2566"/>
                      <a:pt x="498" y="996"/>
                    </a:cubicBezTo>
                    <a:cubicBezTo>
                      <a:pt x="1" y="690"/>
                      <a:pt x="498" y="1"/>
                      <a:pt x="919" y="422"/>
                    </a:cubicBezTo>
                    <a:cubicBezTo>
                      <a:pt x="2030" y="1456"/>
                      <a:pt x="2910" y="2681"/>
                      <a:pt x="3599" y="3982"/>
                    </a:cubicBezTo>
                    <a:cubicBezTo>
                      <a:pt x="4020" y="4825"/>
                      <a:pt x="4327" y="5667"/>
                      <a:pt x="4595" y="6547"/>
                    </a:cubicBezTo>
                    <a:cubicBezTo>
                      <a:pt x="4671" y="6739"/>
                      <a:pt x="4595" y="6930"/>
                      <a:pt x="4403" y="7007"/>
                    </a:cubicBezTo>
                    <a:cubicBezTo>
                      <a:pt x="4212" y="7083"/>
                      <a:pt x="4020" y="6969"/>
                      <a:pt x="3944" y="67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42"/>
              <p:cNvSpPr/>
              <p:nvPr/>
            </p:nvSpPr>
            <p:spPr>
              <a:xfrm>
                <a:off x="2517900" y="2957500"/>
                <a:ext cx="798250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31930" h="2336" extrusionOk="0">
                    <a:moveTo>
                      <a:pt x="12941" y="2297"/>
                    </a:moveTo>
                    <a:cubicBezTo>
                      <a:pt x="10682" y="2259"/>
                      <a:pt x="8385" y="2144"/>
                      <a:pt x="6088" y="1914"/>
                    </a:cubicBezTo>
                    <a:cubicBezTo>
                      <a:pt x="4212" y="1761"/>
                      <a:pt x="2375" y="1570"/>
                      <a:pt x="537" y="1225"/>
                    </a:cubicBezTo>
                    <a:cubicBezTo>
                      <a:pt x="460" y="1225"/>
                      <a:pt x="384" y="1187"/>
                      <a:pt x="345" y="1187"/>
                    </a:cubicBezTo>
                    <a:cubicBezTo>
                      <a:pt x="154" y="1187"/>
                      <a:pt x="1" y="1034"/>
                      <a:pt x="1" y="842"/>
                    </a:cubicBezTo>
                    <a:cubicBezTo>
                      <a:pt x="1" y="613"/>
                      <a:pt x="192" y="498"/>
                      <a:pt x="384" y="498"/>
                    </a:cubicBezTo>
                    <a:cubicBezTo>
                      <a:pt x="881" y="498"/>
                      <a:pt x="1379" y="651"/>
                      <a:pt x="1877" y="728"/>
                    </a:cubicBezTo>
                    <a:cubicBezTo>
                      <a:pt x="7007" y="1493"/>
                      <a:pt x="12213" y="1646"/>
                      <a:pt x="17420" y="1608"/>
                    </a:cubicBezTo>
                    <a:cubicBezTo>
                      <a:pt x="20559" y="1608"/>
                      <a:pt x="23622" y="1493"/>
                      <a:pt x="26685" y="996"/>
                    </a:cubicBezTo>
                    <a:cubicBezTo>
                      <a:pt x="28254" y="766"/>
                      <a:pt x="29786" y="421"/>
                      <a:pt x="31317" y="77"/>
                    </a:cubicBezTo>
                    <a:cubicBezTo>
                      <a:pt x="31776" y="0"/>
                      <a:pt x="31930" y="651"/>
                      <a:pt x="31470" y="804"/>
                    </a:cubicBezTo>
                    <a:cubicBezTo>
                      <a:pt x="28407" y="1493"/>
                      <a:pt x="25306" y="2029"/>
                      <a:pt x="22167" y="2182"/>
                    </a:cubicBezTo>
                    <a:cubicBezTo>
                      <a:pt x="19105" y="2335"/>
                      <a:pt x="16042" y="2335"/>
                      <a:pt x="12941" y="22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Google Shape;2149;p42"/>
              <p:cNvSpPr/>
              <p:nvPr/>
            </p:nvSpPr>
            <p:spPr>
              <a:xfrm>
                <a:off x="2518875" y="2969925"/>
                <a:ext cx="798225" cy="205800"/>
              </a:xfrm>
              <a:custGeom>
                <a:avLst/>
                <a:gdLst/>
                <a:ahLst/>
                <a:cxnLst/>
                <a:rect l="l" t="t" r="r" b="b"/>
                <a:pathLst>
                  <a:path w="31929" h="8232" extrusionOk="0">
                    <a:moveTo>
                      <a:pt x="13668" y="7811"/>
                    </a:moveTo>
                    <a:cubicBezTo>
                      <a:pt x="12136" y="7619"/>
                      <a:pt x="10643" y="7198"/>
                      <a:pt x="9227" y="6624"/>
                    </a:cubicBezTo>
                    <a:cubicBezTo>
                      <a:pt x="7848" y="6050"/>
                      <a:pt x="6547" y="5322"/>
                      <a:pt x="5207" y="4671"/>
                    </a:cubicBezTo>
                    <a:cubicBezTo>
                      <a:pt x="3407" y="3753"/>
                      <a:pt x="1378" y="2757"/>
                      <a:pt x="460" y="843"/>
                    </a:cubicBezTo>
                    <a:cubicBezTo>
                      <a:pt x="0" y="690"/>
                      <a:pt x="192" y="1"/>
                      <a:pt x="728" y="154"/>
                    </a:cubicBezTo>
                    <a:cubicBezTo>
                      <a:pt x="1072" y="231"/>
                      <a:pt x="1149" y="652"/>
                      <a:pt x="1340" y="958"/>
                    </a:cubicBezTo>
                    <a:cubicBezTo>
                      <a:pt x="2642" y="3025"/>
                      <a:pt x="6164" y="4250"/>
                      <a:pt x="8308" y="5437"/>
                    </a:cubicBezTo>
                    <a:cubicBezTo>
                      <a:pt x="12978" y="7811"/>
                      <a:pt x="18262" y="7658"/>
                      <a:pt x="23009" y="5552"/>
                    </a:cubicBezTo>
                    <a:cubicBezTo>
                      <a:pt x="25306" y="4480"/>
                      <a:pt x="27641" y="3332"/>
                      <a:pt x="29632" y="1762"/>
                    </a:cubicBezTo>
                    <a:cubicBezTo>
                      <a:pt x="30015" y="1456"/>
                      <a:pt x="30359" y="1149"/>
                      <a:pt x="30666" y="843"/>
                    </a:cubicBezTo>
                    <a:cubicBezTo>
                      <a:pt x="30895" y="613"/>
                      <a:pt x="31087" y="384"/>
                      <a:pt x="31278" y="154"/>
                    </a:cubicBezTo>
                    <a:cubicBezTo>
                      <a:pt x="31393" y="1"/>
                      <a:pt x="31623" y="1"/>
                      <a:pt x="31776" y="116"/>
                    </a:cubicBezTo>
                    <a:cubicBezTo>
                      <a:pt x="31929" y="231"/>
                      <a:pt x="31929" y="460"/>
                      <a:pt x="31814" y="613"/>
                    </a:cubicBezTo>
                    <a:cubicBezTo>
                      <a:pt x="31393" y="1188"/>
                      <a:pt x="30857" y="1647"/>
                      <a:pt x="30321" y="2106"/>
                    </a:cubicBezTo>
                    <a:cubicBezTo>
                      <a:pt x="28636" y="3523"/>
                      <a:pt x="26646" y="4557"/>
                      <a:pt x="24655" y="5552"/>
                    </a:cubicBezTo>
                    <a:cubicBezTo>
                      <a:pt x="21324" y="7313"/>
                      <a:pt x="17458" y="8232"/>
                      <a:pt x="13668" y="78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Google Shape;2150;p42"/>
              <p:cNvSpPr/>
              <p:nvPr/>
            </p:nvSpPr>
            <p:spPr>
              <a:xfrm>
                <a:off x="2508350" y="2928775"/>
                <a:ext cx="28725" cy="73725"/>
              </a:xfrm>
              <a:custGeom>
                <a:avLst/>
                <a:gdLst/>
                <a:ahLst/>
                <a:cxnLst/>
                <a:rect l="l" t="t" r="r" b="b"/>
                <a:pathLst>
                  <a:path w="1149" h="2949" extrusionOk="0">
                    <a:moveTo>
                      <a:pt x="498" y="2910"/>
                    </a:moveTo>
                    <a:cubicBezTo>
                      <a:pt x="0" y="2795"/>
                      <a:pt x="306" y="2221"/>
                      <a:pt x="345" y="1915"/>
                    </a:cubicBezTo>
                    <a:cubicBezTo>
                      <a:pt x="383" y="1455"/>
                      <a:pt x="383" y="1034"/>
                      <a:pt x="268" y="613"/>
                    </a:cubicBezTo>
                    <a:cubicBezTo>
                      <a:pt x="192" y="154"/>
                      <a:pt x="881" y="1"/>
                      <a:pt x="995" y="460"/>
                    </a:cubicBezTo>
                    <a:cubicBezTo>
                      <a:pt x="1149" y="1149"/>
                      <a:pt x="1072" y="1915"/>
                      <a:pt x="919" y="2642"/>
                    </a:cubicBezTo>
                    <a:cubicBezTo>
                      <a:pt x="881" y="2834"/>
                      <a:pt x="689" y="2948"/>
                      <a:pt x="498" y="2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2151;p42"/>
              <p:cNvSpPr/>
              <p:nvPr/>
            </p:nvSpPr>
            <p:spPr>
              <a:xfrm>
                <a:off x="3283575" y="2923025"/>
                <a:ext cx="44050" cy="69900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2796" extrusionOk="0">
                    <a:moveTo>
                      <a:pt x="920" y="2413"/>
                    </a:moveTo>
                    <a:cubicBezTo>
                      <a:pt x="613" y="1877"/>
                      <a:pt x="460" y="1303"/>
                      <a:pt x="231" y="767"/>
                    </a:cubicBezTo>
                    <a:cubicBezTo>
                      <a:pt x="1" y="384"/>
                      <a:pt x="499" y="1"/>
                      <a:pt x="805" y="307"/>
                    </a:cubicBezTo>
                    <a:cubicBezTo>
                      <a:pt x="1111" y="881"/>
                      <a:pt x="1226" y="1532"/>
                      <a:pt x="1571" y="2068"/>
                    </a:cubicBezTo>
                    <a:cubicBezTo>
                      <a:pt x="1762" y="2489"/>
                      <a:pt x="1149" y="2796"/>
                      <a:pt x="920" y="24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Google Shape;2152;p42"/>
              <p:cNvSpPr/>
              <p:nvPr/>
            </p:nvSpPr>
            <p:spPr>
              <a:xfrm>
                <a:off x="2459525" y="3513550"/>
                <a:ext cx="51700" cy="371400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4856" extrusionOk="0">
                    <a:moveTo>
                      <a:pt x="307" y="14817"/>
                    </a:moveTo>
                    <a:cubicBezTo>
                      <a:pt x="115" y="14778"/>
                      <a:pt x="1" y="14549"/>
                      <a:pt x="39" y="14396"/>
                    </a:cubicBezTo>
                    <a:cubicBezTo>
                      <a:pt x="230" y="13553"/>
                      <a:pt x="383" y="12749"/>
                      <a:pt x="537" y="11945"/>
                    </a:cubicBezTo>
                    <a:cubicBezTo>
                      <a:pt x="958" y="9457"/>
                      <a:pt x="1226" y="6930"/>
                      <a:pt x="1264" y="4404"/>
                    </a:cubicBezTo>
                    <a:cubicBezTo>
                      <a:pt x="1302" y="3064"/>
                      <a:pt x="1226" y="1724"/>
                      <a:pt x="1187" y="384"/>
                    </a:cubicBezTo>
                    <a:cubicBezTo>
                      <a:pt x="1149" y="192"/>
                      <a:pt x="1302" y="1"/>
                      <a:pt x="1532" y="1"/>
                    </a:cubicBezTo>
                    <a:cubicBezTo>
                      <a:pt x="1723" y="1"/>
                      <a:pt x="1877" y="154"/>
                      <a:pt x="1877" y="346"/>
                    </a:cubicBezTo>
                    <a:cubicBezTo>
                      <a:pt x="1915" y="1073"/>
                      <a:pt x="1953" y="1762"/>
                      <a:pt x="1953" y="2489"/>
                    </a:cubicBezTo>
                    <a:cubicBezTo>
                      <a:pt x="2068" y="5514"/>
                      <a:pt x="1800" y="8500"/>
                      <a:pt x="1302" y="11486"/>
                    </a:cubicBezTo>
                    <a:cubicBezTo>
                      <a:pt x="1187" y="12213"/>
                      <a:pt x="1073" y="12941"/>
                      <a:pt x="919" y="13668"/>
                    </a:cubicBezTo>
                    <a:cubicBezTo>
                      <a:pt x="881" y="13975"/>
                      <a:pt x="805" y="14243"/>
                      <a:pt x="728" y="14549"/>
                    </a:cubicBezTo>
                    <a:cubicBezTo>
                      <a:pt x="690" y="14740"/>
                      <a:pt x="498" y="14855"/>
                      <a:pt x="307" y="148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Google Shape;2153;p42"/>
              <p:cNvSpPr/>
              <p:nvPr/>
            </p:nvSpPr>
            <p:spPr>
              <a:xfrm>
                <a:off x="3361100" y="3440825"/>
                <a:ext cx="68000" cy="454650"/>
              </a:xfrm>
              <a:custGeom>
                <a:avLst/>
                <a:gdLst/>
                <a:ahLst/>
                <a:cxnLst/>
                <a:rect l="l" t="t" r="r" b="b"/>
                <a:pathLst>
                  <a:path w="2720" h="18186" extrusionOk="0">
                    <a:moveTo>
                      <a:pt x="1915" y="17764"/>
                    </a:moveTo>
                    <a:cubicBezTo>
                      <a:pt x="843" y="14510"/>
                      <a:pt x="384" y="11064"/>
                      <a:pt x="154" y="7657"/>
                    </a:cubicBezTo>
                    <a:cubicBezTo>
                      <a:pt x="1" y="5322"/>
                      <a:pt x="77" y="2910"/>
                      <a:pt x="116" y="536"/>
                    </a:cubicBezTo>
                    <a:cubicBezTo>
                      <a:pt x="154" y="0"/>
                      <a:pt x="958" y="115"/>
                      <a:pt x="843" y="690"/>
                    </a:cubicBezTo>
                    <a:cubicBezTo>
                      <a:pt x="767" y="3752"/>
                      <a:pt x="690" y="6853"/>
                      <a:pt x="1073" y="9916"/>
                    </a:cubicBezTo>
                    <a:cubicBezTo>
                      <a:pt x="1379" y="12481"/>
                      <a:pt x="1762" y="15084"/>
                      <a:pt x="2604" y="17534"/>
                    </a:cubicBezTo>
                    <a:cubicBezTo>
                      <a:pt x="2719" y="17955"/>
                      <a:pt x="2068" y="18185"/>
                      <a:pt x="1915" y="177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Google Shape;2154;p42"/>
              <p:cNvSpPr/>
              <p:nvPr/>
            </p:nvSpPr>
            <p:spPr>
              <a:xfrm>
                <a:off x="2434650" y="3784425"/>
                <a:ext cx="519725" cy="549400"/>
              </a:xfrm>
              <a:custGeom>
                <a:avLst/>
                <a:gdLst/>
                <a:ahLst/>
                <a:cxnLst/>
                <a:rect l="l" t="t" r="r" b="b"/>
                <a:pathLst>
                  <a:path w="20789" h="21976" extrusionOk="0">
                    <a:moveTo>
                      <a:pt x="20061" y="21669"/>
                    </a:moveTo>
                    <a:cubicBezTo>
                      <a:pt x="19755" y="18568"/>
                      <a:pt x="17994" y="16386"/>
                      <a:pt x="15543" y="14663"/>
                    </a:cubicBezTo>
                    <a:cubicBezTo>
                      <a:pt x="13897" y="13553"/>
                      <a:pt x="11983" y="12940"/>
                      <a:pt x="10337" y="11868"/>
                    </a:cubicBezTo>
                    <a:cubicBezTo>
                      <a:pt x="7772" y="10260"/>
                      <a:pt x="5092" y="8767"/>
                      <a:pt x="2872" y="6662"/>
                    </a:cubicBezTo>
                    <a:cubicBezTo>
                      <a:pt x="2029" y="5896"/>
                      <a:pt x="1149" y="5092"/>
                      <a:pt x="651" y="4058"/>
                    </a:cubicBezTo>
                    <a:cubicBezTo>
                      <a:pt x="77" y="3101"/>
                      <a:pt x="0" y="1838"/>
                      <a:pt x="651" y="881"/>
                    </a:cubicBezTo>
                    <a:cubicBezTo>
                      <a:pt x="919" y="498"/>
                      <a:pt x="1417" y="0"/>
                      <a:pt x="1953" y="77"/>
                    </a:cubicBezTo>
                    <a:cubicBezTo>
                      <a:pt x="2374" y="192"/>
                      <a:pt x="2259" y="842"/>
                      <a:pt x="1838" y="766"/>
                    </a:cubicBezTo>
                    <a:lnTo>
                      <a:pt x="1838" y="766"/>
                    </a:lnTo>
                    <a:cubicBezTo>
                      <a:pt x="1225" y="1034"/>
                      <a:pt x="957" y="1723"/>
                      <a:pt x="881" y="2336"/>
                    </a:cubicBezTo>
                    <a:cubicBezTo>
                      <a:pt x="881" y="3140"/>
                      <a:pt x="1340" y="3943"/>
                      <a:pt x="1800" y="4556"/>
                    </a:cubicBezTo>
                    <a:cubicBezTo>
                      <a:pt x="3982" y="7083"/>
                      <a:pt x="6815" y="8882"/>
                      <a:pt x="9609" y="10605"/>
                    </a:cubicBezTo>
                    <a:cubicBezTo>
                      <a:pt x="10911" y="11447"/>
                      <a:pt x="12251" y="12136"/>
                      <a:pt x="13629" y="12787"/>
                    </a:cubicBezTo>
                    <a:cubicBezTo>
                      <a:pt x="14969" y="13400"/>
                      <a:pt x="16233" y="14165"/>
                      <a:pt x="17343" y="15161"/>
                    </a:cubicBezTo>
                    <a:cubicBezTo>
                      <a:pt x="18415" y="16118"/>
                      <a:pt x="19410" y="17304"/>
                      <a:pt x="20023" y="18644"/>
                    </a:cubicBezTo>
                    <a:cubicBezTo>
                      <a:pt x="20444" y="19563"/>
                      <a:pt x="20635" y="20559"/>
                      <a:pt x="20788" y="21554"/>
                    </a:cubicBezTo>
                    <a:cubicBezTo>
                      <a:pt x="20788" y="21745"/>
                      <a:pt x="20635" y="21937"/>
                      <a:pt x="20482" y="21975"/>
                    </a:cubicBezTo>
                    <a:cubicBezTo>
                      <a:pt x="20252" y="21975"/>
                      <a:pt x="20099" y="21860"/>
                      <a:pt x="20061" y="216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Google Shape;2155;p42"/>
              <p:cNvSpPr/>
              <p:nvPr/>
            </p:nvSpPr>
            <p:spPr>
              <a:xfrm>
                <a:off x="2937125" y="3803550"/>
                <a:ext cx="549400" cy="536975"/>
              </a:xfrm>
              <a:custGeom>
                <a:avLst/>
                <a:gdLst/>
                <a:ahLst/>
                <a:cxnLst/>
                <a:rect l="l" t="t" r="r" b="b"/>
                <a:pathLst>
                  <a:path w="21976" h="21479" extrusionOk="0">
                    <a:moveTo>
                      <a:pt x="306" y="21440"/>
                    </a:moveTo>
                    <a:cubicBezTo>
                      <a:pt x="115" y="21402"/>
                      <a:pt x="0" y="21210"/>
                      <a:pt x="0" y="21019"/>
                    </a:cubicBezTo>
                    <a:cubicBezTo>
                      <a:pt x="115" y="20483"/>
                      <a:pt x="192" y="19947"/>
                      <a:pt x="345" y="19449"/>
                    </a:cubicBezTo>
                    <a:cubicBezTo>
                      <a:pt x="1110" y="16386"/>
                      <a:pt x="3790" y="14587"/>
                      <a:pt x="6470" y="13285"/>
                    </a:cubicBezTo>
                    <a:cubicBezTo>
                      <a:pt x="8461" y="12252"/>
                      <a:pt x="10490" y="11256"/>
                      <a:pt x="12442" y="10108"/>
                    </a:cubicBezTo>
                    <a:cubicBezTo>
                      <a:pt x="13629" y="9380"/>
                      <a:pt x="14778" y="8538"/>
                      <a:pt x="15926" y="7734"/>
                    </a:cubicBezTo>
                    <a:cubicBezTo>
                      <a:pt x="17304" y="6701"/>
                      <a:pt x="20405" y="4097"/>
                      <a:pt x="19831" y="2221"/>
                    </a:cubicBezTo>
                    <a:cubicBezTo>
                      <a:pt x="19640" y="1647"/>
                      <a:pt x="19180" y="1226"/>
                      <a:pt x="18759" y="843"/>
                    </a:cubicBezTo>
                    <a:cubicBezTo>
                      <a:pt x="18376" y="575"/>
                      <a:pt x="18836" y="1"/>
                      <a:pt x="19180" y="307"/>
                    </a:cubicBezTo>
                    <a:cubicBezTo>
                      <a:pt x="21975" y="2413"/>
                      <a:pt x="20099" y="4825"/>
                      <a:pt x="18185" y="6739"/>
                    </a:cubicBezTo>
                    <a:cubicBezTo>
                      <a:pt x="17419" y="7505"/>
                      <a:pt x="16539" y="8194"/>
                      <a:pt x="15620" y="8806"/>
                    </a:cubicBezTo>
                    <a:cubicBezTo>
                      <a:pt x="14280" y="9802"/>
                      <a:pt x="12902" y="10682"/>
                      <a:pt x="11447" y="11486"/>
                    </a:cubicBezTo>
                    <a:cubicBezTo>
                      <a:pt x="10107" y="12213"/>
                      <a:pt x="8767" y="12903"/>
                      <a:pt x="7466" y="13592"/>
                    </a:cubicBezTo>
                    <a:cubicBezTo>
                      <a:pt x="6279" y="14242"/>
                      <a:pt x="5054" y="14778"/>
                      <a:pt x="3982" y="15544"/>
                    </a:cubicBezTo>
                    <a:cubicBezTo>
                      <a:pt x="2795" y="16425"/>
                      <a:pt x="1723" y="17611"/>
                      <a:pt x="1225" y="19028"/>
                    </a:cubicBezTo>
                    <a:cubicBezTo>
                      <a:pt x="957" y="19679"/>
                      <a:pt x="842" y="20406"/>
                      <a:pt x="728" y="21134"/>
                    </a:cubicBezTo>
                    <a:cubicBezTo>
                      <a:pt x="689" y="21325"/>
                      <a:pt x="498" y="21478"/>
                      <a:pt x="306" y="214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Google Shape;2156;p42"/>
              <p:cNvSpPr/>
              <p:nvPr/>
            </p:nvSpPr>
            <p:spPr>
              <a:xfrm>
                <a:off x="3417575" y="3879175"/>
                <a:ext cx="20125" cy="28725"/>
              </a:xfrm>
              <a:custGeom>
                <a:avLst/>
                <a:gdLst/>
                <a:ahLst/>
                <a:cxnLst/>
                <a:rect l="l" t="t" r="r" b="b"/>
                <a:pathLst>
                  <a:path w="805" h="1149" extrusionOk="0">
                    <a:moveTo>
                      <a:pt x="384" y="1111"/>
                    </a:moveTo>
                    <a:cubicBezTo>
                      <a:pt x="154" y="1072"/>
                      <a:pt x="39" y="881"/>
                      <a:pt x="77" y="689"/>
                    </a:cubicBezTo>
                    <a:cubicBezTo>
                      <a:pt x="77" y="575"/>
                      <a:pt x="39" y="498"/>
                      <a:pt x="39" y="421"/>
                    </a:cubicBezTo>
                    <a:cubicBezTo>
                      <a:pt x="1" y="230"/>
                      <a:pt x="154" y="39"/>
                      <a:pt x="345" y="0"/>
                    </a:cubicBezTo>
                    <a:cubicBezTo>
                      <a:pt x="537" y="0"/>
                      <a:pt x="690" y="115"/>
                      <a:pt x="728" y="307"/>
                    </a:cubicBezTo>
                    <a:cubicBezTo>
                      <a:pt x="805" y="651"/>
                      <a:pt x="805" y="1149"/>
                      <a:pt x="384" y="11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Google Shape;2157;p42"/>
              <p:cNvSpPr/>
              <p:nvPr/>
            </p:nvSpPr>
            <p:spPr>
              <a:xfrm>
                <a:off x="2200150" y="3743275"/>
                <a:ext cx="298650" cy="357975"/>
              </a:xfrm>
              <a:custGeom>
                <a:avLst/>
                <a:gdLst/>
                <a:ahLst/>
                <a:cxnLst/>
                <a:rect l="l" t="t" r="r" b="b"/>
                <a:pathLst>
                  <a:path w="11946" h="14319" extrusionOk="0">
                    <a:moveTo>
                      <a:pt x="230" y="14203"/>
                    </a:moveTo>
                    <a:cubicBezTo>
                      <a:pt x="77" y="14127"/>
                      <a:pt x="1" y="13897"/>
                      <a:pt x="116" y="13706"/>
                    </a:cubicBezTo>
                    <a:cubicBezTo>
                      <a:pt x="537" y="13093"/>
                      <a:pt x="958" y="12481"/>
                      <a:pt x="1341" y="11830"/>
                    </a:cubicBezTo>
                    <a:cubicBezTo>
                      <a:pt x="3063" y="9341"/>
                      <a:pt x="4442" y="6623"/>
                      <a:pt x="6164" y="4173"/>
                    </a:cubicBezTo>
                    <a:cubicBezTo>
                      <a:pt x="6815" y="3254"/>
                      <a:pt x="7543" y="2335"/>
                      <a:pt x="8461" y="1646"/>
                    </a:cubicBezTo>
                    <a:cubicBezTo>
                      <a:pt x="9342" y="995"/>
                      <a:pt x="10452" y="0"/>
                      <a:pt x="11601" y="536"/>
                    </a:cubicBezTo>
                    <a:cubicBezTo>
                      <a:pt x="11945" y="727"/>
                      <a:pt x="11869" y="1417"/>
                      <a:pt x="11409" y="1378"/>
                    </a:cubicBezTo>
                    <a:cubicBezTo>
                      <a:pt x="11256" y="1340"/>
                      <a:pt x="11141" y="1225"/>
                      <a:pt x="11103" y="1110"/>
                    </a:cubicBezTo>
                    <a:cubicBezTo>
                      <a:pt x="10605" y="995"/>
                      <a:pt x="10146" y="1302"/>
                      <a:pt x="9725" y="1570"/>
                    </a:cubicBezTo>
                    <a:cubicBezTo>
                      <a:pt x="8806" y="2182"/>
                      <a:pt x="7964" y="2948"/>
                      <a:pt x="7275" y="3828"/>
                    </a:cubicBezTo>
                    <a:cubicBezTo>
                      <a:pt x="5284" y="6508"/>
                      <a:pt x="3829" y="9494"/>
                      <a:pt x="1953" y="12251"/>
                    </a:cubicBezTo>
                    <a:cubicBezTo>
                      <a:pt x="1532" y="12863"/>
                      <a:pt x="1149" y="13476"/>
                      <a:pt x="728" y="14088"/>
                    </a:cubicBezTo>
                    <a:cubicBezTo>
                      <a:pt x="613" y="14242"/>
                      <a:pt x="422" y="14318"/>
                      <a:pt x="230" y="1420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Google Shape;2158;p42"/>
              <p:cNvSpPr/>
              <p:nvPr/>
            </p:nvSpPr>
            <p:spPr>
              <a:xfrm>
                <a:off x="2201100" y="4075375"/>
                <a:ext cx="755175" cy="646050"/>
              </a:xfrm>
              <a:custGeom>
                <a:avLst/>
                <a:gdLst/>
                <a:ahLst/>
                <a:cxnLst/>
                <a:rect l="l" t="t" r="r" b="b"/>
                <a:pathLst>
                  <a:path w="30207" h="25842" extrusionOk="0">
                    <a:moveTo>
                      <a:pt x="29633" y="25804"/>
                    </a:moveTo>
                    <a:cubicBezTo>
                      <a:pt x="29212" y="25727"/>
                      <a:pt x="29288" y="25229"/>
                      <a:pt x="29288" y="24885"/>
                    </a:cubicBezTo>
                    <a:cubicBezTo>
                      <a:pt x="29365" y="23813"/>
                      <a:pt x="29441" y="22741"/>
                      <a:pt x="29403" y="21669"/>
                    </a:cubicBezTo>
                    <a:cubicBezTo>
                      <a:pt x="29403" y="20176"/>
                      <a:pt x="29326" y="18760"/>
                      <a:pt x="29250" y="17305"/>
                    </a:cubicBezTo>
                    <a:cubicBezTo>
                      <a:pt x="29058" y="14625"/>
                      <a:pt x="28752" y="10835"/>
                      <a:pt x="26455" y="9112"/>
                    </a:cubicBezTo>
                    <a:cubicBezTo>
                      <a:pt x="25536" y="8461"/>
                      <a:pt x="24273" y="7964"/>
                      <a:pt x="23163" y="8423"/>
                    </a:cubicBezTo>
                    <a:cubicBezTo>
                      <a:pt x="20177" y="9878"/>
                      <a:pt x="19373" y="13400"/>
                      <a:pt x="17918" y="16118"/>
                    </a:cubicBezTo>
                    <a:cubicBezTo>
                      <a:pt x="17420" y="16998"/>
                      <a:pt x="16884" y="17879"/>
                      <a:pt x="16272" y="18683"/>
                    </a:cubicBezTo>
                    <a:cubicBezTo>
                      <a:pt x="16080" y="18913"/>
                      <a:pt x="15965" y="19295"/>
                      <a:pt x="15659" y="19449"/>
                    </a:cubicBezTo>
                    <a:cubicBezTo>
                      <a:pt x="15276" y="19602"/>
                      <a:pt x="15085" y="19181"/>
                      <a:pt x="14855" y="18913"/>
                    </a:cubicBezTo>
                    <a:cubicBezTo>
                      <a:pt x="14319" y="18300"/>
                      <a:pt x="13630" y="17879"/>
                      <a:pt x="12979" y="17381"/>
                    </a:cubicBezTo>
                    <a:cubicBezTo>
                      <a:pt x="11295" y="16003"/>
                      <a:pt x="9419" y="14816"/>
                      <a:pt x="7811" y="13285"/>
                    </a:cubicBezTo>
                    <a:cubicBezTo>
                      <a:pt x="5705" y="11179"/>
                      <a:pt x="4021" y="8653"/>
                      <a:pt x="2681" y="6011"/>
                    </a:cubicBezTo>
                    <a:cubicBezTo>
                      <a:pt x="1915" y="4441"/>
                      <a:pt x="1035" y="2948"/>
                      <a:pt x="499" y="1302"/>
                    </a:cubicBezTo>
                    <a:cubicBezTo>
                      <a:pt x="384" y="919"/>
                      <a:pt x="1" y="268"/>
                      <a:pt x="499" y="77"/>
                    </a:cubicBezTo>
                    <a:cubicBezTo>
                      <a:pt x="996" y="0"/>
                      <a:pt x="958" y="498"/>
                      <a:pt x="1073" y="804"/>
                    </a:cubicBezTo>
                    <a:cubicBezTo>
                      <a:pt x="1532" y="2221"/>
                      <a:pt x="2183" y="3523"/>
                      <a:pt x="2872" y="4824"/>
                    </a:cubicBezTo>
                    <a:cubicBezTo>
                      <a:pt x="4059" y="7274"/>
                      <a:pt x="5514" y="9610"/>
                      <a:pt x="7275" y="11677"/>
                    </a:cubicBezTo>
                    <a:cubicBezTo>
                      <a:pt x="9036" y="13821"/>
                      <a:pt x="11486" y="15199"/>
                      <a:pt x="13592" y="16960"/>
                    </a:cubicBezTo>
                    <a:cubicBezTo>
                      <a:pt x="14243" y="17458"/>
                      <a:pt x="14970" y="17917"/>
                      <a:pt x="15506" y="18568"/>
                    </a:cubicBezTo>
                    <a:cubicBezTo>
                      <a:pt x="16578" y="17113"/>
                      <a:pt x="17420" y="15582"/>
                      <a:pt x="18148" y="13974"/>
                    </a:cubicBezTo>
                    <a:cubicBezTo>
                      <a:pt x="18913" y="12175"/>
                      <a:pt x="19755" y="10414"/>
                      <a:pt x="21134" y="8997"/>
                    </a:cubicBezTo>
                    <a:cubicBezTo>
                      <a:pt x="21938" y="8231"/>
                      <a:pt x="22971" y="7504"/>
                      <a:pt x="24120" y="7504"/>
                    </a:cubicBezTo>
                    <a:cubicBezTo>
                      <a:pt x="25268" y="7581"/>
                      <a:pt x="26455" y="8078"/>
                      <a:pt x="27297" y="8882"/>
                    </a:cubicBezTo>
                    <a:cubicBezTo>
                      <a:pt x="29288" y="10758"/>
                      <a:pt x="29709" y="14127"/>
                      <a:pt x="29901" y="16730"/>
                    </a:cubicBezTo>
                    <a:cubicBezTo>
                      <a:pt x="30130" y="19563"/>
                      <a:pt x="30207" y="22396"/>
                      <a:pt x="29977" y="25268"/>
                    </a:cubicBezTo>
                    <a:cubicBezTo>
                      <a:pt x="30169" y="25497"/>
                      <a:pt x="29939" y="25842"/>
                      <a:pt x="29633" y="258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Google Shape;2159;p42"/>
              <p:cNvSpPr/>
              <p:nvPr/>
            </p:nvSpPr>
            <p:spPr>
              <a:xfrm>
                <a:off x="2962000" y="4267750"/>
                <a:ext cx="304375" cy="454650"/>
              </a:xfrm>
              <a:custGeom>
                <a:avLst/>
                <a:gdLst/>
                <a:ahLst/>
                <a:cxnLst/>
                <a:rect l="l" t="t" r="r" b="b"/>
                <a:pathLst>
                  <a:path w="12175" h="18186" extrusionOk="0">
                    <a:moveTo>
                      <a:pt x="345" y="18032"/>
                    </a:moveTo>
                    <a:cubicBezTo>
                      <a:pt x="1" y="17841"/>
                      <a:pt x="154" y="17343"/>
                      <a:pt x="115" y="17037"/>
                    </a:cubicBezTo>
                    <a:cubicBezTo>
                      <a:pt x="115" y="15888"/>
                      <a:pt x="115" y="14778"/>
                      <a:pt x="115" y="13668"/>
                    </a:cubicBezTo>
                    <a:cubicBezTo>
                      <a:pt x="77" y="10682"/>
                      <a:pt x="307" y="7696"/>
                      <a:pt x="766" y="4709"/>
                    </a:cubicBezTo>
                    <a:cubicBezTo>
                      <a:pt x="996" y="3484"/>
                      <a:pt x="1187" y="1417"/>
                      <a:pt x="2451" y="843"/>
                    </a:cubicBezTo>
                    <a:cubicBezTo>
                      <a:pt x="4595" y="1"/>
                      <a:pt x="5973" y="2642"/>
                      <a:pt x="6777" y="4250"/>
                    </a:cubicBezTo>
                    <a:cubicBezTo>
                      <a:pt x="7657" y="6164"/>
                      <a:pt x="8576" y="8155"/>
                      <a:pt x="10184" y="9571"/>
                    </a:cubicBezTo>
                    <a:cubicBezTo>
                      <a:pt x="10490" y="9839"/>
                      <a:pt x="10797" y="10107"/>
                      <a:pt x="11141" y="10337"/>
                    </a:cubicBezTo>
                    <a:cubicBezTo>
                      <a:pt x="11409" y="10529"/>
                      <a:pt x="11677" y="10720"/>
                      <a:pt x="11945" y="10911"/>
                    </a:cubicBezTo>
                    <a:cubicBezTo>
                      <a:pt x="12098" y="10988"/>
                      <a:pt x="12175" y="11218"/>
                      <a:pt x="12060" y="11371"/>
                    </a:cubicBezTo>
                    <a:cubicBezTo>
                      <a:pt x="11945" y="11524"/>
                      <a:pt x="11715" y="11600"/>
                      <a:pt x="11562" y="11486"/>
                    </a:cubicBezTo>
                    <a:cubicBezTo>
                      <a:pt x="10988" y="11103"/>
                      <a:pt x="10414" y="10720"/>
                      <a:pt x="9916" y="10299"/>
                    </a:cubicBezTo>
                    <a:cubicBezTo>
                      <a:pt x="8806" y="9342"/>
                      <a:pt x="7925" y="8155"/>
                      <a:pt x="7275" y="6892"/>
                    </a:cubicBezTo>
                    <a:cubicBezTo>
                      <a:pt x="6585" y="5628"/>
                      <a:pt x="6088" y="4288"/>
                      <a:pt x="5322" y="3063"/>
                    </a:cubicBezTo>
                    <a:cubicBezTo>
                      <a:pt x="4748" y="2221"/>
                      <a:pt x="3752" y="919"/>
                      <a:pt x="2642" y="1532"/>
                    </a:cubicBezTo>
                    <a:cubicBezTo>
                      <a:pt x="1723" y="2221"/>
                      <a:pt x="1532" y="4595"/>
                      <a:pt x="1341" y="5667"/>
                    </a:cubicBezTo>
                    <a:cubicBezTo>
                      <a:pt x="1111" y="7466"/>
                      <a:pt x="919" y="9227"/>
                      <a:pt x="881" y="11026"/>
                    </a:cubicBezTo>
                    <a:cubicBezTo>
                      <a:pt x="805" y="12826"/>
                      <a:pt x="805" y="14625"/>
                      <a:pt x="805" y="16424"/>
                    </a:cubicBezTo>
                    <a:cubicBezTo>
                      <a:pt x="805" y="16807"/>
                      <a:pt x="805" y="17190"/>
                      <a:pt x="843" y="17573"/>
                    </a:cubicBezTo>
                    <a:cubicBezTo>
                      <a:pt x="958" y="17841"/>
                      <a:pt x="651" y="18185"/>
                      <a:pt x="345" y="180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Google Shape;2160;p42"/>
              <p:cNvSpPr/>
              <p:nvPr/>
            </p:nvSpPr>
            <p:spPr>
              <a:xfrm>
                <a:off x="3250100" y="3771025"/>
                <a:ext cx="427825" cy="780050"/>
              </a:xfrm>
              <a:custGeom>
                <a:avLst/>
                <a:gdLst/>
                <a:ahLst/>
                <a:cxnLst/>
                <a:rect l="l" t="t" r="r" b="b"/>
                <a:pathLst>
                  <a:path w="17113" h="31202" extrusionOk="0">
                    <a:moveTo>
                      <a:pt x="268" y="31125"/>
                    </a:moveTo>
                    <a:cubicBezTo>
                      <a:pt x="115" y="31048"/>
                      <a:pt x="0" y="30819"/>
                      <a:pt x="115" y="30666"/>
                    </a:cubicBezTo>
                    <a:cubicBezTo>
                      <a:pt x="191" y="30551"/>
                      <a:pt x="306" y="30436"/>
                      <a:pt x="383" y="30321"/>
                    </a:cubicBezTo>
                    <a:cubicBezTo>
                      <a:pt x="804" y="29976"/>
                      <a:pt x="1225" y="29594"/>
                      <a:pt x="1646" y="29211"/>
                    </a:cubicBezTo>
                    <a:cubicBezTo>
                      <a:pt x="2756" y="28177"/>
                      <a:pt x="3943" y="27143"/>
                      <a:pt x="5130" y="26186"/>
                    </a:cubicBezTo>
                    <a:cubicBezTo>
                      <a:pt x="7350" y="24234"/>
                      <a:pt x="9571" y="22205"/>
                      <a:pt x="11638" y="20138"/>
                    </a:cubicBezTo>
                    <a:cubicBezTo>
                      <a:pt x="12863" y="18798"/>
                      <a:pt x="14012" y="17419"/>
                      <a:pt x="15046" y="15926"/>
                    </a:cubicBezTo>
                    <a:cubicBezTo>
                      <a:pt x="15505" y="15237"/>
                      <a:pt x="16041" y="14586"/>
                      <a:pt x="16347" y="13821"/>
                    </a:cubicBezTo>
                    <a:cubicBezTo>
                      <a:pt x="15696" y="12978"/>
                      <a:pt x="15160" y="12060"/>
                      <a:pt x="14739" y="11064"/>
                    </a:cubicBezTo>
                    <a:cubicBezTo>
                      <a:pt x="14356" y="10069"/>
                      <a:pt x="13820" y="9112"/>
                      <a:pt x="13284" y="8193"/>
                    </a:cubicBezTo>
                    <a:cubicBezTo>
                      <a:pt x="12481" y="6853"/>
                      <a:pt x="11638" y="5437"/>
                      <a:pt x="10834" y="4135"/>
                    </a:cubicBezTo>
                    <a:cubicBezTo>
                      <a:pt x="10413" y="3446"/>
                      <a:pt x="9916" y="2833"/>
                      <a:pt x="9341" y="2297"/>
                    </a:cubicBezTo>
                    <a:cubicBezTo>
                      <a:pt x="8499" y="1532"/>
                      <a:pt x="7542" y="766"/>
                      <a:pt x="6355" y="728"/>
                    </a:cubicBezTo>
                    <a:cubicBezTo>
                      <a:pt x="6164" y="728"/>
                      <a:pt x="6049" y="498"/>
                      <a:pt x="6049" y="307"/>
                    </a:cubicBezTo>
                    <a:cubicBezTo>
                      <a:pt x="6087" y="115"/>
                      <a:pt x="6279" y="0"/>
                      <a:pt x="6470" y="39"/>
                    </a:cubicBezTo>
                    <a:cubicBezTo>
                      <a:pt x="7044" y="77"/>
                      <a:pt x="7618" y="192"/>
                      <a:pt x="8116" y="498"/>
                    </a:cubicBezTo>
                    <a:cubicBezTo>
                      <a:pt x="10337" y="1685"/>
                      <a:pt x="11523" y="3790"/>
                      <a:pt x="12748" y="5896"/>
                    </a:cubicBezTo>
                    <a:cubicBezTo>
                      <a:pt x="13820" y="7695"/>
                      <a:pt x="14931" y="9533"/>
                      <a:pt x="15696" y="11447"/>
                    </a:cubicBezTo>
                    <a:cubicBezTo>
                      <a:pt x="15964" y="11983"/>
                      <a:pt x="16232" y="12442"/>
                      <a:pt x="16539" y="12902"/>
                    </a:cubicBezTo>
                    <a:cubicBezTo>
                      <a:pt x="16768" y="13208"/>
                      <a:pt x="17113" y="13514"/>
                      <a:pt x="17036" y="13936"/>
                    </a:cubicBezTo>
                    <a:cubicBezTo>
                      <a:pt x="16921" y="14395"/>
                      <a:pt x="16615" y="14816"/>
                      <a:pt x="16385" y="15237"/>
                    </a:cubicBezTo>
                    <a:cubicBezTo>
                      <a:pt x="15811" y="16118"/>
                      <a:pt x="15160" y="16998"/>
                      <a:pt x="14510" y="17840"/>
                    </a:cubicBezTo>
                    <a:cubicBezTo>
                      <a:pt x="13131" y="19640"/>
                      <a:pt x="11600" y="21286"/>
                      <a:pt x="9916" y="22817"/>
                    </a:cubicBezTo>
                    <a:cubicBezTo>
                      <a:pt x="8461" y="24119"/>
                      <a:pt x="7044" y="25536"/>
                      <a:pt x="5513" y="26799"/>
                    </a:cubicBezTo>
                    <a:cubicBezTo>
                      <a:pt x="3828" y="28139"/>
                      <a:pt x="2259" y="29594"/>
                      <a:pt x="689" y="31048"/>
                    </a:cubicBezTo>
                    <a:lnTo>
                      <a:pt x="727" y="31048"/>
                    </a:lnTo>
                    <a:cubicBezTo>
                      <a:pt x="727" y="31010"/>
                      <a:pt x="727" y="31010"/>
                      <a:pt x="727" y="31010"/>
                    </a:cubicBezTo>
                    <a:cubicBezTo>
                      <a:pt x="613" y="31163"/>
                      <a:pt x="459" y="31201"/>
                      <a:pt x="306" y="311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Google Shape;2161;p42"/>
              <p:cNvSpPr/>
              <p:nvPr/>
            </p:nvSpPr>
            <p:spPr>
              <a:xfrm>
                <a:off x="2041275" y="4100250"/>
                <a:ext cx="195275" cy="88075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23" extrusionOk="0">
                    <a:moveTo>
                      <a:pt x="77" y="3255"/>
                    </a:moveTo>
                    <a:cubicBezTo>
                      <a:pt x="1" y="3064"/>
                      <a:pt x="115" y="2872"/>
                      <a:pt x="307" y="2796"/>
                    </a:cubicBezTo>
                    <a:cubicBezTo>
                      <a:pt x="919" y="2604"/>
                      <a:pt x="1570" y="2489"/>
                      <a:pt x="2183" y="2298"/>
                    </a:cubicBezTo>
                    <a:cubicBezTo>
                      <a:pt x="2872" y="2106"/>
                      <a:pt x="3561" y="1838"/>
                      <a:pt x="4250" y="1571"/>
                    </a:cubicBezTo>
                    <a:cubicBezTo>
                      <a:pt x="4901" y="1303"/>
                      <a:pt x="5590" y="996"/>
                      <a:pt x="6203" y="652"/>
                    </a:cubicBezTo>
                    <a:cubicBezTo>
                      <a:pt x="6394" y="537"/>
                      <a:pt x="6585" y="422"/>
                      <a:pt x="6777" y="307"/>
                    </a:cubicBezTo>
                    <a:cubicBezTo>
                      <a:pt x="6930" y="116"/>
                      <a:pt x="7198" y="1"/>
                      <a:pt x="7389" y="192"/>
                    </a:cubicBezTo>
                    <a:cubicBezTo>
                      <a:pt x="7810" y="652"/>
                      <a:pt x="7007" y="996"/>
                      <a:pt x="6662" y="1188"/>
                    </a:cubicBezTo>
                    <a:cubicBezTo>
                      <a:pt x="5360" y="1953"/>
                      <a:pt x="3906" y="2528"/>
                      <a:pt x="2451" y="2949"/>
                    </a:cubicBezTo>
                    <a:cubicBezTo>
                      <a:pt x="1838" y="3140"/>
                      <a:pt x="1187" y="3293"/>
                      <a:pt x="575" y="3446"/>
                    </a:cubicBezTo>
                    <a:cubicBezTo>
                      <a:pt x="383" y="3523"/>
                      <a:pt x="115" y="3446"/>
                      <a:pt x="77" y="32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Google Shape;2162;p42"/>
              <p:cNvSpPr/>
              <p:nvPr/>
            </p:nvSpPr>
            <p:spPr>
              <a:xfrm>
                <a:off x="3653025" y="4109825"/>
                <a:ext cx="116800" cy="63200"/>
              </a:xfrm>
              <a:custGeom>
                <a:avLst/>
                <a:gdLst/>
                <a:ahLst/>
                <a:cxnLst/>
                <a:rect l="l" t="t" r="r" b="b"/>
                <a:pathLst>
                  <a:path w="4672" h="2528" extrusionOk="0">
                    <a:moveTo>
                      <a:pt x="4059" y="2451"/>
                    </a:moveTo>
                    <a:cubicBezTo>
                      <a:pt x="2872" y="2183"/>
                      <a:pt x="1570" y="1953"/>
                      <a:pt x="575" y="1149"/>
                    </a:cubicBezTo>
                    <a:cubicBezTo>
                      <a:pt x="0" y="728"/>
                      <a:pt x="804" y="1"/>
                      <a:pt x="1072" y="652"/>
                    </a:cubicBezTo>
                    <a:cubicBezTo>
                      <a:pt x="1991" y="1341"/>
                      <a:pt x="3140" y="1532"/>
                      <a:pt x="4212" y="1762"/>
                    </a:cubicBezTo>
                    <a:cubicBezTo>
                      <a:pt x="4671" y="1877"/>
                      <a:pt x="4518" y="2527"/>
                      <a:pt x="4059" y="24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Google Shape;2163;p42"/>
              <p:cNvSpPr/>
              <p:nvPr/>
            </p:nvSpPr>
            <p:spPr>
              <a:xfrm>
                <a:off x="2936150" y="4315600"/>
                <a:ext cx="29700" cy="210600"/>
              </a:xfrm>
              <a:custGeom>
                <a:avLst/>
                <a:gdLst/>
                <a:ahLst/>
                <a:cxnLst/>
                <a:rect l="l" t="t" r="r" b="b"/>
                <a:pathLst>
                  <a:path w="1188" h="8424" extrusionOk="0">
                    <a:moveTo>
                      <a:pt x="460" y="7964"/>
                    </a:moveTo>
                    <a:cubicBezTo>
                      <a:pt x="384" y="5552"/>
                      <a:pt x="345" y="3102"/>
                      <a:pt x="154" y="690"/>
                    </a:cubicBezTo>
                    <a:cubicBezTo>
                      <a:pt x="1" y="269"/>
                      <a:pt x="613" y="1"/>
                      <a:pt x="805" y="422"/>
                    </a:cubicBezTo>
                    <a:cubicBezTo>
                      <a:pt x="881" y="537"/>
                      <a:pt x="881" y="690"/>
                      <a:pt x="881" y="843"/>
                    </a:cubicBezTo>
                    <a:cubicBezTo>
                      <a:pt x="1035" y="3217"/>
                      <a:pt x="1111" y="5552"/>
                      <a:pt x="1149" y="7887"/>
                    </a:cubicBezTo>
                    <a:cubicBezTo>
                      <a:pt x="1188" y="8347"/>
                      <a:pt x="499" y="8423"/>
                      <a:pt x="460" y="79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Google Shape;2164;p42"/>
              <p:cNvSpPr/>
              <p:nvPr/>
            </p:nvSpPr>
            <p:spPr>
              <a:xfrm>
                <a:off x="2654775" y="1711350"/>
                <a:ext cx="409650" cy="46925"/>
              </a:xfrm>
              <a:custGeom>
                <a:avLst/>
                <a:gdLst/>
                <a:ahLst/>
                <a:cxnLst/>
                <a:rect l="l" t="t" r="r" b="b"/>
                <a:pathLst>
                  <a:path w="16386" h="1877" extrusionOk="0">
                    <a:moveTo>
                      <a:pt x="39" y="1570"/>
                    </a:moveTo>
                    <a:cubicBezTo>
                      <a:pt x="1" y="1379"/>
                      <a:pt x="115" y="1188"/>
                      <a:pt x="307" y="1149"/>
                    </a:cubicBezTo>
                    <a:cubicBezTo>
                      <a:pt x="996" y="920"/>
                      <a:pt x="1762" y="805"/>
                      <a:pt x="2489" y="652"/>
                    </a:cubicBezTo>
                    <a:cubicBezTo>
                      <a:pt x="6930" y="1"/>
                      <a:pt x="11486" y="77"/>
                      <a:pt x="15927" y="613"/>
                    </a:cubicBezTo>
                    <a:cubicBezTo>
                      <a:pt x="16386" y="690"/>
                      <a:pt x="16309" y="1379"/>
                      <a:pt x="15812" y="1341"/>
                    </a:cubicBezTo>
                    <a:cubicBezTo>
                      <a:pt x="11792" y="805"/>
                      <a:pt x="7696" y="728"/>
                      <a:pt x="3676" y="1188"/>
                    </a:cubicBezTo>
                    <a:cubicBezTo>
                      <a:pt x="2948" y="1302"/>
                      <a:pt x="2221" y="1417"/>
                      <a:pt x="1494" y="1570"/>
                    </a:cubicBezTo>
                    <a:cubicBezTo>
                      <a:pt x="1149" y="1647"/>
                      <a:pt x="804" y="1724"/>
                      <a:pt x="498" y="1800"/>
                    </a:cubicBezTo>
                    <a:cubicBezTo>
                      <a:pt x="307" y="1877"/>
                      <a:pt x="77" y="1762"/>
                      <a:pt x="39" y="15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Google Shape;2165;p42"/>
              <p:cNvSpPr/>
              <p:nvPr/>
            </p:nvSpPr>
            <p:spPr>
              <a:xfrm>
                <a:off x="2768675" y="1642450"/>
                <a:ext cx="175175" cy="19175"/>
              </a:xfrm>
              <a:custGeom>
                <a:avLst/>
                <a:gdLst/>
                <a:ahLst/>
                <a:cxnLst/>
                <a:rect l="l" t="t" r="r" b="b"/>
                <a:pathLst>
                  <a:path w="7007" h="767" extrusionOk="0">
                    <a:moveTo>
                      <a:pt x="0" y="383"/>
                    </a:moveTo>
                    <a:cubicBezTo>
                      <a:pt x="0" y="192"/>
                      <a:pt x="153" y="39"/>
                      <a:pt x="345" y="39"/>
                    </a:cubicBezTo>
                    <a:cubicBezTo>
                      <a:pt x="1110" y="0"/>
                      <a:pt x="1838" y="0"/>
                      <a:pt x="2604" y="0"/>
                    </a:cubicBezTo>
                    <a:cubicBezTo>
                      <a:pt x="3369" y="0"/>
                      <a:pt x="4097" y="0"/>
                      <a:pt x="4901" y="0"/>
                    </a:cubicBezTo>
                    <a:cubicBezTo>
                      <a:pt x="5437" y="0"/>
                      <a:pt x="6011" y="0"/>
                      <a:pt x="6585" y="39"/>
                    </a:cubicBezTo>
                    <a:cubicBezTo>
                      <a:pt x="6891" y="39"/>
                      <a:pt x="7006" y="498"/>
                      <a:pt x="6738" y="651"/>
                    </a:cubicBezTo>
                    <a:cubicBezTo>
                      <a:pt x="6623" y="766"/>
                      <a:pt x="6509" y="728"/>
                      <a:pt x="6355" y="728"/>
                    </a:cubicBezTo>
                    <a:cubicBezTo>
                      <a:pt x="4862" y="651"/>
                      <a:pt x="3331" y="728"/>
                      <a:pt x="1800" y="728"/>
                    </a:cubicBezTo>
                    <a:cubicBezTo>
                      <a:pt x="1340" y="728"/>
                      <a:pt x="843" y="728"/>
                      <a:pt x="345" y="728"/>
                    </a:cubicBezTo>
                    <a:cubicBezTo>
                      <a:pt x="153" y="766"/>
                      <a:pt x="0" y="575"/>
                      <a:pt x="0" y="3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Google Shape;2166;p42"/>
              <p:cNvSpPr/>
              <p:nvPr/>
            </p:nvSpPr>
            <p:spPr>
              <a:xfrm>
                <a:off x="2124550" y="1548650"/>
                <a:ext cx="134975" cy="91900"/>
              </a:xfrm>
              <a:custGeom>
                <a:avLst/>
                <a:gdLst/>
                <a:ahLst/>
                <a:cxnLst/>
                <a:rect l="l" t="t" r="r" b="b"/>
                <a:pathLst>
                  <a:path w="5399" h="3676" extrusionOk="0">
                    <a:moveTo>
                      <a:pt x="4901" y="3638"/>
                    </a:moveTo>
                    <a:cubicBezTo>
                      <a:pt x="4173" y="3484"/>
                      <a:pt x="3561" y="2948"/>
                      <a:pt x="3140" y="2374"/>
                    </a:cubicBezTo>
                    <a:cubicBezTo>
                      <a:pt x="3140" y="2374"/>
                      <a:pt x="3178" y="2374"/>
                      <a:pt x="3178" y="2412"/>
                    </a:cubicBezTo>
                    <a:cubicBezTo>
                      <a:pt x="2221" y="2872"/>
                      <a:pt x="843" y="2795"/>
                      <a:pt x="345" y="1723"/>
                    </a:cubicBezTo>
                    <a:cubicBezTo>
                      <a:pt x="153" y="1340"/>
                      <a:pt x="0" y="843"/>
                      <a:pt x="192" y="460"/>
                    </a:cubicBezTo>
                    <a:cubicBezTo>
                      <a:pt x="383" y="1"/>
                      <a:pt x="996" y="307"/>
                      <a:pt x="843" y="728"/>
                    </a:cubicBezTo>
                    <a:cubicBezTo>
                      <a:pt x="766" y="1073"/>
                      <a:pt x="957" y="1494"/>
                      <a:pt x="1225" y="1723"/>
                    </a:cubicBezTo>
                    <a:cubicBezTo>
                      <a:pt x="1532" y="1991"/>
                      <a:pt x="1991" y="1991"/>
                      <a:pt x="2374" y="1915"/>
                    </a:cubicBezTo>
                    <a:cubicBezTo>
                      <a:pt x="2565" y="1876"/>
                      <a:pt x="2718" y="1838"/>
                      <a:pt x="2872" y="1762"/>
                    </a:cubicBezTo>
                    <a:cubicBezTo>
                      <a:pt x="3025" y="1685"/>
                      <a:pt x="3178" y="1608"/>
                      <a:pt x="3331" y="1608"/>
                    </a:cubicBezTo>
                    <a:cubicBezTo>
                      <a:pt x="3522" y="1647"/>
                      <a:pt x="3637" y="1838"/>
                      <a:pt x="3752" y="1991"/>
                    </a:cubicBezTo>
                    <a:cubicBezTo>
                      <a:pt x="4020" y="2374"/>
                      <a:pt x="4403" y="2719"/>
                      <a:pt x="4824" y="2872"/>
                    </a:cubicBezTo>
                    <a:cubicBezTo>
                      <a:pt x="4977" y="2948"/>
                      <a:pt x="5130" y="2948"/>
                      <a:pt x="5207" y="3063"/>
                    </a:cubicBezTo>
                    <a:cubicBezTo>
                      <a:pt x="5398" y="3293"/>
                      <a:pt x="5169" y="3676"/>
                      <a:pt x="4901" y="36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Google Shape;2167;p42"/>
              <p:cNvSpPr/>
              <p:nvPr/>
            </p:nvSpPr>
            <p:spPr>
              <a:xfrm>
                <a:off x="2144650" y="1356275"/>
                <a:ext cx="99550" cy="59375"/>
              </a:xfrm>
              <a:custGeom>
                <a:avLst/>
                <a:gdLst/>
                <a:ahLst/>
                <a:cxnLst/>
                <a:rect l="l" t="t" r="r" b="b"/>
                <a:pathLst>
                  <a:path w="3982" h="2375" extrusionOk="0">
                    <a:moveTo>
                      <a:pt x="1800" y="2183"/>
                    </a:moveTo>
                    <a:cubicBezTo>
                      <a:pt x="1110" y="1991"/>
                      <a:pt x="421" y="1608"/>
                      <a:pt x="153" y="919"/>
                    </a:cubicBezTo>
                    <a:cubicBezTo>
                      <a:pt x="0" y="613"/>
                      <a:pt x="77" y="1"/>
                      <a:pt x="536" y="115"/>
                    </a:cubicBezTo>
                    <a:cubicBezTo>
                      <a:pt x="766" y="154"/>
                      <a:pt x="843" y="383"/>
                      <a:pt x="804" y="575"/>
                    </a:cubicBezTo>
                    <a:cubicBezTo>
                      <a:pt x="919" y="1034"/>
                      <a:pt x="1417" y="1340"/>
                      <a:pt x="1838" y="1455"/>
                    </a:cubicBezTo>
                    <a:cubicBezTo>
                      <a:pt x="2374" y="1685"/>
                      <a:pt x="2986" y="1532"/>
                      <a:pt x="3522" y="1340"/>
                    </a:cubicBezTo>
                    <a:cubicBezTo>
                      <a:pt x="3714" y="1302"/>
                      <a:pt x="3905" y="1417"/>
                      <a:pt x="3943" y="1608"/>
                    </a:cubicBezTo>
                    <a:cubicBezTo>
                      <a:pt x="3982" y="1800"/>
                      <a:pt x="3867" y="1991"/>
                      <a:pt x="3714" y="2030"/>
                    </a:cubicBezTo>
                    <a:cubicBezTo>
                      <a:pt x="3101" y="2221"/>
                      <a:pt x="2412" y="2374"/>
                      <a:pt x="1800" y="21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Google Shape;2168;p42"/>
              <p:cNvSpPr/>
              <p:nvPr/>
            </p:nvSpPr>
            <p:spPr>
              <a:xfrm>
                <a:off x="2213550" y="1219400"/>
                <a:ext cx="56500" cy="51725"/>
              </a:xfrm>
              <a:custGeom>
                <a:avLst/>
                <a:gdLst/>
                <a:ahLst/>
                <a:cxnLst/>
                <a:rect l="l" t="t" r="r" b="b"/>
                <a:pathLst>
                  <a:path w="2260" h="2069" extrusionOk="0">
                    <a:moveTo>
                      <a:pt x="1417" y="1953"/>
                    </a:moveTo>
                    <a:cubicBezTo>
                      <a:pt x="919" y="1877"/>
                      <a:pt x="39" y="1188"/>
                      <a:pt x="1" y="652"/>
                    </a:cubicBezTo>
                    <a:cubicBezTo>
                      <a:pt x="1" y="460"/>
                      <a:pt x="39" y="269"/>
                      <a:pt x="192" y="192"/>
                    </a:cubicBezTo>
                    <a:cubicBezTo>
                      <a:pt x="498" y="1"/>
                      <a:pt x="843" y="307"/>
                      <a:pt x="728" y="614"/>
                    </a:cubicBezTo>
                    <a:cubicBezTo>
                      <a:pt x="881" y="881"/>
                      <a:pt x="1149" y="1111"/>
                      <a:pt x="1417" y="1226"/>
                    </a:cubicBezTo>
                    <a:cubicBezTo>
                      <a:pt x="1762" y="1341"/>
                      <a:pt x="2259" y="1111"/>
                      <a:pt x="2259" y="1609"/>
                    </a:cubicBezTo>
                    <a:cubicBezTo>
                      <a:pt x="2259" y="2068"/>
                      <a:pt x="1723" y="1992"/>
                      <a:pt x="1417" y="1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Google Shape;2169;p42"/>
              <p:cNvSpPr/>
              <p:nvPr/>
            </p:nvSpPr>
            <p:spPr>
              <a:xfrm>
                <a:off x="2098700" y="1828125"/>
                <a:ext cx="68950" cy="81375"/>
              </a:xfrm>
              <a:custGeom>
                <a:avLst/>
                <a:gdLst/>
                <a:ahLst/>
                <a:cxnLst/>
                <a:rect l="l" t="t" r="r" b="b"/>
                <a:pathLst>
                  <a:path w="2758" h="3255" extrusionOk="0">
                    <a:moveTo>
                      <a:pt x="2030" y="3178"/>
                    </a:moveTo>
                    <a:cubicBezTo>
                      <a:pt x="958" y="3101"/>
                      <a:pt x="192" y="2183"/>
                      <a:pt x="39" y="1187"/>
                    </a:cubicBezTo>
                    <a:cubicBezTo>
                      <a:pt x="1" y="881"/>
                      <a:pt x="1" y="498"/>
                      <a:pt x="269" y="268"/>
                    </a:cubicBezTo>
                    <a:cubicBezTo>
                      <a:pt x="613" y="0"/>
                      <a:pt x="1034" y="460"/>
                      <a:pt x="766" y="766"/>
                    </a:cubicBezTo>
                    <a:cubicBezTo>
                      <a:pt x="651" y="1685"/>
                      <a:pt x="1455" y="2604"/>
                      <a:pt x="2374" y="2489"/>
                    </a:cubicBezTo>
                    <a:cubicBezTo>
                      <a:pt x="2566" y="2489"/>
                      <a:pt x="2757" y="2642"/>
                      <a:pt x="2757" y="2833"/>
                    </a:cubicBezTo>
                    <a:cubicBezTo>
                      <a:pt x="2719" y="3255"/>
                      <a:pt x="2298" y="3216"/>
                      <a:pt x="1991" y="31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Google Shape;2170;p42"/>
              <p:cNvSpPr/>
              <p:nvPr/>
            </p:nvSpPr>
            <p:spPr>
              <a:xfrm>
                <a:off x="2124550" y="1978375"/>
                <a:ext cx="68925" cy="36400"/>
              </a:xfrm>
              <a:custGeom>
                <a:avLst/>
                <a:gdLst/>
                <a:ahLst/>
                <a:cxnLst/>
                <a:rect l="l" t="t" r="r" b="b"/>
                <a:pathLst>
                  <a:path w="2757" h="1456" extrusionOk="0">
                    <a:moveTo>
                      <a:pt x="1111" y="1379"/>
                    </a:moveTo>
                    <a:cubicBezTo>
                      <a:pt x="651" y="1226"/>
                      <a:pt x="115" y="958"/>
                      <a:pt x="39" y="460"/>
                    </a:cubicBezTo>
                    <a:cubicBezTo>
                      <a:pt x="0" y="269"/>
                      <a:pt x="153" y="78"/>
                      <a:pt x="345" y="39"/>
                    </a:cubicBezTo>
                    <a:cubicBezTo>
                      <a:pt x="536" y="1"/>
                      <a:pt x="728" y="154"/>
                      <a:pt x="728" y="384"/>
                    </a:cubicBezTo>
                    <a:cubicBezTo>
                      <a:pt x="1187" y="843"/>
                      <a:pt x="1723" y="690"/>
                      <a:pt x="2221" y="422"/>
                    </a:cubicBezTo>
                    <a:cubicBezTo>
                      <a:pt x="2374" y="307"/>
                      <a:pt x="2604" y="422"/>
                      <a:pt x="2680" y="575"/>
                    </a:cubicBezTo>
                    <a:cubicBezTo>
                      <a:pt x="2757" y="767"/>
                      <a:pt x="2680" y="996"/>
                      <a:pt x="2489" y="1073"/>
                    </a:cubicBezTo>
                    <a:cubicBezTo>
                      <a:pt x="2068" y="1264"/>
                      <a:pt x="1570" y="1456"/>
                      <a:pt x="1111" y="13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Google Shape;2171;p42"/>
              <p:cNvSpPr/>
              <p:nvPr/>
            </p:nvSpPr>
            <p:spPr>
              <a:xfrm>
                <a:off x="2135075" y="2124825"/>
                <a:ext cx="64150" cy="73725"/>
              </a:xfrm>
              <a:custGeom>
                <a:avLst/>
                <a:gdLst/>
                <a:ahLst/>
                <a:cxnLst/>
                <a:rect l="l" t="t" r="r" b="b"/>
                <a:pathLst>
                  <a:path w="2566" h="2949" extrusionOk="0">
                    <a:moveTo>
                      <a:pt x="1723" y="2527"/>
                    </a:moveTo>
                    <a:cubicBezTo>
                      <a:pt x="1532" y="1953"/>
                      <a:pt x="1187" y="1455"/>
                      <a:pt x="690" y="1111"/>
                    </a:cubicBezTo>
                    <a:cubicBezTo>
                      <a:pt x="575" y="1034"/>
                      <a:pt x="460" y="996"/>
                      <a:pt x="345" y="996"/>
                    </a:cubicBezTo>
                    <a:cubicBezTo>
                      <a:pt x="154" y="996"/>
                      <a:pt x="0" y="804"/>
                      <a:pt x="0" y="613"/>
                    </a:cubicBezTo>
                    <a:cubicBezTo>
                      <a:pt x="77" y="0"/>
                      <a:pt x="919" y="345"/>
                      <a:pt x="1226" y="613"/>
                    </a:cubicBezTo>
                    <a:cubicBezTo>
                      <a:pt x="1761" y="1034"/>
                      <a:pt x="2144" y="1608"/>
                      <a:pt x="2374" y="2259"/>
                    </a:cubicBezTo>
                    <a:cubicBezTo>
                      <a:pt x="2565" y="2680"/>
                      <a:pt x="1915" y="2948"/>
                      <a:pt x="1723" y="25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42"/>
              <p:cNvSpPr/>
              <p:nvPr/>
            </p:nvSpPr>
            <p:spPr>
              <a:xfrm>
                <a:off x="2567675" y="2055900"/>
                <a:ext cx="76600" cy="85225"/>
              </a:xfrm>
              <a:custGeom>
                <a:avLst/>
                <a:gdLst/>
                <a:ahLst/>
                <a:cxnLst/>
                <a:rect l="l" t="t" r="r" b="b"/>
                <a:pathLst>
                  <a:path w="3064" h="3409" extrusionOk="0">
                    <a:moveTo>
                      <a:pt x="269" y="3217"/>
                    </a:moveTo>
                    <a:cubicBezTo>
                      <a:pt x="1" y="2834"/>
                      <a:pt x="537" y="2604"/>
                      <a:pt x="766" y="2375"/>
                    </a:cubicBezTo>
                    <a:cubicBezTo>
                      <a:pt x="1379" y="1839"/>
                      <a:pt x="1838" y="1188"/>
                      <a:pt x="2221" y="460"/>
                    </a:cubicBezTo>
                    <a:cubicBezTo>
                      <a:pt x="2374" y="1"/>
                      <a:pt x="3063" y="231"/>
                      <a:pt x="2872" y="690"/>
                    </a:cubicBezTo>
                    <a:cubicBezTo>
                      <a:pt x="2413" y="1724"/>
                      <a:pt x="1685" y="2642"/>
                      <a:pt x="766" y="3293"/>
                    </a:cubicBezTo>
                    <a:cubicBezTo>
                      <a:pt x="613" y="3408"/>
                      <a:pt x="384" y="3370"/>
                      <a:pt x="269" y="32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42"/>
              <p:cNvSpPr/>
              <p:nvPr/>
            </p:nvSpPr>
            <p:spPr>
              <a:xfrm>
                <a:off x="2515050" y="2089400"/>
                <a:ext cx="45950" cy="50750"/>
              </a:xfrm>
              <a:custGeom>
                <a:avLst/>
                <a:gdLst/>
                <a:ahLst/>
                <a:cxnLst/>
                <a:rect l="l" t="t" r="r" b="b"/>
                <a:pathLst>
                  <a:path w="1838" h="2030" extrusionOk="0">
                    <a:moveTo>
                      <a:pt x="153" y="1609"/>
                    </a:moveTo>
                    <a:cubicBezTo>
                      <a:pt x="0" y="1417"/>
                      <a:pt x="115" y="1149"/>
                      <a:pt x="306" y="1035"/>
                    </a:cubicBezTo>
                    <a:cubicBezTo>
                      <a:pt x="498" y="881"/>
                      <a:pt x="651" y="728"/>
                      <a:pt x="804" y="537"/>
                    </a:cubicBezTo>
                    <a:cubicBezTo>
                      <a:pt x="995" y="307"/>
                      <a:pt x="1225" y="1"/>
                      <a:pt x="1531" y="269"/>
                    </a:cubicBezTo>
                    <a:cubicBezTo>
                      <a:pt x="1838" y="613"/>
                      <a:pt x="1378" y="920"/>
                      <a:pt x="1187" y="1149"/>
                    </a:cubicBezTo>
                    <a:cubicBezTo>
                      <a:pt x="919" y="1417"/>
                      <a:pt x="536" y="2030"/>
                      <a:pt x="153" y="16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42"/>
              <p:cNvSpPr/>
              <p:nvPr/>
            </p:nvSpPr>
            <p:spPr>
              <a:xfrm>
                <a:off x="3140025" y="2068350"/>
                <a:ext cx="76600" cy="65100"/>
              </a:xfrm>
              <a:custGeom>
                <a:avLst/>
                <a:gdLst/>
                <a:ahLst/>
                <a:cxnLst/>
                <a:rect l="l" t="t" r="r" b="b"/>
                <a:pathLst>
                  <a:path w="3064" h="2604" extrusionOk="0">
                    <a:moveTo>
                      <a:pt x="2297" y="2374"/>
                    </a:moveTo>
                    <a:cubicBezTo>
                      <a:pt x="1723" y="2030"/>
                      <a:pt x="1149" y="1647"/>
                      <a:pt x="689" y="1149"/>
                    </a:cubicBezTo>
                    <a:cubicBezTo>
                      <a:pt x="498" y="881"/>
                      <a:pt x="0" y="460"/>
                      <a:pt x="383" y="154"/>
                    </a:cubicBezTo>
                    <a:cubicBezTo>
                      <a:pt x="536" y="1"/>
                      <a:pt x="728" y="39"/>
                      <a:pt x="881" y="192"/>
                    </a:cubicBezTo>
                    <a:cubicBezTo>
                      <a:pt x="1302" y="881"/>
                      <a:pt x="1953" y="1379"/>
                      <a:pt x="2680" y="1762"/>
                    </a:cubicBezTo>
                    <a:cubicBezTo>
                      <a:pt x="3063" y="1991"/>
                      <a:pt x="2719" y="2604"/>
                      <a:pt x="2297" y="23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42"/>
              <p:cNvSpPr/>
              <p:nvPr/>
            </p:nvSpPr>
            <p:spPr>
              <a:xfrm>
                <a:off x="3216600" y="2062600"/>
                <a:ext cx="67000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2680" h="2413" extrusionOk="0">
                    <a:moveTo>
                      <a:pt x="1991" y="2260"/>
                    </a:moveTo>
                    <a:cubicBezTo>
                      <a:pt x="1187" y="1877"/>
                      <a:pt x="38" y="1264"/>
                      <a:pt x="0" y="307"/>
                    </a:cubicBezTo>
                    <a:cubicBezTo>
                      <a:pt x="0" y="116"/>
                      <a:pt x="191" y="1"/>
                      <a:pt x="383" y="1"/>
                    </a:cubicBezTo>
                    <a:cubicBezTo>
                      <a:pt x="574" y="39"/>
                      <a:pt x="689" y="192"/>
                      <a:pt x="689" y="384"/>
                    </a:cubicBezTo>
                    <a:cubicBezTo>
                      <a:pt x="727" y="384"/>
                      <a:pt x="727" y="422"/>
                      <a:pt x="727" y="422"/>
                    </a:cubicBezTo>
                    <a:cubicBezTo>
                      <a:pt x="881" y="690"/>
                      <a:pt x="1110" y="920"/>
                      <a:pt x="1340" y="1073"/>
                    </a:cubicBezTo>
                    <a:cubicBezTo>
                      <a:pt x="1646" y="1264"/>
                      <a:pt x="1953" y="1456"/>
                      <a:pt x="2259" y="1609"/>
                    </a:cubicBezTo>
                    <a:cubicBezTo>
                      <a:pt x="2680" y="1800"/>
                      <a:pt x="2412" y="2413"/>
                      <a:pt x="1991" y="22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42"/>
              <p:cNvSpPr/>
              <p:nvPr/>
            </p:nvSpPr>
            <p:spPr>
              <a:xfrm>
                <a:off x="3659725" y="1786975"/>
                <a:ext cx="107225" cy="54575"/>
              </a:xfrm>
              <a:custGeom>
                <a:avLst/>
                <a:gdLst/>
                <a:ahLst/>
                <a:cxnLst/>
                <a:rect l="l" t="t" r="r" b="b"/>
                <a:pathLst>
                  <a:path w="4289" h="2183" extrusionOk="0">
                    <a:moveTo>
                      <a:pt x="1608" y="2106"/>
                    </a:moveTo>
                    <a:cubicBezTo>
                      <a:pt x="958" y="2068"/>
                      <a:pt x="0" y="1800"/>
                      <a:pt x="39" y="996"/>
                    </a:cubicBezTo>
                    <a:cubicBezTo>
                      <a:pt x="115" y="536"/>
                      <a:pt x="766" y="613"/>
                      <a:pt x="728" y="1072"/>
                    </a:cubicBezTo>
                    <a:cubicBezTo>
                      <a:pt x="728" y="1072"/>
                      <a:pt x="728" y="1110"/>
                      <a:pt x="766" y="1110"/>
                    </a:cubicBezTo>
                    <a:cubicBezTo>
                      <a:pt x="766" y="1110"/>
                      <a:pt x="766" y="1110"/>
                      <a:pt x="766" y="1149"/>
                    </a:cubicBezTo>
                    <a:lnTo>
                      <a:pt x="766" y="1110"/>
                    </a:lnTo>
                    <a:cubicBezTo>
                      <a:pt x="766" y="1110"/>
                      <a:pt x="766" y="1110"/>
                      <a:pt x="728" y="1110"/>
                    </a:cubicBezTo>
                    <a:cubicBezTo>
                      <a:pt x="1149" y="1417"/>
                      <a:pt x="1762" y="1455"/>
                      <a:pt x="2259" y="1340"/>
                    </a:cubicBezTo>
                    <a:cubicBezTo>
                      <a:pt x="2757" y="1149"/>
                      <a:pt x="3101" y="689"/>
                      <a:pt x="3331" y="230"/>
                    </a:cubicBezTo>
                    <a:cubicBezTo>
                      <a:pt x="3446" y="38"/>
                      <a:pt x="3676" y="0"/>
                      <a:pt x="3829" y="77"/>
                    </a:cubicBezTo>
                    <a:cubicBezTo>
                      <a:pt x="4288" y="383"/>
                      <a:pt x="3752" y="919"/>
                      <a:pt x="3561" y="1225"/>
                    </a:cubicBezTo>
                    <a:cubicBezTo>
                      <a:pt x="3101" y="1800"/>
                      <a:pt x="2374" y="2182"/>
                      <a:pt x="1608" y="21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42"/>
              <p:cNvSpPr/>
              <p:nvPr/>
            </p:nvSpPr>
            <p:spPr>
              <a:xfrm>
                <a:off x="3676950" y="1675950"/>
                <a:ext cx="89025" cy="56500"/>
              </a:xfrm>
              <a:custGeom>
                <a:avLst/>
                <a:gdLst/>
                <a:ahLst/>
                <a:cxnLst/>
                <a:rect l="l" t="t" r="r" b="b"/>
                <a:pathLst>
                  <a:path w="3561" h="2260" extrusionOk="0">
                    <a:moveTo>
                      <a:pt x="690" y="1876"/>
                    </a:moveTo>
                    <a:cubicBezTo>
                      <a:pt x="230" y="1761"/>
                      <a:pt x="1" y="1072"/>
                      <a:pt x="575" y="996"/>
                    </a:cubicBezTo>
                    <a:cubicBezTo>
                      <a:pt x="728" y="996"/>
                      <a:pt x="843" y="1072"/>
                      <a:pt x="919" y="1187"/>
                    </a:cubicBezTo>
                    <a:cubicBezTo>
                      <a:pt x="1647" y="1493"/>
                      <a:pt x="2336" y="919"/>
                      <a:pt x="2719" y="345"/>
                    </a:cubicBezTo>
                    <a:cubicBezTo>
                      <a:pt x="2987" y="0"/>
                      <a:pt x="3561" y="421"/>
                      <a:pt x="3255" y="804"/>
                    </a:cubicBezTo>
                    <a:cubicBezTo>
                      <a:pt x="2719" y="1608"/>
                      <a:pt x="1685" y="2259"/>
                      <a:pt x="690" y="18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42"/>
              <p:cNvSpPr/>
              <p:nvPr/>
            </p:nvSpPr>
            <p:spPr>
              <a:xfrm>
                <a:off x="3503725" y="1451975"/>
                <a:ext cx="89025" cy="48850"/>
              </a:xfrm>
              <a:custGeom>
                <a:avLst/>
                <a:gdLst/>
                <a:ahLst/>
                <a:cxnLst/>
                <a:rect l="l" t="t" r="r" b="b"/>
                <a:pathLst>
                  <a:path w="3561" h="1954" extrusionOk="0">
                    <a:moveTo>
                      <a:pt x="689" y="1915"/>
                    </a:moveTo>
                    <a:cubicBezTo>
                      <a:pt x="460" y="1877"/>
                      <a:pt x="153" y="1800"/>
                      <a:pt x="77" y="1532"/>
                    </a:cubicBezTo>
                    <a:cubicBezTo>
                      <a:pt x="0" y="1341"/>
                      <a:pt x="115" y="1149"/>
                      <a:pt x="306" y="1111"/>
                    </a:cubicBezTo>
                    <a:cubicBezTo>
                      <a:pt x="421" y="1073"/>
                      <a:pt x="574" y="1111"/>
                      <a:pt x="651" y="1188"/>
                    </a:cubicBezTo>
                    <a:cubicBezTo>
                      <a:pt x="1417" y="1303"/>
                      <a:pt x="2106" y="767"/>
                      <a:pt x="2565" y="192"/>
                    </a:cubicBezTo>
                    <a:cubicBezTo>
                      <a:pt x="2680" y="39"/>
                      <a:pt x="2910" y="1"/>
                      <a:pt x="3063" y="116"/>
                    </a:cubicBezTo>
                    <a:cubicBezTo>
                      <a:pt x="3561" y="537"/>
                      <a:pt x="2565" y="1188"/>
                      <a:pt x="2297" y="1417"/>
                    </a:cubicBezTo>
                    <a:cubicBezTo>
                      <a:pt x="1838" y="1762"/>
                      <a:pt x="1264" y="1953"/>
                      <a:pt x="689" y="1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42"/>
              <p:cNvSpPr/>
              <p:nvPr/>
            </p:nvSpPr>
            <p:spPr>
              <a:xfrm>
                <a:off x="3586975" y="1347650"/>
                <a:ext cx="85225" cy="57475"/>
              </a:xfrm>
              <a:custGeom>
                <a:avLst/>
                <a:gdLst/>
                <a:ahLst/>
                <a:cxnLst/>
                <a:rect l="l" t="t" r="r" b="b"/>
                <a:pathLst>
                  <a:path w="3409" h="2299" extrusionOk="0">
                    <a:moveTo>
                      <a:pt x="958" y="2221"/>
                    </a:moveTo>
                    <a:cubicBezTo>
                      <a:pt x="1" y="2145"/>
                      <a:pt x="307" y="1149"/>
                      <a:pt x="920" y="1456"/>
                    </a:cubicBezTo>
                    <a:cubicBezTo>
                      <a:pt x="1609" y="1647"/>
                      <a:pt x="2183" y="996"/>
                      <a:pt x="2566" y="499"/>
                    </a:cubicBezTo>
                    <a:cubicBezTo>
                      <a:pt x="2681" y="269"/>
                      <a:pt x="2910" y="1"/>
                      <a:pt x="3178" y="154"/>
                    </a:cubicBezTo>
                    <a:cubicBezTo>
                      <a:pt x="3332" y="269"/>
                      <a:pt x="3408" y="499"/>
                      <a:pt x="3293" y="652"/>
                    </a:cubicBezTo>
                    <a:cubicBezTo>
                      <a:pt x="2834" y="1456"/>
                      <a:pt x="1992" y="2298"/>
                      <a:pt x="958" y="22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42"/>
              <p:cNvSpPr/>
              <p:nvPr/>
            </p:nvSpPr>
            <p:spPr>
              <a:xfrm>
                <a:off x="3352500" y="1211750"/>
                <a:ext cx="201975" cy="124450"/>
              </a:xfrm>
              <a:custGeom>
                <a:avLst/>
                <a:gdLst/>
                <a:ahLst/>
                <a:cxnLst/>
                <a:rect l="l" t="t" r="r" b="b"/>
                <a:pathLst>
                  <a:path w="8079" h="4978" extrusionOk="0">
                    <a:moveTo>
                      <a:pt x="728" y="4212"/>
                    </a:moveTo>
                    <a:cubicBezTo>
                      <a:pt x="421" y="4097"/>
                      <a:pt x="0" y="3753"/>
                      <a:pt x="307" y="3408"/>
                    </a:cubicBezTo>
                    <a:cubicBezTo>
                      <a:pt x="460" y="3255"/>
                      <a:pt x="728" y="3293"/>
                      <a:pt x="843" y="3446"/>
                    </a:cubicBezTo>
                    <a:cubicBezTo>
                      <a:pt x="996" y="3561"/>
                      <a:pt x="1149" y="3638"/>
                      <a:pt x="1302" y="3676"/>
                    </a:cubicBezTo>
                    <a:cubicBezTo>
                      <a:pt x="2029" y="3829"/>
                      <a:pt x="2680" y="3408"/>
                      <a:pt x="3101" y="2910"/>
                    </a:cubicBezTo>
                    <a:cubicBezTo>
                      <a:pt x="3561" y="2336"/>
                      <a:pt x="4097" y="1647"/>
                      <a:pt x="3982" y="881"/>
                    </a:cubicBezTo>
                    <a:cubicBezTo>
                      <a:pt x="3829" y="498"/>
                      <a:pt x="4326" y="192"/>
                      <a:pt x="4594" y="537"/>
                    </a:cubicBezTo>
                    <a:cubicBezTo>
                      <a:pt x="5207" y="1685"/>
                      <a:pt x="6164" y="1494"/>
                      <a:pt x="7045" y="690"/>
                    </a:cubicBezTo>
                    <a:cubicBezTo>
                      <a:pt x="7313" y="498"/>
                      <a:pt x="7542" y="1"/>
                      <a:pt x="7887" y="269"/>
                    </a:cubicBezTo>
                    <a:cubicBezTo>
                      <a:pt x="8040" y="384"/>
                      <a:pt x="8078" y="613"/>
                      <a:pt x="7963" y="766"/>
                    </a:cubicBezTo>
                    <a:cubicBezTo>
                      <a:pt x="7198" y="1723"/>
                      <a:pt x="5743" y="2604"/>
                      <a:pt x="4633" y="1685"/>
                    </a:cubicBezTo>
                    <a:cubicBezTo>
                      <a:pt x="4135" y="3255"/>
                      <a:pt x="2489" y="4978"/>
                      <a:pt x="728" y="42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42"/>
              <p:cNvSpPr/>
              <p:nvPr/>
            </p:nvSpPr>
            <p:spPr>
              <a:xfrm>
                <a:off x="3403225" y="1094025"/>
                <a:ext cx="79450" cy="34500"/>
              </a:xfrm>
              <a:custGeom>
                <a:avLst/>
                <a:gdLst/>
                <a:ahLst/>
                <a:cxnLst/>
                <a:rect l="l" t="t" r="r" b="b"/>
                <a:pathLst>
                  <a:path w="3178" h="1380" extrusionOk="0">
                    <a:moveTo>
                      <a:pt x="1455" y="1341"/>
                    </a:moveTo>
                    <a:cubicBezTo>
                      <a:pt x="1034" y="1341"/>
                      <a:pt x="0" y="1111"/>
                      <a:pt x="422" y="498"/>
                    </a:cubicBezTo>
                    <a:cubicBezTo>
                      <a:pt x="575" y="384"/>
                      <a:pt x="804" y="384"/>
                      <a:pt x="919" y="498"/>
                    </a:cubicBezTo>
                    <a:cubicBezTo>
                      <a:pt x="1111" y="575"/>
                      <a:pt x="1302" y="613"/>
                      <a:pt x="1493" y="652"/>
                    </a:cubicBezTo>
                    <a:cubicBezTo>
                      <a:pt x="1838" y="652"/>
                      <a:pt x="2144" y="498"/>
                      <a:pt x="2374" y="307"/>
                    </a:cubicBezTo>
                    <a:cubicBezTo>
                      <a:pt x="2757" y="1"/>
                      <a:pt x="3178" y="575"/>
                      <a:pt x="2833" y="843"/>
                    </a:cubicBezTo>
                    <a:cubicBezTo>
                      <a:pt x="2451" y="1149"/>
                      <a:pt x="1953" y="1379"/>
                      <a:pt x="1455" y="13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42"/>
              <p:cNvSpPr/>
              <p:nvPr/>
            </p:nvSpPr>
            <p:spPr>
              <a:xfrm>
                <a:off x="2704550" y="1021300"/>
                <a:ext cx="167500" cy="96675"/>
              </a:xfrm>
              <a:custGeom>
                <a:avLst/>
                <a:gdLst/>
                <a:ahLst/>
                <a:cxnLst/>
                <a:rect l="l" t="t" r="r" b="b"/>
                <a:pathLst>
                  <a:path w="6700" h="3867" extrusionOk="0">
                    <a:moveTo>
                      <a:pt x="0" y="3407"/>
                    </a:moveTo>
                    <a:cubicBezTo>
                      <a:pt x="39" y="2680"/>
                      <a:pt x="536" y="2068"/>
                      <a:pt x="996" y="1532"/>
                    </a:cubicBezTo>
                    <a:cubicBezTo>
                      <a:pt x="1608" y="842"/>
                      <a:pt x="2795" y="613"/>
                      <a:pt x="3599" y="1225"/>
                    </a:cubicBezTo>
                    <a:cubicBezTo>
                      <a:pt x="4326" y="498"/>
                      <a:pt x="5169" y="0"/>
                      <a:pt x="6202" y="77"/>
                    </a:cubicBezTo>
                    <a:cubicBezTo>
                      <a:pt x="6700" y="77"/>
                      <a:pt x="6700" y="766"/>
                      <a:pt x="6202" y="766"/>
                    </a:cubicBezTo>
                    <a:cubicBezTo>
                      <a:pt x="4518" y="651"/>
                      <a:pt x="4173" y="2259"/>
                      <a:pt x="3331" y="1876"/>
                    </a:cubicBezTo>
                    <a:cubicBezTo>
                      <a:pt x="2948" y="1608"/>
                      <a:pt x="2489" y="1455"/>
                      <a:pt x="2068" y="1646"/>
                    </a:cubicBezTo>
                    <a:cubicBezTo>
                      <a:pt x="1378" y="1914"/>
                      <a:pt x="881" y="2757"/>
                      <a:pt x="689" y="3407"/>
                    </a:cubicBezTo>
                    <a:cubicBezTo>
                      <a:pt x="689" y="3867"/>
                      <a:pt x="0" y="3867"/>
                      <a:pt x="0" y="340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42"/>
              <p:cNvSpPr/>
              <p:nvPr/>
            </p:nvSpPr>
            <p:spPr>
              <a:xfrm>
                <a:off x="2598300" y="1035650"/>
                <a:ext cx="34475" cy="82325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3293" extrusionOk="0">
                    <a:moveTo>
                      <a:pt x="537" y="2872"/>
                    </a:moveTo>
                    <a:cubicBezTo>
                      <a:pt x="269" y="2221"/>
                      <a:pt x="1" y="1494"/>
                      <a:pt x="384" y="804"/>
                    </a:cubicBezTo>
                    <a:cubicBezTo>
                      <a:pt x="498" y="460"/>
                      <a:pt x="881" y="1"/>
                      <a:pt x="1226" y="383"/>
                    </a:cubicBezTo>
                    <a:cubicBezTo>
                      <a:pt x="1341" y="536"/>
                      <a:pt x="1302" y="766"/>
                      <a:pt x="1149" y="881"/>
                    </a:cubicBezTo>
                    <a:cubicBezTo>
                      <a:pt x="728" y="1379"/>
                      <a:pt x="958" y="2068"/>
                      <a:pt x="1188" y="2604"/>
                    </a:cubicBezTo>
                    <a:cubicBezTo>
                      <a:pt x="1379" y="3025"/>
                      <a:pt x="728" y="3293"/>
                      <a:pt x="537" y="28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42"/>
              <p:cNvSpPr/>
              <p:nvPr/>
            </p:nvSpPr>
            <p:spPr>
              <a:xfrm>
                <a:off x="2680625" y="3556625"/>
                <a:ext cx="88075" cy="76600"/>
              </a:xfrm>
              <a:custGeom>
                <a:avLst/>
                <a:gdLst/>
                <a:ahLst/>
                <a:cxnLst/>
                <a:rect l="l" t="t" r="r" b="b"/>
                <a:pathLst>
                  <a:path w="3523" h="3064" extrusionOk="0">
                    <a:moveTo>
                      <a:pt x="1991" y="2949"/>
                    </a:moveTo>
                    <a:cubicBezTo>
                      <a:pt x="1187" y="2719"/>
                      <a:pt x="651" y="2106"/>
                      <a:pt x="345" y="1379"/>
                    </a:cubicBezTo>
                    <a:cubicBezTo>
                      <a:pt x="192" y="1034"/>
                      <a:pt x="0" y="575"/>
                      <a:pt x="268" y="269"/>
                    </a:cubicBezTo>
                    <a:cubicBezTo>
                      <a:pt x="536" y="1"/>
                      <a:pt x="996" y="307"/>
                      <a:pt x="842" y="652"/>
                    </a:cubicBezTo>
                    <a:cubicBezTo>
                      <a:pt x="957" y="1149"/>
                      <a:pt x="1225" y="1609"/>
                      <a:pt x="1570" y="1953"/>
                    </a:cubicBezTo>
                    <a:cubicBezTo>
                      <a:pt x="1761" y="2106"/>
                      <a:pt x="2029" y="2259"/>
                      <a:pt x="2297" y="2298"/>
                    </a:cubicBezTo>
                    <a:cubicBezTo>
                      <a:pt x="2603" y="2336"/>
                      <a:pt x="3063" y="1953"/>
                      <a:pt x="3293" y="2374"/>
                    </a:cubicBezTo>
                    <a:cubicBezTo>
                      <a:pt x="3522" y="2987"/>
                      <a:pt x="2335" y="3063"/>
                      <a:pt x="1991" y="29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42"/>
              <p:cNvSpPr/>
              <p:nvPr/>
            </p:nvSpPr>
            <p:spPr>
              <a:xfrm>
                <a:off x="2842375" y="3676275"/>
                <a:ext cx="64150" cy="67975"/>
              </a:xfrm>
              <a:custGeom>
                <a:avLst/>
                <a:gdLst/>
                <a:ahLst/>
                <a:cxnLst/>
                <a:rect l="l" t="t" r="r" b="b"/>
                <a:pathLst>
                  <a:path w="2566" h="2719" extrusionOk="0">
                    <a:moveTo>
                      <a:pt x="1799" y="2489"/>
                    </a:moveTo>
                    <a:cubicBezTo>
                      <a:pt x="957" y="2068"/>
                      <a:pt x="0" y="1417"/>
                      <a:pt x="192" y="306"/>
                    </a:cubicBezTo>
                    <a:cubicBezTo>
                      <a:pt x="230" y="115"/>
                      <a:pt x="383" y="0"/>
                      <a:pt x="613" y="38"/>
                    </a:cubicBezTo>
                    <a:cubicBezTo>
                      <a:pt x="804" y="38"/>
                      <a:pt x="919" y="230"/>
                      <a:pt x="881" y="421"/>
                    </a:cubicBezTo>
                    <a:cubicBezTo>
                      <a:pt x="881" y="498"/>
                      <a:pt x="881" y="574"/>
                      <a:pt x="881" y="651"/>
                    </a:cubicBezTo>
                    <a:cubicBezTo>
                      <a:pt x="957" y="1302"/>
                      <a:pt x="1646" y="1608"/>
                      <a:pt x="2182" y="1876"/>
                    </a:cubicBezTo>
                    <a:cubicBezTo>
                      <a:pt x="2565" y="2144"/>
                      <a:pt x="2221" y="2718"/>
                      <a:pt x="1799" y="24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42"/>
              <p:cNvSpPr/>
              <p:nvPr/>
            </p:nvSpPr>
            <p:spPr>
              <a:xfrm>
                <a:off x="2907450" y="3623625"/>
                <a:ext cx="60325" cy="32575"/>
              </a:xfrm>
              <a:custGeom>
                <a:avLst/>
                <a:gdLst/>
                <a:ahLst/>
                <a:cxnLst/>
                <a:rect l="l" t="t" r="r" b="b"/>
                <a:pathLst>
                  <a:path w="2413" h="1303" extrusionOk="0">
                    <a:moveTo>
                      <a:pt x="996" y="1264"/>
                    </a:moveTo>
                    <a:cubicBezTo>
                      <a:pt x="536" y="1226"/>
                      <a:pt x="0" y="919"/>
                      <a:pt x="39" y="422"/>
                    </a:cubicBezTo>
                    <a:cubicBezTo>
                      <a:pt x="77" y="1"/>
                      <a:pt x="690" y="1"/>
                      <a:pt x="728" y="422"/>
                    </a:cubicBezTo>
                    <a:cubicBezTo>
                      <a:pt x="1034" y="651"/>
                      <a:pt x="1455" y="498"/>
                      <a:pt x="1761" y="460"/>
                    </a:cubicBezTo>
                    <a:cubicBezTo>
                      <a:pt x="2221" y="345"/>
                      <a:pt x="2412" y="996"/>
                      <a:pt x="1953" y="1149"/>
                    </a:cubicBezTo>
                    <a:cubicBezTo>
                      <a:pt x="1647" y="1226"/>
                      <a:pt x="1302" y="1302"/>
                      <a:pt x="996" y="12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42"/>
              <p:cNvSpPr/>
              <p:nvPr/>
            </p:nvSpPr>
            <p:spPr>
              <a:xfrm>
                <a:off x="3059625" y="3502075"/>
                <a:ext cx="31600" cy="71800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2872" extrusionOk="0">
                    <a:moveTo>
                      <a:pt x="537" y="2374"/>
                    </a:moveTo>
                    <a:cubicBezTo>
                      <a:pt x="498" y="1953"/>
                      <a:pt x="460" y="1455"/>
                      <a:pt x="230" y="1034"/>
                    </a:cubicBezTo>
                    <a:cubicBezTo>
                      <a:pt x="77" y="919"/>
                      <a:pt x="1" y="690"/>
                      <a:pt x="154" y="498"/>
                    </a:cubicBezTo>
                    <a:cubicBezTo>
                      <a:pt x="690" y="1"/>
                      <a:pt x="1072" y="1034"/>
                      <a:pt x="1149" y="1455"/>
                    </a:cubicBezTo>
                    <a:cubicBezTo>
                      <a:pt x="1187" y="1762"/>
                      <a:pt x="1226" y="2068"/>
                      <a:pt x="1264" y="2374"/>
                    </a:cubicBezTo>
                    <a:cubicBezTo>
                      <a:pt x="1226" y="2872"/>
                      <a:pt x="537" y="2872"/>
                      <a:pt x="537" y="23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42"/>
              <p:cNvSpPr/>
              <p:nvPr/>
            </p:nvSpPr>
            <p:spPr>
              <a:xfrm>
                <a:off x="3129500" y="3523125"/>
                <a:ext cx="26825" cy="74675"/>
              </a:xfrm>
              <a:custGeom>
                <a:avLst/>
                <a:gdLst/>
                <a:ahLst/>
                <a:cxnLst/>
                <a:rect l="l" t="t" r="r" b="b"/>
                <a:pathLst>
                  <a:path w="1073" h="2987" extrusionOk="0">
                    <a:moveTo>
                      <a:pt x="383" y="2910"/>
                    </a:moveTo>
                    <a:cubicBezTo>
                      <a:pt x="0" y="2757"/>
                      <a:pt x="230" y="2374"/>
                      <a:pt x="268" y="2106"/>
                    </a:cubicBezTo>
                    <a:cubicBezTo>
                      <a:pt x="383" y="1609"/>
                      <a:pt x="307" y="1111"/>
                      <a:pt x="153" y="613"/>
                    </a:cubicBezTo>
                    <a:cubicBezTo>
                      <a:pt x="39" y="192"/>
                      <a:pt x="728" y="1"/>
                      <a:pt x="842" y="460"/>
                    </a:cubicBezTo>
                    <a:cubicBezTo>
                      <a:pt x="957" y="766"/>
                      <a:pt x="1034" y="1149"/>
                      <a:pt x="1034" y="1494"/>
                    </a:cubicBezTo>
                    <a:cubicBezTo>
                      <a:pt x="1072" y="1915"/>
                      <a:pt x="957" y="2336"/>
                      <a:pt x="842" y="2719"/>
                    </a:cubicBezTo>
                    <a:cubicBezTo>
                      <a:pt x="766" y="2910"/>
                      <a:pt x="536" y="2987"/>
                      <a:pt x="383" y="2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42"/>
              <p:cNvSpPr/>
              <p:nvPr/>
            </p:nvSpPr>
            <p:spPr>
              <a:xfrm>
                <a:off x="3173525" y="3553750"/>
                <a:ext cx="32550" cy="85225"/>
              </a:xfrm>
              <a:custGeom>
                <a:avLst/>
                <a:gdLst/>
                <a:ahLst/>
                <a:cxnLst/>
                <a:rect l="l" t="t" r="r" b="b"/>
                <a:pathLst>
                  <a:path w="1302" h="3409" extrusionOk="0">
                    <a:moveTo>
                      <a:pt x="268" y="3178"/>
                    </a:moveTo>
                    <a:cubicBezTo>
                      <a:pt x="0" y="3025"/>
                      <a:pt x="115" y="2719"/>
                      <a:pt x="268" y="2489"/>
                    </a:cubicBezTo>
                    <a:cubicBezTo>
                      <a:pt x="345" y="2260"/>
                      <a:pt x="460" y="2068"/>
                      <a:pt x="498" y="1839"/>
                    </a:cubicBezTo>
                    <a:cubicBezTo>
                      <a:pt x="575" y="1379"/>
                      <a:pt x="536" y="920"/>
                      <a:pt x="536" y="460"/>
                    </a:cubicBezTo>
                    <a:cubicBezTo>
                      <a:pt x="536" y="1"/>
                      <a:pt x="1225" y="1"/>
                      <a:pt x="1225" y="460"/>
                    </a:cubicBezTo>
                    <a:cubicBezTo>
                      <a:pt x="1264" y="1111"/>
                      <a:pt x="1302" y="1762"/>
                      <a:pt x="1072" y="2374"/>
                    </a:cubicBezTo>
                    <a:cubicBezTo>
                      <a:pt x="919" y="2681"/>
                      <a:pt x="766" y="3408"/>
                      <a:pt x="268" y="31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42"/>
              <p:cNvSpPr/>
              <p:nvPr/>
            </p:nvSpPr>
            <p:spPr>
              <a:xfrm>
                <a:off x="3069200" y="3622675"/>
                <a:ext cx="41175" cy="82325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3293" extrusionOk="0">
                    <a:moveTo>
                      <a:pt x="192" y="2795"/>
                    </a:moveTo>
                    <a:cubicBezTo>
                      <a:pt x="77" y="2680"/>
                      <a:pt x="0" y="2450"/>
                      <a:pt x="154" y="2297"/>
                    </a:cubicBezTo>
                    <a:cubicBezTo>
                      <a:pt x="268" y="2182"/>
                      <a:pt x="383" y="2029"/>
                      <a:pt x="460" y="1876"/>
                    </a:cubicBezTo>
                    <a:cubicBezTo>
                      <a:pt x="651" y="1417"/>
                      <a:pt x="804" y="957"/>
                      <a:pt x="881" y="460"/>
                    </a:cubicBezTo>
                    <a:cubicBezTo>
                      <a:pt x="957" y="0"/>
                      <a:pt x="1647" y="77"/>
                      <a:pt x="1570" y="575"/>
                    </a:cubicBezTo>
                    <a:cubicBezTo>
                      <a:pt x="1532" y="1034"/>
                      <a:pt x="919" y="3293"/>
                      <a:pt x="192" y="27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42"/>
              <p:cNvSpPr/>
              <p:nvPr/>
            </p:nvSpPr>
            <p:spPr>
              <a:xfrm>
                <a:off x="2723675" y="3486775"/>
                <a:ext cx="38325" cy="84225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3369" extrusionOk="0">
                    <a:moveTo>
                      <a:pt x="652" y="2986"/>
                    </a:moveTo>
                    <a:cubicBezTo>
                      <a:pt x="307" y="2297"/>
                      <a:pt x="1" y="1531"/>
                      <a:pt x="231" y="766"/>
                    </a:cubicBezTo>
                    <a:cubicBezTo>
                      <a:pt x="269" y="498"/>
                      <a:pt x="384" y="153"/>
                      <a:pt x="690" y="38"/>
                    </a:cubicBezTo>
                    <a:cubicBezTo>
                      <a:pt x="881" y="0"/>
                      <a:pt x="1073" y="115"/>
                      <a:pt x="1111" y="306"/>
                    </a:cubicBezTo>
                    <a:cubicBezTo>
                      <a:pt x="1149" y="421"/>
                      <a:pt x="1111" y="574"/>
                      <a:pt x="996" y="689"/>
                    </a:cubicBezTo>
                    <a:cubicBezTo>
                      <a:pt x="958" y="727"/>
                      <a:pt x="958" y="766"/>
                      <a:pt x="958" y="804"/>
                    </a:cubicBezTo>
                    <a:cubicBezTo>
                      <a:pt x="690" y="1417"/>
                      <a:pt x="996" y="2067"/>
                      <a:pt x="1303" y="2603"/>
                    </a:cubicBezTo>
                    <a:cubicBezTo>
                      <a:pt x="1532" y="3024"/>
                      <a:pt x="920" y="3369"/>
                      <a:pt x="690" y="29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42"/>
              <p:cNvSpPr/>
              <p:nvPr/>
            </p:nvSpPr>
            <p:spPr>
              <a:xfrm>
                <a:off x="2617450" y="3553750"/>
                <a:ext cx="33525" cy="57450"/>
              </a:xfrm>
              <a:custGeom>
                <a:avLst/>
                <a:gdLst/>
                <a:ahLst/>
                <a:cxnLst/>
                <a:rect l="l" t="t" r="r" b="b"/>
                <a:pathLst>
                  <a:path w="1341" h="2298" extrusionOk="0">
                    <a:moveTo>
                      <a:pt x="498" y="1877"/>
                    </a:moveTo>
                    <a:cubicBezTo>
                      <a:pt x="268" y="1456"/>
                      <a:pt x="0" y="881"/>
                      <a:pt x="230" y="384"/>
                    </a:cubicBezTo>
                    <a:cubicBezTo>
                      <a:pt x="460" y="1"/>
                      <a:pt x="996" y="269"/>
                      <a:pt x="843" y="690"/>
                    </a:cubicBezTo>
                    <a:cubicBezTo>
                      <a:pt x="804" y="996"/>
                      <a:pt x="996" y="1264"/>
                      <a:pt x="1111" y="1532"/>
                    </a:cubicBezTo>
                    <a:cubicBezTo>
                      <a:pt x="1340" y="1915"/>
                      <a:pt x="766" y="2298"/>
                      <a:pt x="498" y="18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42"/>
              <p:cNvSpPr/>
              <p:nvPr/>
            </p:nvSpPr>
            <p:spPr>
              <a:xfrm>
                <a:off x="2960100" y="3514525"/>
                <a:ext cx="1915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766" h="1800" extrusionOk="0">
                    <a:moveTo>
                      <a:pt x="345" y="1761"/>
                    </a:moveTo>
                    <a:cubicBezTo>
                      <a:pt x="0" y="1723"/>
                      <a:pt x="0" y="1378"/>
                      <a:pt x="38" y="1149"/>
                    </a:cubicBezTo>
                    <a:cubicBezTo>
                      <a:pt x="77" y="881"/>
                      <a:pt x="77" y="613"/>
                      <a:pt x="77" y="345"/>
                    </a:cubicBezTo>
                    <a:cubicBezTo>
                      <a:pt x="77" y="153"/>
                      <a:pt x="230" y="0"/>
                      <a:pt x="421" y="0"/>
                    </a:cubicBezTo>
                    <a:cubicBezTo>
                      <a:pt x="613" y="0"/>
                      <a:pt x="766" y="153"/>
                      <a:pt x="766" y="345"/>
                    </a:cubicBezTo>
                    <a:cubicBezTo>
                      <a:pt x="766" y="728"/>
                      <a:pt x="766" y="1110"/>
                      <a:pt x="727" y="1455"/>
                    </a:cubicBezTo>
                    <a:cubicBezTo>
                      <a:pt x="727" y="1646"/>
                      <a:pt x="498" y="1800"/>
                      <a:pt x="306" y="176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42"/>
              <p:cNvSpPr/>
              <p:nvPr/>
            </p:nvSpPr>
            <p:spPr>
              <a:xfrm>
                <a:off x="3259650" y="3509725"/>
                <a:ext cx="25875" cy="58425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2337" extrusionOk="0">
                    <a:moveTo>
                      <a:pt x="307" y="1992"/>
                    </a:moveTo>
                    <a:cubicBezTo>
                      <a:pt x="345" y="1570"/>
                      <a:pt x="345" y="1149"/>
                      <a:pt x="231" y="728"/>
                    </a:cubicBezTo>
                    <a:cubicBezTo>
                      <a:pt x="1" y="345"/>
                      <a:pt x="537" y="1"/>
                      <a:pt x="805" y="345"/>
                    </a:cubicBezTo>
                    <a:cubicBezTo>
                      <a:pt x="881" y="460"/>
                      <a:pt x="920" y="613"/>
                      <a:pt x="958" y="728"/>
                    </a:cubicBezTo>
                    <a:cubicBezTo>
                      <a:pt x="1035" y="1149"/>
                      <a:pt x="1035" y="1570"/>
                      <a:pt x="1035" y="1992"/>
                    </a:cubicBezTo>
                    <a:cubicBezTo>
                      <a:pt x="1035" y="2183"/>
                      <a:pt x="881" y="2336"/>
                      <a:pt x="690" y="2336"/>
                    </a:cubicBezTo>
                    <a:cubicBezTo>
                      <a:pt x="499" y="2336"/>
                      <a:pt x="307" y="2183"/>
                      <a:pt x="307" y="19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42"/>
              <p:cNvSpPr/>
              <p:nvPr/>
            </p:nvSpPr>
            <p:spPr>
              <a:xfrm>
                <a:off x="2240350" y="4031350"/>
                <a:ext cx="94775" cy="152200"/>
              </a:xfrm>
              <a:custGeom>
                <a:avLst/>
                <a:gdLst/>
                <a:ahLst/>
                <a:cxnLst/>
                <a:rect l="l" t="t" r="r" b="b"/>
                <a:pathLst>
                  <a:path w="3791" h="6088" extrusionOk="0">
                    <a:moveTo>
                      <a:pt x="498" y="6011"/>
                    </a:moveTo>
                    <a:cubicBezTo>
                      <a:pt x="1" y="5743"/>
                      <a:pt x="498" y="5284"/>
                      <a:pt x="690" y="4977"/>
                    </a:cubicBezTo>
                    <a:cubicBezTo>
                      <a:pt x="1187" y="4327"/>
                      <a:pt x="1609" y="3599"/>
                      <a:pt x="1991" y="2872"/>
                    </a:cubicBezTo>
                    <a:cubicBezTo>
                      <a:pt x="2413" y="2029"/>
                      <a:pt x="2757" y="1149"/>
                      <a:pt x="3063" y="268"/>
                    </a:cubicBezTo>
                    <a:cubicBezTo>
                      <a:pt x="3140" y="77"/>
                      <a:pt x="3370" y="0"/>
                      <a:pt x="3523" y="77"/>
                    </a:cubicBezTo>
                    <a:cubicBezTo>
                      <a:pt x="3714" y="154"/>
                      <a:pt x="3791" y="345"/>
                      <a:pt x="3714" y="536"/>
                    </a:cubicBezTo>
                    <a:cubicBezTo>
                      <a:pt x="3293" y="1608"/>
                      <a:pt x="2910" y="2719"/>
                      <a:pt x="2336" y="3714"/>
                    </a:cubicBezTo>
                    <a:cubicBezTo>
                      <a:pt x="1915" y="4480"/>
                      <a:pt x="1417" y="5169"/>
                      <a:pt x="958" y="5858"/>
                    </a:cubicBezTo>
                    <a:lnTo>
                      <a:pt x="958" y="5858"/>
                    </a:lnTo>
                    <a:lnTo>
                      <a:pt x="958" y="5820"/>
                    </a:lnTo>
                    <a:cubicBezTo>
                      <a:pt x="881" y="6011"/>
                      <a:pt x="651" y="6088"/>
                      <a:pt x="498" y="60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42"/>
              <p:cNvSpPr/>
              <p:nvPr/>
            </p:nvSpPr>
            <p:spPr>
              <a:xfrm>
                <a:off x="2293950" y="4139500"/>
                <a:ext cx="65100" cy="104350"/>
              </a:xfrm>
              <a:custGeom>
                <a:avLst/>
                <a:gdLst/>
                <a:ahLst/>
                <a:cxnLst/>
                <a:rect l="l" t="t" r="r" b="b"/>
                <a:pathLst>
                  <a:path w="2604" h="4174" extrusionOk="0">
                    <a:moveTo>
                      <a:pt x="307" y="4135"/>
                    </a:moveTo>
                    <a:cubicBezTo>
                      <a:pt x="115" y="4097"/>
                      <a:pt x="1" y="3944"/>
                      <a:pt x="1" y="3752"/>
                    </a:cubicBezTo>
                    <a:cubicBezTo>
                      <a:pt x="77" y="3484"/>
                      <a:pt x="307" y="3293"/>
                      <a:pt x="422" y="3063"/>
                    </a:cubicBezTo>
                    <a:cubicBezTo>
                      <a:pt x="728" y="2642"/>
                      <a:pt x="958" y="2221"/>
                      <a:pt x="1187" y="1762"/>
                    </a:cubicBezTo>
                    <a:cubicBezTo>
                      <a:pt x="1417" y="1340"/>
                      <a:pt x="1608" y="881"/>
                      <a:pt x="1800" y="422"/>
                    </a:cubicBezTo>
                    <a:cubicBezTo>
                      <a:pt x="1991" y="1"/>
                      <a:pt x="2604" y="268"/>
                      <a:pt x="2451" y="728"/>
                    </a:cubicBezTo>
                    <a:cubicBezTo>
                      <a:pt x="2106" y="1570"/>
                      <a:pt x="1685" y="2451"/>
                      <a:pt x="1187" y="3216"/>
                    </a:cubicBezTo>
                    <a:cubicBezTo>
                      <a:pt x="1034" y="3446"/>
                      <a:pt x="881" y="3676"/>
                      <a:pt x="690" y="3944"/>
                    </a:cubicBezTo>
                    <a:cubicBezTo>
                      <a:pt x="651" y="4059"/>
                      <a:pt x="460" y="4173"/>
                      <a:pt x="307" y="41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42"/>
              <p:cNvSpPr/>
              <p:nvPr/>
            </p:nvSpPr>
            <p:spPr>
              <a:xfrm>
                <a:off x="3458725" y="4115575"/>
                <a:ext cx="79475" cy="162725"/>
              </a:xfrm>
              <a:custGeom>
                <a:avLst/>
                <a:gdLst/>
                <a:ahLst/>
                <a:cxnLst/>
                <a:rect l="l" t="t" r="r" b="b"/>
                <a:pathLst>
                  <a:path w="3179" h="6509" extrusionOk="0">
                    <a:moveTo>
                      <a:pt x="2374" y="6202"/>
                    </a:moveTo>
                    <a:cubicBezTo>
                      <a:pt x="1264" y="5016"/>
                      <a:pt x="843" y="3408"/>
                      <a:pt x="345" y="1953"/>
                    </a:cubicBezTo>
                    <a:cubicBezTo>
                      <a:pt x="231" y="1455"/>
                      <a:pt x="116" y="958"/>
                      <a:pt x="1" y="422"/>
                    </a:cubicBezTo>
                    <a:cubicBezTo>
                      <a:pt x="1" y="230"/>
                      <a:pt x="116" y="77"/>
                      <a:pt x="307" y="39"/>
                    </a:cubicBezTo>
                    <a:cubicBezTo>
                      <a:pt x="728" y="0"/>
                      <a:pt x="728" y="422"/>
                      <a:pt x="805" y="728"/>
                    </a:cubicBezTo>
                    <a:cubicBezTo>
                      <a:pt x="1073" y="2029"/>
                      <a:pt x="1532" y="3331"/>
                      <a:pt x="2068" y="4556"/>
                    </a:cubicBezTo>
                    <a:cubicBezTo>
                      <a:pt x="2298" y="4977"/>
                      <a:pt x="2528" y="5360"/>
                      <a:pt x="2834" y="5705"/>
                    </a:cubicBezTo>
                    <a:cubicBezTo>
                      <a:pt x="3178" y="6011"/>
                      <a:pt x="2681" y="6509"/>
                      <a:pt x="2336" y="6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42"/>
              <p:cNvSpPr/>
              <p:nvPr/>
            </p:nvSpPr>
            <p:spPr>
              <a:xfrm>
                <a:off x="3508500" y="4066750"/>
                <a:ext cx="58400" cy="85225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3409" extrusionOk="0">
                    <a:moveTo>
                      <a:pt x="1494" y="3064"/>
                    </a:moveTo>
                    <a:cubicBezTo>
                      <a:pt x="996" y="2489"/>
                      <a:pt x="651" y="1839"/>
                      <a:pt x="383" y="1111"/>
                    </a:cubicBezTo>
                    <a:cubicBezTo>
                      <a:pt x="307" y="767"/>
                      <a:pt x="1" y="116"/>
                      <a:pt x="537" y="39"/>
                    </a:cubicBezTo>
                    <a:cubicBezTo>
                      <a:pt x="728" y="1"/>
                      <a:pt x="919" y="116"/>
                      <a:pt x="958" y="307"/>
                    </a:cubicBezTo>
                    <a:cubicBezTo>
                      <a:pt x="996" y="767"/>
                      <a:pt x="1149" y="1149"/>
                      <a:pt x="1341" y="1532"/>
                    </a:cubicBezTo>
                    <a:cubicBezTo>
                      <a:pt x="1532" y="1915"/>
                      <a:pt x="1762" y="2298"/>
                      <a:pt x="2068" y="2643"/>
                    </a:cubicBezTo>
                    <a:cubicBezTo>
                      <a:pt x="2336" y="2987"/>
                      <a:pt x="1800" y="3408"/>
                      <a:pt x="1494" y="30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42"/>
              <p:cNvSpPr/>
              <p:nvPr/>
            </p:nvSpPr>
            <p:spPr>
              <a:xfrm>
                <a:off x="2764850" y="4581675"/>
                <a:ext cx="106250" cy="59375"/>
              </a:xfrm>
              <a:custGeom>
                <a:avLst/>
                <a:gdLst/>
                <a:ahLst/>
                <a:cxnLst/>
                <a:rect l="l" t="t" r="r" b="b"/>
                <a:pathLst>
                  <a:path w="4250" h="2375" extrusionOk="0">
                    <a:moveTo>
                      <a:pt x="1417" y="2298"/>
                    </a:moveTo>
                    <a:cubicBezTo>
                      <a:pt x="689" y="2259"/>
                      <a:pt x="0" y="1570"/>
                      <a:pt x="498" y="881"/>
                    </a:cubicBezTo>
                    <a:cubicBezTo>
                      <a:pt x="766" y="383"/>
                      <a:pt x="1761" y="1"/>
                      <a:pt x="2259" y="269"/>
                    </a:cubicBezTo>
                    <a:cubicBezTo>
                      <a:pt x="2335" y="115"/>
                      <a:pt x="2489" y="1"/>
                      <a:pt x="2642" y="39"/>
                    </a:cubicBezTo>
                    <a:cubicBezTo>
                      <a:pt x="3025" y="115"/>
                      <a:pt x="3369" y="269"/>
                      <a:pt x="3675" y="498"/>
                    </a:cubicBezTo>
                    <a:cubicBezTo>
                      <a:pt x="4250" y="881"/>
                      <a:pt x="4135" y="1570"/>
                      <a:pt x="3561" y="1876"/>
                    </a:cubicBezTo>
                    <a:cubicBezTo>
                      <a:pt x="2910" y="2259"/>
                      <a:pt x="2144" y="2374"/>
                      <a:pt x="1417" y="2298"/>
                    </a:cubicBezTo>
                    <a:lnTo>
                      <a:pt x="1417" y="2298"/>
                    </a:lnTo>
                    <a:close/>
                    <a:moveTo>
                      <a:pt x="1991" y="1608"/>
                    </a:moveTo>
                    <a:cubicBezTo>
                      <a:pt x="2450" y="1570"/>
                      <a:pt x="2948" y="1455"/>
                      <a:pt x="3331" y="1149"/>
                    </a:cubicBezTo>
                    <a:cubicBezTo>
                      <a:pt x="3101" y="881"/>
                      <a:pt x="2718" y="805"/>
                      <a:pt x="2374" y="690"/>
                    </a:cubicBezTo>
                    <a:cubicBezTo>
                      <a:pt x="2297" y="958"/>
                      <a:pt x="1953" y="881"/>
                      <a:pt x="1761" y="919"/>
                    </a:cubicBezTo>
                    <a:cubicBezTo>
                      <a:pt x="574" y="1187"/>
                      <a:pt x="1034" y="1685"/>
                      <a:pt x="1991" y="16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42"/>
              <p:cNvSpPr/>
              <p:nvPr/>
            </p:nvSpPr>
            <p:spPr>
              <a:xfrm>
                <a:off x="3542000" y="3196775"/>
                <a:ext cx="97650" cy="149325"/>
              </a:xfrm>
              <a:custGeom>
                <a:avLst/>
                <a:gdLst/>
                <a:ahLst/>
                <a:cxnLst/>
                <a:rect l="l" t="t" r="r" b="b"/>
                <a:pathLst>
                  <a:path w="3906" h="5973" extrusionOk="0">
                    <a:moveTo>
                      <a:pt x="269" y="5781"/>
                    </a:moveTo>
                    <a:cubicBezTo>
                      <a:pt x="1" y="5628"/>
                      <a:pt x="77" y="5283"/>
                      <a:pt x="269" y="5092"/>
                    </a:cubicBezTo>
                    <a:cubicBezTo>
                      <a:pt x="498" y="4824"/>
                      <a:pt x="690" y="4556"/>
                      <a:pt x="881" y="4250"/>
                    </a:cubicBezTo>
                    <a:cubicBezTo>
                      <a:pt x="1723" y="2948"/>
                      <a:pt x="2566" y="1685"/>
                      <a:pt x="3178" y="268"/>
                    </a:cubicBezTo>
                    <a:cubicBezTo>
                      <a:pt x="3255" y="77"/>
                      <a:pt x="3484" y="0"/>
                      <a:pt x="3638" y="77"/>
                    </a:cubicBezTo>
                    <a:cubicBezTo>
                      <a:pt x="3829" y="153"/>
                      <a:pt x="3905" y="345"/>
                      <a:pt x="3829" y="536"/>
                    </a:cubicBezTo>
                    <a:cubicBezTo>
                      <a:pt x="3523" y="1263"/>
                      <a:pt x="3178" y="1914"/>
                      <a:pt x="2757" y="2603"/>
                    </a:cubicBezTo>
                    <a:cubicBezTo>
                      <a:pt x="2259" y="3484"/>
                      <a:pt x="1723" y="4326"/>
                      <a:pt x="1111" y="5168"/>
                    </a:cubicBezTo>
                    <a:cubicBezTo>
                      <a:pt x="881" y="5398"/>
                      <a:pt x="690" y="5972"/>
                      <a:pt x="269" y="57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42"/>
              <p:cNvSpPr/>
              <p:nvPr/>
            </p:nvSpPr>
            <p:spPr>
              <a:xfrm>
                <a:off x="3659725" y="3073300"/>
                <a:ext cx="30650" cy="51700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2068" extrusionOk="0">
                    <a:moveTo>
                      <a:pt x="460" y="1991"/>
                    </a:moveTo>
                    <a:cubicBezTo>
                      <a:pt x="0" y="1915"/>
                      <a:pt x="192" y="1417"/>
                      <a:pt x="230" y="1072"/>
                    </a:cubicBezTo>
                    <a:cubicBezTo>
                      <a:pt x="307" y="728"/>
                      <a:pt x="154" y="0"/>
                      <a:pt x="690" y="39"/>
                    </a:cubicBezTo>
                    <a:cubicBezTo>
                      <a:pt x="1226" y="154"/>
                      <a:pt x="919" y="804"/>
                      <a:pt x="919" y="1187"/>
                    </a:cubicBezTo>
                    <a:cubicBezTo>
                      <a:pt x="881" y="1494"/>
                      <a:pt x="919" y="2068"/>
                      <a:pt x="460" y="19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42"/>
              <p:cNvSpPr/>
              <p:nvPr/>
            </p:nvSpPr>
            <p:spPr>
              <a:xfrm>
                <a:off x="3295075" y="2432050"/>
                <a:ext cx="76600" cy="30650"/>
              </a:xfrm>
              <a:custGeom>
                <a:avLst/>
                <a:gdLst/>
                <a:ahLst/>
                <a:cxnLst/>
                <a:rect l="l" t="t" r="r" b="b"/>
                <a:pathLst>
                  <a:path w="3064" h="1226" extrusionOk="0">
                    <a:moveTo>
                      <a:pt x="498" y="1187"/>
                    </a:moveTo>
                    <a:cubicBezTo>
                      <a:pt x="0" y="1111"/>
                      <a:pt x="115" y="422"/>
                      <a:pt x="575" y="460"/>
                    </a:cubicBezTo>
                    <a:cubicBezTo>
                      <a:pt x="1187" y="498"/>
                      <a:pt x="1800" y="345"/>
                      <a:pt x="2374" y="154"/>
                    </a:cubicBezTo>
                    <a:cubicBezTo>
                      <a:pt x="2795" y="0"/>
                      <a:pt x="3063" y="613"/>
                      <a:pt x="2642" y="804"/>
                    </a:cubicBezTo>
                    <a:cubicBezTo>
                      <a:pt x="1953" y="1034"/>
                      <a:pt x="1225" y="1225"/>
                      <a:pt x="498" y="11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42"/>
              <p:cNvSpPr/>
              <p:nvPr/>
            </p:nvSpPr>
            <p:spPr>
              <a:xfrm>
                <a:off x="2411675" y="2469375"/>
                <a:ext cx="66050" cy="23950"/>
              </a:xfrm>
              <a:custGeom>
                <a:avLst/>
                <a:gdLst/>
                <a:ahLst/>
                <a:cxnLst/>
                <a:rect l="l" t="t" r="r" b="b"/>
                <a:pathLst>
                  <a:path w="2642" h="958" extrusionOk="0">
                    <a:moveTo>
                      <a:pt x="1072" y="958"/>
                    </a:moveTo>
                    <a:cubicBezTo>
                      <a:pt x="766" y="919"/>
                      <a:pt x="383" y="881"/>
                      <a:pt x="115" y="651"/>
                    </a:cubicBezTo>
                    <a:cubicBezTo>
                      <a:pt x="0" y="536"/>
                      <a:pt x="0" y="307"/>
                      <a:pt x="115" y="154"/>
                    </a:cubicBezTo>
                    <a:cubicBezTo>
                      <a:pt x="307" y="0"/>
                      <a:pt x="498" y="77"/>
                      <a:pt x="690" y="154"/>
                    </a:cubicBezTo>
                    <a:cubicBezTo>
                      <a:pt x="1149" y="307"/>
                      <a:pt x="1647" y="268"/>
                      <a:pt x="2106" y="192"/>
                    </a:cubicBezTo>
                    <a:cubicBezTo>
                      <a:pt x="2565" y="115"/>
                      <a:pt x="2642" y="804"/>
                      <a:pt x="2183" y="881"/>
                    </a:cubicBezTo>
                    <a:cubicBezTo>
                      <a:pt x="1838" y="958"/>
                      <a:pt x="1455" y="958"/>
                      <a:pt x="1072" y="9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42"/>
              <p:cNvSpPr/>
              <p:nvPr/>
            </p:nvSpPr>
            <p:spPr>
              <a:xfrm>
                <a:off x="2025975" y="937075"/>
                <a:ext cx="1746700" cy="3798725"/>
              </a:xfrm>
              <a:custGeom>
                <a:avLst/>
                <a:gdLst/>
                <a:ahLst/>
                <a:cxnLst/>
                <a:rect l="l" t="t" r="r" b="b"/>
                <a:pathLst>
                  <a:path w="69868" h="151949" extrusionOk="0">
                    <a:moveTo>
                      <a:pt x="383" y="150876"/>
                    </a:moveTo>
                    <a:cubicBezTo>
                      <a:pt x="153" y="142224"/>
                      <a:pt x="651" y="133457"/>
                      <a:pt x="651" y="124805"/>
                    </a:cubicBezTo>
                    <a:cubicBezTo>
                      <a:pt x="651" y="117952"/>
                      <a:pt x="727" y="111138"/>
                      <a:pt x="574" y="104323"/>
                    </a:cubicBezTo>
                    <a:cubicBezTo>
                      <a:pt x="613" y="94867"/>
                      <a:pt x="651" y="85449"/>
                      <a:pt x="651" y="75993"/>
                    </a:cubicBezTo>
                    <a:cubicBezTo>
                      <a:pt x="574" y="67303"/>
                      <a:pt x="345" y="58613"/>
                      <a:pt x="38" y="49922"/>
                    </a:cubicBezTo>
                    <a:cubicBezTo>
                      <a:pt x="0" y="47013"/>
                      <a:pt x="153" y="44141"/>
                      <a:pt x="153" y="41232"/>
                    </a:cubicBezTo>
                    <a:cubicBezTo>
                      <a:pt x="191" y="38552"/>
                      <a:pt x="115" y="35834"/>
                      <a:pt x="115" y="33154"/>
                    </a:cubicBezTo>
                    <a:cubicBezTo>
                      <a:pt x="230" y="24885"/>
                      <a:pt x="230" y="16654"/>
                      <a:pt x="498" y="8423"/>
                    </a:cubicBezTo>
                    <a:lnTo>
                      <a:pt x="498" y="8308"/>
                    </a:lnTo>
                    <a:lnTo>
                      <a:pt x="498" y="8308"/>
                    </a:lnTo>
                    <a:lnTo>
                      <a:pt x="498" y="8193"/>
                    </a:lnTo>
                    <a:lnTo>
                      <a:pt x="498" y="8193"/>
                    </a:lnTo>
                    <a:lnTo>
                      <a:pt x="498" y="8078"/>
                    </a:lnTo>
                    <a:lnTo>
                      <a:pt x="498" y="8078"/>
                    </a:lnTo>
                    <a:lnTo>
                      <a:pt x="498" y="7963"/>
                    </a:lnTo>
                    <a:lnTo>
                      <a:pt x="498" y="7963"/>
                    </a:lnTo>
                    <a:lnTo>
                      <a:pt x="498" y="7848"/>
                    </a:lnTo>
                    <a:lnTo>
                      <a:pt x="498" y="7848"/>
                    </a:lnTo>
                    <a:lnTo>
                      <a:pt x="498" y="7734"/>
                    </a:lnTo>
                    <a:lnTo>
                      <a:pt x="498" y="7734"/>
                    </a:lnTo>
                    <a:lnTo>
                      <a:pt x="498" y="7619"/>
                    </a:lnTo>
                    <a:lnTo>
                      <a:pt x="498" y="7619"/>
                    </a:lnTo>
                    <a:lnTo>
                      <a:pt x="498" y="7542"/>
                    </a:lnTo>
                    <a:lnTo>
                      <a:pt x="498" y="7542"/>
                    </a:lnTo>
                    <a:lnTo>
                      <a:pt x="498" y="7427"/>
                    </a:lnTo>
                    <a:lnTo>
                      <a:pt x="498" y="7427"/>
                    </a:lnTo>
                    <a:lnTo>
                      <a:pt x="498" y="7312"/>
                    </a:lnTo>
                    <a:lnTo>
                      <a:pt x="498" y="7312"/>
                    </a:lnTo>
                    <a:lnTo>
                      <a:pt x="498" y="7198"/>
                    </a:lnTo>
                    <a:lnTo>
                      <a:pt x="498" y="7198"/>
                    </a:lnTo>
                    <a:lnTo>
                      <a:pt x="498" y="7083"/>
                    </a:lnTo>
                    <a:lnTo>
                      <a:pt x="498" y="7083"/>
                    </a:lnTo>
                    <a:lnTo>
                      <a:pt x="498" y="6968"/>
                    </a:lnTo>
                    <a:lnTo>
                      <a:pt x="498" y="6968"/>
                    </a:lnTo>
                    <a:lnTo>
                      <a:pt x="498" y="6853"/>
                    </a:lnTo>
                    <a:lnTo>
                      <a:pt x="498" y="6853"/>
                    </a:lnTo>
                    <a:lnTo>
                      <a:pt x="498" y="6738"/>
                    </a:lnTo>
                    <a:lnTo>
                      <a:pt x="498" y="6738"/>
                    </a:lnTo>
                    <a:lnTo>
                      <a:pt x="498" y="6623"/>
                    </a:lnTo>
                    <a:lnTo>
                      <a:pt x="498" y="6623"/>
                    </a:lnTo>
                    <a:lnTo>
                      <a:pt x="498" y="6509"/>
                    </a:lnTo>
                    <a:lnTo>
                      <a:pt x="498" y="6509"/>
                    </a:lnTo>
                    <a:lnTo>
                      <a:pt x="498" y="6394"/>
                    </a:lnTo>
                    <a:lnTo>
                      <a:pt x="498" y="6394"/>
                    </a:lnTo>
                    <a:lnTo>
                      <a:pt x="498" y="6279"/>
                    </a:lnTo>
                    <a:lnTo>
                      <a:pt x="498" y="6279"/>
                    </a:lnTo>
                    <a:lnTo>
                      <a:pt x="498" y="6164"/>
                    </a:lnTo>
                    <a:lnTo>
                      <a:pt x="498" y="6164"/>
                    </a:lnTo>
                    <a:lnTo>
                      <a:pt x="498" y="6049"/>
                    </a:lnTo>
                    <a:lnTo>
                      <a:pt x="498" y="6049"/>
                    </a:lnTo>
                    <a:lnTo>
                      <a:pt x="498" y="5934"/>
                    </a:lnTo>
                    <a:lnTo>
                      <a:pt x="498" y="5934"/>
                    </a:lnTo>
                    <a:lnTo>
                      <a:pt x="498" y="5819"/>
                    </a:lnTo>
                    <a:lnTo>
                      <a:pt x="498" y="5819"/>
                    </a:lnTo>
                    <a:lnTo>
                      <a:pt x="498" y="5705"/>
                    </a:lnTo>
                    <a:lnTo>
                      <a:pt x="498" y="5705"/>
                    </a:lnTo>
                    <a:lnTo>
                      <a:pt x="498" y="5590"/>
                    </a:lnTo>
                    <a:lnTo>
                      <a:pt x="498" y="5590"/>
                    </a:lnTo>
                    <a:lnTo>
                      <a:pt x="498" y="5475"/>
                    </a:lnTo>
                    <a:lnTo>
                      <a:pt x="498" y="5475"/>
                    </a:lnTo>
                    <a:lnTo>
                      <a:pt x="498" y="5360"/>
                    </a:lnTo>
                    <a:lnTo>
                      <a:pt x="498" y="5360"/>
                    </a:lnTo>
                    <a:lnTo>
                      <a:pt x="498" y="5245"/>
                    </a:lnTo>
                    <a:lnTo>
                      <a:pt x="498" y="5245"/>
                    </a:lnTo>
                    <a:lnTo>
                      <a:pt x="498" y="5130"/>
                    </a:lnTo>
                    <a:lnTo>
                      <a:pt x="498" y="5130"/>
                    </a:lnTo>
                    <a:lnTo>
                      <a:pt x="498" y="5015"/>
                    </a:lnTo>
                    <a:lnTo>
                      <a:pt x="498" y="5015"/>
                    </a:lnTo>
                    <a:lnTo>
                      <a:pt x="498" y="4901"/>
                    </a:lnTo>
                    <a:lnTo>
                      <a:pt x="498" y="4901"/>
                    </a:lnTo>
                    <a:lnTo>
                      <a:pt x="498" y="4786"/>
                    </a:lnTo>
                    <a:lnTo>
                      <a:pt x="498" y="4786"/>
                    </a:lnTo>
                    <a:lnTo>
                      <a:pt x="498" y="4671"/>
                    </a:lnTo>
                    <a:lnTo>
                      <a:pt x="498" y="4556"/>
                    </a:lnTo>
                    <a:lnTo>
                      <a:pt x="498" y="4556"/>
                    </a:lnTo>
                    <a:lnTo>
                      <a:pt x="498" y="4518"/>
                    </a:lnTo>
                    <a:lnTo>
                      <a:pt x="498" y="4441"/>
                    </a:lnTo>
                    <a:lnTo>
                      <a:pt x="498" y="4403"/>
                    </a:lnTo>
                    <a:lnTo>
                      <a:pt x="498" y="4326"/>
                    </a:lnTo>
                    <a:lnTo>
                      <a:pt x="498" y="4097"/>
                    </a:lnTo>
                    <a:lnTo>
                      <a:pt x="498" y="4058"/>
                    </a:lnTo>
                    <a:lnTo>
                      <a:pt x="498" y="3982"/>
                    </a:lnTo>
                    <a:lnTo>
                      <a:pt x="498" y="3905"/>
                    </a:lnTo>
                    <a:lnTo>
                      <a:pt x="498" y="3867"/>
                    </a:lnTo>
                    <a:lnTo>
                      <a:pt x="498" y="3829"/>
                    </a:lnTo>
                    <a:lnTo>
                      <a:pt x="498" y="3752"/>
                    </a:lnTo>
                    <a:lnTo>
                      <a:pt x="498" y="3714"/>
                    </a:lnTo>
                    <a:lnTo>
                      <a:pt x="498" y="3637"/>
                    </a:lnTo>
                    <a:lnTo>
                      <a:pt x="498" y="3522"/>
                    </a:lnTo>
                    <a:cubicBezTo>
                      <a:pt x="498" y="3293"/>
                      <a:pt x="498" y="3063"/>
                      <a:pt x="498" y="2833"/>
                    </a:cubicBezTo>
                    <a:lnTo>
                      <a:pt x="498" y="2833"/>
                    </a:lnTo>
                    <a:cubicBezTo>
                      <a:pt x="498" y="2718"/>
                      <a:pt x="498" y="2604"/>
                      <a:pt x="498" y="2489"/>
                    </a:cubicBezTo>
                    <a:lnTo>
                      <a:pt x="498" y="2489"/>
                    </a:lnTo>
                    <a:lnTo>
                      <a:pt x="498" y="2374"/>
                    </a:lnTo>
                    <a:lnTo>
                      <a:pt x="498" y="2374"/>
                    </a:lnTo>
                    <a:lnTo>
                      <a:pt x="498" y="2297"/>
                    </a:lnTo>
                    <a:lnTo>
                      <a:pt x="498" y="2259"/>
                    </a:lnTo>
                    <a:cubicBezTo>
                      <a:pt x="498" y="2182"/>
                      <a:pt x="498" y="2144"/>
                      <a:pt x="498" y="2068"/>
                    </a:cubicBezTo>
                    <a:lnTo>
                      <a:pt x="498" y="2029"/>
                    </a:lnTo>
                    <a:lnTo>
                      <a:pt x="498" y="1953"/>
                    </a:lnTo>
                    <a:lnTo>
                      <a:pt x="498" y="1914"/>
                    </a:lnTo>
                    <a:lnTo>
                      <a:pt x="498" y="1838"/>
                    </a:lnTo>
                    <a:lnTo>
                      <a:pt x="498" y="1838"/>
                    </a:lnTo>
                    <a:cubicBezTo>
                      <a:pt x="498" y="1723"/>
                      <a:pt x="459" y="1608"/>
                      <a:pt x="459" y="1493"/>
                    </a:cubicBezTo>
                    <a:lnTo>
                      <a:pt x="459" y="1493"/>
                    </a:lnTo>
                    <a:lnTo>
                      <a:pt x="459" y="1378"/>
                    </a:lnTo>
                    <a:lnTo>
                      <a:pt x="459" y="1378"/>
                    </a:lnTo>
                    <a:lnTo>
                      <a:pt x="459" y="1264"/>
                    </a:lnTo>
                    <a:lnTo>
                      <a:pt x="459" y="1264"/>
                    </a:lnTo>
                    <a:lnTo>
                      <a:pt x="459" y="1149"/>
                    </a:lnTo>
                    <a:lnTo>
                      <a:pt x="459" y="1149"/>
                    </a:lnTo>
                    <a:cubicBezTo>
                      <a:pt x="421" y="1072"/>
                      <a:pt x="383" y="996"/>
                      <a:pt x="383" y="957"/>
                    </a:cubicBezTo>
                    <a:cubicBezTo>
                      <a:pt x="574" y="0"/>
                      <a:pt x="3369" y="77"/>
                      <a:pt x="4135" y="39"/>
                    </a:cubicBezTo>
                    <a:cubicBezTo>
                      <a:pt x="5475" y="0"/>
                      <a:pt x="6815" y="39"/>
                      <a:pt x="8155" y="77"/>
                    </a:cubicBezTo>
                    <a:cubicBezTo>
                      <a:pt x="13131" y="230"/>
                      <a:pt x="18108" y="307"/>
                      <a:pt x="23085" y="383"/>
                    </a:cubicBezTo>
                    <a:cubicBezTo>
                      <a:pt x="32082" y="689"/>
                      <a:pt x="41117" y="498"/>
                      <a:pt x="50152" y="230"/>
                    </a:cubicBezTo>
                    <a:cubicBezTo>
                      <a:pt x="56086" y="268"/>
                      <a:pt x="62058" y="153"/>
                      <a:pt x="67992" y="230"/>
                    </a:cubicBezTo>
                    <a:cubicBezTo>
                      <a:pt x="68337" y="230"/>
                      <a:pt x="68719" y="307"/>
                      <a:pt x="69026" y="498"/>
                    </a:cubicBezTo>
                    <a:cubicBezTo>
                      <a:pt x="69064" y="498"/>
                      <a:pt x="69102" y="536"/>
                      <a:pt x="69141" y="613"/>
                    </a:cubicBezTo>
                    <a:lnTo>
                      <a:pt x="69179" y="613"/>
                    </a:lnTo>
                    <a:cubicBezTo>
                      <a:pt x="69332" y="498"/>
                      <a:pt x="69562" y="651"/>
                      <a:pt x="69600" y="804"/>
                    </a:cubicBezTo>
                    <a:cubicBezTo>
                      <a:pt x="69638" y="919"/>
                      <a:pt x="69638" y="996"/>
                      <a:pt x="69600" y="1072"/>
                    </a:cubicBezTo>
                    <a:cubicBezTo>
                      <a:pt x="69600" y="1111"/>
                      <a:pt x="69562" y="1111"/>
                      <a:pt x="69562" y="1111"/>
                    </a:cubicBezTo>
                    <a:lnTo>
                      <a:pt x="69562" y="1149"/>
                    </a:lnTo>
                    <a:cubicBezTo>
                      <a:pt x="69562" y="1264"/>
                      <a:pt x="69562" y="1378"/>
                      <a:pt x="69562" y="1455"/>
                    </a:cubicBezTo>
                    <a:cubicBezTo>
                      <a:pt x="69562" y="2144"/>
                      <a:pt x="69600" y="2795"/>
                      <a:pt x="69600" y="3446"/>
                    </a:cubicBezTo>
                    <a:cubicBezTo>
                      <a:pt x="69600" y="3829"/>
                      <a:pt x="69638" y="4173"/>
                      <a:pt x="69638" y="4518"/>
                    </a:cubicBezTo>
                    <a:lnTo>
                      <a:pt x="69638" y="5015"/>
                    </a:lnTo>
                    <a:lnTo>
                      <a:pt x="69638" y="5130"/>
                    </a:lnTo>
                    <a:lnTo>
                      <a:pt x="69638" y="5207"/>
                    </a:lnTo>
                    <a:lnTo>
                      <a:pt x="69638" y="5207"/>
                    </a:lnTo>
                    <a:lnTo>
                      <a:pt x="69638" y="5245"/>
                    </a:lnTo>
                    <a:lnTo>
                      <a:pt x="69638" y="5245"/>
                    </a:lnTo>
                    <a:lnTo>
                      <a:pt x="69638" y="5781"/>
                    </a:lnTo>
                    <a:cubicBezTo>
                      <a:pt x="69638" y="6432"/>
                      <a:pt x="69600" y="7121"/>
                      <a:pt x="69600" y="7772"/>
                    </a:cubicBezTo>
                    <a:cubicBezTo>
                      <a:pt x="69562" y="8461"/>
                      <a:pt x="69562" y="9150"/>
                      <a:pt x="69562" y="9801"/>
                    </a:cubicBezTo>
                    <a:cubicBezTo>
                      <a:pt x="69523" y="11256"/>
                      <a:pt x="69523" y="12710"/>
                      <a:pt x="69485" y="14165"/>
                    </a:cubicBezTo>
                    <a:cubicBezTo>
                      <a:pt x="69485" y="16003"/>
                      <a:pt x="69447" y="17879"/>
                      <a:pt x="69409" y="19716"/>
                    </a:cubicBezTo>
                    <a:cubicBezTo>
                      <a:pt x="69370" y="21592"/>
                      <a:pt x="69332" y="23430"/>
                      <a:pt x="69332" y="25268"/>
                    </a:cubicBezTo>
                    <a:cubicBezTo>
                      <a:pt x="69332" y="26684"/>
                      <a:pt x="69332" y="28062"/>
                      <a:pt x="69332" y="29440"/>
                    </a:cubicBezTo>
                    <a:cubicBezTo>
                      <a:pt x="69294" y="30895"/>
                      <a:pt x="69255" y="32388"/>
                      <a:pt x="69255" y="33843"/>
                    </a:cubicBezTo>
                    <a:cubicBezTo>
                      <a:pt x="69217" y="35298"/>
                      <a:pt x="69217" y="36791"/>
                      <a:pt x="69141" y="38246"/>
                    </a:cubicBezTo>
                    <a:cubicBezTo>
                      <a:pt x="69102" y="39777"/>
                      <a:pt x="69064" y="41270"/>
                      <a:pt x="69064" y="42801"/>
                    </a:cubicBezTo>
                    <a:lnTo>
                      <a:pt x="69064" y="43605"/>
                    </a:lnTo>
                    <a:cubicBezTo>
                      <a:pt x="69064" y="45060"/>
                      <a:pt x="69102" y="46553"/>
                      <a:pt x="69102" y="48046"/>
                    </a:cubicBezTo>
                    <a:cubicBezTo>
                      <a:pt x="69141" y="49425"/>
                      <a:pt x="69179" y="50841"/>
                      <a:pt x="69179" y="52258"/>
                    </a:cubicBezTo>
                    <a:cubicBezTo>
                      <a:pt x="69179" y="52947"/>
                      <a:pt x="69179" y="53636"/>
                      <a:pt x="69217" y="54287"/>
                    </a:cubicBezTo>
                    <a:cubicBezTo>
                      <a:pt x="69217" y="55014"/>
                      <a:pt x="69217" y="55741"/>
                      <a:pt x="69255" y="56469"/>
                    </a:cubicBezTo>
                    <a:cubicBezTo>
                      <a:pt x="69294" y="57962"/>
                      <a:pt x="69332" y="59493"/>
                      <a:pt x="69370" y="61024"/>
                    </a:cubicBezTo>
                    <a:cubicBezTo>
                      <a:pt x="69409" y="62479"/>
                      <a:pt x="69447" y="63934"/>
                      <a:pt x="69485" y="65427"/>
                    </a:cubicBezTo>
                    <a:cubicBezTo>
                      <a:pt x="69485" y="66154"/>
                      <a:pt x="69485" y="66882"/>
                      <a:pt x="69485" y="67609"/>
                    </a:cubicBezTo>
                    <a:cubicBezTo>
                      <a:pt x="69485" y="68298"/>
                      <a:pt x="69523" y="69026"/>
                      <a:pt x="69523" y="69715"/>
                    </a:cubicBezTo>
                    <a:cubicBezTo>
                      <a:pt x="69562" y="71208"/>
                      <a:pt x="69600" y="72663"/>
                      <a:pt x="69638" y="74118"/>
                    </a:cubicBezTo>
                    <a:cubicBezTo>
                      <a:pt x="69677" y="75649"/>
                      <a:pt x="69715" y="77218"/>
                      <a:pt x="69715" y="78750"/>
                    </a:cubicBezTo>
                    <a:cubicBezTo>
                      <a:pt x="69715" y="80243"/>
                      <a:pt x="69715" y="81698"/>
                      <a:pt x="69715" y="83191"/>
                    </a:cubicBezTo>
                    <a:cubicBezTo>
                      <a:pt x="69715" y="84607"/>
                      <a:pt x="69753" y="86024"/>
                      <a:pt x="69753" y="87440"/>
                    </a:cubicBezTo>
                    <a:cubicBezTo>
                      <a:pt x="69753" y="88933"/>
                      <a:pt x="69753" y="90388"/>
                      <a:pt x="69715" y="91881"/>
                    </a:cubicBezTo>
                    <a:cubicBezTo>
                      <a:pt x="69715" y="93336"/>
                      <a:pt x="69677" y="94752"/>
                      <a:pt x="69638" y="96207"/>
                    </a:cubicBezTo>
                    <a:cubicBezTo>
                      <a:pt x="69600" y="97624"/>
                      <a:pt x="69600" y="99002"/>
                      <a:pt x="69600" y="100418"/>
                    </a:cubicBezTo>
                    <a:cubicBezTo>
                      <a:pt x="69600" y="101873"/>
                      <a:pt x="69600" y="103290"/>
                      <a:pt x="69638" y="104706"/>
                    </a:cubicBezTo>
                    <a:cubicBezTo>
                      <a:pt x="69677" y="106238"/>
                      <a:pt x="69677" y="107769"/>
                      <a:pt x="69715" y="109300"/>
                    </a:cubicBezTo>
                    <a:cubicBezTo>
                      <a:pt x="69715" y="110717"/>
                      <a:pt x="69715" y="112171"/>
                      <a:pt x="69753" y="113588"/>
                    </a:cubicBezTo>
                    <a:cubicBezTo>
                      <a:pt x="69791" y="115043"/>
                      <a:pt x="69830" y="116498"/>
                      <a:pt x="69868" y="117952"/>
                    </a:cubicBezTo>
                    <a:cubicBezTo>
                      <a:pt x="69868" y="118948"/>
                      <a:pt x="69868" y="119943"/>
                      <a:pt x="69868" y="120938"/>
                    </a:cubicBezTo>
                    <a:cubicBezTo>
                      <a:pt x="69868" y="121896"/>
                      <a:pt x="69868" y="122891"/>
                      <a:pt x="69868" y="123886"/>
                    </a:cubicBezTo>
                    <a:lnTo>
                      <a:pt x="69868" y="125379"/>
                    </a:lnTo>
                    <a:cubicBezTo>
                      <a:pt x="69868" y="125456"/>
                      <a:pt x="69868" y="125532"/>
                      <a:pt x="69868" y="125609"/>
                    </a:cubicBezTo>
                    <a:cubicBezTo>
                      <a:pt x="69868" y="125686"/>
                      <a:pt x="69868" y="125762"/>
                      <a:pt x="69868" y="125839"/>
                    </a:cubicBezTo>
                    <a:cubicBezTo>
                      <a:pt x="69868" y="127370"/>
                      <a:pt x="69868" y="128940"/>
                      <a:pt x="69830" y="130509"/>
                    </a:cubicBezTo>
                    <a:cubicBezTo>
                      <a:pt x="69830" y="132041"/>
                      <a:pt x="69753" y="133610"/>
                      <a:pt x="69753" y="135180"/>
                    </a:cubicBezTo>
                    <a:cubicBezTo>
                      <a:pt x="69753" y="137822"/>
                      <a:pt x="69791" y="140463"/>
                      <a:pt x="69830" y="143105"/>
                    </a:cubicBezTo>
                    <a:cubicBezTo>
                      <a:pt x="69830" y="144292"/>
                      <a:pt x="69830" y="145478"/>
                      <a:pt x="69830" y="146627"/>
                    </a:cubicBezTo>
                    <a:cubicBezTo>
                      <a:pt x="69791" y="147622"/>
                      <a:pt x="69753" y="148618"/>
                      <a:pt x="69715" y="149613"/>
                    </a:cubicBezTo>
                    <a:cubicBezTo>
                      <a:pt x="69715" y="149919"/>
                      <a:pt x="69715" y="150187"/>
                      <a:pt x="69715" y="150493"/>
                    </a:cubicBez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493"/>
                    </a:lnTo>
                    <a:lnTo>
                      <a:pt x="69715" y="150532"/>
                    </a:lnTo>
                    <a:lnTo>
                      <a:pt x="69715" y="150532"/>
                    </a:lnTo>
                    <a:lnTo>
                      <a:pt x="69715" y="150532"/>
                    </a:lnTo>
                    <a:cubicBezTo>
                      <a:pt x="69600" y="151948"/>
                      <a:pt x="67877" y="151680"/>
                      <a:pt x="66652" y="151604"/>
                    </a:cubicBezTo>
                    <a:lnTo>
                      <a:pt x="66652" y="151604"/>
                    </a:lnTo>
                    <a:lnTo>
                      <a:pt x="66576" y="151604"/>
                    </a:lnTo>
                    <a:lnTo>
                      <a:pt x="66576" y="151604"/>
                    </a:lnTo>
                    <a:lnTo>
                      <a:pt x="66499" y="151604"/>
                    </a:lnTo>
                    <a:lnTo>
                      <a:pt x="66499" y="151604"/>
                    </a:lnTo>
                    <a:lnTo>
                      <a:pt x="66461" y="151604"/>
                    </a:lnTo>
                    <a:lnTo>
                      <a:pt x="66422" y="151604"/>
                    </a:lnTo>
                    <a:lnTo>
                      <a:pt x="66384" y="151604"/>
                    </a:lnTo>
                    <a:lnTo>
                      <a:pt x="66346" y="151604"/>
                    </a:lnTo>
                    <a:lnTo>
                      <a:pt x="66308" y="151604"/>
                    </a:lnTo>
                    <a:lnTo>
                      <a:pt x="66308" y="151604"/>
                    </a:lnTo>
                    <a:lnTo>
                      <a:pt x="66269" y="151604"/>
                    </a:lnTo>
                    <a:lnTo>
                      <a:pt x="66231" y="151604"/>
                    </a:lnTo>
                    <a:lnTo>
                      <a:pt x="66193" y="151604"/>
                    </a:lnTo>
                    <a:lnTo>
                      <a:pt x="66154" y="151604"/>
                    </a:lnTo>
                    <a:lnTo>
                      <a:pt x="66116" y="151604"/>
                    </a:lnTo>
                    <a:lnTo>
                      <a:pt x="66116" y="151604"/>
                    </a:lnTo>
                    <a:lnTo>
                      <a:pt x="66040" y="151604"/>
                    </a:lnTo>
                    <a:lnTo>
                      <a:pt x="66040" y="151604"/>
                    </a:lnTo>
                    <a:lnTo>
                      <a:pt x="66001" y="151604"/>
                    </a:lnTo>
                    <a:cubicBezTo>
                      <a:pt x="63475" y="151489"/>
                      <a:pt x="60986" y="151527"/>
                      <a:pt x="58498" y="151527"/>
                    </a:cubicBezTo>
                    <a:cubicBezTo>
                      <a:pt x="47357" y="151604"/>
                      <a:pt x="36217" y="151872"/>
                      <a:pt x="25076" y="151795"/>
                    </a:cubicBezTo>
                    <a:cubicBezTo>
                      <a:pt x="18874" y="151757"/>
                      <a:pt x="12710" y="151604"/>
                      <a:pt x="6508" y="151527"/>
                    </a:cubicBezTo>
                    <a:cubicBezTo>
                      <a:pt x="4709" y="151489"/>
                      <a:pt x="2871" y="151565"/>
                      <a:pt x="1072" y="151451"/>
                    </a:cubicBezTo>
                    <a:cubicBezTo>
                      <a:pt x="842" y="151451"/>
                      <a:pt x="613" y="151374"/>
                      <a:pt x="459" y="151221"/>
                    </a:cubicBezTo>
                    <a:lnTo>
                      <a:pt x="459" y="151221"/>
                    </a:lnTo>
                    <a:lnTo>
                      <a:pt x="459" y="151221"/>
                    </a:lnTo>
                    <a:lnTo>
                      <a:pt x="459" y="151221"/>
                    </a:lnTo>
                    <a:lnTo>
                      <a:pt x="459" y="151221"/>
                    </a:lnTo>
                    <a:lnTo>
                      <a:pt x="459" y="151221"/>
                    </a:lnTo>
                    <a:lnTo>
                      <a:pt x="459" y="151221"/>
                    </a:lnTo>
                    <a:lnTo>
                      <a:pt x="459" y="151221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83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44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106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68"/>
                    </a:lnTo>
                    <a:lnTo>
                      <a:pt x="459" y="151029"/>
                    </a:lnTo>
                    <a:lnTo>
                      <a:pt x="459" y="151029"/>
                    </a:lnTo>
                    <a:lnTo>
                      <a:pt x="459" y="151029"/>
                    </a:lnTo>
                    <a:lnTo>
                      <a:pt x="459" y="151029"/>
                    </a:lnTo>
                    <a:lnTo>
                      <a:pt x="459" y="151029"/>
                    </a:lnTo>
                    <a:lnTo>
                      <a:pt x="459" y="151029"/>
                    </a:lnTo>
                    <a:lnTo>
                      <a:pt x="459" y="151029"/>
                    </a:lnTo>
                    <a:lnTo>
                      <a:pt x="459" y="151029"/>
                    </a:lnTo>
                    <a:lnTo>
                      <a:pt x="459" y="150991"/>
                    </a:lnTo>
                    <a:lnTo>
                      <a:pt x="459" y="150991"/>
                    </a:lnTo>
                    <a:close/>
                    <a:moveTo>
                      <a:pt x="68949" y="1187"/>
                    </a:moveTo>
                    <a:lnTo>
                      <a:pt x="68949" y="1149"/>
                    </a:lnTo>
                    <a:lnTo>
                      <a:pt x="68949" y="1149"/>
                    </a:lnTo>
                    <a:lnTo>
                      <a:pt x="68949" y="1149"/>
                    </a:lnTo>
                    <a:lnTo>
                      <a:pt x="68949" y="1111"/>
                    </a:lnTo>
                    <a:cubicBezTo>
                      <a:pt x="68873" y="1111"/>
                      <a:pt x="68796" y="1111"/>
                      <a:pt x="68758" y="1072"/>
                    </a:cubicBezTo>
                    <a:cubicBezTo>
                      <a:pt x="68681" y="1034"/>
                      <a:pt x="68643" y="1034"/>
                      <a:pt x="68605" y="996"/>
                    </a:cubicBezTo>
                    <a:cubicBezTo>
                      <a:pt x="67877" y="804"/>
                      <a:pt x="67073" y="881"/>
                      <a:pt x="66346" y="881"/>
                    </a:cubicBezTo>
                    <a:cubicBezTo>
                      <a:pt x="60297" y="919"/>
                      <a:pt x="54286" y="881"/>
                      <a:pt x="48276" y="957"/>
                    </a:cubicBezTo>
                    <a:cubicBezTo>
                      <a:pt x="41308" y="1187"/>
                      <a:pt x="34341" y="1302"/>
                      <a:pt x="27373" y="1187"/>
                    </a:cubicBezTo>
                    <a:cubicBezTo>
                      <a:pt x="21745" y="1034"/>
                      <a:pt x="16156" y="957"/>
                      <a:pt x="10528" y="843"/>
                    </a:cubicBezTo>
                    <a:cubicBezTo>
                      <a:pt x="7580" y="804"/>
                      <a:pt x="4632" y="498"/>
                      <a:pt x="1723" y="919"/>
                    </a:cubicBezTo>
                    <a:cubicBezTo>
                      <a:pt x="1570" y="957"/>
                      <a:pt x="1417" y="996"/>
                      <a:pt x="1263" y="1072"/>
                    </a:cubicBez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lnTo>
                      <a:pt x="1263" y="1072"/>
                    </a:lnTo>
                    <a:cubicBezTo>
                      <a:pt x="1340" y="4671"/>
                      <a:pt x="1187" y="8270"/>
                      <a:pt x="1110" y="11868"/>
                    </a:cubicBezTo>
                    <a:cubicBezTo>
                      <a:pt x="1072" y="15582"/>
                      <a:pt x="919" y="19295"/>
                      <a:pt x="919" y="23047"/>
                    </a:cubicBezTo>
                    <a:cubicBezTo>
                      <a:pt x="919" y="25650"/>
                      <a:pt x="919" y="28292"/>
                      <a:pt x="842" y="30934"/>
                    </a:cubicBezTo>
                    <a:cubicBezTo>
                      <a:pt x="766" y="35566"/>
                      <a:pt x="957" y="40236"/>
                      <a:pt x="804" y="44869"/>
                    </a:cubicBezTo>
                    <a:cubicBezTo>
                      <a:pt x="651" y="49003"/>
                      <a:pt x="881" y="53100"/>
                      <a:pt x="995" y="57234"/>
                    </a:cubicBezTo>
                    <a:cubicBezTo>
                      <a:pt x="1072" y="60144"/>
                      <a:pt x="1110" y="63092"/>
                      <a:pt x="1187" y="66001"/>
                    </a:cubicBezTo>
                    <a:cubicBezTo>
                      <a:pt x="1570" y="80970"/>
                      <a:pt x="1110" y="95939"/>
                      <a:pt x="1378" y="110908"/>
                    </a:cubicBezTo>
                    <a:cubicBezTo>
                      <a:pt x="1455" y="122738"/>
                      <a:pt x="1225" y="134567"/>
                      <a:pt x="995" y="146397"/>
                    </a:cubicBezTo>
                    <a:lnTo>
                      <a:pt x="995" y="146435"/>
                    </a:lnTo>
                    <a:lnTo>
                      <a:pt x="995" y="146435"/>
                    </a:lnTo>
                    <a:lnTo>
                      <a:pt x="995" y="146512"/>
                    </a:lnTo>
                    <a:lnTo>
                      <a:pt x="995" y="146512"/>
                    </a:lnTo>
                    <a:lnTo>
                      <a:pt x="995" y="146589"/>
                    </a:lnTo>
                    <a:lnTo>
                      <a:pt x="995" y="146589"/>
                    </a:lnTo>
                    <a:lnTo>
                      <a:pt x="995" y="146627"/>
                    </a:lnTo>
                    <a:lnTo>
                      <a:pt x="995" y="146627"/>
                    </a:lnTo>
                    <a:lnTo>
                      <a:pt x="995" y="146703"/>
                    </a:lnTo>
                    <a:lnTo>
                      <a:pt x="995" y="146703"/>
                    </a:lnTo>
                    <a:lnTo>
                      <a:pt x="995" y="146780"/>
                    </a:lnTo>
                    <a:lnTo>
                      <a:pt x="995" y="146780"/>
                    </a:lnTo>
                    <a:lnTo>
                      <a:pt x="995" y="146818"/>
                    </a:lnTo>
                    <a:lnTo>
                      <a:pt x="995" y="146818"/>
                    </a:lnTo>
                    <a:lnTo>
                      <a:pt x="995" y="146895"/>
                    </a:lnTo>
                    <a:lnTo>
                      <a:pt x="995" y="146895"/>
                    </a:lnTo>
                    <a:lnTo>
                      <a:pt x="995" y="146971"/>
                    </a:lnTo>
                    <a:lnTo>
                      <a:pt x="995" y="146971"/>
                    </a:lnTo>
                    <a:lnTo>
                      <a:pt x="995" y="147010"/>
                    </a:lnTo>
                    <a:lnTo>
                      <a:pt x="995" y="147048"/>
                    </a:lnTo>
                    <a:lnTo>
                      <a:pt x="995" y="147086"/>
                    </a:lnTo>
                    <a:lnTo>
                      <a:pt x="995" y="147086"/>
                    </a:lnTo>
                    <a:lnTo>
                      <a:pt x="995" y="147163"/>
                    </a:lnTo>
                    <a:lnTo>
                      <a:pt x="995" y="147163"/>
                    </a:lnTo>
                    <a:lnTo>
                      <a:pt x="995" y="147239"/>
                    </a:lnTo>
                    <a:lnTo>
                      <a:pt x="995" y="147239"/>
                    </a:lnTo>
                    <a:lnTo>
                      <a:pt x="995" y="147278"/>
                    </a:lnTo>
                    <a:lnTo>
                      <a:pt x="995" y="147316"/>
                    </a:lnTo>
                    <a:lnTo>
                      <a:pt x="995" y="147354"/>
                    </a:lnTo>
                    <a:lnTo>
                      <a:pt x="995" y="147354"/>
                    </a:lnTo>
                    <a:lnTo>
                      <a:pt x="995" y="147431"/>
                    </a:lnTo>
                    <a:lnTo>
                      <a:pt x="995" y="147431"/>
                    </a:lnTo>
                    <a:lnTo>
                      <a:pt x="995" y="147469"/>
                    </a:lnTo>
                    <a:lnTo>
                      <a:pt x="995" y="147507"/>
                    </a:lnTo>
                    <a:lnTo>
                      <a:pt x="995" y="147546"/>
                    </a:lnTo>
                    <a:lnTo>
                      <a:pt x="995" y="147584"/>
                    </a:lnTo>
                    <a:lnTo>
                      <a:pt x="995" y="147622"/>
                    </a:lnTo>
                    <a:lnTo>
                      <a:pt x="995" y="147660"/>
                    </a:lnTo>
                    <a:lnTo>
                      <a:pt x="995" y="147699"/>
                    </a:lnTo>
                    <a:lnTo>
                      <a:pt x="995" y="147699"/>
                    </a:lnTo>
                    <a:lnTo>
                      <a:pt x="995" y="147737"/>
                    </a:lnTo>
                    <a:lnTo>
                      <a:pt x="995" y="147775"/>
                    </a:lnTo>
                    <a:lnTo>
                      <a:pt x="995" y="147814"/>
                    </a:lnTo>
                    <a:lnTo>
                      <a:pt x="995" y="147852"/>
                    </a:lnTo>
                    <a:lnTo>
                      <a:pt x="995" y="147890"/>
                    </a:lnTo>
                    <a:lnTo>
                      <a:pt x="995" y="147890"/>
                    </a:lnTo>
                    <a:lnTo>
                      <a:pt x="995" y="147928"/>
                    </a:lnTo>
                    <a:lnTo>
                      <a:pt x="995" y="147967"/>
                    </a:lnTo>
                    <a:lnTo>
                      <a:pt x="995" y="148005"/>
                    </a:lnTo>
                    <a:lnTo>
                      <a:pt x="995" y="148043"/>
                    </a:lnTo>
                    <a:lnTo>
                      <a:pt x="995" y="148082"/>
                    </a:lnTo>
                    <a:lnTo>
                      <a:pt x="995" y="148120"/>
                    </a:lnTo>
                    <a:lnTo>
                      <a:pt x="995" y="148158"/>
                    </a:lnTo>
                    <a:lnTo>
                      <a:pt x="995" y="148158"/>
                    </a:lnTo>
                    <a:lnTo>
                      <a:pt x="995" y="148196"/>
                    </a:lnTo>
                    <a:lnTo>
                      <a:pt x="995" y="148235"/>
                    </a:lnTo>
                    <a:lnTo>
                      <a:pt x="995" y="148273"/>
                    </a:lnTo>
                    <a:lnTo>
                      <a:pt x="995" y="148311"/>
                    </a:lnTo>
                    <a:lnTo>
                      <a:pt x="995" y="148350"/>
                    </a:lnTo>
                    <a:lnTo>
                      <a:pt x="995" y="148388"/>
                    </a:lnTo>
                    <a:lnTo>
                      <a:pt x="995" y="148388"/>
                    </a:lnTo>
                    <a:lnTo>
                      <a:pt x="995" y="148426"/>
                    </a:lnTo>
                    <a:lnTo>
                      <a:pt x="995" y="148464"/>
                    </a:lnTo>
                    <a:lnTo>
                      <a:pt x="995" y="148503"/>
                    </a:lnTo>
                    <a:lnTo>
                      <a:pt x="995" y="148541"/>
                    </a:lnTo>
                    <a:lnTo>
                      <a:pt x="995" y="148579"/>
                    </a:lnTo>
                    <a:lnTo>
                      <a:pt x="995" y="148618"/>
                    </a:lnTo>
                    <a:lnTo>
                      <a:pt x="995" y="148656"/>
                    </a:lnTo>
                    <a:lnTo>
                      <a:pt x="995" y="148656"/>
                    </a:lnTo>
                    <a:lnTo>
                      <a:pt x="995" y="148694"/>
                    </a:lnTo>
                    <a:lnTo>
                      <a:pt x="995" y="148732"/>
                    </a:lnTo>
                    <a:lnTo>
                      <a:pt x="995" y="148771"/>
                    </a:lnTo>
                    <a:lnTo>
                      <a:pt x="995" y="148809"/>
                    </a:lnTo>
                    <a:lnTo>
                      <a:pt x="995" y="148847"/>
                    </a:lnTo>
                    <a:lnTo>
                      <a:pt x="995" y="148886"/>
                    </a:lnTo>
                    <a:lnTo>
                      <a:pt x="995" y="148924"/>
                    </a:lnTo>
                    <a:lnTo>
                      <a:pt x="995" y="148924"/>
                    </a:lnTo>
                    <a:lnTo>
                      <a:pt x="995" y="148962"/>
                    </a:lnTo>
                    <a:lnTo>
                      <a:pt x="995" y="149000"/>
                    </a:lnTo>
                    <a:lnTo>
                      <a:pt x="995" y="149039"/>
                    </a:lnTo>
                    <a:lnTo>
                      <a:pt x="995" y="149077"/>
                    </a:lnTo>
                    <a:lnTo>
                      <a:pt x="995" y="149115"/>
                    </a:lnTo>
                    <a:lnTo>
                      <a:pt x="995" y="149115"/>
                    </a:lnTo>
                    <a:lnTo>
                      <a:pt x="995" y="149192"/>
                    </a:lnTo>
                    <a:lnTo>
                      <a:pt x="995" y="149230"/>
                    </a:lnTo>
                    <a:lnTo>
                      <a:pt x="995" y="149268"/>
                    </a:lnTo>
                    <a:lnTo>
                      <a:pt x="995" y="149307"/>
                    </a:lnTo>
                    <a:lnTo>
                      <a:pt x="995" y="149345"/>
                    </a:lnTo>
                    <a:lnTo>
                      <a:pt x="995" y="149383"/>
                    </a:lnTo>
                    <a:lnTo>
                      <a:pt x="995" y="149383"/>
                    </a:lnTo>
                    <a:lnTo>
                      <a:pt x="995" y="149460"/>
                    </a:lnTo>
                    <a:lnTo>
                      <a:pt x="995" y="149460"/>
                    </a:lnTo>
                    <a:lnTo>
                      <a:pt x="995" y="149498"/>
                    </a:lnTo>
                    <a:lnTo>
                      <a:pt x="995" y="149536"/>
                    </a:lnTo>
                    <a:lnTo>
                      <a:pt x="995" y="149575"/>
                    </a:lnTo>
                    <a:lnTo>
                      <a:pt x="995" y="149575"/>
                    </a:lnTo>
                    <a:lnTo>
                      <a:pt x="995" y="149651"/>
                    </a:lnTo>
                    <a:lnTo>
                      <a:pt x="995" y="149651"/>
                    </a:lnTo>
                    <a:lnTo>
                      <a:pt x="995" y="149804"/>
                    </a:lnTo>
                    <a:lnTo>
                      <a:pt x="995" y="149804"/>
                    </a:lnTo>
                    <a:lnTo>
                      <a:pt x="995" y="149843"/>
                    </a:lnTo>
                    <a:lnTo>
                      <a:pt x="995" y="149843"/>
                    </a:lnTo>
                    <a:lnTo>
                      <a:pt x="995" y="149919"/>
                    </a:lnTo>
                    <a:lnTo>
                      <a:pt x="995" y="149919"/>
                    </a:lnTo>
                    <a:lnTo>
                      <a:pt x="995" y="150034"/>
                    </a:lnTo>
                    <a:lnTo>
                      <a:pt x="995" y="150034"/>
                    </a:lnTo>
                    <a:lnTo>
                      <a:pt x="995" y="150034"/>
                    </a:lnTo>
                    <a:lnTo>
                      <a:pt x="995" y="150111"/>
                    </a:lnTo>
                    <a:lnTo>
                      <a:pt x="995" y="150111"/>
                    </a:lnTo>
                    <a:lnTo>
                      <a:pt x="995" y="150187"/>
                    </a:lnTo>
                    <a:lnTo>
                      <a:pt x="995" y="150187"/>
                    </a:lnTo>
                    <a:lnTo>
                      <a:pt x="995" y="150302"/>
                    </a:lnTo>
                    <a:lnTo>
                      <a:pt x="995" y="150302"/>
                    </a:lnTo>
                    <a:lnTo>
                      <a:pt x="995" y="150379"/>
                    </a:lnTo>
                    <a:lnTo>
                      <a:pt x="995" y="150379"/>
                    </a:lnTo>
                    <a:lnTo>
                      <a:pt x="995" y="150455"/>
                    </a:lnTo>
                    <a:lnTo>
                      <a:pt x="995" y="150455"/>
                    </a:lnTo>
                    <a:lnTo>
                      <a:pt x="995" y="150532"/>
                    </a:lnTo>
                    <a:lnTo>
                      <a:pt x="995" y="150532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lnTo>
                      <a:pt x="995" y="150570"/>
                    </a:lnTo>
                    <a:cubicBezTo>
                      <a:pt x="3560" y="150685"/>
                      <a:pt x="6087" y="150570"/>
                      <a:pt x="8614" y="150647"/>
                    </a:cubicBezTo>
                    <a:cubicBezTo>
                      <a:pt x="18300" y="150876"/>
                      <a:pt x="27986" y="150953"/>
                      <a:pt x="37633" y="150915"/>
                    </a:cubicBezTo>
                    <a:cubicBezTo>
                      <a:pt x="46477" y="150800"/>
                      <a:pt x="55320" y="150608"/>
                      <a:pt x="64164" y="150647"/>
                    </a:cubicBezTo>
                    <a:cubicBezTo>
                      <a:pt x="65197" y="150685"/>
                      <a:pt x="66231" y="150723"/>
                      <a:pt x="67265" y="150761"/>
                    </a:cubicBezTo>
                    <a:cubicBezTo>
                      <a:pt x="67724" y="150761"/>
                      <a:pt x="68260" y="150876"/>
                      <a:pt x="68681" y="150608"/>
                    </a:cubicBezTo>
                    <a:cubicBezTo>
                      <a:pt x="68796" y="150493"/>
                      <a:pt x="68758" y="150302"/>
                      <a:pt x="68758" y="150149"/>
                    </a:cubicBez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111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72"/>
                    </a:lnTo>
                    <a:lnTo>
                      <a:pt x="68758" y="150034"/>
                    </a:lnTo>
                    <a:lnTo>
                      <a:pt x="68758" y="149996"/>
                    </a:lnTo>
                    <a:lnTo>
                      <a:pt x="68758" y="149996"/>
                    </a:lnTo>
                    <a:lnTo>
                      <a:pt x="68758" y="149957"/>
                    </a:lnTo>
                    <a:lnTo>
                      <a:pt x="68758" y="149957"/>
                    </a:lnTo>
                    <a:lnTo>
                      <a:pt x="68758" y="149919"/>
                    </a:lnTo>
                    <a:lnTo>
                      <a:pt x="68758" y="149919"/>
                    </a:lnTo>
                    <a:lnTo>
                      <a:pt x="68758" y="149881"/>
                    </a:lnTo>
                    <a:lnTo>
                      <a:pt x="68758" y="149881"/>
                    </a:lnTo>
                    <a:lnTo>
                      <a:pt x="68758" y="149843"/>
                    </a:lnTo>
                    <a:lnTo>
                      <a:pt x="68758" y="149843"/>
                    </a:lnTo>
                    <a:lnTo>
                      <a:pt x="68758" y="149804"/>
                    </a:lnTo>
                    <a:lnTo>
                      <a:pt x="68758" y="149804"/>
                    </a:lnTo>
                    <a:lnTo>
                      <a:pt x="68758" y="149766"/>
                    </a:lnTo>
                    <a:lnTo>
                      <a:pt x="68758" y="149766"/>
                    </a:lnTo>
                    <a:lnTo>
                      <a:pt x="68758" y="149728"/>
                    </a:lnTo>
                    <a:lnTo>
                      <a:pt x="68758" y="149728"/>
                    </a:lnTo>
                    <a:lnTo>
                      <a:pt x="68758" y="149690"/>
                    </a:lnTo>
                    <a:lnTo>
                      <a:pt x="68758" y="149690"/>
                    </a:lnTo>
                    <a:lnTo>
                      <a:pt x="68758" y="149651"/>
                    </a:lnTo>
                    <a:lnTo>
                      <a:pt x="68758" y="149651"/>
                    </a:lnTo>
                    <a:lnTo>
                      <a:pt x="68758" y="149613"/>
                    </a:lnTo>
                    <a:lnTo>
                      <a:pt x="68758" y="149613"/>
                    </a:lnTo>
                    <a:lnTo>
                      <a:pt x="68758" y="149613"/>
                    </a:lnTo>
                    <a:lnTo>
                      <a:pt x="68758" y="149536"/>
                    </a:lnTo>
                    <a:lnTo>
                      <a:pt x="68758" y="149536"/>
                    </a:lnTo>
                    <a:lnTo>
                      <a:pt x="68758" y="149460"/>
                    </a:lnTo>
                    <a:lnTo>
                      <a:pt x="68758" y="149460"/>
                    </a:lnTo>
                    <a:lnTo>
                      <a:pt x="68758" y="149422"/>
                    </a:lnTo>
                    <a:lnTo>
                      <a:pt x="68758" y="149422"/>
                    </a:lnTo>
                    <a:lnTo>
                      <a:pt x="68758" y="149383"/>
                    </a:lnTo>
                    <a:lnTo>
                      <a:pt x="68758" y="149383"/>
                    </a:lnTo>
                    <a:lnTo>
                      <a:pt x="68758" y="149345"/>
                    </a:lnTo>
                    <a:lnTo>
                      <a:pt x="68758" y="149345"/>
                    </a:lnTo>
                    <a:lnTo>
                      <a:pt x="68758" y="149307"/>
                    </a:lnTo>
                    <a:lnTo>
                      <a:pt x="68758" y="149307"/>
                    </a:lnTo>
                    <a:lnTo>
                      <a:pt x="68758" y="149268"/>
                    </a:lnTo>
                    <a:lnTo>
                      <a:pt x="68758" y="149268"/>
                    </a:lnTo>
                    <a:lnTo>
                      <a:pt x="68758" y="149230"/>
                    </a:lnTo>
                    <a:lnTo>
                      <a:pt x="68758" y="149230"/>
                    </a:lnTo>
                    <a:lnTo>
                      <a:pt x="68758" y="149192"/>
                    </a:lnTo>
                    <a:lnTo>
                      <a:pt x="68758" y="149192"/>
                    </a:lnTo>
                    <a:lnTo>
                      <a:pt x="68758" y="149154"/>
                    </a:lnTo>
                    <a:lnTo>
                      <a:pt x="68758" y="149115"/>
                    </a:lnTo>
                    <a:lnTo>
                      <a:pt x="68758" y="149115"/>
                    </a:lnTo>
                    <a:lnTo>
                      <a:pt x="68758" y="149115"/>
                    </a:lnTo>
                    <a:lnTo>
                      <a:pt x="68758" y="149115"/>
                    </a:lnTo>
                    <a:lnTo>
                      <a:pt x="68758" y="149077"/>
                    </a:lnTo>
                    <a:lnTo>
                      <a:pt x="68758" y="149077"/>
                    </a:lnTo>
                    <a:lnTo>
                      <a:pt x="68758" y="149039"/>
                    </a:lnTo>
                    <a:lnTo>
                      <a:pt x="68758" y="149039"/>
                    </a:lnTo>
                    <a:lnTo>
                      <a:pt x="68758" y="149000"/>
                    </a:lnTo>
                    <a:lnTo>
                      <a:pt x="68758" y="149000"/>
                    </a:lnTo>
                    <a:lnTo>
                      <a:pt x="68758" y="148962"/>
                    </a:lnTo>
                    <a:lnTo>
                      <a:pt x="68758" y="148924"/>
                    </a:lnTo>
                    <a:lnTo>
                      <a:pt x="68758" y="148924"/>
                    </a:lnTo>
                    <a:lnTo>
                      <a:pt x="68758" y="148886"/>
                    </a:lnTo>
                    <a:lnTo>
                      <a:pt x="68758" y="148886"/>
                    </a:lnTo>
                    <a:lnTo>
                      <a:pt x="68758" y="148847"/>
                    </a:lnTo>
                    <a:lnTo>
                      <a:pt x="68758" y="148847"/>
                    </a:lnTo>
                    <a:lnTo>
                      <a:pt x="68758" y="148809"/>
                    </a:lnTo>
                    <a:lnTo>
                      <a:pt x="68758" y="148809"/>
                    </a:lnTo>
                    <a:lnTo>
                      <a:pt x="68758" y="148771"/>
                    </a:lnTo>
                    <a:lnTo>
                      <a:pt x="68758" y="148771"/>
                    </a:lnTo>
                    <a:lnTo>
                      <a:pt x="68758" y="148732"/>
                    </a:lnTo>
                    <a:lnTo>
                      <a:pt x="68758" y="148732"/>
                    </a:lnTo>
                    <a:lnTo>
                      <a:pt x="68758" y="148694"/>
                    </a:lnTo>
                    <a:lnTo>
                      <a:pt x="68758" y="148694"/>
                    </a:lnTo>
                    <a:lnTo>
                      <a:pt x="68758" y="148656"/>
                    </a:lnTo>
                    <a:lnTo>
                      <a:pt x="68758" y="148656"/>
                    </a:lnTo>
                    <a:lnTo>
                      <a:pt x="68758" y="148618"/>
                    </a:lnTo>
                    <a:lnTo>
                      <a:pt x="68758" y="148618"/>
                    </a:lnTo>
                    <a:lnTo>
                      <a:pt x="68758" y="148579"/>
                    </a:lnTo>
                    <a:lnTo>
                      <a:pt x="68758" y="148579"/>
                    </a:lnTo>
                    <a:lnTo>
                      <a:pt x="68758" y="148541"/>
                    </a:lnTo>
                    <a:lnTo>
                      <a:pt x="68758" y="148541"/>
                    </a:lnTo>
                    <a:lnTo>
                      <a:pt x="68758" y="148503"/>
                    </a:lnTo>
                    <a:lnTo>
                      <a:pt x="68758" y="148464"/>
                    </a:lnTo>
                    <a:lnTo>
                      <a:pt x="68758" y="148464"/>
                    </a:lnTo>
                    <a:lnTo>
                      <a:pt x="68758" y="148426"/>
                    </a:lnTo>
                    <a:lnTo>
                      <a:pt x="68758" y="148426"/>
                    </a:lnTo>
                    <a:lnTo>
                      <a:pt x="68758" y="148388"/>
                    </a:lnTo>
                    <a:lnTo>
                      <a:pt x="68758" y="148388"/>
                    </a:lnTo>
                    <a:lnTo>
                      <a:pt x="68758" y="148350"/>
                    </a:lnTo>
                    <a:lnTo>
                      <a:pt x="68758" y="148350"/>
                    </a:lnTo>
                    <a:lnTo>
                      <a:pt x="68758" y="148311"/>
                    </a:lnTo>
                    <a:lnTo>
                      <a:pt x="68758" y="148311"/>
                    </a:lnTo>
                    <a:lnTo>
                      <a:pt x="68758" y="148273"/>
                    </a:lnTo>
                    <a:lnTo>
                      <a:pt x="68758" y="148273"/>
                    </a:lnTo>
                    <a:lnTo>
                      <a:pt x="68758" y="148235"/>
                    </a:lnTo>
                    <a:lnTo>
                      <a:pt x="68758" y="148235"/>
                    </a:lnTo>
                    <a:lnTo>
                      <a:pt x="68758" y="148196"/>
                    </a:lnTo>
                    <a:lnTo>
                      <a:pt x="68758" y="148196"/>
                    </a:lnTo>
                    <a:lnTo>
                      <a:pt x="68758" y="148158"/>
                    </a:lnTo>
                    <a:lnTo>
                      <a:pt x="68758" y="148158"/>
                    </a:lnTo>
                    <a:lnTo>
                      <a:pt x="68758" y="148120"/>
                    </a:lnTo>
                    <a:lnTo>
                      <a:pt x="68758" y="148120"/>
                    </a:lnTo>
                    <a:lnTo>
                      <a:pt x="68758" y="148082"/>
                    </a:lnTo>
                    <a:lnTo>
                      <a:pt x="68758" y="148082"/>
                    </a:lnTo>
                    <a:lnTo>
                      <a:pt x="68758" y="148043"/>
                    </a:lnTo>
                    <a:lnTo>
                      <a:pt x="68758" y="148043"/>
                    </a:lnTo>
                    <a:lnTo>
                      <a:pt x="68758" y="148005"/>
                    </a:lnTo>
                    <a:lnTo>
                      <a:pt x="68758" y="148005"/>
                    </a:lnTo>
                    <a:lnTo>
                      <a:pt x="68758" y="147967"/>
                    </a:lnTo>
                    <a:lnTo>
                      <a:pt x="68758" y="147928"/>
                    </a:lnTo>
                    <a:lnTo>
                      <a:pt x="68758" y="147928"/>
                    </a:lnTo>
                    <a:lnTo>
                      <a:pt x="68758" y="147890"/>
                    </a:lnTo>
                    <a:lnTo>
                      <a:pt x="68758" y="147890"/>
                    </a:lnTo>
                    <a:lnTo>
                      <a:pt x="68758" y="147852"/>
                    </a:lnTo>
                    <a:lnTo>
                      <a:pt x="68758" y="147852"/>
                    </a:lnTo>
                    <a:lnTo>
                      <a:pt x="68758" y="147814"/>
                    </a:lnTo>
                    <a:lnTo>
                      <a:pt x="68758" y="147814"/>
                    </a:lnTo>
                    <a:lnTo>
                      <a:pt x="68758" y="147775"/>
                    </a:lnTo>
                    <a:lnTo>
                      <a:pt x="68758" y="147775"/>
                    </a:lnTo>
                    <a:lnTo>
                      <a:pt x="68758" y="147737"/>
                    </a:lnTo>
                    <a:lnTo>
                      <a:pt x="68758" y="147737"/>
                    </a:lnTo>
                    <a:lnTo>
                      <a:pt x="68758" y="147699"/>
                    </a:lnTo>
                    <a:lnTo>
                      <a:pt x="68758" y="147699"/>
                    </a:lnTo>
                    <a:lnTo>
                      <a:pt x="68758" y="147660"/>
                    </a:lnTo>
                    <a:cubicBezTo>
                      <a:pt x="68796" y="146474"/>
                      <a:pt x="68796" y="145287"/>
                      <a:pt x="68796" y="144100"/>
                    </a:cubicBezTo>
                    <a:cubicBezTo>
                      <a:pt x="68796" y="142798"/>
                      <a:pt x="68796" y="141497"/>
                      <a:pt x="68758" y="140233"/>
                    </a:cubicBezTo>
                    <a:cubicBezTo>
                      <a:pt x="68758" y="138894"/>
                      <a:pt x="68758" y="137554"/>
                      <a:pt x="68758" y="136252"/>
                    </a:cubicBezTo>
                    <a:cubicBezTo>
                      <a:pt x="68758" y="135563"/>
                      <a:pt x="68719" y="134912"/>
                      <a:pt x="68758" y="134223"/>
                    </a:cubicBezTo>
                    <a:cubicBezTo>
                      <a:pt x="68758" y="133534"/>
                      <a:pt x="68758" y="132883"/>
                      <a:pt x="68796" y="132194"/>
                    </a:cubicBezTo>
                    <a:cubicBezTo>
                      <a:pt x="68796" y="130816"/>
                      <a:pt x="68834" y="129399"/>
                      <a:pt x="68834" y="128021"/>
                    </a:cubicBezTo>
                    <a:lnTo>
                      <a:pt x="68834" y="127064"/>
                    </a:lnTo>
                    <a:lnTo>
                      <a:pt x="68834" y="125724"/>
                    </a:lnTo>
                    <a:lnTo>
                      <a:pt x="68834" y="125686"/>
                    </a:lnTo>
                    <a:lnTo>
                      <a:pt x="68834" y="125647"/>
                    </a:lnTo>
                    <a:lnTo>
                      <a:pt x="68834" y="125341"/>
                    </a:lnTo>
                    <a:lnTo>
                      <a:pt x="68834" y="124575"/>
                    </a:lnTo>
                    <a:lnTo>
                      <a:pt x="68834" y="123350"/>
                    </a:lnTo>
                    <a:cubicBezTo>
                      <a:pt x="68834" y="122432"/>
                      <a:pt x="68873" y="121551"/>
                      <a:pt x="68873" y="120632"/>
                    </a:cubicBezTo>
                    <a:cubicBezTo>
                      <a:pt x="68873" y="119254"/>
                      <a:pt x="68834" y="117837"/>
                      <a:pt x="68796" y="116459"/>
                    </a:cubicBezTo>
                    <a:cubicBezTo>
                      <a:pt x="68758" y="114928"/>
                      <a:pt x="68719" y="113435"/>
                      <a:pt x="68719" y="111942"/>
                    </a:cubicBezTo>
                    <a:cubicBezTo>
                      <a:pt x="68681" y="111253"/>
                      <a:pt x="68681" y="110525"/>
                      <a:pt x="68681" y="109798"/>
                    </a:cubicBezTo>
                    <a:cubicBezTo>
                      <a:pt x="68681" y="109071"/>
                      <a:pt x="68643" y="108343"/>
                      <a:pt x="68643" y="107616"/>
                    </a:cubicBezTo>
                    <a:cubicBezTo>
                      <a:pt x="68643" y="106123"/>
                      <a:pt x="68605" y="104630"/>
                      <a:pt x="68566" y="103098"/>
                    </a:cubicBezTo>
                    <a:cubicBezTo>
                      <a:pt x="68566" y="101950"/>
                      <a:pt x="68566" y="100763"/>
                      <a:pt x="68566" y="99576"/>
                    </a:cubicBezTo>
                    <a:cubicBezTo>
                      <a:pt x="68566" y="98428"/>
                      <a:pt x="68605" y="97279"/>
                      <a:pt x="68605" y="96092"/>
                    </a:cubicBezTo>
                    <a:cubicBezTo>
                      <a:pt x="68681" y="93757"/>
                      <a:pt x="68719" y="91383"/>
                      <a:pt x="68719" y="89010"/>
                    </a:cubicBezTo>
                    <a:cubicBezTo>
                      <a:pt x="68719" y="87555"/>
                      <a:pt x="68719" y="86100"/>
                      <a:pt x="68719" y="84684"/>
                    </a:cubicBezTo>
                    <a:cubicBezTo>
                      <a:pt x="68719" y="83229"/>
                      <a:pt x="68719" y="81813"/>
                      <a:pt x="68681" y="80358"/>
                    </a:cubicBezTo>
                    <a:cubicBezTo>
                      <a:pt x="68681" y="78826"/>
                      <a:pt x="68681" y="77295"/>
                      <a:pt x="68643" y="75725"/>
                    </a:cubicBezTo>
                    <a:cubicBezTo>
                      <a:pt x="68643" y="74232"/>
                      <a:pt x="68566" y="72739"/>
                      <a:pt x="68528" y="71208"/>
                    </a:cubicBezTo>
                    <a:cubicBezTo>
                      <a:pt x="68528" y="69791"/>
                      <a:pt x="68490" y="68375"/>
                      <a:pt x="68451" y="66958"/>
                    </a:cubicBezTo>
                    <a:cubicBezTo>
                      <a:pt x="68451" y="66231"/>
                      <a:pt x="68451" y="65542"/>
                      <a:pt x="68451" y="64815"/>
                    </a:cubicBezTo>
                    <a:cubicBezTo>
                      <a:pt x="68451" y="64125"/>
                      <a:pt x="68413" y="63398"/>
                      <a:pt x="68413" y="62709"/>
                    </a:cubicBezTo>
                    <a:cubicBezTo>
                      <a:pt x="68375" y="61216"/>
                      <a:pt x="68298" y="59723"/>
                      <a:pt x="68260" y="58230"/>
                    </a:cubicBezTo>
                    <a:cubicBezTo>
                      <a:pt x="68222" y="56737"/>
                      <a:pt x="68183" y="55244"/>
                      <a:pt x="68183" y="53751"/>
                    </a:cubicBezTo>
                    <a:cubicBezTo>
                      <a:pt x="68145" y="52372"/>
                      <a:pt x="68145" y="50994"/>
                      <a:pt x="68145" y="49616"/>
                    </a:cubicBezTo>
                    <a:cubicBezTo>
                      <a:pt x="68107" y="48123"/>
                      <a:pt x="68069" y="46668"/>
                      <a:pt x="68069" y="45175"/>
                    </a:cubicBezTo>
                    <a:cubicBezTo>
                      <a:pt x="68030" y="42189"/>
                      <a:pt x="68107" y="39241"/>
                      <a:pt x="68183" y="36255"/>
                    </a:cubicBezTo>
                    <a:cubicBezTo>
                      <a:pt x="68222" y="34609"/>
                      <a:pt x="68260" y="32963"/>
                      <a:pt x="68260" y="31316"/>
                    </a:cubicBezTo>
                    <a:cubicBezTo>
                      <a:pt x="68298" y="29708"/>
                      <a:pt x="68337" y="28101"/>
                      <a:pt x="68337" y="26493"/>
                    </a:cubicBezTo>
                    <a:cubicBezTo>
                      <a:pt x="68337" y="25114"/>
                      <a:pt x="68337" y="23774"/>
                      <a:pt x="68337" y="22435"/>
                    </a:cubicBezTo>
                    <a:cubicBezTo>
                      <a:pt x="68375" y="20941"/>
                      <a:pt x="68413" y="19448"/>
                      <a:pt x="68451" y="17955"/>
                    </a:cubicBezTo>
                    <a:cubicBezTo>
                      <a:pt x="68490" y="15046"/>
                      <a:pt x="68528" y="12136"/>
                      <a:pt x="68566" y="9188"/>
                    </a:cubicBezTo>
                    <a:cubicBezTo>
                      <a:pt x="68566" y="7848"/>
                      <a:pt x="68643" y="6509"/>
                      <a:pt x="68643" y="5169"/>
                    </a:cubicBezTo>
                    <a:lnTo>
                      <a:pt x="68643" y="5169"/>
                    </a:lnTo>
                    <a:cubicBezTo>
                      <a:pt x="68643" y="5092"/>
                      <a:pt x="68643" y="5015"/>
                      <a:pt x="68643" y="4939"/>
                    </a:cubicBezTo>
                    <a:cubicBezTo>
                      <a:pt x="68643" y="3944"/>
                      <a:pt x="68605" y="2948"/>
                      <a:pt x="68566" y="1914"/>
                    </a:cubicBezTo>
                    <a:lnTo>
                      <a:pt x="68566" y="1914"/>
                    </a:lnTo>
                    <a:lnTo>
                      <a:pt x="68566" y="1914"/>
                    </a:lnTo>
                    <a:lnTo>
                      <a:pt x="68566" y="1914"/>
                    </a:lnTo>
                    <a:lnTo>
                      <a:pt x="68566" y="1914"/>
                    </a:lnTo>
                    <a:lnTo>
                      <a:pt x="68566" y="1914"/>
                    </a:lnTo>
                    <a:lnTo>
                      <a:pt x="68566" y="1876"/>
                    </a:lnTo>
                    <a:lnTo>
                      <a:pt x="68566" y="1876"/>
                    </a:lnTo>
                    <a:lnTo>
                      <a:pt x="68566" y="1876"/>
                    </a:lnTo>
                    <a:lnTo>
                      <a:pt x="68566" y="1876"/>
                    </a:lnTo>
                    <a:lnTo>
                      <a:pt x="68566" y="1838"/>
                    </a:lnTo>
                    <a:lnTo>
                      <a:pt x="68566" y="1838"/>
                    </a:lnTo>
                    <a:lnTo>
                      <a:pt x="68566" y="1838"/>
                    </a:lnTo>
                    <a:lnTo>
                      <a:pt x="68566" y="1838"/>
                    </a:lnTo>
                    <a:lnTo>
                      <a:pt x="68566" y="1800"/>
                    </a:lnTo>
                    <a:lnTo>
                      <a:pt x="68566" y="1800"/>
                    </a:lnTo>
                    <a:lnTo>
                      <a:pt x="68566" y="1800"/>
                    </a:lnTo>
                    <a:lnTo>
                      <a:pt x="68566" y="1800"/>
                    </a:lnTo>
                    <a:lnTo>
                      <a:pt x="68566" y="1800"/>
                    </a:lnTo>
                    <a:lnTo>
                      <a:pt x="68566" y="1761"/>
                    </a:lnTo>
                    <a:lnTo>
                      <a:pt x="68566" y="1761"/>
                    </a:lnTo>
                    <a:lnTo>
                      <a:pt x="68566" y="1761"/>
                    </a:lnTo>
                    <a:lnTo>
                      <a:pt x="68566" y="1761"/>
                    </a:lnTo>
                    <a:lnTo>
                      <a:pt x="68566" y="1723"/>
                    </a:lnTo>
                    <a:lnTo>
                      <a:pt x="68566" y="1723"/>
                    </a:lnTo>
                    <a:lnTo>
                      <a:pt x="68566" y="1723"/>
                    </a:lnTo>
                    <a:lnTo>
                      <a:pt x="68566" y="1723"/>
                    </a:lnTo>
                    <a:lnTo>
                      <a:pt x="68566" y="1723"/>
                    </a:lnTo>
                    <a:lnTo>
                      <a:pt x="68566" y="1723"/>
                    </a:lnTo>
                    <a:lnTo>
                      <a:pt x="68566" y="1685"/>
                    </a:lnTo>
                    <a:lnTo>
                      <a:pt x="68566" y="1685"/>
                    </a:lnTo>
                    <a:lnTo>
                      <a:pt x="68566" y="1685"/>
                    </a:lnTo>
                    <a:lnTo>
                      <a:pt x="68566" y="1685"/>
                    </a:lnTo>
                    <a:lnTo>
                      <a:pt x="68566" y="1685"/>
                    </a:lnTo>
                    <a:lnTo>
                      <a:pt x="68566" y="1646"/>
                    </a:lnTo>
                    <a:lnTo>
                      <a:pt x="68566" y="1646"/>
                    </a:lnTo>
                    <a:lnTo>
                      <a:pt x="68566" y="1646"/>
                    </a:lnTo>
                    <a:lnTo>
                      <a:pt x="68566" y="1646"/>
                    </a:lnTo>
                    <a:lnTo>
                      <a:pt x="68566" y="1646"/>
                    </a:lnTo>
                    <a:lnTo>
                      <a:pt x="68566" y="1646"/>
                    </a:lnTo>
                    <a:lnTo>
                      <a:pt x="68566" y="1608"/>
                    </a:lnTo>
                    <a:lnTo>
                      <a:pt x="68566" y="1608"/>
                    </a:lnTo>
                    <a:lnTo>
                      <a:pt x="68566" y="1608"/>
                    </a:lnTo>
                    <a:lnTo>
                      <a:pt x="68566" y="1570"/>
                    </a:lnTo>
                    <a:lnTo>
                      <a:pt x="68566" y="1570"/>
                    </a:lnTo>
                    <a:lnTo>
                      <a:pt x="68566" y="1570"/>
                    </a:lnTo>
                    <a:lnTo>
                      <a:pt x="68566" y="1570"/>
                    </a:lnTo>
                    <a:lnTo>
                      <a:pt x="68566" y="1570"/>
                    </a:lnTo>
                    <a:lnTo>
                      <a:pt x="68566" y="1570"/>
                    </a:lnTo>
                    <a:lnTo>
                      <a:pt x="68566" y="1532"/>
                    </a:lnTo>
                    <a:lnTo>
                      <a:pt x="68566" y="1532"/>
                    </a:lnTo>
                    <a:lnTo>
                      <a:pt x="68566" y="1532"/>
                    </a:lnTo>
                    <a:lnTo>
                      <a:pt x="68566" y="1532"/>
                    </a:lnTo>
                    <a:lnTo>
                      <a:pt x="68566" y="1532"/>
                    </a:lnTo>
                    <a:lnTo>
                      <a:pt x="68566" y="1493"/>
                    </a:lnTo>
                    <a:lnTo>
                      <a:pt x="68566" y="1493"/>
                    </a:lnTo>
                    <a:lnTo>
                      <a:pt x="68566" y="1493"/>
                    </a:lnTo>
                    <a:lnTo>
                      <a:pt x="68566" y="1455"/>
                    </a:lnTo>
                    <a:lnTo>
                      <a:pt x="68566" y="1455"/>
                    </a:lnTo>
                    <a:lnTo>
                      <a:pt x="68566" y="1455"/>
                    </a:lnTo>
                    <a:lnTo>
                      <a:pt x="68566" y="1455"/>
                    </a:lnTo>
                    <a:lnTo>
                      <a:pt x="68566" y="1417"/>
                    </a:lnTo>
                    <a:lnTo>
                      <a:pt x="68566" y="1417"/>
                    </a:lnTo>
                    <a:lnTo>
                      <a:pt x="68566" y="1417"/>
                    </a:lnTo>
                    <a:lnTo>
                      <a:pt x="68566" y="1378"/>
                    </a:lnTo>
                    <a:lnTo>
                      <a:pt x="68566" y="1378"/>
                    </a:lnTo>
                    <a:lnTo>
                      <a:pt x="68566" y="1378"/>
                    </a:lnTo>
                    <a:lnTo>
                      <a:pt x="68566" y="1378"/>
                    </a:lnTo>
                    <a:lnTo>
                      <a:pt x="68566" y="1378"/>
                    </a:lnTo>
                    <a:lnTo>
                      <a:pt x="68566" y="1340"/>
                    </a:lnTo>
                    <a:lnTo>
                      <a:pt x="68566" y="1340"/>
                    </a:lnTo>
                    <a:lnTo>
                      <a:pt x="68566" y="1340"/>
                    </a:lnTo>
                    <a:lnTo>
                      <a:pt x="68566" y="1302"/>
                    </a:lnTo>
                    <a:lnTo>
                      <a:pt x="68566" y="1302"/>
                    </a:lnTo>
                    <a:lnTo>
                      <a:pt x="68566" y="1302"/>
                    </a:lnTo>
                    <a:lnTo>
                      <a:pt x="68566" y="1302"/>
                    </a:lnTo>
                    <a:lnTo>
                      <a:pt x="68566" y="1302"/>
                    </a:lnTo>
                    <a:lnTo>
                      <a:pt x="68566" y="1264"/>
                    </a:lnTo>
                    <a:lnTo>
                      <a:pt x="68566" y="1264"/>
                    </a:lnTo>
                    <a:lnTo>
                      <a:pt x="68566" y="1264"/>
                    </a:lnTo>
                    <a:lnTo>
                      <a:pt x="68566" y="1264"/>
                    </a:lnTo>
                    <a:lnTo>
                      <a:pt x="68566" y="1264"/>
                    </a:lnTo>
                    <a:lnTo>
                      <a:pt x="68566" y="1225"/>
                    </a:lnTo>
                    <a:lnTo>
                      <a:pt x="68566" y="1225"/>
                    </a:lnTo>
                    <a:lnTo>
                      <a:pt x="68566" y="1225"/>
                    </a:lnTo>
                    <a:lnTo>
                      <a:pt x="68566" y="1225"/>
                    </a:lnTo>
                    <a:lnTo>
                      <a:pt x="68566" y="1187"/>
                    </a:lnTo>
                    <a:lnTo>
                      <a:pt x="68566" y="1187"/>
                    </a:lnTo>
                    <a:lnTo>
                      <a:pt x="68566" y="1187"/>
                    </a:lnTo>
                    <a:lnTo>
                      <a:pt x="68566" y="1187"/>
                    </a:lnTo>
                    <a:lnTo>
                      <a:pt x="68566" y="1149"/>
                    </a:lnTo>
                    <a:lnTo>
                      <a:pt x="68566" y="1149"/>
                    </a:lnTo>
                    <a:lnTo>
                      <a:pt x="68566" y="1149"/>
                    </a:lnTo>
                    <a:lnTo>
                      <a:pt x="68566" y="1149"/>
                    </a:lnTo>
                    <a:lnTo>
                      <a:pt x="68566" y="11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05" name="Google Shape;2205;p42"/>
            <p:cNvSpPr/>
            <p:nvPr/>
          </p:nvSpPr>
          <p:spPr>
            <a:xfrm>
              <a:off x="7866653" y="4199264"/>
              <a:ext cx="373935" cy="27457"/>
            </a:xfrm>
            <a:custGeom>
              <a:avLst/>
              <a:gdLst/>
              <a:ahLst/>
              <a:cxnLst/>
              <a:rect l="l" t="t" r="r" b="b"/>
              <a:pathLst>
                <a:path w="10214" h="750" extrusionOk="0">
                  <a:moveTo>
                    <a:pt x="1" y="494"/>
                  </a:moveTo>
                  <a:cubicBezTo>
                    <a:pt x="1" y="395"/>
                    <a:pt x="80" y="296"/>
                    <a:pt x="178" y="296"/>
                  </a:cubicBezTo>
                  <a:cubicBezTo>
                    <a:pt x="356" y="296"/>
                    <a:pt x="553" y="277"/>
                    <a:pt x="730" y="277"/>
                  </a:cubicBezTo>
                  <a:cubicBezTo>
                    <a:pt x="1322" y="237"/>
                    <a:pt x="1893" y="198"/>
                    <a:pt x="2485" y="178"/>
                  </a:cubicBezTo>
                  <a:cubicBezTo>
                    <a:pt x="3668" y="139"/>
                    <a:pt x="4870" y="139"/>
                    <a:pt x="6053" y="119"/>
                  </a:cubicBezTo>
                  <a:cubicBezTo>
                    <a:pt x="7216" y="79"/>
                    <a:pt x="8380" y="20"/>
                    <a:pt x="9543" y="1"/>
                  </a:cubicBezTo>
                  <a:cubicBezTo>
                    <a:pt x="9700" y="1"/>
                    <a:pt x="9838" y="1"/>
                    <a:pt x="9976" y="1"/>
                  </a:cubicBezTo>
                  <a:cubicBezTo>
                    <a:pt x="10213" y="1"/>
                    <a:pt x="10213" y="356"/>
                    <a:pt x="9976" y="356"/>
                  </a:cubicBezTo>
                  <a:cubicBezTo>
                    <a:pt x="8399" y="375"/>
                    <a:pt x="6822" y="474"/>
                    <a:pt x="5245" y="494"/>
                  </a:cubicBezTo>
                  <a:cubicBezTo>
                    <a:pt x="3668" y="513"/>
                    <a:pt x="2091" y="553"/>
                    <a:pt x="513" y="651"/>
                  </a:cubicBezTo>
                  <a:cubicBezTo>
                    <a:pt x="336" y="651"/>
                    <a:pt x="20" y="750"/>
                    <a:pt x="1" y="4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42"/>
            <p:cNvSpPr/>
            <p:nvPr/>
          </p:nvSpPr>
          <p:spPr>
            <a:xfrm>
              <a:off x="8275188" y="4205049"/>
              <a:ext cx="96028" cy="13729"/>
            </a:xfrm>
            <a:custGeom>
              <a:avLst/>
              <a:gdLst/>
              <a:ahLst/>
              <a:cxnLst/>
              <a:rect l="l" t="t" r="r" b="b"/>
              <a:pathLst>
                <a:path w="2623" h="375" extrusionOk="0">
                  <a:moveTo>
                    <a:pt x="2386" y="375"/>
                  </a:moveTo>
                  <a:cubicBezTo>
                    <a:pt x="1676" y="355"/>
                    <a:pt x="966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966" y="0"/>
                    <a:pt x="1676" y="0"/>
                    <a:pt x="2386" y="0"/>
                  </a:cubicBezTo>
                  <a:cubicBezTo>
                    <a:pt x="2622" y="0"/>
                    <a:pt x="2622" y="355"/>
                    <a:pt x="2386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207" name="Google Shape;2207;p42"/>
          <p:cNvCxnSpPr/>
          <p:nvPr/>
        </p:nvCxnSpPr>
        <p:spPr>
          <a:xfrm rot="10800000">
            <a:off x="4427388" y="2194213"/>
            <a:ext cx="289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8" name="Google Shape;2208;p42"/>
          <p:cNvCxnSpPr/>
          <p:nvPr/>
        </p:nvCxnSpPr>
        <p:spPr>
          <a:xfrm rot="10800000">
            <a:off x="4427388" y="3796750"/>
            <a:ext cx="289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09" name="Google Shape;2209;p4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PUEDES USAR UNA INFOGRAFÍA</a:t>
            </a:r>
            <a:endParaRPr/>
          </a:p>
        </p:txBody>
      </p:sp>
      <p:sp>
        <p:nvSpPr>
          <p:cNvPr id="2210" name="Google Shape;2210;p42"/>
          <p:cNvSpPr txBox="1"/>
          <p:nvPr/>
        </p:nvSpPr>
        <p:spPr>
          <a:xfrm>
            <a:off x="1308937" y="2067925"/>
            <a:ext cx="2054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Mercurio es el planeta más cercano al Sol 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211" name="Google Shape;2211;p42"/>
          <p:cNvSpPr txBox="1"/>
          <p:nvPr/>
        </p:nvSpPr>
        <p:spPr>
          <a:xfrm>
            <a:off x="1308937" y="1717775"/>
            <a:ext cx="20544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MERCURIO</a:t>
            </a:r>
            <a:endParaRPr sz="22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2212" name="Google Shape;2212;p42"/>
          <p:cNvSpPr txBox="1"/>
          <p:nvPr/>
        </p:nvSpPr>
        <p:spPr>
          <a:xfrm>
            <a:off x="1308937" y="3746388"/>
            <a:ext cx="2054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Es el segundo planeta más cercano al Sol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213" name="Google Shape;2213;p42"/>
          <p:cNvSpPr txBox="1"/>
          <p:nvPr/>
        </p:nvSpPr>
        <p:spPr>
          <a:xfrm>
            <a:off x="1308937" y="3396238"/>
            <a:ext cx="20544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VENUS</a:t>
            </a:r>
            <a:endParaRPr sz="22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2214" name="Google Shape;2214;p42"/>
          <p:cNvSpPr txBox="1"/>
          <p:nvPr/>
        </p:nvSpPr>
        <p:spPr>
          <a:xfrm>
            <a:off x="5780662" y="2067925"/>
            <a:ext cx="2054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A pesar de ser rojo, Marte es muy frío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215" name="Google Shape;2215;p42"/>
          <p:cNvSpPr txBox="1"/>
          <p:nvPr/>
        </p:nvSpPr>
        <p:spPr>
          <a:xfrm>
            <a:off x="5780662" y="1717775"/>
            <a:ext cx="20544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MARTE</a:t>
            </a:r>
            <a:endParaRPr sz="22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2216" name="Google Shape;2216;p42"/>
          <p:cNvSpPr txBox="1"/>
          <p:nvPr/>
        </p:nvSpPr>
        <p:spPr>
          <a:xfrm>
            <a:off x="5780662" y="3746388"/>
            <a:ext cx="2054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Es el planeta más grande del sistema solar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217" name="Google Shape;2217;p42"/>
          <p:cNvSpPr txBox="1"/>
          <p:nvPr/>
        </p:nvSpPr>
        <p:spPr>
          <a:xfrm>
            <a:off x="5780662" y="3396238"/>
            <a:ext cx="20544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JÚPITER</a:t>
            </a:r>
            <a:endParaRPr sz="22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cxnSp>
        <p:nvCxnSpPr>
          <p:cNvPr id="2218" name="Google Shape;2218;p42"/>
          <p:cNvCxnSpPr>
            <a:stCxn id="2211" idx="3"/>
          </p:cNvCxnSpPr>
          <p:nvPr/>
        </p:nvCxnSpPr>
        <p:spPr>
          <a:xfrm rot="10800000" flipH="1">
            <a:off x="3363337" y="1573475"/>
            <a:ext cx="693600" cy="376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2219" name="Google Shape;2219;p42"/>
          <p:cNvCxnSpPr>
            <a:stCxn id="2215" idx="1"/>
          </p:cNvCxnSpPr>
          <p:nvPr/>
        </p:nvCxnSpPr>
        <p:spPr>
          <a:xfrm flipH="1">
            <a:off x="4826062" y="1949675"/>
            <a:ext cx="954600" cy="929100"/>
          </a:xfrm>
          <a:prstGeom prst="bentConnector3">
            <a:avLst>
              <a:gd name="adj1" fmla="val 2979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2220" name="Google Shape;2220;p42"/>
          <p:cNvCxnSpPr>
            <a:stCxn id="2213" idx="3"/>
          </p:cNvCxnSpPr>
          <p:nvPr/>
        </p:nvCxnSpPr>
        <p:spPr>
          <a:xfrm>
            <a:off x="3363337" y="3628138"/>
            <a:ext cx="594900" cy="337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2221" name="Google Shape;2221;p42"/>
          <p:cNvCxnSpPr>
            <a:stCxn id="2217" idx="1"/>
          </p:cNvCxnSpPr>
          <p:nvPr/>
        </p:nvCxnSpPr>
        <p:spPr>
          <a:xfrm rot="10800000">
            <a:off x="5164762" y="3450238"/>
            <a:ext cx="615900" cy="177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2222" name="Google Shape;2222;p42"/>
          <p:cNvSpPr/>
          <p:nvPr/>
        </p:nvSpPr>
        <p:spPr>
          <a:xfrm>
            <a:off x="722363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3" name="Google Shape;2223;p42"/>
          <p:cNvSpPr/>
          <p:nvPr/>
        </p:nvSpPr>
        <p:spPr>
          <a:xfrm flipH="1">
            <a:off x="8267695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Google Shape;2228;p4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ESTO ES UNA TABLA</a:t>
            </a:r>
            <a:endParaRPr/>
          </a:p>
        </p:txBody>
      </p:sp>
      <p:graphicFrame>
        <p:nvGraphicFramePr>
          <p:cNvPr id="2229" name="Google Shape;2229;p43"/>
          <p:cNvGraphicFramePr/>
          <p:nvPr/>
        </p:nvGraphicFramePr>
        <p:xfrm>
          <a:off x="715100" y="1518700"/>
          <a:ext cx="7704000" cy="2726010"/>
        </p:xfrm>
        <a:graphic>
          <a:graphicData uri="http://schemas.openxmlformats.org/drawingml/2006/table">
            <a:tbl>
              <a:tblPr>
                <a:noFill/>
                <a:tableStyleId>{ABBDA19F-C03E-4201-8747-199161196179}</a:tableStyleId>
              </a:tblPr>
              <a:tblGrid>
                <a:gridCol w="259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4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>
                          <a:solidFill>
                            <a:schemeClr val="dk1"/>
                          </a:solidFill>
                          <a:latin typeface="Fredoka One"/>
                          <a:ea typeface="Fredoka One"/>
                          <a:cs typeface="Fredoka One"/>
                          <a:sym typeface="Fredoka One"/>
                        </a:rPr>
                        <a:t>YEAR</a:t>
                      </a:r>
                      <a:endParaRPr sz="2300">
                        <a:solidFill>
                          <a:schemeClr val="dk1"/>
                        </a:solidFill>
                        <a:latin typeface="Fredoka One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Fredoka One"/>
                          <a:ea typeface="Fredoka One"/>
                          <a:cs typeface="Fredoka One"/>
                          <a:sym typeface="Fredoka One"/>
                        </a:rPr>
                        <a:t>VENUS</a:t>
                      </a:r>
                      <a:endParaRPr sz="2400">
                        <a:solidFill>
                          <a:schemeClr val="dk1"/>
                        </a:solidFill>
                        <a:latin typeface="Fredoka One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Fredoka One"/>
                          <a:ea typeface="Fredoka One"/>
                          <a:cs typeface="Fredoka One"/>
                          <a:sym typeface="Fredoka One"/>
                        </a:rPr>
                        <a:t>MARS</a:t>
                      </a:r>
                      <a:endParaRPr sz="2400">
                        <a:solidFill>
                          <a:schemeClr val="dk1"/>
                        </a:solidFill>
                        <a:latin typeface="Fredoka One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Fredoka One"/>
                          <a:ea typeface="Fredoka One"/>
                          <a:cs typeface="Fredoka One"/>
                          <a:sym typeface="Fredoka One"/>
                        </a:rPr>
                        <a:t>2XXX</a:t>
                      </a:r>
                      <a:endParaRPr sz="1900">
                        <a:solidFill>
                          <a:schemeClr val="dk1"/>
                        </a:solidFill>
                        <a:latin typeface="Fredoka One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$0,30</a:t>
                      </a:r>
                      <a:endParaRPr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$31,90</a:t>
                      </a:r>
                      <a:endParaRPr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Fredoka One"/>
                          <a:ea typeface="Fredoka One"/>
                          <a:cs typeface="Fredoka One"/>
                          <a:sym typeface="Fredoka One"/>
                        </a:rPr>
                        <a:t>2XXX</a:t>
                      </a:r>
                      <a:endParaRPr sz="1900">
                        <a:solidFill>
                          <a:schemeClr val="dk1"/>
                        </a:solidFill>
                        <a:latin typeface="Fredoka One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$3,90</a:t>
                      </a:r>
                      <a:endParaRPr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$15,40</a:t>
                      </a:r>
                      <a:endParaRPr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Fredoka One"/>
                          <a:ea typeface="Fredoka One"/>
                          <a:cs typeface="Fredoka One"/>
                          <a:sym typeface="Fredoka One"/>
                        </a:rPr>
                        <a:t>2XXX</a:t>
                      </a:r>
                      <a:endParaRPr sz="1900">
                        <a:solidFill>
                          <a:schemeClr val="dk1"/>
                        </a:solidFill>
                        <a:latin typeface="Fredoka One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$157,30</a:t>
                      </a:r>
                      <a:endParaRPr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$ 492,80</a:t>
                      </a:r>
                      <a:endParaRPr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Fredoka One"/>
                          <a:ea typeface="Fredoka One"/>
                          <a:cs typeface="Fredoka One"/>
                          <a:sym typeface="Fredoka One"/>
                        </a:rPr>
                        <a:t>2XXX</a:t>
                      </a:r>
                      <a:endParaRPr sz="1900">
                        <a:solidFill>
                          <a:schemeClr val="dk1"/>
                        </a:solidFill>
                        <a:latin typeface="Fredoka One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$ 3 368,20</a:t>
                      </a:r>
                      <a:endParaRPr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$13 929,80</a:t>
                      </a:r>
                      <a:endParaRPr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30" name="Google Shape;2230;p43"/>
          <p:cNvSpPr/>
          <p:nvPr/>
        </p:nvSpPr>
        <p:spPr>
          <a:xfrm>
            <a:off x="1846788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1" name="Google Shape;2231;p43"/>
          <p:cNvSpPr/>
          <p:nvPr/>
        </p:nvSpPr>
        <p:spPr>
          <a:xfrm flipH="1">
            <a:off x="7148945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p4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ESTE ES UN GRÁFICO</a:t>
            </a:r>
            <a:endParaRPr/>
          </a:p>
        </p:txBody>
      </p:sp>
      <p:sp>
        <p:nvSpPr>
          <p:cNvPr id="2237" name="Google Shape;2237;p44"/>
          <p:cNvSpPr txBox="1"/>
          <p:nvPr/>
        </p:nvSpPr>
        <p:spPr>
          <a:xfrm>
            <a:off x="722300" y="4251775"/>
            <a:ext cx="76992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Sigue el enlace del gráfico para modificar sus datos y luego pega el nuevo aquí.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Cairo"/>
                <a:ea typeface="Cairo"/>
                <a:cs typeface="Cairo"/>
                <a:sym typeface="Cairo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Para más información, haz clic aquí</a:t>
            </a:r>
            <a:endParaRPr sz="1200" b="1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238" name="Google Shape;2238;p44"/>
          <p:cNvSpPr txBox="1"/>
          <p:nvPr/>
        </p:nvSpPr>
        <p:spPr>
          <a:xfrm>
            <a:off x="5734225" y="3745750"/>
            <a:ext cx="26874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Mercurio es el más cercano al Sol 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239" name="Google Shape;2239;p44"/>
          <p:cNvSpPr txBox="1"/>
          <p:nvPr/>
        </p:nvSpPr>
        <p:spPr>
          <a:xfrm>
            <a:off x="5734225" y="3395600"/>
            <a:ext cx="26874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MERCURIO</a:t>
            </a:r>
            <a:endParaRPr sz="22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2240" name="Google Shape;2240;p44"/>
          <p:cNvSpPr txBox="1"/>
          <p:nvPr/>
        </p:nvSpPr>
        <p:spPr>
          <a:xfrm>
            <a:off x="5734225" y="2335867"/>
            <a:ext cx="26874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Está compuesto por hidrógeno 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241" name="Google Shape;2241;p44"/>
          <p:cNvSpPr txBox="1"/>
          <p:nvPr/>
        </p:nvSpPr>
        <p:spPr>
          <a:xfrm>
            <a:off x="5734226" y="1985717"/>
            <a:ext cx="26874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SATURNO</a:t>
            </a:r>
            <a:endParaRPr sz="22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2242" name="Google Shape;2242;p44"/>
          <p:cNvSpPr txBox="1"/>
          <p:nvPr/>
        </p:nvSpPr>
        <p:spPr>
          <a:xfrm>
            <a:off x="5734225" y="1630926"/>
            <a:ext cx="26874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Es el más grande del sistema 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243" name="Google Shape;2243;p44"/>
          <p:cNvSpPr txBox="1"/>
          <p:nvPr/>
        </p:nvSpPr>
        <p:spPr>
          <a:xfrm>
            <a:off x="5734225" y="1280775"/>
            <a:ext cx="26874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JÚPITER</a:t>
            </a:r>
            <a:endParaRPr sz="22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2244" name="Google Shape;2244;p44"/>
          <p:cNvSpPr txBox="1"/>
          <p:nvPr/>
        </p:nvSpPr>
        <p:spPr>
          <a:xfrm>
            <a:off x="5734225" y="3040809"/>
            <a:ext cx="26874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Es el más lejano de todos al Sol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245" name="Google Shape;2245;p44"/>
          <p:cNvSpPr txBox="1"/>
          <p:nvPr/>
        </p:nvSpPr>
        <p:spPr>
          <a:xfrm>
            <a:off x="5734227" y="2690658"/>
            <a:ext cx="26874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NEPTUNO</a:t>
            </a:r>
            <a:endParaRPr sz="22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pic>
        <p:nvPicPr>
          <p:cNvPr id="2246" name="Google Shape;2246;p44" title="Chart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2300" y="1228567"/>
            <a:ext cx="4068225" cy="294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7" name="Google Shape;2247;p44"/>
          <p:cNvSpPr txBox="1"/>
          <p:nvPr/>
        </p:nvSpPr>
        <p:spPr>
          <a:xfrm>
            <a:off x="5027700" y="3491617"/>
            <a:ext cx="630300" cy="519900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80K</a:t>
            </a:r>
            <a:endParaRPr sz="18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2248" name="Google Shape;2248;p44"/>
          <p:cNvSpPr txBox="1"/>
          <p:nvPr/>
        </p:nvSpPr>
        <p:spPr>
          <a:xfrm>
            <a:off x="5027700" y="2081154"/>
            <a:ext cx="630300" cy="5199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30K</a:t>
            </a:r>
            <a:endParaRPr sz="18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2249" name="Google Shape;2249;p44"/>
          <p:cNvSpPr txBox="1"/>
          <p:nvPr/>
        </p:nvSpPr>
        <p:spPr>
          <a:xfrm>
            <a:off x="5027700" y="1380117"/>
            <a:ext cx="630300" cy="5199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20K</a:t>
            </a:r>
            <a:endParaRPr sz="18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2250" name="Google Shape;2250;p44"/>
          <p:cNvSpPr txBox="1"/>
          <p:nvPr/>
        </p:nvSpPr>
        <p:spPr>
          <a:xfrm>
            <a:off x="5027700" y="2786379"/>
            <a:ext cx="630300" cy="5199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50K</a:t>
            </a:r>
            <a:endParaRPr sz="1800">
              <a:solidFill>
                <a:schemeClr val="dk1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2251" name="Google Shape;2251;p44"/>
          <p:cNvSpPr/>
          <p:nvPr/>
        </p:nvSpPr>
        <p:spPr>
          <a:xfrm>
            <a:off x="1686417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2" name="Google Shape;2252;p44"/>
          <p:cNvSpPr/>
          <p:nvPr/>
        </p:nvSpPr>
        <p:spPr>
          <a:xfrm flipH="1">
            <a:off x="7307429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7" name="Google Shape;2557;p46"/>
          <p:cNvSpPr txBox="1">
            <a:spLocks noGrp="1"/>
          </p:cNvSpPr>
          <p:nvPr>
            <p:ph type="subTitle" idx="1"/>
          </p:nvPr>
        </p:nvSpPr>
        <p:spPr>
          <a:xfrm>
            <a:off x="4755953" y="1763254"/>
            <a:ext cx="366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Son las Tierras que caben en la masa del Sol    </a:t>
            </a:r>
            <a:endParaRPr/>
          </a:p>
        </p:txBody>
      </p:sp>
      <p:sp>
        <p:nvSpPr>
          <p:cNvPr id="2558" name="Google Shape;2558;p46"/>
          <p:cNvSpPr txBox="1">
            <a:spLocks noGrp="1"/>
          </p:cNvSpPr>
          <p:nvPr>
            <p:ph type="title"/>
          </p:nvPr>
        </p:nvSpPr>
        <p:spPr>
          <a:xfrm>
            <a:off x="4755953" y="857075"/>
            <a:ext cx="36657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333 000,000</a:t>
            </a:r>
            <a:endParaRPr/>
          </a:p>
        </p:txBody>
      </p:sp>
      <p:sp>
        <p:nvSpPr>
          <p:cNvPr id="2559" name="Google Shape;2559;p46"/>
          <p:cNvSpPr txBox="1">
            <a:spLocks noGrp="1"/>
          </p:cNvSpPr>
          <p:nvPr>
            <p:ph type="subTitle" idx="2"/>
          </p:nvPr>
        </p:nvSpPr>
        <p:spPr>
          <a:xfrm>
            <a:off x="4755953" y="3926726"/>
            <a:ext cx="366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 la distancia entre la Tierra y la Luna</a:t>
            </a:r>
            <a:endParaRPr/>
          </a:p>
        </p:txBody>
      </p:sp>
      <p:sp>
        <p:nvSpPr>
          <p:cNvPr id="2560" name="Google Shape;2560;p46"/>
          <p:cNvSpPr txBox="1">
            <a:spLocks noGrp="1"/>
          </p:cNvSpPr>
          <p:nvPr>
            <p:ph type="title" idx="3"/>
          </p:nvPr>
        </p:nvSpPr>
        <p:spPr>
          <a:xfrm>
            <a:off x="4755953" y="3020397"/>
            <a:ext cx="36657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386 000 KM</a:t>
            </a:r>
            <a:endParaRPr/>
          </a:p>
        </p:txBody>
      </p:sp>
      <p:grpSp>
        <p:nvGrpSpPr>
          <p:cNvPr id="2561" name="Google Shape;2561;p46"/>
          <p:cNvGrpSpPr/>
          <p:nvPr/>
        </p:nvGrpSpPr>
        <p:grpSpPr>
          <a:xfrm>
            <a:off x="5450075" y="1640567"/>
            <a:ext cx="2277457" cy="21075"/>
            <a:chOff x="775500" y="3265438"/>
            <a:chExt cx="2277457" cy="21075"/>
          </a:xfrm>
        </p:grpSpPr>
        <p:sp>
          <p:nvSpPr>
            <p:cNvPr id="2562" name="Google Shape;2562;p46"/>
            <p:cNvSpPr/>
            <p:nvPr/>
          </p:nvSpPr>
          <p:spPr>
            <a:xfrm>
              <a:off x="775500" y="3265438"/>
              <a:ext cx="2165006" cy="21075"/>
            </a:xfrm>
            <a:custGeom>
              <a:avLst/>
              <a:gdLst/>
              <a:ahLst/>
              <a:cxnLst/>
              <a:rect l="l" t="t" r="r" b="b"/>
              <a:pathLst>
                <a:path w="7079" h="514" extrusionOk="0">
                  <a:moveTo>
                    <a:pt x="6861" y="513"/>
                  </a:moveTo>
                  <a:cubicBezTo>
                    <a:pt x="5304" y="454"/>
                    <a:pt x="3727" y="434"/>
                    <a:pt x="2150" y="454"/>
                  </a:cubicBezTo>
                  <a:cubicBezTo>
                    <a:pt x="1519" y="434"/>
                    <a:pt x="888" y="513"/>
                    <a:pt x="257" y="434"/>
                  </a:cubicBezTo>
                  <a:cubicBezTo>
                    <a:pt x="1" y="355"/>
                    <a:pt x="119" y="1"/>
                    <a:pt x="395" y="79"/>
                  </a:cubicBezTo>
                  <a:cubicBezTo>
                    <a:pt x="1341" y="139"/>
                    <a:pt x="2268" y="60"/>
                    <a:pt x="3214" y="79"/>
                  </a:cubicBezTo>
                  <a:cubicBezTo>
                    <a:pt x="4082" y="79"/>
                    <a:pt x="4929" y="99"/>
                    <a:pt x="5777" y="119"/>
                  </a:cubicBezTo>
                  <a:cubicBezTo>
                    <a:pt x="6152" y="119"/>
                    <a:pt x="6526" y="139"/>
                    <a:pt x="6901" y="139"/>
                  </a:cubicBezTo>
                  <a:cubicBezTo>
                    <a:pt x="6999" y="158"/>
                    <a:pt x="7078" y="257"/>
                    <a:pt x="7059" y="355"/>
                  </a:cubicBezTo>
                  <a:cubicBezTo>
                    <a:pt x="7059" y="454"/>
                    <a:pt x="6960" y="513"/>
                    <a:pt x="6861" y="5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46"/>
            <p:cNvSpPr/>
            <p:nvPr/>
          </p:nvSpPr>
          <p:spPr>
            <a:xfrm>
              <a:off x="2993981" y="3266276"/>
              <a:ext cx="58975" cy="19413"/>
            </a:xfrm>
            <a:custGeom>
              <a:avLst/>
              <a:gdLst/>
              <a:ahLst/>
              <a:cxnLst/>
              <a:rect l="l" t="t" r="r" b="b"/>
              <a:pathLst>
                <a:path w="1440" h="474" extrusionOk="0">
                  <a:moveTo>
                    <a:pt x="1223" y="473"/>
                  </a:moveTo>
                  <a:cubicBezTo>
                    <a:pt x="887" y="454"/>
                    <a:pt x="552" y="454"/>
                    <a:pt x="217" y="414"/>
                  </a:cubicBezTo>
                  <a:cubicBezTo>
                    <a:pt x="0" y="355"/>
                    <a:pt x="59" y="0"/>
                    <a:pt x="296" y="59"/>
                  </a:cubicBezTo>
                  <a:cubicBezTo>
                    <a:pt x="611" y="99"/>
                    <a:pt x="947" y="99"/>
                    <a:pt x="1262" y="118"/>
                  </a:cubicBezTo>
                  <a:cubicBezTo>
                    <a:pt x="1361" y="118"/>
                    <a:pt x="1439" y="217"/>
                    <a:pt x="1420" y="296"/>
                  </a:cubicBezTo>
                  <a:cubicBezTo>
                    <a:pt x="1420" y="414"/>
                    <a:pt x="1321" y="473"/>
                    <a:pt x="1223" y="4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64" name="Google Shape;2564;p46"/>
          <p:cNvGrpSpPr/>
          <p:nvPr/>
        </p:nvGrpSpPr>
        <p:grpSpPr>
          <a:xfrm flipH="1">
            <a:off x="5450075" y="3800031"/>
            <a:ext cx="2277457" cy="21075"/>
            <a:chOff x="775500" y="3265438"/>
            <a:chExt cx="2277457" cy="21075"/>
          </a:xfrm>
        </p:grpSpPr>
        <p:sp>
          <p:nvSpPr>
            <p:cNvPr id="2565" name="Google Shape;2565;p46"/>
            <p:cNvSpPr/>
            <p:nvPr/>
          </p:nvSpPr>
          <p:spPr>
            <a:xfrm>
              <a:off x="775500" y="3265438"/>
              <a:ext cx="2165006" cy="21075"/>
            </a:xfrm>
            <a:custGeom>
              <a:avLst/>
              <a:gdLst/>
              <a:ahLst/>
              <a:cxnLst/>
              <a:rect l="l" t="t" r="r" b="b"/>
              <a:pathLst>
                <a:path w="7079" h="514" extrusionOk="0">
                  <a:moveTo>
                    <a:pt x="6861" y="513"/>
                  </a:moveTo>
                  <a:cubicBezTo>
                    <a:pt x="5304" y="454"/>
                    <a:pt x="3727" y="434"/>
                    <a:pt x="2150" y="454"/>
                  </a:cubicBezTo>
                  <a:cubicBezTo>
                    <a:pt x="1519" y="434"/>
                    <a:pt x="888" y="513"/>
                    <a:pt x="257" y="434"/>
                  </a:cubicBezTo>
                  <a:cubicBezTo>
                    <a:pt x="1" y="355"/>
                    <a:pt x="119" y="1"/>
                    <a:pt x="395" y="79"/>
                  </a:cubicBezTo>
                  <a:cubicBezTo>
                    <a:pt x="1341" y="139"/>
                    <a:pt x="2268" y="60"/>
                    <a:pt x="3214" y="79"/>
                  </a:cubicBezTo>
                  <a:cubicBezTo>
                    <a:pt x="4082" y="79"/>
                    <a:pt x="4929" y="99"/>
                    <a:pt x="5777" y="119"/>
                  </a:cubicBezTo>
                  <a:cubicBezTo>
                    <a:pt x="6152" y="119"/>
                    <a:pt x="6526" y="139"/>
                    <a:pt x="6901" y="139"/>
                  </a:cubicBezTo>
                  <a:cubicBezTo>
                    <a:pt x="6999" y="158"/>
                    <a:pt x="7078" y="257"/>
                    <a:pt x="7059" y="355"/>
                  </a:cubicBezTo>
                  <a:cubicBezTo>
                    <a:pt x="7059" y="454"/>
                    <a:pt x="6960" y="513"/>
                    <a:pt x="6861" y="5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46"/>
            <p:cNvSpPr/>
            <p:nvPr/>
          </p:nvSpPr>
          <p:spPr>
            <a:xfrm>
              <a:off x="2993981" y="3266276"/>
              <a:ext cx="58975" cy="19413"/>
            </a:xfrm>
            <a:custGeom>
              <a:avLst/>
              <a:gdLst/>
              <a:ahLst/>
              <a:cxnLst/>
              <a:rect l="l" t="t" r="r" b="b"/>
              <a:pathLst>
                <a:path w="1440" h="474" extrusionOk="0">
                  <a:moveTo>
                    <a:pt x="1223" y="473"/>
                  </a:moveTo>
                  <a:cubicBezTo>
                    <a:pt x="887" y="454"/>
                    <a:pt x="552" y="454"/>
                    <a:pt x="217" y="414"/>
                  </a:cubicBezTo>
                  <a:cubicBezTo>
                    <a:pt x="0" y="355"/>
                    <a:pt x="59" y="0"/>
                    <a:pt x="296" y="59"/>
                  </a:cubicBezTo>
                  <a:cubicBezTo>
                    <a:pt x="611" y="99"/>
                    <a:pt x="947" y="99"/>
                    <a:pt x="1262" y="118"/>
                  </a:cubicBezTo>
                  <a:cubicBezTo>
                    <a:pt x="1361" y="118"/>
                    <a:pt x="1439" y="217"/>
                    <a:pt x="1420" y="296"/>
                  </a:cubicBezTo>
                  <a:cubicBezTo>
                    <a:pt x="1420" y="414"/>
                    <a:pt x="1321" y="473"/>
                    <a:pt x="1223" y="4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67" name="Google Shape;2567;p46"/>
          <p:cNvGrpSpPr/>
          <p:nvPr/>
        </p:nvGrpSpPr>
        <p:grpSpPr>
          <a:xfrm rot="-460841">
            <a:off x="6366824" y="1127024"/>
            <a:ext cx="206071" cy="282792"/>
            <a:chOff x="8404484" y="4379291"/>
            <a:chExt cx="327488" cy="449415"/>
          </a:xfrm>
        </p:grpSpPr>
        <p:grpSp>
          <p:nvGrpSpPr>
            <p:cNvPr id="2568" name="Google Shape;2568;p46"/>
            <p:cNvGrpSpPr/>
            <p:nvPr/>
          </p:nvGrpSpPr>
          <p:grpSpPr>
            <a:xfrm>
              <a:off x="8404484" y="4672514"/>
              <a:ext cx="170569" cy="156192"/>
              <a:chOff x="5117325" y="2664025"/>
              <a:chExt cx="110925" cy="101575"/>
            </a:xfrm>
          </p:grpSpPr>
          <p:sp>
            <p:nvSpPr>
              <p:cNvPr id="2569" name="Google Shape;2569;p46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Google Shape;2570;p46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Google Shape;2571;p46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Google Shape;2572;p46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73" name="Google Shape;2573;p46"/>
            <p:cNvSpPr/>
            <p:nvPr/>
          </p:nvSpPr>
          <p:spPr>
            <a:xfrm>
              <a:off x="8578088" y="4379291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74" name="Google Shape;2574;p46"/>
          <p:cNvGrpSpPr/>
          <p:nvPr/>
        </p:nvGrpSpPr>
        <p:grpSpPr>
          <a:xfrm>
            <a:off x="4152026" y="313339"/>
            <a:ext cx="668600" cy="775967"/>
            <a:chOff x="4056122" y="1492814"/>
            <a:chExt cx="668600" cy="775967"/>
          </a:xfrm>
        </p:grpSpPr>
        <p:grpSp>
          <p:nvGrpSpPr>
            <p:cNvPr id="2575" name="Google Shape;2575;p46"/>
            <p:cNvGrpSpPr/>
            <p:nvPr/>
          </p:nvGrpSpPr>
          <p:grpSpPr>
            <a:xfrm>
              <a:off x="4431072" y="2112589"/>
              <a:ext cx="170569" cy="156192"/>
              <a:chOff x="5117325" y="2664025"/>
              <a:chExt cx="110925" cy="101575"/>
            </a:xfrm>
          </p:grpSpPr>
          <p:sp>
            <p:nvSpPr>
              <p:cNvPr id="2576" name="Google Shape;2576;p46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577;p46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578;p46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Google Shape;2579;p46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80" name="Google Shape;2580;p46"/>
            <p:cNvSpPr/>
            <p:nvPr/>
          </p:nvSpPr>
          <p:spPr>
            <a:xfrm rot="655445">
              <a:off x="4556648" y="161045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81" name="Google Shape;2581;p46"/>
            <p:cNvGrpSpPr/>
            <p:nvPr/>
          </p:nvGrpSpPr>
          <p:grpSpPr>
            <a:xfrm>
              <a:off x="4056122" y="1492814"/>
              <a:ext cx="170569" cy="156192"/>
              <a:chOff x="5117325" y="2664025"/>
              <a:chExt cx="110925" cy="101575"/>
            </a:xfrm>
          </p:grpSpPr>
          <p:sp>
            <p:nvSpPr>
              <p:cNvPr id="2582" name="Google Shape;2582;p46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46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46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46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86" name="Google Shape;2586;p46"/>
          <p:cNvGrpSpPr/>
          <p:nvPr/>
        </p:nvGrpSpPr>
        <p:grpSpPr>
          <a:xfrm>
            <a:off x="722375" y="712924"/>
            <a:ext cx="3665700" cy="3773972"/>
            <a:chOff x="722375" y="712924"/>
            <a:chExt cx="3665700" cy="3773972"/>
          </a:xfrm>
        </p:grpSpPr>
        <p:grpSp>
          <p:nvGrpSpPr>
            <p:cNvPr id="2587" name="Google Shape;2587;p46"/>
            <p:cNvGrpSpPr/>
            <p:nvPr/>
          </p:nvGrpSpPr>
          <p:grpSpPr>
            <a:xfrm>
              <a:off x="722375" y="712924"/>
              <a:ext cx="3665700" cy="3773972"/>
              <a:chOff x="4755950" y="712924"/>
              <a:chExt cx="3665700" cy="3773972"/>
            </a:xfrm>
          </p:grpSpPr>
          <p:sp>
            <p:nvSpPr>
              <p:cNvPr id="2588" name="Google Shape;2588;p46"/>
              <p:cNvSpPr/>
              <p:nvPr/>
            </p:nvSpPr>
            <p:spPr>
              <a:xfrm>
                <a:off x="4755950" y="781050"/>
                <a:ext cx="3665700" cy="3633000"/>
              </a:xfrm>
              <a:prstGeom prst="rect">
                <a:avLst/>
              </a:prstGeom>
              <a:solidFill>
                <a:schemeClr val="accent4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89" name="Google Shape;2589;p46"/>
              <p:cNvGrpSpPr/>
              <p:nvPr/>
            </p:nvGrpSpPr>
            <p:grpSpPr>
              <a:xfrm>
                <a:off x="4755986" y="712924"/>
                <a:ext cx="3665645" cy="3773972"/>
                <a:chOff x="4755986" y="712924"/>
                <a:chExt cx="3665645" cy="3773972"/>
              </a:xfrm>
            </p:grpSpPr>
            <p:grpSp>
              <p:nvGrpSpPr>
                <p:cNvPr id="2590" name="Google Shape;2590;p46"/>
                <p:cNvGrpSpPr/>
                <p:nvPr/>
              </p:nvGrpSpPr>
              <p:grpSpPr>
                <a:xfrm>
                  <a:off x="4755986" y="773559"/>
                  <a:ext cx="3665645" cy="3652704"/>
                  <a:chOff x="3975275" y="1157850"/>
                  <a:chExt cx="3406100" cy="3394075"/>
                </a:xfrm>
              </p:grpSpPr>
              <p:sp>
                <p:nvSpPr>
                  <p:cNvPr id="2591" name="Google Shape;2591;p46"/>
                  <p:cNvSpPr/>
                  <p:nvPr/>
                </p:nvSpPr>
                <p:spPr>
                  <a:xfrm>
                    <a:off x="3977375" y="1488775"/>
                    <a:ext cx="3395125" cy="3053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805" h="122147" extrusionOk="0">
                        <a:moveTo>
                          <a:pt x="135415" y="269"/>
                        </a:moveTo>
                        <a:cubicBezTo>
                          <a:pt x="135361" y="269"/>
                          <a:pt x="135223" y="284"/>
                          <a:pt x="135123" y="325"/>
                        </a:cubicBezTo>
                        <a:lnTo>
                          <a:pt x="135123" y="325"/>
                        </a:lnTo>
                        <a:cubicBezTo>
                          <a:pt x="135170" y="317"/>
                          <a:pt x="135216" y="308"/>
                          <a:pt x="135262" y="300"/>
                        </a:cubicBezTo>
                        <a:cubicBezTo>
                          <a:pt x="135444" y="281"/>
                          <a:pt x="135464" y="269"/>
                          <a:pt x="135415" y="269"/>
                        </a:cubicBezTo>
                        <a:close/>
                        <a:moveTo>
                          <a:pt x="109077" y="12371"/>
                        </a:moveTo>
                        <a:cubicBezTo>
                          <a:pt x="107588" y="12371"/>
                          <a:pt x="106884" y="14872"/>
                          <a:pt x="108293" y="15776"/>
                        </a:cubicBezTo>
                        <a:cubicBezTo>
                          <a:pt x="108528" y="15912"/>
                          <a:pt x="108764" y="15974"/>
                          <a:pt x="108988" y="15974"/>
                        </a:cubicBezTo>
                        <a:cubicBezTo>
                          <a:pt x="109520" y="15974"/>
                          <a:pt x="109980" y="15619"/>
                          <a:pt x="110171" y="15046"/>
                        </a:cubicBezTo>
                        <a:cubicBezTo>
                          <a:pt x="110796" y="14295"/>
                          <a:pt x="110713" y="13044"/>
                          <a:pt x="109816" y="12564"/>
                        </a:cubicBezTo>
                        <a:cubicBezTo>
                          <a:pt x="109554" y="12430"/>
                          <a:pt x="109306" y="12371"/>
                          <a:pt x="109077" y="12371"/>
                        </a:cubicBezTo>
                        <a:close/>
                        <a:moveTo>
                          <a:pt x="108914" y="18701"/>
                        </a:moveTo>
                        <a:cubicBezTo>
                          <a:pt x="107015" y="18701"/>
                          <a:pt x="105902" y="21578"/>
                          <a:pt x="106437" y="23326"/>
                        </a:cubicBezTo>
                        <a:cubicBezTo>
                          <a:pt x="106771" y="24640"/>
                          <a:pt x="107688" y="26205"/>
                          <a:pt x="109148" y="26351"/>
                        </a:cubicBezTo>
                        <a:cubicBezTo>
                          <a:pt x="112152" y="26184"/>
                          <a:pt x="112194" y="20198"/>
                          <a:pt x="109941" y="18967"/>
                        </a:cubicBezTo>
                        <a:cubicBezTo>
                          <a:pt x="109579" y="18783"/>
                          <a:pt x="109235" y="18701"/>
                          <a:pt x="108914" y="18701"/>
                        </a:cubicBezTo>
                        <a:close/>
                        <a:moveTo>
                          <a:pt x="97322" y="37948"/>
                        </a:moveTo>
                        <a:cubicBezTo>
                          <a:pt x="97385" y="37969"/>
                          <a:pt x="97447" y="37989"/>
                          <a:pt x="97510" y="38010"/>
                        </a:cubicBezTo>
                        <a:cubicBezTo>
                          <a:pt x="97572" y="38031"/>
                          <a:pt x="97635" y="38031"/>
                          <a:pt x="97677" y="38031"/>
                        </a:cubicBezTo>
                        <a:cubicBezTo>
                          <a:pt x="97718" y="38323"/>
                          <a:pt x="97718" y="38594"/>
                          <a:pt x="97718" y="38886"/>
                        </a:cubicBezTo>
                        <a:cubicBezTo>
                          <a:pt x="97572" y="38740"/>
                          <a:pt x="97426" y="38615"/>
                          <a:pt x="97280" y="38490"/>
                        </a:cubicBezTo>
                        <a:cubicBezTo>
                          <a:pt x="97301" y="38302"/>
                          <a:pt x="97301" y="38115"/>
                          <a:pt x="97322" y="37948"/>
                        </a:cubicBezTo>
                        <a:close/>
                        <a:moveTo>
                          <a:pt x="28283" y="38365"/>
                        </a:moveTo>
                        <a:cubicBezTo>
                          <a:pt x="29264" y="38532"/>
                          <a:pt x="30244" y="38719"/>
                          <a:pt x="31203" y="38907"/>
                        </a:cubicBezTo>
                        <a:cubicBezTo>
                          <a:pt x="30906" y="39204"/>
                          <a:pt x="30571" y="39434"/>
                          <a:pt x="30158" y="39434"/>
                        </a:cubicBezTo>
                        <a:cubicBezTo>
                          <a:pt x="29962" y="39434"/>
                          <a:pt x="29749" y="39382"/>
                          <a:pt x="29514" y="39262"/>
                        </a:cubicBezTo>
                        <a:cubicBezTo>
                          <a:pt x="28951" y="39137"/>
                          <a:pt x="28575" y="38782"/>
                          <a:pt x="28200" y="38407"/>
                        </a:cubicBezTo>
                        <a:cubicBezTo>
                          <a:pt x="28221" y="38386"/>
                          <a:pt x="28262" y="38386"/>
                          <a:pt x="28283" y="38365"/>
                        </a:cubicBezTo>
                        <a:close/>
                        <a:moveTo>
                          <a:pt x="2095" y="32785"/>
                        </a:moveTo>
                        <a:cubicBezTo>
                          <a:pt x="1253" y="32785"/>
                          <a:pt x="512" y="32896"/>
                          <a:pt x="292" y="33317"/>
                        </a:cubicBezTo>
                        <a:cubicBezTo>
                          <a:pt x="292" y="34694"/>
                          <a:pt x="0" y="34131"/>
                          <a:pt x="292" y="35549"/>
                        </a:cubicBezTo>
                        <a:cubicBezTo>
                          <a:pt x="292" y="36050"/>
                          <a:pt x="230" y="35820"/>
                          <a:pt x="292" y="36550"/>
                        </a:cubicBezTo>
                        <a:cubicBezTo>
                          <a:pt x="1018" y="36388"/>
                          <a:pt x="1976" y="36338"/>
                          <a:pt x="2977" y="36338"/>
                        </a:cubicBezTo>
                        <a:cubicBezTo>
                          <a:pt x="4421" y="36338"/>
                          <a:pt x="5958" y="36442"/>
                          <a:pt x="7029" y="36467"/>
                        </a:cubicBezTo>
                        <a:cubicBezTo>
                          <a:pt x="11910" y="36696"/>
                          <a:pt x="16749" y="37489"/>
                          <a:pt x="21630" y="37802"/>
                        </a:cubicBezTo>
                        <a:cubicBezTo>
                          <a:pt x="21640" y="37802"/>
                          <a:pt x="21650" y="37801"/>
                          <a:pt x="21660" y="37801"/>
                        </a:cubicBezTo>
                        <a:cubicBezTo>
                          <a:pt x="23092" y="37801"/>
                          <a:pt x="23248" y="39283"/>
                          <a:pt x="25071" y="39366"/>
                        </a:cubicBezTo>
                        <a:cubicBezTo>
                          <a:pt x="25135" y="39371"/>
                          <a:pt x="25205" y="39374"/>
                          <a:pt x="25280" y="39374"/>
                        </a:cubicBezTo>
                        <a:cubicBezTo>
                          <a:pt x="25522" y="39374"/>
                          <a:pt x="25816" y="39346"/>
                          <a:pt x="26135" y="39283"/>
                        </a:cubicBezTo>
                        <a:cubicBezTo>
                          <a:pt x="26719" y="40054"/>
                          <a:pt x="27532" y="40680"/>
                          <a:pt x="28450" y="41076"/>
                        </a:cubicBezTo>
                        <a:cubicBezTo>
                          <a:pt x="28668" y="41349"/>
                          <a:pt x="29028" y="41526"/>
                          <a:pt x="29531" y="41526"/>
                        </a:cubicBezTo>
                        <a:cubicBezTo>
                          <a:pt x="29606" y="41526"/>
                          <a:pt x="29683" y="41522"/>
                          <a:pt x="29764" y="41514"/>
                        </a:cubicBezTo>
                        <a:cubicBezTo>
                          <a:pt x="30056" y="41544"/>
                          <a:pt x="30321" y="41557"/>
                          <a:pt x="30565" y="41557"/>
                        </a:cubicBezTo>
                        <a:cubicBezTo>
                          <a:pt x="33101" y="41557"/>
                          <a:pt x="33252" y="40100"/>
                          <a:pt x="36564" y="39929"/>
                        </a:cubicBezTo>
                        <a:cubicBezTo>
                          <a:pt x="38170" y="40200"/>
                          <a:pt x="39797" y="40430"/>
                          <a:pt x="41444" y="40534"/>
                        </a:cubicBezTo>
                        <a:cubicBezTo>
                          <a:pt x="41572" y="40553"/>
                          <a:pt x="41692" y="40561"/>
                          <a:pt x="41807" y="40561"/>
                        </a:cubicBezTo>
                        <a:cubicBezTo>
                          <a:pt x="43626" y="40561"/>
                          <a:pt x="43817" y="38355"/>
                          <a:pt x="41737" y="38198"/>
                        </a:cubicBezTo>
                        <a:cubicBezTo>
                          <a:pt x="39984" y="37885"/>
                          <a:pt x="38191" y="37823"/>
                          <a:pt x="36418" y="37614"/>
                        </a:cubicBezTo>
                        <a:cubicBezTo>
                          <a:pt x="34207" y="37301"/>
                          <a:pt x="32017" y="36926"/>
                          <a:pt x="29827" y="36467"/>
                        </a:cubicBezTo>
                        <a:cubicBezTo>
                          <a:pt x="28388" y="36133"/>
                          <a:pt x="26928" y="35841"/>
                          <a:pt x="25447" y="35695"/>
                        </a:cubicBezTo>
                        <a:cubicBezTo>
                          <a:pt x="23945" y="35403"/>
                          <a:pt x="22485" y="34986"/>
                          <a:pt x="20983" y="34736"/>
                        </a:cubicBezTo>
                        <a:cubicBezTo>
                          <a:pt x="17416" y="34235"/>
                          <a:pt x="13912" y="33338"/>
                          <a:pt x="10304" y="33109"/>
                        </a:cubicBezTo>
                        <a:cubicBezTo>
                          <a:pt x="8510" y="33004"/>
                          <a:pt x="6737" y="32984"/>
                          <a:pt x="4944" y="32921"/>
                        </a:cubicBezTo>
                        <a:cubicBezTo>
                          <a:pt x="4884" y="32926"/>
                          <a:pt x="4815" y="32929"/>
                          <a:pt x="4738" y="32929"/>
                        </a:cubicBezTo>
                        <a:cubicBezTo>
                          <a:pt x="4137" y="32929"/>
                          <a:pt x="3051" y="32785"/>
                          <a:pt x="2095" y="32785"/>
                        </a:cubicBezTo>
                        <a:close/>
                        <a:moveTo>
                          <a:pt x="61445" y="41995"/>
                        </a:moveTo>
                        <a:cubicBezTo>
                          <a:pt x="60529" y="41995"/>
                          <a:pt x="59965" y="43345"/>
                          <a:pt x="60967" y="44101"/>
                        </a:cubicBezTo>
                        <a:cubicBezTo>
                          <a:pt x="61280" y="44351"/>
                          <a:pt x="61593" y="44580"/>
                          <a:pt x="61906" y="44810"/>
                        </a:cubicBezTo>
                        <a:cubicBezTo>
                          <a:pt x="61885" y="44935"/>
                          <a:pt x="61885" y="45081"/>
                          <a:pt x="61864" y="45206"/>
                        </a:cubicBezTo>
                        <a:cubicBezTo>
                          <a:pt x="61718" y="45352"/>
                          <a:pt x="61593" y="45540"/>
                          <a:pt x="61530" y="45790"/>
                        </a:cubicBezTo>
                        <a:cubicBezTo>
                          <a:pt x="60675" y="49294"/>
                          <a:pt x="59278" y="52652"/>
                          <a:pt x="57547" y="55823"/>
                        </a:cubicBezTo>
                        <a:cubicBezTo>
                          <a:pt x="57192" y="56803"/>
                          <a:pt x="55628" y="58138"/>
                          <a:pt x="56879" y="59035"/>
                        </a:cubicBezTo>
                        <a:cubicBezTo>
                          <a:pt x="56963" y="59097"/>
                          <a:pt x="57046" y="59139"/>
                          <a:pt x="57129" y="59160"/>
                        </a:cubicBezTo>
                        <a:cubicBezTo>
                          <a:pt x="57213" y="59285"/>
                          <a:pt x="57317" y="59410"/>
                          <a:pt x="57463" y="59494"/>
                        </a:cubicBezTo>
                        <a:cubicBezTo>
                          <a:pt x="57630" y="59602"/>
                          <a:pt x="57819" y="59653"/>
                          <a:pt x="58007" y="59653"/>
                        </a:cubicBezTo>
                        <a:cubicBezTo>
                          <a:pt x="58361" y="59653"/>
                          <a:pt x="58712" y="59473"/>
                          <a:pt x="58902" y="59160"/>
                        </a:cubicBezTo>
                        <a:cubicBezTo>
                          <a:pt x="59507" y="58159"/>
                          <a:pt x="60050" y="57116"/>
                          <a:pt x="60592" y="56073"/>
                        </a:cubicBezTo>
                        <a:cubicBezTo>
                          <a:pt x="62094" y="52965"/>
                          <a:pt x="63241" y="49628"/>
                          <a:pt x="63825" y="46228"/>
                        </a:cubicBezTo>
                        <a:cubicBezTo>
                          <a:pt x="64951" y="47062"/>
                          <a:pt x="65994" y="48001"/>
                          <a:pt x="66766" y="49190"/>
                        </a:cubicBezTo>
                        <a:cubicBezTo>
                          <a:pt x="68309" y="51943"/>
                          <a:pt x="69769" y="54738"/>
                          <a:pt x="71876" y="57095"/>
                        </a:cubicBezTo>
                        <a:cubicBezTo>
                          <a:pt x="72794" y="58200"/>
                          <a:pt x="73795" y="59285"/>
                          <a:pt x="75025" y="60036"/>
                        </a:cubicBezTo>
                        <a:cubicBezTo>
                          <a:pt x="76339" y="60849"/>
                          <a:pt x="77904" y="61037"/>
                          <a:pt x="79385" y="61413"/>
                        </a:cubicBezTo>
                        <a:cubicBezTo>
                          <a:pt x="79452" y="61427"/>
                          <a:pt x="79518" y="61433"/>
                          <a:pt x="79583" y="61433"/>
                        </a:cubicBezTo>
                        <a:cubicBezTo>
                          <a:pt x="80378" y="61433"/>
                          <a:pt x="80927" y="60421"/>
                          <a:pt x="80407" y="59765"/>
                        </a:cubicBezTo>
                        <a:cubicBezTo>
                          <a:pt x="80073" y="59389"/>
                          <a:pt x="79593" y="59285"/>
                          <a:pt x="79113" y="59202"/>
                        </a:cubicBezTo>
                        <a:cubicBezTo>
                          <a:pt x="79030" y="59076"/>
                          <a:pt x="78926" y="58951"/>
                          <a:pt x="78759" y="58868"/>
                        </a:cubicBezTo>
                        <a:cubicBezTo>
                          <a:pt x="78861" y="58136"/>
                          <a:pt x="77119" y="56591"/>
                          <a:pt x="76355" y="56591"/>
                        </a:cubicBezTo>
                        <a:cubicBezTo>
                          <a:pt x="76335" y="56591"/>
                          <a:pt x="76316" y="56592"/>
                          <a:pt x="76298" y="56594"/>
                        </a:cubicBezTo>
                        <a:cubicBezTo>
                          <a:pt x="75714" y="56073"/>
                          <a:pt x="75213" y="55426"/>
                          <a:pt x="74504" y="55051"/>
                        </a:cubicBezTo>
                        <a:cubicBezTo>
                          <a:pt x="74365" y="54975"/>
                          <a:pt x="74222" y="54942"/>
                          <a:pt x="74083" y="54942"/>
                        </a:cubicBezTo>
                        <a:cubicBezTo>
                          <a:pt x="73722" y="54942"/>
                          <a:pt x="73386" y="55167"/>
                          <a:pt x="73190" y="55468"/>
                        </a:cubicBezTo>
                        <a:cubicBezTo>
                          <a:pt x="72418" y="54488"/>
                          <a:pt x="71730" y="53424"/>
                          <a:pt x="71021" y="52485"/>
                        </a:cubicBezTo>
                        <a:cubicBezTo>
                          <a:pt x="68434" y="47876"/>
                          <a:pt x="68080" y="46687"/>
                          <a:pt x="64179" y="43871"/>
                        </a:cubicBezTo>
                        <a:cubicBezTo>
                          <a:pt x="64200" y="43767"/>
                          <a:pt x="64221" y="43663"/>
                          <a:pt x="64242" y="43558"/>
                        </a:cubicBezTo>
                        <a:cubicBezTo>
                          <a:pt x="64325" y="43308"/>
                          <a:pt x="64346" y="43058"/>
                          <a:pt x="64242" y="42787"/>
                        </a:cubicBezTo>
                        <a:cubicBezTo>
                          <a:pt x="64091" y="42358"/>
                          <a:pt x="63676" y="42141"/>
                          <a:pt x="63262" y="42141"/>
                        </a:cubicBezTo>
                        <a:cubicBezTo>
                          <a:pt x="62931" y="42141"/>
                          <a:pt x="62601" y="42279"/>
                          <a:pt x="62406" y="42557"/>
                        </a:cubicBezTo>
                        <a:cubicBezTo>
                          <a:pt x="62344" y="42495"/>
                          <a:pt x="62281" y="42411"/>
                          <a:pt x="62240" y="42328"/>
                        </a:cubicBezTo>
                        <a:cubicBezTo>
                          <a:pt x="61965" y="42093"/>
                          <a:pt x="61692" y="41995"/>
                          <a:pt x="61445" y="41995"/>
                        </a:cubicBezTo>
                        <a:close/>
                        <a:moveTo>
                          <a:pt x="109889" y="0"/>
                        </a:moveTo>
                        <a:cubicBezTo>
                          <a:pt x="109576" y="0"/>
                          <a:pt x="109261" y="144"/>
                          <a:pt x="109044" y="487"/>
                        </a:cubicBezTo>
                        <a:cubicBezTo>
                          <a:pt x="108648" y="1071"/>
                          <a:pt x="108252" y="1655"/>
                          <a:pt x="107897" y="2239"/>
                        </a:cubicBezTo>
                        <a:cubicBezTo>
                          <a:pt x="107813" y="2238"/>
                          <a:pt x="107728" y="2236"/>
                          <a:pt x="107644" y="2236"/>
                        </a:cubicBezTo>
                        <a:cubicBezTo>
                          <a:pt x="106731" y="2236"/>
                          <a:pt x="105870" y="2374"/>
                          <a:pt x="105832" y="3387"/>
                        </a:cubicBezTo>
                        <a:cubicBezTo>
                          <a:pt x="105853" y="3616"/>
                          <a:pt x="105916" y="3804"/>
                          <a:pt x="106020" y="3950"/>
                        </a:cubicBezTo>
                        <a:cubicBezTo>
                          <a:pt x="105978" y="4096"/>
                          <a:pt x="105936" y="4242"/>
                          <a:pt x="105957" y="4388"/>
                        </a:cubicBezTo>
                        <a:cubicBezTo>
                          <a:pt x="105957" y="4534"/>
                          <a:pt x="105999" y="4701"/>
                          <a:pt x="106062" y="4826"/>
                        </a:cubicBezTo>
                        <a:lnTo>
                          <a:pt x="105957" y="4826"/>
                        </a:lnTo>
                        <a:cubicBezTo>
                          <a:pt x="105707" y="4826"/>
                          <a:pt x="105457" y="4951"/>
                          <a:pt x="105269" y="5118"/>
                        </a:cubicBezTo>
                        <a:cubicBezTo>
                          <a:pt x="105060" y="5139"/>
                          <a:pt x="104852" y="5264"/>
                          <a:pt x="104706" y="5431"/>
                        </a:cubicBezTo>
                        <a:cubicBezTo>
                          <a:pt x="104497" y="5639"/>
                          <a:pt x="104393" y="5910"/>
                          <a:pt x="104414" y="6181"/>
                        </a:cubicBezTo>
                        <a:cubicBezTo>
                          <a:pt x="104414" y="6244"/>
                          <a:pt x="104414" y="6307"/>
                          <a:pt x="104435" y="6348"/>
                        </a:cubicBezTo>
                        <a:cubicBezTo>
                          <a:pt x="104476" y="6578"/>
                          <a:pt x="104581" y="6786"/>
                          <a:pt x="104748" y="6953"/>
                        </a:cubicBezTo>
                        <a:cubicBezTo>
                          <a:pt x="104852" y="7057"/>
                          <a:pt x="104977" y="7120"/>
                          <a:pt x="105102" y="7162"/>
                        </a:cubicBezTo>
                        <a:cubicBezTo>
                          <a:pt x="104852" y="7662"/>
                          <a:pt x="104602" y="8163"/>
                          <a:pt x="104372" y="8664"/>
                        </a:cubicBezTo>
                        <a:cubicBezTo>
                          <a:pt x="100785" y="14650"/>
                          <a:pt x="98344" y="21241"/>
                          <a:pt x="96780" y="28040"/>
                        </a:cubicBezTo>
                        <a:cubicBezTo>
                          <a:pt x="96342" y="29876"/>
                          <a:pt x="95904" y="31711"/>
                          <a:pt x="95549" y="33547"/>
                        </a:cubicBezTo>
                        <a:cubicBezTo>
                          <a:pt x="95487" y="33526"/>
                          <a:pt x="95424" y="33505"/>
                          <a:pt x="95382" y="33505"/>
                        </a:cubicBezTo>
                        <a:cubicBezTo>
                          <a:pt x="95272" y="33482"/>
                          <a:pt x="95167" y="33471"/>
                          <a:pt x="95069" y="33471"/>
                        </a:cubicBezTo>
                        <a:cubicBezTo>
                          <a:pt x="93768" y="33471"/>
                          <a:pt x="93636" y="35397"/>
                          <a:pt x="95090" y="35591"/>
                        </a:cubicBezTo>
                        <a:cubicBezTo>
                          <a:pt x="95132" y="35612"/>
                          <a:pt x="95174" y="35632"/>
                          <a:pt x="95195" y="35653"/>
                        </a:cubicBezTo>
                        <a:cubicBezTo>
                          <a:pt x="95195" y="35737"/>
                          <a:pt x="95174" y="35820"/>
                          <a:pt x="95153" y="35924"/>
                        </a:cubicBezTo>
                        <a:cubicBezTo>
                          <a:pt x="95132" y="36613"/>
                          <a:pt x="94673" y="37447"/>
                          <a:pt x="95236" y="38010"/>
                        </a:cubicBezTo>
                        <a:cubicBezTo>
                          <a:pt x="95216" y="38115"/>
                          <a:pt x="95216" y="38240"/>
                          <a:pt x="95195" y="38344"/>
                        </a:cubicBezTo>
                        <a:cubicBezTo>
                          <a:pt x="95070" y="38573"/>
                          <a:pt x="95007" y="38845"/>
                          <a:pt x="95090" y="39116"/>
                        </a:cubicBezTo>
                        <a:cubicBezTo>
                          <a:pt x="95090" y="39137"/>
                          <a:pt x="95111" y="39137"/>
                          <a:pt x="95111" y="39157"/>
                        </a:cubicBezTo>
                        <a:cubicBezTo>
                          <a:pt x="95070" y="39825"/>
                          <a:pt x="95320" y="40471"/>
                          <a:pt x="96112" y="40513"/>
                        </a:cubicBezTo>
                        <a:cubicBezTo>
                          <a:pt x="96196" y="40513"/>
                          <a:pt x="96279" y="40492"/>
                          <a:pt x="96363" y="40492"/>
                        </a:cubicBezTo>
                        <a:cubicBezTo>
                          <a:pt x="96488" y="40617"/>
                          <a:pt x="96613" y="40763"/>
                          <a:pt x="96738" y="40909"/>
                        </a:cubicBezTo>
                        <a:cubicBezTo>
                          <a:pt x="96759" y="41431"/>
                          <a:pt x="97260" y="41848"/>
                          <a:pt x="97614" y="42307"/>
                        </a:cubicBezTo>
                        <a:cubicBezTo>
                          <a:pt x="97739" y="42641"/>
                          <a:pt x="97844" y="42995"/>
                          <a:pt x="97885" y="43371"/>
                        </a:cubicBezTo>
                        <a:cubicBezTo>
                          <a:pt x="97948" y="43892"/>
                          <a:pt x="97927" y="44414"/>
                          <a:pt x="97864" y="44935"/>
                        </a:cubicBezTo>
                        <a:cubicBezTo>
                          <a:pt x="97614" y="44560"/>
                          <a:pt x="97343" y="44205"/>
                          <a:pt x="97051" y="43850"/>
                        </a:cubicBezTo>
                        <a:cubicBezTo>
                          <a:pt x="96862" y="43634"/>
                          <a:pt x="96606" y="43538"/>
                          <a:pt x="96348" y="43538"/>
                        </a:cubicBezTo>
                        <a:cubicBezTo>
                          <a:pt x="95809" y="43538"/>
                          <a:pt x="95257" y="43954"/>
                          <a:pt x="95257" y="44560"/>
                        </a:cubicBezTo>
                        <a:cubicBezTo>
                          <a:pt x="95257" y="45206"/>
                          <a:pt x="95862" y="45582"/>
                          <a:pt x="96154" y="46124"/>
                        </a:cubicBezTo>
                        <a:cubicBezTo>
                          <a:pt x="96488" y="46624"/>
                          <a:pt x="96759" y="47167"/>
                          <a:pt x="96947" y="47730"/>
                        </a:cubicBezTo>
                        <a:cubicBezTo>
                          <a:pt x="96655" y="48376"/>
                          <a:pt x="96530" y="49002"/>
                          <a:pt x="97134" y="49357"/>
                        </a:cubicBezTo>
                        <a:cubicBezTo>
                          <a:pt x="97134" y="49378"/>
                          <a:pt x="97134" y="49419"/>
                          <a:pt x="97134" y="49461"/>
                        </a:cubicBezTo>
                        <a:cubicBezTo>
                          <a:pt x="97072" y="49795"/>
                          <a:pt x="96988" y="50129"/>
                          <a:pt x="96905" y="50441"/>
                        </a:cubicBezTo>
                        <a:cubicBezTo>
                          <a:pt x="96307" y="49581"/>
                          <a:pt x="95536" y="48813"/>
                          <a:pt x="94834" y="48813"/>
                        </a:cubicBezTo>
                        <a:cubicBezTo>
                          <a:pt x="94532" y="48813"/>
                          <a:pt x="94242" y="48955"/>
                          <a:pt x="93985" y="49294"/>
                        </a:cubicBezTo>
                        <a:cubicBezTo>
                          <a:pt x="93589" y="49899"/>
                          <a:pt x="93985" y="50567"/>
                          <a:pt x="94527" y="50900"/>
                        </a:cubicBezTo>
                        <a:cubicBezTo>
                          <a:pt x="95090" y="51484"/>
                          <a:pt x="95612" y="52131"/>
                          <a:pt x="95841" y="52923"/>
                        </a:cubicBezTo>
                        <a:cubicBezTo>
                          <a:pt x="95674" y="53236"/>
                          <a:pt x="95487" y="53549"/>
                          <a:pt x="95466" y="53904"/>
                        </a:cubicBezTo>
                        <a:cubicBezTo>
                          <a:pt x="95445" y="54279"/>
                          <a:pt x="95654" y="54634"/>
                          <a:pt x="95966" y="54822"/>
                        </a:cubicBezTo>
                        <a:cubicBezTo>
                          <a:pt x="95883" y="55364"/>
                          <a:pt x="95695" y="55885"/>
                          <a:pt x="95445" y="56365"/>
                        </a:cubicBezTo>
                        <a:cubicBezTo>
                          <a:pt x="95424" y="56010"/>
                          <a:pt x="95424" y="55656"/>
                          <a:pt x="95424" y="55280"/>
                        </a:cubicBezTo>
                        <a:cubicBezTo>
                          <a:pt x="95453" y="54661"/>
                          <a:pt x="94895" y="54220"/>
                          <a:pt x="94340" y="54220"/>
                        </a:cubicBezTo>
                        <a:cubicBezTo>
                          <a:pt x="94092" y="54220"/>
                          <a:pt x="93845" y="54309"/>
                          <a:pt x="93651" y="54509"/>
                        </a:cubicBezTo>
                        <a:cubicBezTo>
                          <a:pt x="93130" y="54988"/>
                          <a:pt x="93380" y="55739"/>
                          <a:pt x="93359" y="56365"/>
                        </a:cubicBezTo>
                        <a:cubicBezTo>
                          <a:pt x="93380" y="57074"/>
                          <a:pt x="93401" y="57783"/>
                          <a:pt x="93422" y="58492"/>
                        </a:cubicBezTo>
                        <a:cubicBezTo>
                          <a:pt x="93401" y="58638"/>
                          <a:pt x="93422" y="58784"/>
                          <a:pt x="93443" y="58930"/>
                        </a:cubicBezTo>
                        <a:cubicBezTo>
                          <a:pt x="93464" y="59035"/>
                          <a:pt x="93464" y="59160"/>
                          <a:pt x="93464" y="59285"/>
                        </a:cubicBezTo>
                        <a:cubicBezTo>
                          <a:pt x="93276" y="59494"/>
                          <a:pt x="93151" y="59806"/>
                          <a:pt x="93234" y="60182"/>
                        </a:cubicBezTo>
                        <a:cubicBezTo>
                          <a:pt x="93318" y="60557"/>
                          <a:pt x="93422" y="60933"/>
                          <a:pt x="93526" y="61329"/>
                        </a:cubicBezTo>
                        <a:cubicBezTo>
                          <a:pt x="94006" y="62977"/>
                          <a:pt x="94444" y="64687"/>
                          <a:pt x="95153" y="66251"/>
                        </a:cubicBezTo>
                        <a:cubicBezTo>
                          <a:pt x="95987" y="68588"/>
                          <a:pt x="96926" y="70861"/>
                          <a:pt x="97552" y="73239"/>
                        </a:cubicBezTo>
                        <a:cubicBezTo>
                          <a:pt x="97864" y="75262"/>
                          <a:pt x="97739" y="77306"/>
                          <a:pt x="97593" y="79329"/>
                        </a:cubicBezTo>
                        <a:cubicBezTo>
                          <a:pt x="97510" y="80122"/>
                          <a:pt x="97406" y="80914"/>
                          <a:pt x="97280" y="81707"/>
                        </a:cubicBezTo>
                        <a:cubicBezTo>
                          <a:pt x="97218" y="82145"/>
                          <a:pt x="97030" y="82646"/>
                          <a:pt x="97280" y="83063"/>
                        </a:cubicBezTo>
                        <a:cubicBezTo>
                          <a:pt x="97447" y="83376"/>
                          <a:pt x="97760" y="83563"/>
                          <a:pt x="98094" y="83584"/>
                        </a:cubicBezTo>
                        <a:cubicBezTo>
                          <a:pt x="98198" y="83897"/>
                          <a:pt x="98428" y="84127"/>
                          <a:pt x="98845" y="84210"/>
                        </a:cubicBezTo>
                        <a:cubicBezTo>
                          <a:pt x="98915" y="84224"/>
                          <a:pt x="98984" y="84231"/>
                          <a:pt x="99051" y="84231"/>
                        </a:cubicBezTo>
                        <a:cubicBezTo>
                          <a:pt x="99664" y="84231"/>
                          <a:pt x="100134" y="83662"/>
                          <a:pt x="100096" y="83042"/>
                        </a:cubicBezTo>
                        <a:cubicBezTo>
                          <a:pt x="100263" y="81686"/>
                          <a:pt x="100451" y="80351"/>
                          <a:pt x="100534" y="78996"/>
                        </a:cubicBezTo>
                        <a:cubicBezTo>
                          <a:pt x="100785" y="75533"/>
                          <a:pt x="100034" y="72050"/>
                          <a:pt x="98699" y="68880"/>
                        </a:cubicBezTo>
                        <a:cubicBezTo>
                          <a:pt x="98198" y="67649"/>
                          <a:pt x="97572" y="66481"/>
                          <a:pt x="97009" y="65292"/>
                        </a:cubicBezTo>
                        <a:cubicBezTo>
                          <a:pt x="96467" y="63686"/>
                          <a:pt x="95987" y="62080"/>
                          <a:pt x="95716" y="60411"/>
                        </a:cubicBezTo>
                        <a:cubicBezTo>
                          <a:pt x="96696" y="59786"/>
                          <a:pt x="97468" y="58868"/>
                          <a:pt x="97802" y="57742"/>
                        </a:cubicBezTo>
                        <a:cubicBezTo>
                          <a:pt x="98428" y="56198"/>
                          <a:pt x="97781" y="54258"/>
                          <a:pt x="99074" y="52986"/>
                        </a:cubicBezTo>
                        <a:cubicBezTo>
                          <a:pt x="100034" y="51818"/>
                          <a:pt x="99783" y="50275"/>
                          <a:pt x="99721" y="48877"/>
                        </a:cubicBezTo>
                        <a:cubicBezTo>
                          <a:pt x="99679" y="48230"/>
                          <a:pt x="100284" y="47792"/>
                          <a:pt x="100409" y="47167"/>
                        </a:cubicBezTo>
                        <a:cubicBezTo>
                          <a:pt x="100785" y="45269"/>
                          <a:pt x="100534" y="43037"/>
                          <a:pt x="99491" y="41347"/>
                        </a:cubicBezTo>
                        <a:cubicBezTo>
                          <a:pt x="99471" y="41327"/>
                          <a:pt x="99471" y="41327"/>
                          <a:pt x="99471" y="41306"/>
                        </a:cubicBezTo>
                        <a:cubicBezTo>
                          <a:pt x="99554" y="40847"/>
                          <a:pt x="99575" y="40305"/>
                          <a:pt x="99700" y="39908"/>
                        </a:cubicBezTo>
                        <a:cubicBezTo>
                          <a:pt x="100013" y="38115"/>
                          <a:pt x="99700" y="36529"/>
                          <a:pt x="98720" y="35382"/>
                        </a:cubicBezTo>
                        <a:cubicBezTo>
                          <a:pt x="98803" y="32274"/>
                          <a:pt x="99846" y="29229"/>
                          <a:pt x="100764" y="26288"/>
                        </a:cubicBezTo>
                        <a:cubicBezTo>
                          <a:pt x="102099" y="22242"/>
                          <a:pt x="103684" y="18258"/>
                          <a:pt x="105394" y="14358"/>
                        </a:cubicBezTo>
                        <a:cubicBezTo>
                          <a:pt x="106166" y="12355"/>
                          <a:pt x="107438" y="10603"/>
                          <a:pt x="108710" y="8872"/>
                        </a:cubicBezTo>
                        <a:cubicBezTo>
                          <a:pt x="110525" y="6223"/>
                          <a:pt x="114071" y="5994"/>
                          <a:pt x="117012" y="5994"/>
                        </a:cubicBezTo>
                        <a:cubicBezTo>
                          <a:pt x="117162" y="5996"/>
                          <a:pt x="117312" y="5997"/>
                          <a:pt x="117462" y="5997"/>
                        </a:cubicBezTo>
                        <a:cubicBezTo>
                          <a:pt x="118963" y="5997"/>
                          <a:pt x="120480" y="5910"/>
                          <a:pt x="121997" y="5910"/>
                        </a:cubicBezTo>
                        <a:cubicBezTo>
                          <a:pt x="122463" y="5920"/>
                          <a:pt x="122918" y="5925"/>
                          <a:pt x="123362" y="5925"/>
                        </a:cubicBezTo>
                        <a:cubicBezTo>
                          <a:pt x="127771" y="5925"/>
                          <a:pt x="131212" y="5416"/>
                          <a:pt x="135513" y="3616"/>
                        </a:cubicBezTo>
                        <a:cubicBezTo>
                          <a:pt x="135513" y="2448"/>
                          <a:pt x="135805" y="2594"/>
                          <a:pt x="135387" y="2093"/>
                        </a:cubicBezTo>
                        <a:cubicBezTo>
                          <a:pt x="135700" y="1655"/>
                          <a:pt x="135659" y="946"/>
                          <a:pt x="135158" y="612"/>
                        </a:cubicBezTo>
                        <a:cubicBezTo>
                          <a:pt x="134938" y="466"/>
                          <a:pt x="135001" y="376"/>
                          <a:pt x="135123" y="325"/>
                        </a:cubicBezTo>
                        <a:lnTo>
                          <a:pt x="135123" y="325"/>
                        </a:lnTo>
                        <a:cubicBezTo>
                          <a:pt x="128807" y="1498"/>
                          <a:pt x="122388" y="2135"/>
                          <a:pt x="115948" y="2177"/>
                        </a:cubicBezTo>
                        <a:cubicBezTo>
                          <a:pt x="115827" y="2136"/>
                          <a:pt x="115706" y="2113"/>
                          <a:pt x="115579" y="2113"/>
                        </a:cubicBezTo>
                        <a:cubicBezTo>
                          <a:pt x="115509" y="2113"/>
                          <a:pt x="115438" y="2120"/>
                          <a:pt x="115364" y="2135"/>
                        </a:cubicBezTo>
                        <a:cubicBezTo>
                          <a:pt x="115281" y="2156"/>
                          <a:pt x="115197" y="2177"/>
                          <a:pt x="115135" y="2177"/>
                        </a:cubicBezTo>
                        <a:lnTo>
                          <a:pt x="114884" y="2177"/>
                        </a:lnTo>
                        <a:cubicBezTo>
                          <a:pt x="113529" y="2198"/>
                          <a:pt x="112173" y="2239"/>
                          <a:pt x="110817" y="2260"/>
                        </a:cubicBezTo>
                        <a:cubicBezTo>
                          <a:pt x="110901" y="2031"/>
                          <a:pt x="110901" y="1781"/>
                          <a:pt x="110817" y="1572"/>
                        </a:cubicBezTo>
                        <a:cubicBezTo>
                          <a:pt x="111310" y="746"/>
                          <a:pt x="110604" y="0"/>
                          <a:pt x="109889" y="0"/>
                        </a:cubicBezTo>
                        <a:close/>
                        <a:moveTo>
                          <a:pt x="71646" y="93054"/>
                        </a:moveTo>
                        <a:lnTo>
                          <a:pt x="71646" y="93054"/>
                        </a:lnTo>
                        <a:cubicBezTo>
                          <a:pt x="72168" y="93283"/>
                          <a:pt x="72689" y="93492"/>
                          <a:pt x="73211" y="93658"/>
                        </a:cubicBezTo>
                        <a:cubicBezTo>
                          <a:pt x="72898" y="93804"/>
                          <a:pt x="72627" y="94055"/>
                          <a:pt x="72502" y="94347"/>
                        </a:cubicBezTo>
                        <a:cubicBezTo>
                          <a:pt x="72189" y="93992"/>
                          <a:pt x="71897" y="93533"/>
                          <a:pt x="71646" y="93054"/>
                        </a:cubicBezTo>
                        <a:close/>
                        <a:moveTo>
                          <a:pt x="79239" y="98581"/>
                        </a:moveTo>
                        <a:cubicBezTo>
                          <a:pt x="79239" y="98664"/>
                          <a:pt x="79259" y="98727"/>
                          <a:pt x="79280" y="98789"/>
                        </a:cubicBezTo>
                        <a:cubicBezTo>
                          <a:pt x="79186" y="98771"/>
                          <a:pt x="79091" y="98752"/>
                          <a:pt x="78997" y="98733"/>
                        </a:cubicBezTo>
                        <a:lnTo>
                          <a:pt x="78997" y="98733"/>
                        </a:lnTo>
                        <a:cubicBezTo>
                          <a:pt x="79074" y="98692"/>
                          <a:pt x="79165" y="98636"/>
                          <a:pt x="79239" y="98581"/>
                        </a:cubicBezTo>
                        <a:close/>
                        <a:moveTo>
                          <a:pt x="83389" y="99895"/>
                        </a:moveTo>
                        <a:cubicBezTo>
                          <a:pt x="84724" y="99978"/>
                          <a:pt x="86080" y="100187"/>
                          <a:pt x="87415" y="100270"/>
                        </a:cubicBezTo>
                        <a:cubicBezTo>
                          <a:pt x="87248" y="100416"/>
                          <a:pt x="87060" y="100562"/>
                          <a:pt x="86852" y="100687"/>
                        </a:cubicBezTo>
                        <a:cubicBezTo>
                          <a:pt x="86412" y="100935"/>
                          <a:pt x="85961" y="101041"/>
                          <a:pt x="85511" y="101041"/>
                        </a:cubicBezTo>
                        <a:cubicBezTo>
                          <a:pt x="84636" y="101041"/>
                          <a:pt x="83764" y="100641"/>
                          <a:pt x="82993" y="100103"/>
                        </a:cubicBezTo>
                        <a:cubicBezTo>
                          <a:pt x="83097" y="100041"/>
                          <a:pt x="83222" y="99957"/>
                          <a:pt x="83327" y="99895"/>
                        </a:cubicBezTo>
                        <a:close/>
                        <a:moveTo>
                          <a:pt x="47314" y="104976"/>
                        </a:moveTo>
                        <a:cubicBezTo>
                          <a:pt x="45299" y="104976"/>
                          <a:pt x="43343" y="107009"/>
                          <a:pt x="43801" y="109072"/>
                        </a:cubicBezTo>
                        <a:cubicBezTo>
                          <a:pt x="44010" y="109823"/>
                          <a:pt x="44469" y="110637"/>
                          <a:pt x="45282" y="110866"/>
                        </a:cubicBezTo>
                        <a:cubicBezTo>
                          <a:pt x="45446" y="110923"/>
                          <a:pt x="45615" y="110950"/>
                          <a:pt x="45787" y="110950"/>
                        </a:cubicBezTo>
                        <a:cubicBezTo>
                          <a:pt x="48061" y="110950"/>
                          <a:pt x="50912" y="106278"/>
                          <a:pt x="48411" y="105193"/>
                        </a:cubicBezTo>
                        <a:cubicBezTo>
                          <a:pt x="48053" y="105044"/>
                          <a:pt x="47682" y="104976"/>
                          <a:pt x="47314" y="104976"/>
                        </a:cubicBezTo>
                        <a:close/>
                        <a:moveTo>
                          <a:pt x="50075" y="110986"/>
                        </a:moveTo>
                        <a:cubicBezTo>
                          <a:pt x="48636" y="110986"/>
                          <a:pt x="47164" y="112778"/>
                          <a:pt x="48453" y="114099"/>
                        </a:cubicBezTo>
                        <a:cubicBezTo>
                          <a:pt x="48757" y="114360"/>
                          <a:pt x="49103" y="114473"/>
                          <a:pt x="49450" y="114473"/>
                        </a:cubicBezTo>
                        <a:cubicBezTo>
                          <a:pt x="50793" y="114473"/>
                          <a:pt x="52163" y="112789"/>
                          <a:pt x="51268" y="111513"/>
                        </a:cubicBezTo>
                        <a:cubicBezTo>
                          <a:pt x="50921" y="111142"/>
                          <a:pt x="50500" y="110986"/>
                          <a:pt x="50075" y="110986"/>
                        </a:cubicBezTo>
                        <a:close/>
                        <a:moveTo>
                          <a:pt x="50120" y="82755"/>
                        </a:moveTo>
                        <a:cubicBezTo>
                          <a:pt x="49713" y="82755"/>
                          <a:pt x="49309" y="82973"/>
                          <a:pt x="49162" y="83459"/>
                        </a:cubicBezTo>
                        <a:cubicBezTo>
                          <a:pt x="48920" y="83306"/>
                          <a:pt x="48700" y="83239"/>
                          <a:pt x="48501" y="83239"/>
                        </a:cubicBezTo>
                        <a:cubicBezTo>
                          <a:pt x="47807" y="83239"/>
                          <a:pt x="47370" y="84044"/>
                          <a:pt x="47159" y="84773"/>
                        </a:cubicBezTo>
                        <a:lnTo>
                          <a:pt x="47055" y="84731"/>
                        </a:lnTo>
                        <a:cubicBezTo>
                          <a:pt x="46808" y="84484"/>
                          <a:pt x="46546" y="84382"/>
                          <a:pt x="46301" y="84382"/>
                        </a:cubicBezTo>
                        <a:cubicBezTo>
                          <a:pt x="45428" y="84382"/>
                          <a:pt x="44769" y="85679"/>
                          <a:pt x="45762" y="86379"/>
                        </a:cubicBezTo>
                        <a:cubicBezTo>
                          <a:pt x="45991" y="86525"/>
                          <a:pt x="46242" y="86671"/>
                          <a:pt x="46513" y="86796"/>
                        </a:cubicBezTo>
                        <a:cubicBezTo>
                          <a:pt x="46409" y="86984"/>
                          <a:pt x="46367" y="87193"/>
                          <a:pt x="46409" y="87401"/>
                        </a:cubicBezTo>
                        <a:cubicBezTo>
                          <a:pt x="46033" y="88694"/>
                          <a:pt x="45658" y="89967"/>
                          <a:pt x="45220" y="91239"/>
                        </a:cubicBezTo>
                        <a:cubicBezTo>
                          <a:pt x="43697" y="95556"/>
                          <a:pt x="41737" y="99707"/>
                          <a:pt x="39651" y="103774"/>
                        </a:cubicBezTo>
                        <a:cubicBezTo>
                          <a:pt x="38399" y="106194"/>
                          <a:pt x="36898" y="108488"/>
                          <a:pt x="35458" y="110803"/>
                        </a:cubicBezTo>
                        <a:cubicBezTo>
                          <a:pt x="34374" y="112868"/>
                          <a:pt x="34144" y="115267"/>
                          <a:pt x="33393" y="117457"/>
                        </a:cubicBezTo>
                        <a:cubicBezTo>
                          <a:pt x="32726" y="119230"/>
                          <a:pt x="32559" y="119897"/>
                          <a:pt x="30765" y="120773"/>
                        </a:cubicBezTo>
                        <a:cubicBezTo>
                          <a:pt x="30453" y="120940"/>
                          <a:pt x="30035" y="120857"/>
                          <a:pt x="29785" y="121170"/>
                        </a:cubicBezTo>
                        <a:cubicBezTo>
                          <a:pt x="29167" y="121770"/>
                          <a:pt x="30208" y="122146"/>
                          <a:pt x="31137" y="122146"/>
                        </a:cubicBezTo>
                        <a:cubicBezTo>
                          <a:pt x="31306" y="122146"/>
                          <a:pt x="31470" y="122134"/>
                          <a:pt x="31621" y="122108"/>
                        </a:cubicBezTo>
                        <a:lnTo>
                          <a:pt x="33247" y="122108"/>
                        </a:lnTo>
                        <a:cubicBezTo>
                          <a:pt x="33616" y="122108"/>
                          <a:pt x="33913" y="122110"/>
                          <a:pt x="34153" y="122110"/>
                        </a:cubicBezTo>
                        <a:cubicBezTo>
                          <a:pt x="35625" y="122110"/>
                          <a:pt x="34968" y="122048"/>
                          <a:pt x="35667" y="121170"/>
                        </a:cubicBezTo>
                        <a:cubicBezTo>
                          <a:pt x="36752" y="119814"/>
                          <a:pt x="37732" y="118333"/>
                          <a:pt x="38128" y="116623"/>
                        </a:cubicBezTo>
                        <a:cubicBezTo>
                          <a:pt x="38504" y="115163"/>
                          <a:pt x="38587" y="113598"/>
                          <a:pt x="39380" y="112284"/>
                        </a:cubicBezTo>
                        <a:cubicBezTo>
                          <a:pt x="41945" y="106799"/>
                          <a:pt x="45157" y="101626"/>
                          <a:pt x="47452" y="96036"/>
                        </a:cubicBezTo>
                        <a:cubicBezTo>
                          <a:pt x="48328" y="93804"/>
                          <a:pt x="49266" y="91614"/>
                          <a:pt x="49975" y="89362"/>
                        </a:cubicBezTo>
                        <a:cubicBezTo>
                          <a:pt x="50830" y="89529"/>
                          <a:pt x="51665" y="89695"/>
                          <a:pt x="52520" y="89821"/>
                        </a:cubicBezTo>
                        <a:cubicBezTo>
                          <a:pt x="54939" y="90384"/>
                          <a:pt x="57421" y="90676"/>
                          <a:pt x="59904" y="90884"/>
                        </a:cubicBezTo>
                        <a:cubicBezTo>
                          <a:pt x="60342" y="90968"/>
                          <a:pt x="60759" y="91051"/>
                          <a:pt x="61197" y="91114"/>
                        </a:cubicBezTo>
                        <a:cubicBezTo>
                          <a:pt x="62803" y="91385"/>
                          <a:pt x="64451" y="91552"/>
                          <a:pt x="66036" y="91990"/>
                        </a:cubicBezTo>
                        <a:cubicBezTo>
                          <a:pt x="66557" y="92157"/>
                          <a:pt x="67058" y="92324"/>
                          <a:pt x="67558" y="92553"/>
                        </a:cubicBezTo>
                        <a:cubicBezTo>
                          <a:pt x="67767" y="92636"/>
                          <a:pt x="67975" y="92762"/>
                          <a:pt x="68184" y="92866"/>
                        </a:cubicBezTo>
                        <a:cubicBezTo>
                          <a:pt x="68413" y="93012"/>
                          <a:pt x="68622" y="93158"/>
                          <a:pt x="68831" y="93325"/>
                        </a:cubicBezTo>
                        <a:cubicBezTo>
                          <a:pt x="68956" y="93429"/>
                          <a:pt x="69081" y="93533"/>
                          <a:pt x="69206" y="93658"/>
                        </a:cubicBezTo>
                        <a:cubicBezTo>
                          <a:pt x="69331" y="93784"/>
                          <a:pt x="69456" y="93930"/>
                          <a:pt x="69581" y="94096"/>
                        </a:cubicBezTo>
                        <a:cubicBezTo>
                          <a:pt x="69581" y="94117"/>
                          <a:pt x="69602" y="94117"/>
                          <a:pt x="69602" y="94138"/>
                        </a:cubicBezTo>
                        <a:cubicBezTo>
                          <a:pt x="69727" y="94305"/>
                          <a:pt x="69853" y="94493"/>
                          <a:pt x="69957" y="94660"/>
                        </a:cubicBezTo>
                        <a:cubicBezTo>
                          <a:pt x="70186" y="95077"/>
                          <a:pt x="70353" y="95515"/>
                          <a:pt x="70583" y="95953"/>
                        </a:cubicBezTo>
                        <a:cubicBezTo>
                          <a:pt x="70687" y="96182"/>
                          <a:pt x="70812" y="96412"/>
                          <a:pt x="70979" y="96641"/>
                        </a:cubicBezTo>
                        <a:cubicBezTo>
                          <a:pt x="71167" y="96912"/>
                          <a:pt x="71417" y="97163"/>
                          <a:pt x="71688" y="97371"/>
                        </a:cubicBezTo>
                        <a:cubicBezTo>
                          <a:pt x="72126" y="97726"/>
                          <a:pt x="72627" y="97997"/>
                          <a:pt x="73169" y="98164"/>
                        </a:cubicBezTo>
                        <a:cubicBezTo>
                          <a:pt x="73628" y="98331"/>
                          <a:pt x="74087" y="98435"/>
                          <a:pt x="74525" y="98623"/>
                        </a:cubicBezTo>
                        <a:cubicBezTo>
                          <a:pt x="74629" y="98664"/>
                          <a:pt x="74712" y="98727"/>
                          <a:pt x="74817" y="98769"/>
                        </a:cubicBezTo>
                        <a:cubicBezTo>
                          <a:pt x="74942" y="98852"/>
                          <a:pt x="75046" y="98935"/>
                          <a:pt x="75150" y="99019"/>
                        </a:cubicBezTo>
                        <a:cubicBezTo>
                          <a:pt x="75234" y="99081"/>
                          <a:pt x="75317" y="99165"/>
                          <a:pt x="75401" y="99248"/>
                        </a:cubicBezTo>
                        <a:cubicBezTo>
                          <a:pt x="75714" y="99582"/>
                          <a:pt x="76027" y="99916"/>
                          <a:pt x="76360" y="100229"/>
                        </a:cubicBezTo>
                        <a:cubicBezTo>
                          <a:pt x="76715" y="100541"/>
                          <a:pt x="77090" y="100813"/>
                          <a:pt x="77507" y="101042"/>
                        </a:cubicBezTo>
                        <a:cubicBezTo>
                          <a:pt x="77737" y="101167"/>
                          <a:pt x="77987" y="101271"/>
                          <a:pt x="78237" y="101376"/>
                        </a:cubicBezTo>
                        <a:cubicBezTo>
                          <a:pt x="78509" y="101459"/>
                          <a:pt x="78801" y="101522"/>
                          <a:pt x="79093" y="101563"/>
                        </a:cubicBezTo>
                        <a:cubicBezTo>
                          <a:pt x="79259" y="101574"/>
                          <a:pt x="79432" y="101579"/>
                          <a:pt x="79604" y="101579"/>
                        </a:cubicBezTo>
                        <a:cubicBezTo>
                          <a:pt x="79776" y="101579"/>
                          <a:pt x="79948" y="101574"/>
                          <a:pt x="80115" y="101563"/>
                        </a:cubicBezTo>
                        <a:lnTo>
                          <a:pt x="80532" y="101563"/>
                        </a:lnTo>
                        <a:cubicBezTo>
                          <a:pt x="80719" y="101563"/>
                          <a:pt x="80907" y="101584"/>
                          <a:pt x="81095" y="101605"/>
                        </a:cubicBezTo>
                        <a:cubicBezTo>
                          <a:pt x="81178" y="101626"/>
                          <a:pt x="81262" y="101647"/>
                          <a:pt x="81345" y="101668"/>
                        </a:cubicBezTo>
                        <a:cubicBezTo>
                          <a:pt x="81449" y="101689"/>
                          <a:pt x="81554" y="101730"/>
                          <a:pt x="81658" y="101772"/>
                        </a:cubicBezTo>
                        <a:cubicBezTo>
                          <a:pt x="81762" y="101835"/>
                          <a:pt x="81846" y="101876"/>
                          <a:pt x="81950" y="101939"/>
                        </a:cubicBezTo>
                        <a:cubicBezTo>
                          <a:pt x="82180" y="102064"/>
                          <a:pt x="82388" y="102231"/>
                          <a:pt x="82597" y="102377"/>
                        </a:cubicBezTo>
                        <a:cubicBezTo>
                          <a:pt x="82889" y="102606"/>
                          <a:pt x="83222" y="102815"/>
                          <a:pt x="83535" y="103003"/>
                        </a:cubicBezTo>
                        <a:cubicBezTo>
                          <a:pt x="84203" y="103378"/>
                          <a:pt x="84933" y="103670"/>
                          <a:pt x="85704" y="103733"/>
                        </a:cubicBezTo>
                        <a:cubicBezTo>
                          <a:pt x="85830" y="103747"/>
                          <a:pt x="85959" y="103754"/>
                          <a:pt x="86091" y="103754"/>
                        </a:cubicBezTo>
                        <a:cubicBezTo>
                          <a:pt x="86353" y="103754"/>
                          <a:pt x="86622" y="103726"/>
                          <a:pt x="86872" y="103670"/>
                        </a:cubicBezTo>
                        <a:cubicBezTo>
                          <a:pt x="87060" y="103649"/>
                          <a:pt x="87248" y="103608"/>
                          <a:pt x="87436" y="103545"/>
                        </a:cubicBezTo>
                        <a:cubicBezTo>
                          <a:pt x="87603" y="103503"/>
                          <a:pt x="87790" y="103441"/>
                          <a:pt x="87957" y="103357"/>
                        </a:cubicBezTo>
                        <a:cubicBezTo>
                          <a:pt x="88520" y="103128"/>
                          <a:pt x="89063" y="102836"/>
                          <a:pt x="89605" y="102606"/>
                        </a:cubicBezTo>
                        <a:cubicBezTo>
                          <a:pt x="89772" y="102544"/>
                          <a:pt x="89939" y="102502"/>
                          <a:pt x="90085" y="102440"/>
                        </a:cubicBezTo>
                        <a:lnTo>
                          <a:pt x="90126" y="102440"/>
                        </a:lnTo>
                        <a:cubicBezTo>
                          <a:pt x="90627" y="102752"/>
                          <a:pt x="91148" y="103024"/>
                          <a:pt x="91482" y="103274"/>
                        </a:cubicBezTo>
                        <a:cubicBezTo>
                          <a:pt x="92878" y="104089"/>
                          <a:pt x="94010" y="104312"/>
                          <a:pt x="95149" y="104312"/>
                        </a:cubicBezTo>
                        <a:cubicBezTo>
                          <a:pt x="96340" y="104312"/>
                          <a:pt x="97539" y="104068"/>
                          <a:pt x="99053" y="104004"/>
                        </a:cubicBezTo>
                        <a:cubicBezTo>
                          <a:pt x="99093" y="104003"/>
                          <a:pt x="99132" y="104002"/>
                          <a:pt x="99171" y="104002"/>
                        </a:cubicBezTo>
                        <a:cubicBezTo>
                          <a:pt x="100750" y="104002"/>
                          <a:pt x="102155" y="104810"/>
                          <a:pt x="103600" y="105339"/>
                        </a:cubicBezTo>
                        <a:cubicBezTo>
                          <a:pt x="105165" y="105881"/>
                          <a:pt x="106625" y="106653"/>
                          <a:pt x="108085" y="107404"/>
                        </a:cubicBezTo>
                        <a:cubicBezTo>
                          <a:pt x="108085" y="107404"/>
                          <a:pt x="108106" y="107404"/>
                          <a:pt x="108106" y="107424"/>
                        </a:cubicBezTo>
                        <a:cubicBezTo>
                          <a:pt x="109899" y="108968"/>
                          <a:pt x="111631" y="110616"/>
                          <a:pt x="113758" y="111679"/>
                        </a:cubicBezTo>
                        <a:cubicBezTo>
                          <a:pt x="116657" y="113306"/>
                          <a:pt x="119953" y="113974"/>
                          <a:pt x="123165" y="114725"/>
                        </a:cubicBezTo>
                        <a:cubicBezTo>
                          <a:pt x="127441" y="115788"/>
                          <a:pt x="131091" y="116498"/>
                          <a:pt x="135513" y="116518"/>
                        </a:cubicBezTo>
                        <a:cubicBezTo>
                          <a:pt x="135429" y="114892"/>
                          <a:pt x="135408" y="115872"/>
                          <a:pt x="135533" y="114850"/>
                        </a:cubicBezTo>
                        <a:cubicBezTo>
                          <a:pt x="135513" y="113870"/>
                          <a:pt x="135513" y="114162"/>
                          <a:pt x="135492" y="112889"/>
                        </a:cubicBezTo>
                        <a:cubicBezTo>
                          <a:pt x="132071" y="112034"/>
                          <a:pt x="129777" y="112305"/>
                          <a:pt x="126293" y="111513"/>
                        </a:cubicBezTo>
                        <a:cubicBezTo>
                          <a:pt x="126013" y="111214"/>
                          <a:pt x="125720" y="111091"/>
                          <a:pt x="125451" y="111091"/>
                        </a:cubicBezTo>
                        <a:cubicBezTo>
                          <a:pt x="124802" y="111091"/>
                          <a:pt x="124296" y="111808"/>
                          <a:pt x="124458" y="112472"/>
                        </a:cubicBezTo>
                        <a:cubicBezTo>
                          <a:pt x="123394" y="112243"/>
                          <a:pt x="122331" y="111971"/>
                          <a:pt x="121288" y="111679"/>
                        </a:cubicBezTo>
                        <a:cubicBezTo>
                          <a:pt x="119786" y="111241"/>
                          <a:pt x="118284" y="110783"/>
                          <a:pt x="116824" y="110178"/>
                        </a:cubicBezTo>
                        <a:cubicBezTo>
                          <a:pt x="116178" y="109886"/>
                          <a:pt x="115552" y="109573"/>
                          <a:pt x="114947" y="109218"/>
                        </a:cubicBezTo>
                        <a:cubicBezTo>
                          <a:pt x="114425" y="108885"/>
                          <a:pt x="113946" y="108530"/>
                          <a:pt x="113466" y="108155"/>
                        </a:cubicBezTo>
                        <a:cubicBezTo>
                          <a:pt x="113362" y="108071"/>
                          <a:pt x="113257" y="107988"/>
                          <a:pt x="113132" y="107883"/>
                        </a:cubicBezTo>
                        <a:cubicBezTo>
                          <a:pt x="113091" y="107570"/>
                          <a:pt x="112882" y="107299"/>
                          <a:pt x="112486" y="107153"/>
                        </a:cubicBezTo>
                        <a:cubicBezTo>
                          <a:pt x="112381" y="107112"/>
                          <a:pt x="112298" y="107070"/>
                          <a:pt x="112194" y="107028"/>
                        </a:cubicBezTo>
                        <a:cubicBezTo>
                          <a:pt x="112131" y="106986"/>
                          <a:pt x="112069" y="106924"/>
                          <a:pt x="112006" y="106861"/>
                        </a:cubicBezTo>
                        <a:cubicBezTo>
                          <a:pt x="111526" y="106423"/>
                          <a:pt x="111026" y="105964"/>
                          <a:pt x="110442" y="105652"/>
                        </a:cubicBezTo>
                        <a:cubicBezTo>
                          <a:pt x="109941" y="105380"/>
                          <a:pt x="109399" y="105214"/>
                          <a:pt x="108877" y="105047"/>
                        </a:cubicBezTo>
                        <a:cubicBezTo>
                          <a:pt x="108523" y="104922"/>
                          <a:pt x="108189" y="104796"/>
                          <a:pt x="107834" y="104650"/>
                        </a:cubicBezTo>
                        <a:cubicBezTo>
                          <a:pt x="107688" y="104567"/>
                          <a:pt x="107522" y="104463"/>
                          <a:pt x="107376" y="104379"/>
                        </a:cubicBezTo>
                        <a:cubicBezTo>
                          <a:pt x="106604" y="103920"/>
                          <a:pt x="105790" y="103545"/>
                          <a:pt x="104956" y="103211"/>
                        </a:cubicBezTo>
                        <a:cubicBezTo>
                          <a:pt x="104914" y="103170"/>
                          <a:pt x="104852" y="103149"/>
                          <a:pt x="104810" y="103107"/>
                        </a:cubicBezTo>
                        <a:cubicBezTo>
                          <a:pt x="104497" y="102919"/>
                          <a:pt x="104205" y="102732"/>
                          <a:pt x="103892" y="102565"/>
                        </a:cubicBezTo>
                        <a:cubicBezTo>
                          <a:pt x="103600" y="102398"/>
                          <a:pt x="103308" y="102252"/>
                          <a:pt x="103016" y="102106"/>
                        </a:cubicBezTo>
                        <a:cubicBezTo>
                          <a:pt x="102453" y="101856"/>
                          <a:pt x="101890" y="101626"/>
                          <a:pt x="101327" y="101459"/>
                        </a:cubicBezTo>
                        <a:cubicBezTo>
                          <a:pt x="101327" y="101313"/>
                          <a:pt x="101285" y="101146"/>
                          <a:pt x="101223" y="101000"/>
                        </a:cubicBezTo>
                        <a:cubicBezTo>
                          <a:pt x="100972" y="100500"/>
                          <a:pt x="100388" y="100395"/>
                          <a:pt x="99929" y="100187"/>
                        </a:cubicBezTo>
                        <a:cubicBezTo>
                          <a:pt x="99659" y="100039"/>
                          <a:pt x="99360" y="99921"/>
                          <a:pt x="99070" y="99921"/>
                        </a:cubicBezTo>
                        <a:cubicBezTo>
                          <a:pt x="98868" y="99921"/>
                          <a:pt x="98670" y="99979"/>
                          <a:pt x="98490" y="100124"/>
                        </a:cubicBezTo>
                        <a:cubicBezTo>
                          <a:pt x="96029" y="99832"/>
                          <a:pt x="93568" y="99603"/>
                          <a:pt x="91107" y="99311"/>
                        </a:cubicBezTo>
                        <a:cubicBezTo>
                          <a:pt x="91294" y="99102"/>
                          <a:pt x="91482" y="98873"/>
                          <a:pt x="91670" y="98643"/>
                        </a:cubicBezTo>
                        <a:cubicBezTo>
                          <a:pt x="92167" y="97975"/>
                          <a:pt x="91613" y="96991"/>
                          <a:pt x="90827" y="96991"/>
                        </a:cubicBezTo>
                        <a:cubicBezTo>
                          <a:pt x="90755" y="96991"/>
                          <a:pt x="90681" y="96999"/>
                          <a:pt x="90606" y="97017"/>
                        </a:cubicBezTo>
                        <a:cubicBezTo>
                          <a:pt x="90272" y="97079"/>
                          <a:pt x="90043" y="97309"/>
                          <a:pt x="89855" y="97580"/>
                        </a:cubicBezTo>
                        <a:cubicBezTo>
                          <a:pt x="89751" y="97684"/>
                          <a:pt x="89667" y="97788"/>
                          <a:pt x="89584" y="97893"/>
                        </a:cubicBezTo>
                        <a:cubicBezTo>
                          <a:pt x="89355" y="97455"/>
                          <a:pt x="89000" y="97079"/>
                          <a:pt x="88499" y="96871"/>
                        </a:cubicBezTo>
                        <a:cubicBezTo>
                          <a:pt x="87957" y="96620"/>
                          <a:pt x="87373" y="96495"/>
                          <a:pt x="86810" y="96328"/>
                        </a:cubicBezTo>
                        <a:cubicBezTo>
                          <a:pt x="86393" y="96203"/>
                          <a:pt x="85976" y="96057"/>
                          <a:pt x="85558" y="96015"/>
                        </a:cubicBezTo>
                        <a:cubicBezTo>
                          <a:pt x="85520" y="96011"/>
                          <a:pt x="85482" y="96008"/>
                          <a:pt x="85445" y="96008"/>
                        </a:cubicBezTo>
                        <a:cubicBezTo>
                          <a:pt x="84807" y="96008"/>
                          <a:pt x="84295" y="96656"/>
                          <a:pt x="84453" y="97267"/>
                        </a:cubicBezTo>
                        <a:cubicBezTo>
                          <a:pt x="83681" y="97100"/>
                          <a:pt x="82930" y="96891"/>
                          <a:pt x="82180" y="96620"/>
                        </a:cubicBezTo>
                        <a:cubicBezTo>
                          <a:pt x="81940" y="96418"/>
                          <a:pt x="81631" y="96308"/>
                          <a:pt x="81332" y="96308"/>
                        </a:cubicBezTo>
                        <a:cubicBezTo>
                          <a:pt x="81137" y="96308"/>
                          <a:pt x="80947" y="96355"/>
                          <a:pt x="80782" y="96453"/>
                        </a:cubicBezTo>
                        <a:cubicBezTo>
                          <a:pt x="80678" y="96099"/>
                          <a:pt x="80427" y="95807"/>
                          <a:pt x="80031" y="95744"/>
                        </a:cubicBezTo>
                        <a:cubicBezTo>
                          <a:pt x="79950" y="95726"/>
                          <a:pt x="79872" y="95718"/>
                          <a:pt x="79797" y="95718"/>
                        </a:cubicBezTo>
                        <a:cubicBezTo>
                          <a:pt x="79169" y="95718"/>
                          <a:pt x="78707" y="96290"/>
                          <a:pt x="78279" y="96662"/>
                        </a:cubicBezTo>
                        <a:cubicBezTo>
                          <a:pt x="78154" y="96766"/>
                          <a:pt x="78029" y="96871"/>
                          <a:pt x="77925" y="96975"/>
                        </a:cubicBezTo>
                        <a:cubicBezTo>
                          <a:pt x="77820" y="96933"/>
                          <a:pt x="77695" y="96891"/>
                          <a:pt x="77570" y="96891"/>
                        </a:cubicBezTo>
                        <a:cubicBezTo>
                          <a:pt x="77820" y="96349"/>
                          <a:pt x="77591" y="95598"/>
                          <a:pt x="76882" y="95369"/>
                        </a:cubicBezTo>
                        <a:cubicBezTo>
                          <a:pt x="77236" y="94910"/>
                          <a:pt x="77341" y="94388"/>
                          <a:pt x="76861" y="93846"/>
                        </a:cubicBezTo>
                        <a:cubicBezTo>
                          <a:pt x="76612" y="93653"/>
                          <a:pt x="76388" y="93573"/>
                          <a:pt x="76178" y="93573"/>
                        </a:cubicBezTo>
                        <a:cubicBezTo>
                          <a:pt x="75911" y="93573"/>
                          <a:pt x="75666" y="93701"/>
                          <a:pt x="75422" y="93888"/>
                        </a:cubicBezTo>
                        <a:cubicBezTo>
                          <a:pt x="75296" y="93846"/>
                          <a:pt x="75150" y="93804"/>
                          <a:pt x="75025" y="93784"/>
                        </a:cubicBezTo>
                        <a:cubicBezTo>
                          <a:pt x="74754" y="93638"/>
                          <a:pt x="74462" y="93533"/>
                          <a:pt x="74170" y="93512"/>
                        </a:cubicBezTo>
                        <a:cubicBezTo>
                          <a:pt x="74733" y="93074"/>
                          <a:pt x="74796" y="92032"/>
                          <a:pt x="73920" y="91698"/>
                        </a:cubicBezTo>
                        <a:cubicBezTo>
                          <a:pt x="72648" y="91260"/>
                          <a:pt x="71438" y="90655"/>
                          <a:pt x="70228" y="90050"/>
                        </a:cubicBezTo>
                        <a:lnTo>
                          <a:pt x="70166" y="89967"/>
                        </a:lnTo>
                        <a:cubicBezTo>
                          <a:pt x="70197" y="89377"/>
                          <a:pt x="69649" y="88914"/>
                          <a:pt x="69101" y="88914"/>
                        </a:cubicBezTo>
                        <a:cubicBezTo>
                          <a:pt x="68913" y="88914"/>
                          <a:pt x="68725" y="88968"/>
                          <a:pt x="68559" y="89091"/>
                        </a:cubicBezTo>
                        <a:cubicBezTo>
                          <a:pt x="68497" y="89132"/>
                          <a:pt x="68434" y="89174"/>
                          <a:pt x="68393" y="89216"/>
                        </a:cubicBezTo>
                        <a:cubicBezTo>
                          <a:pt x="67371" y="88799"/>
                          <a:pt x="66328" y="88486"/>
                          <a:pt x="65222" y="88361"/>
                        </a:cubicBezTo>
                        <a:cubicBezTo>
                          <a:pt x="63929" y="88215"/>
                          <a:pt x="62636" y="88215"/>
                          <a:pt x="61343" y="88215"/>
                        </a:cubicBezTo>
                        <a:cubicBezTo>
                          <a:pt x="61238" y="88173"/>
                          <a:pt x="61134" y="88173"/>
                          <a:pt x="61030" y="88173"/>
                        </a:cubicBezTo>
                        <a:cubicBezTo>
                          <a:pt x="60696" y="88194"/>
                          <a:pt x="60362" y="88215"/>
                          <a:pt x="60050" y="88215"/>
                        </a:cubicBezTo>
                        <a:cubicBezTo>
                          <a:pt x="59048" y="88215"/>
                          <a:pt x="58047" y="88215"/>
                          <a:pt x="57046" y="88131"/>
                        </a:cubicBezTo>
                        <a:cubicBezTo>
                          <a:pt x="56525" y="88006"/>
                          <a:pt x="55982" y="87860"/>
                          <a:pt x="55461" y="87714"/>
                        </a:cubicBezTo>
                        <a:cubicBezTo>
                          <a:pt x="55419" y="87714"/>
                          <a:pt x="55377" y="87693"/>
                          <a:pt x="55357" y="87693"/>
                        </a:cubicBezTo>
                        <a:cubicBezTo>
                          <a:pt x="55336" y="87693"/>
                          <a:pt x="55336" y="87672"/>
                          <a:pt x="55336" y="87672"/>
                        </a:cubicBezTo>
                        <a:cubicBezTo>
                          <a:pt x="55294" y="87672"/>
                          <a:pt x="55252" y="87651"/>
                          <a:pt x="55211" y="87651"/>
                        </a:cubicBezTo>
                        <a:cubicBezTo>
                          <a:pt x="55211" y="87651"/>
                          <a:pt x="55190" y="87631"/>
                          <a:pt x="55190" y="87631"/>
                        </a:cubicBezTo>
                        <a:lnTo>
                          <a:pt x="55106" y="87631"/>
                        </a:lnTo>
                        <a:cubicBezTo>
                          <a:pt x="54209" y="87359"/>
                          <a:pt x="53333" y="87088"/>
                          <a:pt x="52416" y="86859"/>
                        </a:cubicBezTo>
                        <a:cubicBezTo>
                          <a:pt x="51998" y="86734"/>
                          <a:pt x="51560" y="86629"/>
                          <a:pt x="51122" y="86525"/>
                        </a:cubicBezTo>
                        <a:cubicBezTo>
                          <a:pt x="51018" y="86504"/>
                          <a:pt x="50893" y="86483"/>
                          <a:pt x="50768" y="86463"/>
                        </a:cubicBezTo>
                        <a:cubicBezTo>
                          <a:pt x="50956" y="85628"/>
                          <a:pt x="51081" y="84773"/>
                          <a:pt x="51164" y="83918"/>
                        </a:cubicBezTo>
                        <a:cubicBezTo>
                          <a:pt x="51274" y="83187"/>
                          <a:pt x="50693" y="82755"/>
                          <a:pt x="50120" y="82755"/>
                        </a:cubicBezTo>
                        <a:close/>
                      </a:path>
                    </a:pathLst>
                  </a:custGeom>
                  <a:solidFill>
                    <a:srgbClr val="E1BF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2" name="Google Shape;2592;p46"/>
                  <p:cNvSpPr/>
                  <p:nvPr/>
                </p:nvSpPr>
                <p:spPr>
                  <a:xfrm>
                    <a:off x="3978925" y="1813800"/>
                    <a:ext cx="2473225" cy="1109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929" h="44362" extrusionOk="0">
                        <a:moveTo>
                          <a:pt x="230" y="1"/>
                        </a:moveTo>
                        <a:lnTo>
                          <a:pt x="230" y="1"/>
                        </a:lnTo>
                        <a:cubicBezTo>
                          <a:pt x="1" y="126"/>
                          <a:pt x="397" y="397"/>
                          <a:pt x="230" y="522"/>
                        </a:cubicBezTo>
                        <a:cubicBezTo>
                          <a:pt x="22" y="2379"/>
                          <a:pt x="335" y="4610"/>
                          <a:pt x="230" y="6112"/>
                        </a:cubicBezTo>
                        <a:lnTo>
                          <a:pt x="230" y="12557"/>
                        </a:lnTo>
                        <a:cubicBezTo>
                          <a:pt x="481" y="14268"/>
                          <a:pt x="230" y="17605"/>
                          <a:pt x="230" y="20546"/>
                        </a:cubicBezTo>
                        <a:cubicBezTo>
                          <a:pt x="274" y="20547"/>
                          <a:pt x="316" y="20548"/>
                          <a:pt x="358" y="20548"/>
                        </a:cubicBezTo>
                        <a:cubicBezTo>
                          <a:pt x="883" y="20548"/>
                          <a:pt x="1317" y="20432"/>
                          <a:pt x="1857" y="20316"/>
                        </a:cubicBezTo>
                        <a:cubicBezTo>
                          <a:pt x="1903" y="20347"/>
                          <a:pt x="1960" y="20366"/>
                          <a:pt x="2028" y="20366"/>
                        </a:cubicBezTo>
                        <a:cubicBezTo>
                          <a:pt x="2053" y="20366"/>
                          <a:pt x="2080" y="20364"/>
                          <a:pt x="2108" y="20358"/>
                        </a:cubicBezTo>
                        <a:lnTo>
                          <a:pt x="2504" y="20295"/>
                        </a:lnTo>
                        <a:cubicBezTo>
                          <a:pt x="3514" y="20185"/>
                          <a:pt x="4525" y="20059"/>
                          <a:pt x="5536" y="20059"/>
                        </a:cubicBezTo>
                        <a:cubicBezTo>
                          <a:pt x="5672" y="20059"/>
                          <a:pt x="5809" y="20061"/>
                          <a:pt x="5945" y="20066"/>
                        </a:cubicBezTo>
                        <a:cubicBezTo>
                          <a:pt x="7760" y="20191"/>
                          <a:pt x="9533" y="20608"/>
                          <a:pt x="11306" y="20963"/>
                        </a:cubicBezTo>
                        <a:cubicBezTo>
                          <a:pt x="11347" y="20973"/>
                          <a:pt x="11389" y="20979"/>
                          <a:pt x="11428" y="20979"/>
                        </a:cubicBezTo>
                        <a:cubicBezTo>
                          <a:pt x="11467" y="20979"/>
                          <a:pt x="11504" y="20973"/>
                          <a:pt x="11535" y="20963"/>
                        </a:cubicBezTo>
                        <a:cubicBezTo>
                          <a:pt x="12661" y="21171"/>
                          <a:pt x="13788" y="21359"/>
                          <a:pt x="14914" y="21526"/>
                        </a:cubicBezTo>
                        <a:cubicBezTo>
                          <a:pt x="16312" y="21797"/>
                          <a:pt x="17709" y="22068"/>
                          <a:pt x="19127" y="22277"/>
                        </a:cubicBezTo>
                        <a:cubicBezTo>
                          <a:pt x="19146" y="22283"/>
                          <a:pt x="19166" y="22286"/>
                          <a:pt x="19187" y="22286"/>
                        </a:cubicBezTo>
                        <a:cubicBezTo>
                          <a:pt x="19237" y="22286"/>
                          <a:pt x="19292" y="22271"/>
                          <a:pt x="19336" y="22256"/>
                        </a:cubicBezTo>
                        <a:lnTo>
                          <a:pt x="19378" y="22256"/>
                        </a:lnTo>
                        <a:cubicBezTo>
                          <a:pt x="19419" y="22277"/>
                          <a:pt x="19440" y="22277"/>
                          <a:pt x="19482" y="22298"/>
                        </a:cubicBezTo>
                        <a:cubicBezTo>
                          <a:pt x="21171" y="22611"/>
                          <a:pt x="22882" y="23028"/>
                          <a:pt x="24613" y="23111"/>
                        </a:cubicBezTo>
                        <a:cubicBezTo>
                          <a:pt x="25969" y="23341"/>
                          <a:pt x="27324" y="23507"/>
                          <a:pt x="28680" y="23653"/>
                        </a:cubicBezTo>
                        <a:cubicBezTo>
                          <a:pt x="29660" y="23799"/>
                          <a:pt x="30662" y="23925"/>
                          <a:pt x="31642" y="24029"/>
                        </a:cubicBezTo>
                        <a:cubicBezTo>
                          <a:pt x="31705" y="24029"/>
                          <a:pt x="31746" y="24029"/>
                          <a:pt x="31788" y="24008"/>
                        </a:cubicBezTo>
                        <a:cubicBezTo>
                          <a:pt x="32059" y="24092"/>
                          <a:pt x="32330" y="24154"/>
                          <a:pt x="32601" y="24175"/>
                        </a:cubicBezTo>
                        <a:cubicBezTo>
                          <a:pt x="33290" y="24279"/>
                          <a:pt x="33978" y="24363"/>
                          <a:pt x="34666" y="24446"/>
                        </a:cubicBezTo>
                        <a:cubicBezTo>
                          <a:pt x="34875" y="24467"/>
                          <a:pt x="35063" y="24509"/>
                          <a:pt x="35250" y="24530"/>
                        </a:cubicBezTo>
                        <a:cubicBezTo>
                          <a:pt x="35438" y="24571"/>
                          <a:pt x="35605" y="24592"/>
                          <a:pt x="35772" y="24634"/>
                        </a:cubicBezTo>
                        <a:cubicBezTo>
                          <a:pt x="36502" y="24842"/>
                          <a:pt x="37232" y="24947"/>
                          <a:pt x="37983" y="25009"/>
                        </a:cubicBezTo>
                        <a:cubicBezTo>
                          <a:pt x="38316" y="25072"/>
                          <a:pt x="38650" y="25134"/>
                          <a:pt x="38984" y="25197"/>
                        </a:cubicBezTo>
                        <a:cubicBezTo>
                          <a:pt x="39020" y="25206"/>
                          <a:pt x="39054" y="25210"/>
                          <a:pt x="39088" y="25210"/>
                        </a:cubicBezTo>
                        <a:cubicBezTo>
                          <a:pt x="39210" y="25210"/>
                          <a:pt x="39315" y="25154"/>
                          <a:pt x="39380" y="25072"/>
                        </a:cubicBezTo>
                        <a:cubicBezTo>
                          <a:pt x="45053" y="25885"/>
                          <a:pt x="50706" y="26949"/>
                          <a:pt x="56275" y="28388"/>
                        </a:cubicBezTo>
                        <a:cubicBezTo>
                          <a:pt x="57380" y="28680"/>
                          <a:pt x="58402" y="28972"/>
                          <a:pt x="59508" y="29327"/>
                        </a:cubicBezTo>
                        <a:cubicBezTo>
                          <a:pt x="60592" y="29660"/>
                          <a:pt x="61635" y="30203"/>
                          <a:pt x="62741" y="30495"/>
                        </a:cubicBezTo>
                        <a:cubicBezTo>
                          <a:pt x="63429" y="30787"/>
                          <a:pt x="64117" y="31121"/>
                          <a:pt x="64764" y="31475"/>
                        </a:cubicBezTo>
                        <a:cubicBezTo>
                          <a:pt x="65765" y="32226"/>
                          <a:pt x="66683" y="33102"/>
                          <a:pt x="67413" y="34103"/>
                        </a:cubicBezTo>
                        <a:cubicBezTo>
                          <a:pt x="67455" y="34166"/>
                          <a:pt x="67496" y="34187"/>
                          <a:pt x="67538" y="34207"/>
                        </a:cubicBezTo>
                        <a:cubicBezTo>
                          <a:pt x="68039" y="35021"/>
                          <a:pt x="68539" y="35814"/>
                          <a:pt x="69019" y="36606"/>
                        </a:cubicBezTo>
                        <a:cubicBezTo>
                          <a:pt x="69081" y="36690"/>
                          <a:pt x="69123" y="36731"/>
                          <a:pt x="69186" y="36773"/>
                        </a:cubicBezTo>
                        <a:cubicBezTo>
                          <a:pt x="69415" y="37169"/>
                          <a:pt x="69624" y="37586"/>
                          <a:pt x="69832" y="37983"/>
                        </a:cubicBezTo>
                        <a:cubicBezTo>
                          <a:pt x="69811" y="38087"/>
                          <a:pt x="69811" y="38191"/>
                          <a:pt x="69874" y="38296"/>
                        </a:cubicBezTo>
                        <a:cubicBezTo>
                          <a:pt x="70083" y="38671"/>
                          <a:pt x="70312" y="39026"/>
                          <a:pt x="70542" y="39380"/>
                        </a:cubicBezTo>
                        <a:cubicBezTo>
                          <a:pt x="70771" y="39756"/>
                          <a:pt x="71021" y="40089"/>
                          <a:pt x="71292" y="40444"/>
                        </a:cubicBezTo>
                        <a:cubicBezTo>
                          <a:pt x="71334" y="40486"/>
                          <a:pt x="71355" y="40506"/>
                          <a:pt x="71397" y="40548"/>
                        </a:cubicBezTo>
                        <a:cubicBezTo>
                          <a:pt x="71397" y="40569"/>
                          <a:pt x="71418" y="40590"/>
                          <a:pt x="71438" y="40611"/>
                        </a:cubicBezTo>
                        <a:cubicBezTo>
                          <a:pt x="71522" y="40715"/>
                          <a:pt x="71626" y="40819"/>
                          <a:pt x="71710" y="40944"/>
                        </a:cubicBezTo>
                        <a:cubicBezTo>
                          <a:pt x="71793" y="41028"/>
                          <a:pt x="71876" y="41153"/>
                          <a:pt x="71981" y="41236"/>
                        </a:cubicBezTo>
                        <a:cubicBezTo>
                          <a:pt x="71835" y="41695"/>
                          <a:pt x="72669" y="42175"/>
                          <a:pt x="72940" y="42467"/>
                        </a:cubicBezTo>
                        <a:cubicBezTo>
                          <a:pt x="73670" y="43072"/>
                          <a:pt x="74463" y="43593"/>
                          <a:pt x="75360" y="43927"/>
                        </a:cubicBezTo>
                        <a:cubicBezTo>
                          <a:pt x="75401" y="43927"/>
                          <a:pt x="75443" y="43948"/>
                          <a:pt x="75464" y="43948"/>
                        </a:cubicBezTo>
                        <a:cubicBezTo>
                          <a:pt x="75798" y="44073"/>
                          <a:pt x="76111" y="44198"/>
                          <a:pt x="76423" y="44303"/>
                        </a:cubicBezTo>
                        <a:cubicBezTo>
                          <a:pt x="76500" y="44344"/>
                          <a:pt x="76578" y="44362"/>
                          <a:pt x="76653" y="44362"/>
                        </a:cubicBezTo>
                        <a:cubicBezTo>
                          <a:pt x="76881" y="44362"/>
                          <a:pt x="77075" y="44189"/>
                          <a:pt x="77091" y="43969"/>
                        </a:cubicBezTo>
                        <a:cubicBezTo>
                          <a:pt x="77112" y="43948"/>
                          <a:pt x="77112" y="43906"/>
                          <a:pt x="77133" y="43865"/>
                        </a:cubicBezTo>
                        <a:cubicBezTo>
                          <a:pt x="77174" y="43552"/>
                          <a:pt x="77216" y="43239"/>
                          <a:pt x="77237" y="42905"/>
                        </a:cubicBezTo>
                        <a:cubicBezTo>
                          <a:pt x="77404" y="42717"/>
                          <a:pt x="77508" y="42425"/>
                          <a:pt x="77633" y="42238"/>
                        </a:cubicBezTo>
                        <a:cubicBezTo>
                          <a:pt x="77696" y="42196"/>
                          <a:pt x="77717" y="42133"/>
                          <a:pt x="77737" y="42050"/>
                        </a:cubicBezTo>
                        <a:cubicBezTo>
                          <a:pt x="77779" y="42029"/>
                          <a:pt x="77821" y="42029"/>
                          <a:pt x="77842" y="42008"/>
                        </a:cubicBezTo>
                        <a:cubicBezTo>
                          <a:pt x="77988" y="41967"/>
                          <a:pt x="78134" y="41904"/>
                          <a:pt x="78259" y="41904"/>
                        </a:cubicBezTo>
                        <a:cubicBezTo>
                          <a:pt x="79051" y="41716"/>
                          <a:pt x="79844" y="41612"/>
                          <a:pt x="80657" y="41612"/>
                        </a:cubicBezTo>
                        <a:cubicBezTo>
                          <a:pt x="82138" y="41675"/>
                          <a:pt x="83619" y="41862"/>
                          <a:pt x="85079" y="42133"/>
                        </a:cubicBezTo>
                        <a:cubicBezTo>
                          <a:pt x="85110" y="42139"/>
                          <a:pt x="85139" y="42142"/>
                          <a:pt x="85166" y="42142"/>
                        </a:cubicBezTo>
                        <a:cubicBezTo>
                          <a:pt x="85232" y="42142"/>
                          <a:pt x="85291" y="42127"/>
                          <a:pt x="85350" y="42113"/>
                        </a:cubicBezTo>
                        <a:cubicBezTo>
                          <a:pt x="86039" y="42259"/>
                          <a:pt x="86727" y="42405"/>
                          <a:pt x="87415" y="42530"/>
                        </a:cubicBezTo>
                        <a:cubicBezTo>
                          <a:pt x="88020" y="42697"/>
                          <a:pt x="88646" y="42843"/>
                          <a:pt x="89272" y="43009"/>
                        </a:cubicBezTo>
                        <a:cubicBezTo>
                          <a:pt x="89376" y="43030"/>
                          <a:pt x="89480" y="43051"/>
                          <a:pt x="89585" y="43072"/>
                        </a:cubicBezTo>
                        <a:cubicBezTo>
                          <a:pt x="89668" y="43093"/>
                          <a:pt x="89751" y="43114"/>
                          <a:pt x="89814" y="43135"/>
                        </a:cubicBezTo>
                        <a:lnTo>
                          <a:pt x="89835" y="43135"/>
                        </a:lnTo>
                        <a:cubicBezTo>
                          <a:pt x="91128" y="43468"/>
                          <a:pt x="92463" y="43739"/>
                          <a:pt x="93798" y="43865"/>
                        </a:cubicBezTo>
                        <a:cubicBezTo>
                          <a:pt x="93839" y="43876"/>
                          <a:pt x="93876" y="43881"/>
                          <a:pt x="93911" y="43881"/>
                        </a:cubicBezTo>
                        <a:cubicBezTo>
                          <a:pt x="94002" y="43881"/>
                          <a:pt x="94077" y="43847"/>
                          <a:pt x="94152" y="43802"/>
                        </a:cubicBezTo>
                        <a:lnTo>
                          <a:pt x="94278" y="43802"/>
                        </a:lnTo>
                        <a:cubicBezTo>
                          <a:pt x="94319" y="43823"/>
                          <a:pt x="94340" y="43844"/>
                          <a:pt x="94382" y="43865"/>
                        </a:cubicBezTo>
                        <a:cubicBezTo>
                          <a:pt x="94410" y="43875"/>
                          <a:pt x="94444" y="43879"/>
                          <a:pt x="94482" y="43879"/>
                        </a:cubicBezTo>
                        <a:cubicBezTo>
                          <a:pt x="94921" y="43879"/>
                          <a:pt x="95950" y="43261"/>
                          <a:pt x="96238" y="43030"/>
                        </a:cubicBezTo>
                        <a:cubicBezTo>
                          <a:pt x="97469" y="42154"/>
                          <a:pt x="97719" y="40340"/>
                          <a:pt x="97031" y="39046"/>
                        </a:cubicBezTo>
                        <a:cubicBezTo>
                          <a:pt x="96864" y="38692"/>
                          <a:pt x="96593" y="38421"/>
                          <a:pt x="96301" y="38170"/>
                        </a:cubicBezTo>
                        <a:cubicBezTo>
                          <a:pt x="96509" y="38066"/>
                          <a:pt x="96718" y="37983"/>
                          <a:pt x="96926" y="37858"/>
                        </a:cubicBezTo>
                        <a:cubicBezTo>
                          <a:pt x="97573" y="37440"/>
                          <a:pt x="98178" y="36877"/>
                          <a:pt x="98428" y="36126"/>
                        </a:cubicBezTo>
                        <a:cubicBezTo>
                          <a:pt x="98762" y="35042"/>
                          <a:pt x="98866" y="33665"/>
                          <a:pt x="98199" y="32685"/>
                        </a:cubicBezTo>
                        <a:cubicBezTo>
                          <a:pt x="98220" y="32601"/>
                          <a:pt x="98240" y="32539"/>
                          <a:pt x="98261" y="32455"/>
                        </a:cubicBezTo>
                        <a:cubicBezTo>
                          <a:pt x="98449" y="31705"/>
                          <a:pt x="98720" y="30933"/>
                          <a:pt x="98720" y="30140"/>
                        </a:cubicBezTo>
                        <a:cubicBezTo>
                          <a:pt x="98699" y="29181"/>
                          <a:pt x="98386" y="28263"/>
                          <a:pt x="97969" y="27429"/>
                        </a:cubicBezTo>
                        <a:cubicBezTo>
                          <a:pt x="98240" y="27178"/>
                          <a:pt x="98407" y="26615"/>
                          <a:pt x="98491" y="26302"/>
                        </a:cubicBezTo>
                        <a:cubicBezTo>
                          <a:pt x="98929" y="24947"/>
                          <a:pt x="98345" y="23528"/>
                          <a:pt x="97364" y="22569"/>
                        </a:cubicBezTo>
                        <a:cubicBezTo>
                          <a:pt x="95988" y="21297"/>
                          <a:pt x="94278" y="20462"/>
                          <a:pt x="92609" y="19628"/>
                        </a:cubicBezTo>
                        <a:cubicBezTo>
                          <a:pt x="89522" y="17938"/>
                          <a:pt x="86289" y="16499"/>
                          <a:pt x="82973" y="15290"/>
                        </a:cubicBezTo>
                        <a:cubicBezTo>
                          <a:pt x="81686" y="14820"/>
                          <a:pt x="80288" y="14494"/>
                          <a:pt x="78893" y="14494"/>
                        </a:cubicBezTo>
                        <a:cubicBezTo>
                          <a:pt x="78367" y="14494"/>
                          <a:pt x="77840" y="14540"/>
                          <a:pt x="77320" y="14643"/>
                        </a:cubicBezTo>
                        <a:cubicBezTo>
                          <a:pt x="75860" y="15018"/>
                          <a:pt x="74296" y="14956"/>
                          <a:pt x="72815" y="15227"/>
                        </a:cubicBezTo>
                        <a:cubicBezTo>
                          <a:pt x="72401" y="15243"/>
                          <a:pt x="71986" y="15251"/>
                          <a:pt x="71572" y="15251"/>
                        </a:cubicBezTo>
                        <a:cubicBezTo>
                          <a:pt x="70401" y="15251"/>
                          <a:pt x="69230" y="15189"/>
                          <a:pt x="68059" y="15081"/>
                        </a:cubicBezTo>
                        <a:cubicBezTo>
                          <a:pt x="67572" y="15065"/>
                          <a:pt x="66718" y="14795"/>
                          <a:pt x="66107" y="14795"/>
                        </a:cubicBezTo>
                        <a:cubicBezTo>
                          <a:pt x="65934" y="14795"/>
                          <a:pt x="65781" y="14817"/>
                          <a:pt x="65661" y="14872"/>
                        </a:cubicBezTo>
                        <a:lnTo>
                          <a:pt x="65640" y="14872"/>
                        </a:lnTo>
                        <a:cubicBezTo>
                          <a:pt x="65557" y="14852"/>
                          <a:pt x="65473" y="14831"/>
                          <a:pt x="65390" y="14831"/>
                        </a:cubicBezTo>
                        <a:cubicBezTo>
                          <a:pt x="64952" y="14747"/>
                          <a:pt x="64493" y="14685"/>
                          <a:pt x="64055" y="14643"/>
                        </a:cubicBezTo>
                        <a:cubicBezTo>
                          <a:pt x="63403" y="14605"/>
                          <a:pt x="62733" y="14302"/>
                          <a:pt x="62095" y="14302"/>
                        </a:cubicBezTo>
                        <a:cubicBezTo>
                          <a:pt x="62039" y="14302"/>
                          <a:pt x="61983" y="14304"/>
                          <a:pt x="61927" y="14309"/>
                        </a:cubicBezTo>
                        <a:cubicBezTo>
                          <a:pt x="58924" y="13663"/>
                          <a:pt x="55879" y="13225"/>
                          <a:pt x="52959" y="12265"/>
                        </a:cubicBezTo>
                        <a:cubicBezTo>
                          <a:pt x="50748" y="11619"/>
                          <a:pt x="48620" y="10805"/>
                          <a:pt x="46430" y="10138"/>
                        </a:cubicBezTo>
                        <a:cubicBezTo>
                          <a:pt x="45533" y="9783"/>
                          <a:pt x="44615" y="9470"/>
                          <a:pt x="43656" y="9324"/>
                        </a:cubicBezTo>
                        <a:cubicBezTo>
                          <a:pt x="43573" y="9303"/>
                          <a:pt x="43489" y="9283"/>
                          <a:pt x="43427" y="9283"/>
                        </a:cubicBezTo>
                        <a:cubicBezTo>
                          <a:pt x="41695" y="8657"/>
                          <a:pt x="39881" y="8365"/>
                          <a:pt x="38129" y="7885"/>
                        </a:cubicBezTo>
                        <a:cubicBezTo>
                          <a:pt x="33519" y="6550"/>
                          <a:pt x="28993" y="4840"/>
                          <a:pt x="24279" y="3839"/>
                        </a:cubicBezTo>
                        <a:cubicBezTo>
                          <a:pt x="22819" y="3505"/>
                          <a:pt x="21359" y="2921"/>
                          <a:pt x="19857" y="2838"/>
                        </a:cubicBezTo>
                        <a:cubicBezTo>
                          <a:pt x="17146" y="2191"/>
                          <a:pt x="14393" y="1544"/>
                          <a:pt x="11639" y="1106"/>
                        </a:cubicBezTo>
                        <a:cubicBezTo>
                          <a:pt x="10500" y="968"/>
                          <a:pt x="9332" y="716"/>
                          <a:pt x="8182" y="716"/>
                        </a:cubicBezTo>
                        <a:cubicBezTo>
                          <a:pt x="7943" y="716"/>
                          <a:pt x="7705" y="727"/>
                          <a:pt x="7468" y="752"/>
                        </a:cubicBezTo>
                        <a:cubicBezTo>
                          <a:pt x="7072" y="731"/>
                          <a:pt x="4214" y="126"/>
                          <a:pt x="2504" y="105"/>
                        </a:cubicBezTo>
                        <a:cubicBezTo>
                          <a:pt x="1984" y="105"/>
                          <a:pt x="1748" y="212"/>
                          <a:pt x="1256" y="212"/>
                        </a:cubicBezTo>
                        <a:cubicBezTo>
                          <a:pt x="1215" y="212"/>
                          <a:pt x="1172" y="211"/>
                          <a:pt x="1127" y="210"/>
                        </a:cubicBezTo>
                        <a:lnTo>
                          <a:pt x="230" y="1"/>
                        </a:lnTo>
                        <a:close/>
                      </a:path>
                    </a:pathLst>
                  </a:custGeom>
                  <a:solidFill>
                    <a:srgbClr val="D09978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3" name="Google Shape;2593;p46"/>
                  <p:cNvSpPr/>
                  <p:nvPr/>
                </p:nvSpPr>
                <p:spPr>
                  <a:xfrm>
                    <a:off x="3978425" y="1934900"/>
                    <a:ext cx="2474775" cy="984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991" h="39389" extrusionOk="0">
                        <a:moveTo>
                          <a:pt x="88420" y="14301"/>
                        </a:moveTo>
                        <a:cubicBezTo>
                          <a:pt x="88260" y="14301"/>
                          <a:pt x="88183" y="14505"/>
                          <a:pt x="88353" y="14638"/>
                        </a:cubicBezTo>
                        <a:cubicBezTo>
                          <a:pt x="88437" y="14784"/>
                          <a:pt x="88499" y="14909"/>
                          <a:pt x="88562" y="15013"/>
                        </a:cubicBezTo>
                        <a:cubicBezTo>
                          <a:pt x="88551" y="15011"/>
                          <a:pt x="88539" y="15009"/>
                          <a:pt x="88528" y="15009"/>
                        </a:cubicBezTo>
                        <a:cubicBezTo>
                          <a:pt x="88452" y="15009"/>
                          <a:pt x="88371" y="15066"/>
                          <a:pt x="88353" y="15139"/>
                        </a:cubicBezTo>
                        <a:cubicBezTo>
                          <a:pt x="88332" y="15222"/>
                          <a:pt x="88353" y="15285"/>
                          <a:pt x="88395" y="15347"/>
                        </a:cubicBezTo>
                        <a:cubicBezTo>
                          <a:pt x="88666" y="16390"/>
                          <a:pt x="87894" y="16578"/>
                          <a:pt x="88165" y="16849"/>
                        </a:cubicBezTo>
                        <a:cubicBezTo>
                          <a:pt x="88201" y="16885"/>
                          <a:pt x="88246" y="16900"/>
                          <a:pt x="88294" y="16900"/>
                        </a:cubicBezTo>
                        <a:cubicBezTo>
                          <a:pt x="88473" y="16900"/>
                          <a:pt x="88709" y="16691"/>
                          <a:pt x="88791" y="16494"/>
                        </a:cubicBezTo>
                        <a:cubicBezTo>
                          <a:pt x="88833" y="16453"/>
                          <a:pt x="88854" y="16411"/>
                          <a:pt x="88895" y="16348"/>
                        </a:cubicBezTo>
                        <a:cubicBezTo>
                          <a:pt x="89229" y="15869"/>
                          <a:pt x="89083" y="15222"/>
                          <a:pt x="88833" y="14721"/>
                        </a:cubicBezTo>
                        <a:cubicBezTo>
                          <a:pt x="88693" y="14407"/>
                          <a:pt x="88535" y="14301"/>
                          <a:pt x="88420" y="14301"/>
                        </a:cubicBezTo>
                        <a:close/>
                        <a:moveTo>
                          <a:pt x="88410" y="19195"/>
                        </a:moveTo>
                        <a:cubicBezTo>
                          <a:pt x="88179" y="19195"/>
                          <a:pt x="88050" y="19506"/>
                          <a:pt x="88395" y="19581"/>
                        </a:cubicBezTo>
                        <a:cubicBezTo>
                          <a:pt x="88395" y="19602"/>
                          <a:pt x="88416" y="19602"/>
                          <a:pt x="88416" y="19602"/>
                        </a:cubicBezTo>
                        <a:cubicBezTo>
                          <a:pt x="88395" y="19769"/>
                          <a:pt x="88478" y="19957"/>
                          <a:pt x="88499" y="20124"/>
                        </a:cubicBezTo>
                        <a:cubicBezTo>
                          <a:pt x="88520" y="20436"/>
                          <a:pt x="88457" y="20728"/>
                          <a:pt x="88395" y="21020"/>
                        </a:cubicBezTo>
                        <a:cubicBezTo>
                          <a:pt x="88332" y="21208"/>
                          <a:pt x="88270" y="21396"/>
                          <a:pt x="88186" y="21563"/>
                        </a:cubicBezTo>
                        <a:cubicBezTo>
                          <a:pt x="88082" y="21709"/>
                          <a:pt x="88040" y="21938"/>
                          <a:pt x="88270" y="21980"/>
                        </a:cubicBezTo>
                        <a:cubicBezTo>
                          <a:pt x="89292" y="21584"/>
                          <a:pt x="89313" y="20144"/>
                          <a:pt x="88708" y="19373"/>
                        </a:cubicBezTo>
                        <a:cubicBezTo>
                          <a:pt x="88608" y="19243"/>
                          <a:pt x="88501" y="19195"/>
                          <a:pt x="88410" y="19195"/>
                        </a:cubicBezTo>
                        <a:close/>
                        <a:moveTo>
                          <a:pt x="94172" y="20436"/>
                        </a:moveTo>
                        <a:cubicBezTo>
                          <a:pt x="94360" y="20499"/>
                          <a:pt x="94527" y="20562"/>
                          <a:pt x="94694" y="20624"/>
                        </a:cubicBezTo>
                        <a:cubicBezTo>
                          <a:pt x="95549" y="20979"/>
                          <a:pt x="96529" y="21146"/>
                          <a:pt x="97238" y="21771"/>
                        </a:cubicBezTo>
                        <a:cubicBezTo>
                          <a:pt x="97364" y="21876"/>
                          <a:pt x="97468" y="22001"/>
                          <a:pt x="97593" y="22126"/>
                        </a:cubicBezTo>
                        <a:cubicBezTo>
                          <a:pt x="97572" y="22168"/>
                          <a:pt x="97572" y="22209"/>
                          <a:pt x="97593" y="22272"/>
                        </a:cubicBezTo>
                        <a:cubicBezTo>
                          <a:pt x="98114" y="23294"/>
                          <a:pt x="97843" y="24399"/>
                          <a:pt x="96988" y="25046"/>
                        </a:cubicBezTo>
                        <a:cubicBezTo>
                          <a:pt x="96586" y="25192"/>
                          <a:pt x="96119" y="25258"/>
                          <a:pt x="95673" y="25258"/>
                        </a:cubicBezTo>
                        <a:cubicBezTo>
                          <a:pt x="95610" y="25258"/>
                          <a:pt x="95548" y="25257"/>
                          <a:pt x="95486" y="25255"/>
                        </a:cubicBezTo>
                        <a:cubicBezTo>
                          <a:pt x="95007" y="25255"/>
                          <a:pt x="94548" y="25192"/>
                          <a:pt x="94068" y="25129"/>
                        </a:cubicBezTo>
                        <a:cubicBezTo>
                          <a:pt x="94360" y="24337"/>
                          <a:pt x="94444" y="22293"/>
                          <a:pt x="94381" y="22001"/>
                        </a:cubicBezTo>
                        <a:cubicBezTo>
                          <a:pt x="94360" y="21500"/>
                          <a:pt x="94318" y="20937"/>
                          <a:pt x="94172" y="20436"/>
                        </a:cubicBezTo>
                        <a:close/>
                        <a:moveTo>
                          <a:pt x="87734" y="24414"/>
                        </a:moveTo>
                        <a:cubicBezTo>
                          <a:pt x="87613" y="24414"/>
                          <a:pt x="87492" y="24533"/>
                          <a:pt x="87561" y="24670"/>
                        </a:cubicBezTo>
                        <a:cubicBezTo>
                          <a:pt x="87602" y="24775"/>
                          <a:pt x="87686" y="24837"/>
                          <a:pt x="87727" y="24921"/>
                        </a:cubicBezTo>
                        <a:cubicBezTo>
                          <a:pt x="87644" y="25067"/>
                          <a:pt x="87748" y="25234"/>
                          <a:pt x="87748" y="25380"/>
                        </a:cubicBezTo>
                        <a:cubicBezTo>
                          <a:pt x="87790" y="25776"/>
                          <a:pt x="87727" y="26193"/>
                          <a:pt x="87623" y="26569"/>
                        </a:cubicBezTo>
                        <a:cubicBezTo>
                          <a:pt x="87561" y="26777"/>
                          <a:pt x="87456" y="27007"/>
                          <a:pt x="87310" y="27173"/>
                        </a:cubicBezTo>
                        <a:cubicBezTo>
                          <a:pt x="87227" y="27257"/>
                          <a:pt x="87185" y="27382"/>
                          <a:pt x="87269" y="27465"/>
                        </a:cubicBezTo>
                        <a:cubicBezTo>
                          <a:pt x="87306" y="27512"/>
                          <a:pt x="87356" y="27534"/>
                          <a:pt x="87408" y="27534"/>
                        </a:cubicBezTo>
                        <a:cubicBezTo>
                          <a:pt x="87471" y="27534"/>
                          <a:pt x="87536" y="27502"/>
                          <a:pt x="87581" y="27445"/>
                        </a:cubicBezTo>
                        <a:cubicBezTo>
                          <a:pt x="88207" y="27027"/>
                          <a:pt x="88478" y="26214"/>
                          <a:pt x="88332" y="25484"/>
                        </a:cubicBezTo>
                        <a:cubicBezTo>
                          <a:pt x="88270" y="25129"/>
                          <a:pt x="88103" y="24816"/>
                          <a:pt x="87894" y="24524"/>
                        </a:cubicBezTo>
                        <a:cubicBezTo>
                          <a:pt x="87859" y="24446"/>
                          <a:pt x="87796" y="24414"/>
                          <a:pt x="87734" y="24414"/>
                        </a:cubicBezTo>
                        <a:close/>
                        <a:moveTo>
                          <a:pt x="86095" y="30699"/>
                        </a:moveTo>
                        <a:cubicBezTo>
                          <a:pt x="85930" y="30699"/>
                          <a:pt x="85845" y="30881"/>
                          <a:pt x="85996" y="31032"/>
                        </a:cubicBezTo>
                        <a:cubicBezTo>
                          <a:pt x="86100" y="31095"/>
                          <a:pt x="86163" y="31199"/>
                          <a:pt x="86246" y="31303"/>
                        </a:cubicBezTo>
                        <a:cubicBezTo>
                          <a:pt x="86184" y="31491"/>
                          <a:pt x="86309" y="31700"/>
                          <a:pt x="86309" y="31887"/>
                        </a:cubicBezTo>
                        <a:cubicBezTo>
                          <a:pt x="86497" y="32868"/>
                          <a:pt x="85141" y="33514"/>
                          <a:pt x="85621" y="33785"/>
                        </a:cubicBezTo>
                        <a:cubicBezTo>
                          <a:pt x="85649" y="33794"/>
                          <a:pt x="85678" y="33798"/>
                          <a:pt x="85707" y="33798"/>
                        </a:cubicBezTo>
                        <a:cubicBezTo>
                          <a:pt x="85886" y="33798"/>
                          <a:pt x="86064" y="33646"/>
                          <a:pt x="86226" y="33556"/>
                        </a:cubicBezTo>
                        <a:cubicBezTo>
                          <a:pt x="87122" y="33034"/>
                          <a:pt x="87081" y="31741"/>
                          <a:pt x="86476" y="30990"/>
                        </a:cubicBezTo>
                        <a:cubicBezTo>
                          <a:pt x="86344" y="30776"/>
                          <a:pt x="86203" y="30699"/>
                          <a:pt x="86095" y="30699"/>
                        </a:cubicBezTo>
                        <a:close/>
                        <a:moveTo>
                          <a:pt x="29542" y="0"/>
                        </a:moveTo>
                        <a:cubicBezTo>
                          <a:pt x="29425" y="0"/>
                          <a:pt x="29300" y="42"/>
                          <a:pt x="29180" y="142"/>
                        </a:cubicBezTo>
                        <a:cubicBezTo>
                          <a:pt x="28116" y="1414"/>
                          <a:pt x="27678" y="3104"/>
                          <a:pt x="27115" y="4647"/>
                        </a:cubicBezTo>
                        <a:cubicBezTo>
                          <a:pt x="26406" y="6712"/>
                          <a:pt x="25947" y="8840"/>
                          <a:pt x="25676" y="11009"/>
                        </a:cubicBezTo>
                        <a:cubicBezTo>
                          <a:pt x="22923" y="10425"/>
                          <a:pt x="20149" y="9924"/>
                          <a:pt x="17374" y="9528"/>
                        </a:cubicBezTo>
                        <a:cubicBezTo>
                          <a:pt x="12535" y="8860"/>
                          <a:pt x="7697" y="8068"/>
                          <a:pt x="2816" y="7964"/>
                        </a:cubicBezTo>
                        <a:cubicBezTo>
                          <a:pt x="2712" y="7964"/>
                          <a:pt x="2607" y="7943"/>
                          <a:pt x="2524" y="7943"/>
                        </a:cubicBezTo>
                        <a:cubicBezTo>
                          <a:pt x="1460" y="7943"/>
                          <a:pt x="1377" y="8026"/>
                          <a:pt x="313" y="8047"/>
                        </a:cubicBezTo>
                        <a:cubicBezTo>
                          <a:pt x="42" y="8089"/>
                          <a:pt x="229" y="8172"/>
                          <a:pt x="250" y="8568"/>
                        </a:cubicBezTo>
                        <a:cubicBezTo>
                          <a:pt x="0" y="8860"/>
                          <a:pt x="250" y="9841"/>
                          <a:pt x="250" y="10091"/>
                        </a:cubicBezTo>
                        <a:cubicBezTo>
                          <a:pt x="21" y="12114"/>
                          <a:pt x="250" y="12948"/>
                          <a:pt x="250" y="15305"/>
                        </a:cubicBezTo>
                        <a:cubicBezTo>
                          <a:pt x="662" y="15423"/>
                          <a:pt x="986" y="15462"/>
                          <a:pt x="1309" y="15462"/>
                        </a:cubicBezTo>
                        <a:cubicBezTo>
                          <a:pt x="1674" y="15462"/>
                          <a:pt x="2037" y="15412"/>
                          <a:pt x="2524" y="15368"/>
                        </a:cubicBezTo>
                        <a:cubicBezTo>
                          <a:pt x="2881" y="15334"/>
                          <a:pt x="3253" y="15300"/>
                          <a:pt x="3627" y="15300"/>
                        </a:cubicBezTo>
                        <a:cubicBezTo>
                          <a:pt x="3711" y="15300"/>
                          <a:pt x="3795" y="15302"/>
                          <a:pt x="3880" y="15305"/>
                        </a:cubicBezTo>
                        <a:cubicBezTo>
                          <a:pt x="4010" y="15303"/>
                          <a:pt x="4141" y="15303"/>
                          <a:pt x="4271" y="15303"/>
                        </a:cubicBezTo>
                        <a:cubicBezTo>
                          <a:pt x="6975" y="15303"/>
                          <a:pt x="9660" y="15710"/>
                          <a:pt x="12306" y="16307"/>
                        </a:cubicBezTo>
                        <a:cubicBezTo>
                          <a:pt x="16332" y="17245"/>
                          <a:pt x="20420" y="17746"/>
                          <a:pt x="24508" y="18371"/>
                        </a:cubicBezTo>
                        <a:cubicBezTo>
                          <a:pt x="26427" y="18601"/>
                          <a:pt x="28387" y="18601"/>
                          <a:pt x="30306" y="18893"/>
                        </a:cubicBezTo>
                        <a:cubicBezTo>
                          <a:pt x="30494" y="18976"/>
                          <a:pt x="30786" y="18997"/>
                          <a:pt x="31057" y="19039"/>
                        </a:cubicBezTo>
                        <a:cubicBezTo>
                          <a:pt x="31266" y="19081"/>
                          <a:pt x="31474" y="19122"/>
                          <a:pt x="31662" y="19164"/>
                        </a:cubicBezTo>
                        <a:cubicBezTo>
                          <a:pt x="31723" y="19208"/>
                          <a:pt x="31777" y="19226"/>
                          <a:pt x="31825" y="19226"/>
                        </a:cubicBezTo>
                        <a:cubicBezTo>
                          <a:pt x="31892" y="19226"/>
                          <a:pt x="31947" y="19192"/>
                          <a:pt x="31996" y="19143"/>
                        </a:cubicBezTo>
                        <a:cubicBezTo>
                          <a:pt x="33268" y="19331"/>
                          <a:pt x="34519" y="19560"/>
                          <a:pt x="35792" y="19790"/>
                        </a:cubicBezTo>
                        <a:cubicBezTo>
                          <a:pt x="36584" y="19957"/>
                          <a:pt x="37377" y="20082"/>
                          <a:pt x="38149" y="20228"/>
                        </a:cubicBezTo>
                        <a:cubicBezTo>
                          <a:pt x="38241" y="20270"/>
                          <a:pt x="38367" y="20302"/>
                          <a:pt x="38479" y="20302"/>
                        </a:cubicBezTo>
                        <a:cubicBezTo>
                          <a:pt x="38646" y="20302"/>
                          <a:pt x="38783" y="20231"/>
                          <a:pt x="38733" y="20019"/>
                        </a:cubicBezTo>
                        <a:lnTo>
                          <a:pt x="38733" y="20019"/>
                        </a:lnTo>
                        <a:cubicBezTo>
                          <a:pt x="40443" y="20311"/>
                          <a:pt x="42174" y="20436"/>
                          <a:pt x="43885" y="20728"/>
                        </a:cubicBezTo>
                        <a:cubicBezTo>
                          <a:pt x="47639" y="21354"/>
                          <a:pt x="51331" y="22334"/>
                          <a:pt x="55002" y="23273"/>
                        </a:cubicBezTo>
                        <a:cubicBezTo>
                          <a:pt x="57233" y="23857"/>
                          <a:pt x="59486" y="24420"/>
                          <a:pt x="61697" y="25109"/>
                        </a:cubicBezTo>
                        <a:cubicBezTo>
                          <a:pt x="62761" y="25484"/>
                          <a:pt x="63845" y="25880"/>
                          <a:pt x="64784" y="26569"/>
                        </a:cubicBezTo>
                        <a:cubicBezTo>
                          <a:pt x="65889" y="27319"/>
                          <a:pt x="66599" y="28508"/>
                          <a:pt x="67370" y="29614"/>
                        </a:cubicBezTo>
                        <a:cubicBezTo>
                          <a:pt x="68684" y="31387"/>
                          <a:pt x="69727" y="33368"/>
                          <a:pt x="70937" y="35224"/>
                        </a:cubicBezTo>
                        <a:cubicBezTo>
                          <a:pt x="72334" y="37477"/>
                          <a:pt x="73940" y="38854"/>
                          <a:pt x="76589" y="39375"/>
                        </a:cubicBezTo>
                        <a:cubicBezTo>
                          <a:pt x="76617" y="39384"/>
                          <a:pt x="76642" y="39388"/>
                          <a:pt x="76666" y="39388"/>
                        </a:cubicBezTo>
                        <a:cubicBezTo>
                          <a:pt x="76750" y="39388"/>
                          <a:pt x="76812" y="39336"/>
                          <a:pt x="76861" y="39271"/>
                        </a:cubicBezTo>
                        <a:cubicBezTo>
                          <a:pt x="77173" y="39187"/>
                          <a:pt x="77173" y="38478"/>
                          <a:pt x="77319" y="38207"/>
                        </a:cubicBezTo>
                        <a:cubicBezTo>
                          <a:pt x="77382" y="37999"/>
                          <a:pt x="77465" y="37769"/>
                          <a:pt x="77507" y="37561"/>
                        </a:cubicBezTo>
                        <a:cubicBezTo>
                          <a:pt x="77570" y="37519"/>
                          <a:pt x="77611" y="37456"/>
                          <a:pt x="77632" y="37394"/>
                        </a:cubicBezTo>
                        <a:cubicBezTo>
                          <a:pt x="78842" y="36926"/>
                          <a:pt x="80005" y="36763"/>
                          <a:pt x="81164" y="36763"/>
                        </a:cubicBezTo>
                        <a:cubicBezTo>
                          <a:pt x="82903" y="36763"/>
                          <a:pt x="84632" y="37131"/>
                          <a:pt x="86497" y="37394"/>
                        </a:cubicBezTo>
                        <a:cubicBezTo>
                          <a:pt x="88937" y="37873"/>
                          <a:pt x="91315" y="38854"/>
                          <a:pt x="93860" y="38854"/>
                        </a:cubicBezTo>
                        <a:cubicBezTo>
                          <a:pt x="94005" y="38868"/>
                          <a:pt x="94144" y="38875"/>
                          <a:pt x="94277" y="38875"/>
                        </a:cubicBezTo>
                        <a:cubicBezTo>
                          <a:pt x="95493" y="38875"/>
                          <a:pt x="96194" y="38280"/>
                          <a:pt x="96946" y="37227"/>
                        </a:cubicBezTo>
                        <a:cubicBezTo>
                          <a:pt x="97197" y="36893"/>
                          <a:pt x="97364" y="36497"/>
                          <a:pt x="97530" y="36100"/>
                        </a:cubicBezTo>
                        <a:cubicBezTo>
                          <a:pt x="97572" y="35996"/>
                          <a:pt x="97510" y="35871"/>
                          <a:pt x="97405" y="35850"/>
                        </a:cubicBezTo>
                        <a:cubicBezTo>
                          <a:pt x="97695" y="35441"/>
                          <a:pt x="97567" y="35185"/>
                          <a:pt x="97408" y="35185"/>
                        </a:cubicBezTo>
                        <a:cubicBezTo>
                          <a:pt x="97372" y="35185"/>
                          <a:pt x="97335" y="35198"/>
                          <a:pt x="97301" y="35224"/>
                        </a:cubicBezTo>
                        <a:cubicBezTo>
                          <a:pt x="97322" y="34745"/>
                          <a:pt x="97259" y="34265"/>
                          <a:pt x="97113" y="34161"/>
                        </a:cubicBezTo>
                        <a:cubicBezTo>
                          <a:pt x="97074" y="34096"/>
                          <a:pt x="97011" y="34063"/>
                          <a:pt x="96943" y="34063"/>
                        </a:cubicBezTo>
                        <a:cubicBezTo>
                          <a:pt x="96902" y="34063"/>
                          <a:pt x="96860" y="34075"/>
                          <a:pt x="96821" y="34098"/>
                        </a:cubicBezTo>
                        <a:cubicBezTo>
                          <a:pt x="96800" y="34119"/>
                          <a:pt x="96800" y="34140"/>
                          <a:pt x="96780" y="34161"/>
                        </a:cubicBezTo>
                        <a:cubicBezTo>
                          <a:pt x="96717" y="33785"/>
                          <a:pt x="96613" y="33368"/>
                          <a:pt x="96383" y="33180"/>
                        </a:cubicBezTo>
                        <a:cubicBezTo>
                          <a:pt x="96362" y="33160"/>
                          <a:pt x="96321" y="33139"/>
                          <a:pt x="96300" y="33097"/>
                        </a:cubicBezTo>
                        <a:cubicBezTo>
                          <a:pt x="96286" y="33097"/>
                          <a:pt x="96281" y="33087"/>
                          <a:pt x="96273" y="33081"/>
                        </a:cubicBezTo>
                        <a:lnTo>
                          <a:pt x="96273" y="33081"/>
                        </a:lnTo>
                        <a:cubicBezTo>
                          <a:pt x="96331" y="33100"/>
                          <a:pt x="96387" y="33118"/>
                          <a:pt x="96425" y="33118"/>
                        </a:cubicBezTo>
                        <a:cubicBezTo>
                          <a:pt x="97593" y="33097"/>
                          <a:pt x="98490" y="32096"/>
                          <a:pt x="98719" y="31011"/>
                        </a:cubicBezTo>
                        <a:cubicBezTo>
                          <a:pt x="98803" y="30719"/>
                          <a:pt x="98991" y="29843"/>
                          <a:pt x="98719" y="29655"/>
                        </a:cubicBezTo>
                        <a:cubicBezTo>
                          <a:pt x="98782" y="29322"/>
                          <a:pt x="98886" y="28925"/>
                          <a:pt x="98719" y="28613"/>
                        </a:cubicBezTo>
                        <a:lnTo>
                          <a:pt x="98719" y="28592"/>
                        </a:lnTo>
                        <a:cubicBezTo>
                          <a:pt x="98679" y="28551"/>
                          <a:pt x="98621" y="28528"/>
                          <a:pt x="98568" y="28528"/>
                        </a:cubicBezTo>
                        <a:cubicBezTo>
                          <a:pt x="98539" y="28528"/>
                          <a:pt x="98512" y="28535"/>
                          <a:pt x="98490" y="28550"/>
                        </a:cubicBezTo>
                        <a:cubicBezTo>
                          <a:pt x="98432" y="28221"/>
                          <a:pt x="98338" y="27982"/>
                          <a:pt x="98175" y="27982"/>
                        </a:cubicBezTo>
                        <a:cubicBezTo>
                          <a:pt x="98162" y="27982"/>
                          <a:pt x="98149" y="27984"/>
                          <a:pt x="98135" y="27987"/>
                        </a:cubicBezTo>
                        <a:cubicBezTo>
                          <a:pt x="98094" y="27883"/>
                          <a:pt x="97968" y="27591"/>
                          <a:pt x="97843" y="27382"/>
                        </a:cubicBezTo>
                        <a:cubicBezTo>
                          <a:pt x="97822" y="27361"/>
                          <a:pt x="97822" y="27361"/>
                          <a:pt x="97822" y="27340"/>
                        </a:cubicBezTo>
                        <a:lnTo>
                          <a:pt x="97822" y="27340"/>
                        </a:lnTo>
                        <a:cubicBezTo>
                          <a:pt x="97885" y="27382"/>
                          <a:pt x="97927" y="27445"/>
                          <a:pt x="97989" y="27507"/>
                        </a:cubicBezTo>
                        <a:cubicBezTo>
                          <a:pt x="98073" y="27570"/>
                          <a:pt x="98135" y="27591"/>
                          <a:pt x="98177" y="27591"/>
                        </a:cubicBezTo>
                        <a:cubicBezTo>
                          <a:pt x="98427" y="27591"/>
                          <a:pt x="98386" y="26944"/>
                          <a:pt x="98427" y="26735"/>
                        </a:cubicBezTo>
                        <a:cubicBezTo>
                          <a:pt x="98573" y="26047"/>
                          <a:pt x="98678" y="25359"/>
                          <a:pt x="98573" y="24670"/>
                        </a:cubicBezTo>
                        <a:cubicBezTo>
                          <a:pt x="98511" y="24441"/>
                          <a:pt x="98615" y="24066"/>
                          <a:pt x="98406" y="23920"/>
                        </a:cubicBezTo>
                        <a:cubicBezTo>
                          <a:pt x="98490" y="23190"/>
                          <a:pt x="98323" y="22898"/>
                          <a:pt x="98177" y="22835"/>
                        </a:cubicBezTo>
                        <a:cubicBezTo>
                          <a:pt x="98135" y="22647"/>
                          <a:pt x="98073" y="22439"/>
                          <a:pt x="97989" y="22251"/>
                        </a:cubicBezTo>
                        <a:cubicBezTo>
                          <a:pt x="98219" y="22168"/>
                          <a:pt x="98365" y="21896"/>
                          <a:pt x="98490" y="21688"/>
                        </a:cubicBezTo>
                        <a:cubicBezTo>
                          <a:pt x="98970" y="20854"/>
                          <a:pt x="98907" y="19665"/>
                          <a:pt x="98302" y="18914"/>
                        </a:cubicBezTo>
                        <a:cubicBezTo>
                          <a:pt x="98319" y="18732"/>
                          <a:pt x="98244" y="18315"/>
                          <a:pt x="98056" y="18315"/>
                        </a:cubicBezTo>
                        <a:cubicBezTo>
                          <a:pt x="98007" y="18315"/>
                          <a:pt x="97950" y="18344"/>
                          <a:pt x="97885" y="18413"/>
                        </a:cubicBezTo>
                        <a:cubicBezTo>
                          <a:pt x="97822" y="18497"/>
                          <a:pt x="97885" y="18601"/>
                          <a:pt x="97906" y="18684"/>
                        </a:cubicBezTo>
                        <a:cubicBezTo>
                          <a:pt x="98073" y="19268"/>
                          <a:pt x="97551" y="19748"/>
                          <a:pt x="97009" y="19832"/>
                        </a:cubicBezTo>
                        <a:cubicBezTo>
                          <a:pt x="96747" y="19874"/>
                          <a:pt x="96459" y="19894"/>
                          <a:pt x="96153" y="19894"/>
                        </a:cubicBezTo>
                        <a:cubicBezTo>
                          <a:pt x="94511" y="19894"/>
                          <a:pt x="92362" y="19334"/>
                          <a:pt x="91044" y="18789"/>
                        </a:cubicBezTo>
                        <a:cubicBezTo>
                          <a:pt x="90870" y="18731"/>
                          <a:pt x="90697" y="18619"/>
                          <a:pt x="90523" y="18619"/>
                        </a:cubicBezTo>
                        <a:cubicBezTo>
                          <a:pt x="90509" y="18619"/>
                          <a:pt x="90495" y="18620"/>
                          <a:pt x="90481" y="18622"/>
                        </a:cubicBezTo>
                        <a:cubicBezTo>
                          <a:pt x="90293" y="18663"/>
                          <a:pt x="90314" y="18935"/>
                          <a:pt x="90481" y="18976"/>
                        </a:cubicBezTo>
                        <a:cubicBezTo>
                          <a:pt x="91628" y="19414"/>
                          <a:pt x="92754" y="19894"/>
                          <a:pt x="93901" y="20311"/>
                        </a:cubicBezTo>
                        <a:cubicBezTo>
                          <a:pt x="93880" y="20332"/>
                          <a:pt x="93880" y="20332"/>
                          <a:pt x="93880" y="20332"/>
                        </a:cubicBezTo>
                        <a:cubicBezTo>
                          <a:pt x="93871" y="20331"/>
                          <a:pt x="93862" y="20330"/>
                          <a:pt x="93853" y="20330"/>
                        </a:cubicBezTo>
                        <a:cubicBezTo>
                          <a:pt x="93740" y="20330"/>
                          <a:pt x="93651" y="20444"/>
                          <a:pt x="93651" y="20541"/>
                        </a:cubicBezTo>
                        <a:cubicBezTo>
                          <a:pt x="94026" y="21771"/>
                          <a:pt x="93943" y="23106"/>
                          <a:pt x="93734" y="24358"/>
                        </a:cubicBezTo>
                        <a:cubicBezTo>
                          <a:pt x="93672" y="24566"/>
                          <a:pt x="93630" y="24796"/>
                          <a:pt x="93547" y="25025"/>
                        </a:cubicBezTo>
                        <a:cubicBezTo>
                          <a:pt x="92837" y="24879"/>
                          <a:pt x="92128" y="24733"/>
                          <a:pt x="91419" y="24629"/>
                        </a:cubicBezTo>
                        <a:cubicBezTo>
                          <a:pt x="91302" y="24629"/>
                          <a:pt x="91172" y="24602"/>
                          <a:pt x="91050" y="24602"/>
                        </a:cubicBezTo>
                        <a:cubicBezTo>
                          <a:pt x="91020" y="24602"/>
                          <a:pt x="90990" y="24604"/>
                          <a:pt x="90960" y="24608"/>
                        </a:cubicBezTo>
                        <a:cubicBezTo>
                          <a:pt x="90877" y="24629"/>
                          <a:pt x="90814" y="24712"/>
                          <a:pt x="90835" y="24816"/>
                        </a:cubicBezTo>
                        <a:cubicBezTo>
                          <a:pt x="90877" y="24983"/>
                          <a:pt x="91044" y="24963"/>
                          <a:pt x="91190" y="24983"/>
                        </a:cubicBezTo>
                        <a:cubicBezTo>
                          <a:pt x="92712" y="25338"/>
                          <a:pt x="94256" y="25693"/>
                          <a:pt x="95716" y="26256"/>
                        </a:cubicBezTo>
                        <a:cubicBezTo>
                          <a:pt x="96196" y="26506"/>
                          <a:pt x="96738" y="26673"/>
                          <a:pt x="97218" y="26923"/>
                        </a:cubicBezTo>
                        <a:cubicBezTo>
                          <a:pt x="97176" y="27027"/>
                          <a:pt x="97176" y="27132"/>
                          <a:pt x="97301" y="27215"/>
                        </a:cubicBezTo>
                        <a:cubicBezTo>
                          <a:pt x="97364" y="27299"/>
                          <a:pt x="97405" y="27382"/>
                          <a:pt x="97447" y="27465"/>
                        </a:cubicBezTo>
                        <a:cubicBezTo>
                          <a:pt x="97510" y="27570"/>
                          <a:pt x="97551" y="27674"/>
                          <a:pt x="97614" y="27778"/>
                        </a:cubicBezTo>
                        <a:cubicBezTo>
                          <a:pt x="98094" y="28800"/>
                          <a:pt x="97948" y="29947"/>
                          <a:pt x="97113" y="30698"/>
                        </a:cubicBezTo>
                        <a:cubicBezTo>
                          <a:pt x="96619" y="30873"/>
                          <a:pt x="96064" y="30946"/>
                          <a:pt x="95554" y="30946"/>
                        </a:cubicBezTo>
                        <a:cubicBezTo>
                          <a:pt x="95332" y="30946"/>
                          <a:pt x="95119" y="30932"/>
                          <a:pt x="94923" y="30907"/>
                        </a:cubicBezTo>
                        <a:cubicBezTo>
                          <a:pt x="93612" y="30799"/>
                          <a:pt x="92332" y="30552"/>
                          <a:pt x="91030" y="30552"/>
                        </a:cubicBezTo>
                        <a:cubicBezTo>
                          <a:pt x="90820" y="30552"/>
                          <a:pt x="90609" y="30559"/>
                          <a:pt x="90397" y="30573"/>
                        </a:cubicBezTo>
                        <a:cubicBezTo>
                          <a:pt x="90375" y="30571"/>
                          <a:pt x="90352" y="30570"/>
                          <a:pt x="90328" y="30570"/>
                        </a:cubicBezTo>
                        <a:cubicBezTo>
                          <a:pt x="90095" y="30570"/>
                          <a:pt x="89772" y="30665"/>
                          <a:pt x="89980" y="30949"/>
                        </a:cubicBezTo>
                        <a:cubicBezTo>
                          <a:pt x="90710" y="31241"/>
                          <a:pt x="91565" y="31199"/>
                          <a:pt x="92337" y="31428"/>
                        </a:cubicBezTo>
                        <a:cubicBezTo>
                          <a:pt x="93130" y="31574"/>
                          <a:pt x="93880" y="31846"/>
                          <a:pt x="94590" y="32242"/>
                        </a:cubicBezTo>
                        <a:cubicBezTo>
                          <a:pt x="95090" y="32492"/>
                          <a:pt x="95570" y="32826"/>
                          <a:pt x="96112" y="33014"/>
                        </a:cubicBezTo>
                        <a:cubicBezTo>
                          <a:pt x="96029" y="33034"/>
                          <a:pt x="95966" y="33118"/>
                          <a:pt x="95966" y="33201"/>
                        </a:cubicBezTo>
                        <a:cubicBezTo>
                          <a:pt x="96112" y="33618"/>
                          <a:pt x="96154" y="34056"/>
                          <a:pt x="96133" y="34494"/>
                        </a:cubicBezTo>
                        <a:cubicBezTo>
                          <a:pt x="95987" y="35913"/>
                          <a:pt x="94840" y="36538"/>
                          <a:pt x="93568" y="36810"/>
                        </a:cubicBezTo>
                        <a:cubicBezTo>
                          <a:pt x="93469" y="36812"/>
                          <a:pt x="93370" y="36813"/>
                          <a:pt x="93270" y="36813"/>
                        </a:cubicBezTo>
                        <a:cubicBezTo>
                          <a:pt x="90723" y="36813"/>
                          <a:pt x="87719" y="36071"/>
                          <a:pt x="85913" y="35850"/>
                        </a:cubicBezTo>
                        <a:cubicBezTo>
                          <a:pt x="85183" y="35788"/>
                          <a:pt x="84411" y="35704"/>
                          <a:pt x="83618" y="35621"/>
                        </a:cubicBezTo>
                        <a:cubicBezTo>
                          <a:pt x="83535" y="35621"/>
                          <a:pt x="83452" y="35600"/>
                          <a:pt x="83368" y="35579"/>
                        </a:cubicBezTo>
                        <a:lnTo>
                          <a:pt x="83201" y="35579"/>
                        </a:lnTo>
                        <a:cubicBezTo>
                          <a:pt x="82930" y="35537"/>
                          <a:pt x="82638" y="35516"/>
                          <a:pt x="82367" y="35496"/>
                        </a:cubicBezTo>
                        <a:cubicBezTo>
                          <a:pt x="81825" y="35454"/>
                          <a:pt x="81303" y="35391"/>
                          <a:pt x="80761" y="35350"/>
                        </a:cubicBezTo>
                        <a:cubicBezTo>
                          <a:pt x="80698" y="35350"/>
                          <a:pt x="80615" y="35350"/>
                          <a:pt x="80531" y="35329"/>
                        </a:cubicBezTo>
                        <a:lnTo>
                          <a:pt x="80031" y="35329"/>
                        </a:lnTo>
                        <a:cubicBezTo>
                          <a:pt x="79801" y="35333"/>
                          <a:pt x="79572" y="35336"/>
                          <a:pt x="79343" y="35336"/>
                        </a:cubicBezTo>
                        <a:cubicBezTo>
                          <a:pt x="78427" y="35336"/>
                          <a:pt x="77515" y="35283"/>
                          <a:pt x="76631" y="35016"/>
                        </a:cubicBezTo>
                        <a:cubicBezTo>
                          <a:pt x="73794" y="34223"/>
                          <a:pt x="72188" y="33180"/>
                          <a:pt x="70603" y="30970"/>
                        </a:cubicBezTo>
                        <a:cubicBezTo>
                          <a:pt x="69685" y="29426"/>
                          <a:pt x="68872" y="27757"/>
                          <a:pt x="67829" y="26131"/>
                        </a:cubicBezTo>
                        <a:cubicBezTo>
                          <a:pt x="66891" y="24796"/>
                          <a:pt x="65577" y="23815"/>
                          <a:pt x="64200" y="22981"/>
                        </a:cubicBezTo>
                        <a:cubicBezTo>
                          <a:pt x="64450" y="19310"/>
                          <a:pt x="63616" y="12719"/>
                          <a:pt x="63428" y="11468"/>
                        </a:cubicBezTo>
                        <a:cubicBezTo>
                          <a:pt x="63324" y="10863"/>
                          <a:pt x="63199" y="10258"/>
                          <a:pt x="62948" y="9695"/>
                        </a:cubicBezTo>
                        <a:cubicBezTo>
                          <a:pt x="62860" y="9481"/>
                          <a:pt x="62689" y="9393"/>
                          <a:pt x="62515" y="9393"/>
                        </a:cubicBezTo>
                        <a:cubicBezTo>
                          <a:pt x="62196" y="9393"/>
                          <a:pt x="61869" y="9692"/>
                          <a:pt x="62031" y="10070"/>
                        </a:cubicBezTo>
                        <a:cubicBezTo>
                          <a:pt x="62072" y="10174"/>
                          <a:pt x="62093" y="10258"/>
                          <a:pt x="62135" y="10362"/>
                        </a:cubicBezTo>
                        <a:cubicBezTo>
                          <a:pt x="61989" y="10446"/>
                          <a:pt x="61906" y="10612"/>
                          <a:pt x="61947" y="10821"/>
                        </a:cubicBezTo>
                        <a:cubicBezTo>
                          <a:pt x="62093" y="11885"/>
                          <a:pt x="62239" y="12969"/>
                          <a:pt x="62344" y="14033"/>
                        </a:cubicBezTo>
                        <a:cubicBezTo>
                          <a:pt x="62218" y="14117"/>
                          <a:pt x="62114" y="14283"/>
                          <a:pt x="62135" y="14513"/>
                        </a:cubicBezTo>
                        <a:cubicBezTo>
                          <a:pt x="62573" y="16974"/>
                          <a:pt x="62677" y="19477"/>
                          <a:pt x="62552" y="21959"/>
                        </a:cubicBezTo>
                        <a:cubicBezTo>
                          <a:pt x="61488" y="21354"/>
                          <a:pt x="60383" y="20833"/>
                          <a:pt x="59278" y="20353"/>
                        </a:cubicBezTo>
                        <a:cubicBezTo>
                          <a:pt x="54272" y="18059"/>
                          <a:pt x="48890" y="16786"/>
                          <a:pt x="43551" y="15535"/>
                        </a:cubicBezTo>
                        <a:cubicBezTo>
                          <a:pt x="42091" y="15118"/>
                          <a:pt x="40610" y="14701"/>
                          <a:pt x="39150" y="14304"/>
                        </a:cubicBezTo>
                        <a:cubicBezTo>
                          <a:pt x="39171" y="14200"/>
                          <a:pt x="39212" y="14096"/>
                          <a:pt x="39254" y="13991"/>
                        </a:cubicBezTo>
                        <a:cubicBezTo>
                          <a:pt x="39922" y="11968"/>
                          <a:pt x="41110" y="10195"/>
                          <a:pt x="42174" y="8381"/>
                        </a:cubicBezTo>
                        <a:cubicBezTo>
                          <a:pt x="42405" y="7992"/>
                          <a:pt x="42069" y="7633"/>
                          <a:pt x="41729" y="7633"/>
                        </a:cubicBezTo>
                        <a:cubicBezTo>
                          <a:pt x="41576" y="7633"/>
                          <a:pt x="41422" y="7706"/>
                          <a:pt x="41319" y="7880"/>
                        </a:cubicBezTo>
                        <a:cubicBezTo>
                          <a:pt x="40109" y="9820"/>
                          <a:pt x="38920" y="11864"/>
                          <a:pt x="38149" y="14033"/>
                        </a:cubicBezTo>
                        <a:cubicBezTo>
                          <a:pt x="36042" y="13470"/>
                          <a:pt x="33915" y="12928"/>
                          <a:pt x="31787" y="12406"/>
                        </a:cubicBezTo>
                        <a:cubicBezTo>
                          <a:pt x="31891" y="11676"/>
                          <a:pt x="32017" y="10946"/>
                          <a:pt x="32163" y="10237"/>
                        </a:cubicBezTo>
                        <a:cubicBezTo>
                          <a:pt x="32684" y="7818"/>
                          <a:pt x="33414" y="5440"/>
                          <a:pt x="34373" y="3166"/>
                        </a:cubicBezTo>
                        <a:cubicBezTo>
                          <a:pt x="34478" y="2791"/>
                          <a:pt x="34791" y="2478"/>
                          <a:pt x="34791" y="2082"/>
                        </a:cubicBezTo>
                        <a:cubicBezTo>
                          <a:pt x="34764" y="1814"/>
                          <a:pt x="34522" y="1658"/>
                          <a:pt x="34280" y="1658"/>
                        </a:cubicBezTo>
                        <a:cubicBezTo>
                          <a:pt x="34146" y="1658"/>
                          <a:pt x="34012" y="1706"/>
                          <a:pt x="33915" y="1811"/>
                        </a:cubicBezTo>
                        <a:cubicBezTo>
                          <a:pt x="32955" y="3646"/>
                          <a:pt x="32350" y="5669"/>
                          <a:pt x="31766" y="7651"/>
                        </a:cubicBezTo>
                        <a:cubicBezTo>
                          <a:pt x="31349" y="9132"/>
                          <a:pt x="31015" y="10633"/>
                          <a:pt x="30828" y="12156"/>
                        </a:cubicBezTo>
                        <a:cubicBezTo>
                          <a:pt x="29430" y="11843"/>
                          <a:pt x="28054" y="11509"/>
                          <a:pt x="26677" y="11217"/>
                        </a:cubicBezTo>
                        <a:cubicBezTo>
                          <a:pt x="26698" y="10925"/>
                          <a:pt x="26740" y="10654"/>
                          <a:pt x="26781" y="10362"/>
                        </a:cubicBezTo>
                        <a:cubicBezTo>
                          <a:pt x="27282" y="7129"/>
                          <a:pt x="28137" y="3834"/>
                          <a:pt x="29764" y="976"/>
                        </a:cubicBezTo>
                        <a:cubicBezTo>
                          <a:pt x="30349" y="676"/>
                          <a:pt x="30010" y="0"/>
                          <a:pt x="29542" y="0"/>
                        </a:cubicBezTo>
                        <a:close/>
                      </a:path>
                    </a:pathLst>
                  </a:custGeom>
                  <a:solidFill>
                    <a:srgbClr val="BB846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4" name="Google Shape;2594;p46"/>
                  <p:cNvSpPr/>
                  <p:nvPr/>
                </p:nvSpPr>
                <p:spPr>
                  <a:xfrm>
                    <a:off x="5686825" y="2216200"/>
                    <a:ext cx="382600" cy="57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04" h="2281" extrusionOk="0">
                        <a:moveTo>
                          <a:pt x="10588" y="0"/>
                        </a:moveTo>
                        <a:cubicBezTo>
                          <a:pt x="8624" y="0"/>
                          <a:pt x="6746" y="664"/>
                          <a:pt x="4812" y="841"/>
                        </a:cubicBezTo>
                        <a:cubicBezTo>
                          <a:pt x="4264" y="900"/>
                          <a:pt x="3703" y="958"/>
                          <a:pt x="3143" y="958"/>
                        </a:cubicBezTo>
                        <a:cubicBezTo>
                          <a:pt x="2702" y="958"/>
                          <a:pt x="2262" y="922"/>
                          <a:pt x="1829" y="820"/>
                        </a:cubicBezTo>
                        <a:cubicBezTo>
                          <a:pt x="1475" y="800"/>
                          <a:pt x="1120" y="758"/>
                          <a:pt x="786" y="716"/>
                        </a:cubicBezTo>
                        <a:cubicBezTo>
                          <a:pt x="786" y="737"/>
                          <a:pt x="765" y="737"/>
                          <a:pt x="765" y="758"/>
                        </a:cubicBezTo>
                        <a:cubicBezTo>
                          <a:pt x="640" y="716"/>
                          <a:pt x="515" y="674"/>
                          <a:pt x="390" y="654"/>
                        </a:cubicBezTo>
                        <a:lnTo>
                          <a:pt x="286" y="654"/>
                        </a:lnTo>
                        <a:cubicBezTo>
                          <a:pt x="279" y="653"/>
                          <a:pt x="272" y="653"/>
                          <a:pt x="265" y="653"/>
                        </a:cubicBezTo>
                        <a:cubicBezTo>
                          <a:pt x="72" y="653"/>
                          <a:pt x="1" y="928"/>
                          <a:pt x="202" y="1008"/>
                        </a:cubicBezTo>
                        <a:cubicBezTo>
                          <a:pt x="1162" y="1196"/>
                          <a:pt x="2100" y="1571"/>
                          <a:pt x="3060" y="1842"/>
                        </a:cubicBezTo>
                        <a:cubicBezTo>
                          <a:pt x="4186" y="2176"/>
                          <a:pt x="5375" y="2239"/>
                          <a:pt x="6543" y="2260"/>
                        </a:cubicBezTo>
                        <a:cubicBezTo>
                          <a:pt x="6710" y="2281"/>
                          <a:pt x="6877" y="2281"/>
                          <a:pt x="7044" y="2281"/>
                        </a:cubicBezTo>
                        <a:cubicBezTo>
                          <a:pt x="8879" y="2281"/>
                          <a:pt x="10631" y="1655"/>
                          <a:pt x="12446" y="1384"/>
                        </a:cubicBezTo>
                        <a:cubicBezTo>
                          <a:pt x="13059" y="1324"/>
                          <a:pt x="13671" y="1275"/>
                          <a:pt x="14284" y="1275"/>
                        </a:cubicBezTo>
                        <a:cubicBezTo>
                          <a:pt x="14526" y="1275"/>
                          <a:pt x="14769" y="1282"/>
                          <a:pt x="15011" y="1300"/>
                        </a:cubicBezTo>
                        <a:cubicBezTo>
                          <a:pt x="15044" y="1317"/>
                          <a:pt x="15078" y="1324"/>
                          <a:pt x="15111" y="1324"/>
                        </a:cubicBezTo>
                        <a:cubicBezTo>
                          <a:pt x="15204" y="1324"/>
                          <a:pt x="15288" y="1262"/>
                          <a:pt x="15303" y="1154"/>
                        </a:cubicBezTo>
                        <a:cubicBezTo>
                          <a:pt x="15282" y="841"/>
                          <a:pt x="14678" y="883"/>
                          <a:pt x="14448" y="737"/>
                        </a:cubicBezTo>
                        <a:cubicBezTo>
                          <a:pt x="13332" y="372"/>
                          <a:pt x="12195" y="6"/>
                          <a:pt x="11020" y="6"/>
                        </a:cubicBezTo>
                        <a:cubicBezTo>
                          <a:pt x="10988" y="6"/>
                          <a:pt x="10955" y="6"/>
                          <a:pt x="10923" y="7"/>
                        </a:cubicBezTo>
                        <a:cubicBezTo>
                          <a:pt x="10811" y="3"/>
                          <a:pt x="10700" y="0"/>
                          <a:pt x="10588" y="0"/>
                        </a:cubicBezTo>
                        <a:close/>
                      </a:path>
                    </a:pathLst>
                  </a:custGeom>
                  <a:solidFill>
                    <a:srgbClr val="D9A58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5" name="Google Shape;2595;p46"/>
                  <p:cNvSpPr/>
                  <p:nvPr/>
                </p:nvSpPr>
                <p:spPr>
                  <a:xfrm>
                    <a:off x="4191150" y="1881375"/>
                    <a:ext cx="380700" cy="8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28" h="3220" extrusionOk="0">
                        <a:moveTo>
                          <a:pt x="883" y="1"/>
                        </a:moveTo>
                        <a:cubicBezTo>
                          <a:pt x="385" y="1"/>
                          <a:pt x="9" y="66"/>
                          <a:pt x="1" y="281"/>
                        </a:cubicBezTo>
                        <a:cubicBezTo>
                          <a:pt x="22" y="698"/>
                          <a:pt x="3213" y="1261"/>
                          <a:pt x="3755" y="1428"/>
                        </a:cubicBezTo>
                        <a:cubicBezTo>
                          <a:pt x="6863" y="2158"/>
                          <a:pt x="9992" y="2554"/>
                          <a:pt x="13120" y="3117"/>
                        </a:cubicBezTo>
                        <a:cubicBezTo>
                          <a:pt x="13457" y="3142"/>
                          <a:pt x="13824" y="3219"/>
                          <a:pt x="14176" y="3219"/>
                        </a:cubicBezTo>
                        <a:cubicBezTo>
                          <a:pt x="14412" y="3219"/>
                          <a:pt x="14642" y="3184"/>
                          <a:pt x="14852" y="3075"/>
                        </a:cubicBezTo>
                        <a:cubicBezTo>
                          <a:pt x="15227" y="2763"/>
                          <a:pt x="14747" y="2325"/>
                          <a:pt x="14414" y="2220"/>
                        </a:cubicBezTo>
                        <a:cubicBezTo>
                          <a:pt x="12808" y="1595"/>
                          <a:pt x="11056" y="1407"/>
                          <a:pt x="9366" y="1052"/>
                        </a:cubicBezTo>
                        <a:cubicBezTo>
                          <a:pt x="8761" y="760"/>
                          <a:pt x="7948" y="802"/>
                          <a:pt x="7280" y="635"/>
                        </a:cubicBezTo>
                        <a:cubicBezTo>
                          <a:pt x="5945" y="468"/>
                          <a:pt x="4652" y="218"/>
                          <a:pt x="3296" y="155"/>
                        </a:cubicBezTo>
                        <a:cubicBezTo>
                          <a:pt x="3266" y="159"/>
                          <a:pt x="3228" y="161"/>
                          <a:pt x="3183" y="161"/>
                        </a:cubicBezTo>
                        <a:cubicBezTo>
                          <a:pt x="2743" y="161"/>
                          <a:pt x="1663" y="1"/>
                          <a:pt x="883" y="1"/>
                        </a:cubicBezTo>
                        <a:close/>
                      </a:path>
                    </a:pathLst>
                  </a:custGeom>
                  <a:solidFill>
                    <a:srgbClr val="D9A58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6" name="Google Shape;2596;p46"/>
                  <p:cNvSpPr/>
                  <p:nvPr/>
                </p:nvSpPr>
                <p:spPr>
                  <a:xfrm>
                    <a:off x="4641175" y="1946200"/>
                    <a:ext cx="209625" cy="546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85" h="21862" extrusionOk="0">
                        <a:moveTo>
                          <a:pt x="7822" y="1630"/>
                        </a:moveTo>
                        <a:lnTo>
                          <a:pt x="7822" y="1630"/>
                        </a:lnTo>
                        <a:cubicBezTo>
                          <a:pt x="7832" y="1640"/>
                          <a:pt x="7842" y="1645"/>
                          <a:pt x="7853" y="1650"/>
                        </a:cubicBezTo>
                        <a:lnTo>
                          <a:pt x="7853" y="1650"/>
                        </a:lnTo>
                        <a:cubicBezTo>
                          <a:pt x="7842" y="1650"/>
                          <a:pt x="7838" y="1646"/>
                          <a:pt x="7822" y="1630"/>
                        </a:cubicBezTo>
                        <a:close/>
                        <a:moveTo>
                          <a:pt x="7864" y="1656"/>
                        </a:moveTo>
                        <a:cubicBezTo>
                          <a:pt x="7871" y="1660"/>
                          <a:pt x="7878" y="1665"/>
                          <a:pt x="7884" y="1671"/>
                        </a:cubicBezTo>
                        <a:cubicBezTo>
                          <a:pt x="7871" y="1671"/>
                          <a:pt x="7866" y="1663"/>
                          <a:pt x="7864" y="1656"/>
                        </a:cubicBezTo>
                        <a:close/>
                        <a:moveTo>
                          <a:pt x="4964" y="1"/>
                        </a:moveTo>
                        <a:cubicBezTo>
                          <a:pt x="4863" y="1"/>
                          <a:pt x="4765" y="24"/>
                          <a:pt x="4672" y="86"/>
                        </a:cubicBezTo>
                        <a:cubicBezTo>
                          <a:pt x="4422" y="399"/>
                          <a:pt x="3984" y="733"/>
                          <a:pt x="3901" y="1150"/>
                        </a:cubicBezTo>
                        <a:cubicBezTo>
                          <a:pt x="3859" y="1171"/>
                          <a:pt x="3817" y="1213"/>
                          <a:pt x="3796" y="1275"/>
                        </a:cubicBezTo>
                        <a:cubicBezTo>
                          <a:pt x="3609" y="1630"/>
                          <a:pt x="3337" y="2089"/>
                          <a:pt x="3108" y="2547"/>
                        </a:cubicBezTo>
                        <a:cubicBezTo>
                          <a:pt x="3066" y="2589"/>
                          <a:pt x="3024" y="2631"/>
                          <a:pt x="2983" y="2693"/>
                        </a:cubicBezTo>
                        <a:cubicBezTo>
                          <a:pt x="2795" y="3528"/>
                          <a:pt x="2586" y="4341"/>
                          <a:pt x="2378" y="5175"/>
                        </a:cubicBezTo>
                        <a:cubicBezTo>
                          <a:pt x="2378" y="5196"/>
                          <a:pt x="2357" y="5238"/>
                          <a:pt x="2357" y="5259"/>
                        </a:cubicBezTo>
                        <a:cubicBezTo>
                          <a:pt x="2190" y="5864"/>
                          <a:pt x="2023" y="6469"/>
                          <a:pt x="1877" y="7074"/>
                        </a:cubicBezTo>
                        <a:cubicBezTo>
                          <a:pt x="1773" y="7553"/>
                          <a:pt x="1669" y="8033"/>
                          <a:pt x="1564" y="8534"/>
                        </a:cubicBezTo>
                        <a:cubicBezTo>
                          <a:pt x="1544" y="8534"/>
                          <a:pt x="1544" y="8554"/>
                          <a:pt x="1544" y="8575"/>
                        </a:cubicBezTo>
                        <a:cubicBezTo>
                          <a:pt x="1231" y="9743"/>
                          <a:pt x="1001" y="10953"/>
                          <a:pt x="855" y="12142"/>
                        </a:cubicBezTo>
                        <a:cubicBezTo>
                          <a:pt x="834" y="12371"/>
                          <a:pt x="793" y="12601"/>
                          <a:pt x="772" y="12830"/>
                        </a:cubicBezTo>
                        <a:cubicBezTo>
                          <a:pt x="605" y="13122"/>
                          <a:pt x="668" y="13706"/>
                          <a:pt x="584" y="13957"/>
                        </a:cubicBezTo>
                        <a:cubicBezTo>
                          <a:pt x="563" y="14123"/>
                          <a:pt x="542" y="14269"/>
                          <a:pt x="522" y="14436"/>
                        </a:cubicBezTo>
                        <a:cubicBezTo>
                          <a:pt x="501" y="14478"/>
                          <a:pt x="480" y="14520"/>
                          <a:pt x="459" y="14582"/>
                        </a:cubicBezTo>
                        <a:cubicBezTo>
                          <a:pt x="0" y="16376"/>
                          <a:pt x="188" y="18253"/>
                          <a:pt x="480" y="20068"/>
                        </a:cubicBezTo>
                        <a:cubicBezTo>
                          <a:pt x="501" y="20172"/>
                          <a:pt x="542" y="20235"/>
                          <a:pt x="605" y="20276"/>
                        </a:cubicBezTo>
                        <a:cubicBezTo>
                          <a:pt x="605" y="20318"/>
                          <a:pt x="626" y="20339"/>
                          <a:pt x="626" y="20381"/>
                        </a:cubicBezTo>
                        <a:cubicBezTo>
                          <a:pt x="751" y="20965"/>
                          <a:pt x="1335" y="21236"/>
                          <a:pt x="1815" y="21528"/>
                        </a:cubicBezTo>
                        <a:cubicBezTo>
                          <a:pt x="1877" y="21570"/>
                          <a:pt x="1935" y="21585"/>
                          <a:pt x="1987" y="21585"/>
                        </a:cubicBezTo>
                        <a:cubicBezTo>
                          <a:pt x="2039" y="21585"/>
                          <a:pt x="2086" y="21570"/>
                          <a:pt x="2128" y="21549"/>
                        </a:cubicBezTo>
                        <a:cubicBezTo>
                          <a:pt x="2628" y="21757"/>
                          <a:pt x="3400" y="21862"/>
                          <a:pt x="3650" y="21862"/>
                        </a:cubicBezTo>
                        <a:cubicBezTo>
                          <a:pt x="3880" y="21862"/>
                          <a:pt x="4130" y="21862"/>
                          <a:pt x="4359" y="21841"/>
                        </a:cubicBezTo>
                        <a:cubicBezTo>
                          <a:pt x="4464" y="21820"/>
                          <a:pt x="4526" y="21778"/>
                          <a:pt x="4568" y="21716"/>
                        </a:cubicBezTo>
                        <a:lnTo>
                          <a:pt x="4756" y="21716"/>
                        </a:lnTo>
                        <a:cubicBezTo>
                          <a:pt x="4794" y="21731"/>
                          <a:pt x="4831" y="21739"/>
                          <a:pt x="4868" y="21739"/>
                        </a:cubicBezTo>
                        <a:cubicBezTo>
                          <a:pt x="5073" y="21739"/>
                          <a:pt x="5251" y="21514"/>
                          <a:pt x="5340" y="21319"/>
                        </a:cubicBezTo>
                        <a:cubicBezTo>
                          <a:pt x="5444" y="21069"/>
                          <a:pt x="5799" y="20694"/>
                          <a:pt x="5778" y="20402"/>
                        </a:cubicBezTo>
                        <a:cubicBezTo>
                          <a:pt x="5778" y="20360"/>
                          <a:pt x="5799" y="20297"/>
                          <a:pt x="5819" y="20256"/>
                        </a:cubicBezTo>
                        <a:cubicBezTo>
                          <a:pt x="5861" y="20047"/>
                          <a:pt x="6028" y="19776"/>
                          <a:pt x="6007" y="19567"/>
                        </a:cubicBezTo>
                        <a:cubicBezTo>
                          <a:pt x="6174" y="19421"/>
                          <a:pt x="6237" y="19046"/>
                          <a:pt x="5986" y="18879"/>
                        </a:cubicBezTo>
                        <a:cubicBezTo>
                          <a:pt x="5444" y="18629"/>
                          <a:pt x="4797" y="18775"/>
                          <a:pt x="4234" y="18524"/>
                        </a:cubicBezTo>
                        <a:cubicBezTo>
                          <a:pt x="4088" y="18483"/>
                          <a:pt x="3901" y="18378"/>
                          <a:pt x="3713" y="18357"/>
                        </a:cubicBezTo>
                        <a:cubicBezTo>
                          <a:pt x="3775" y="16981"/>
                          <a:pt x="3859" y="15625"/>
                          <a:pt x="4005" y="14269"/>
                        </a:cubicBezTo>
                        <a:cubicBezTo>
                          <a:pt x="4109" y="13539"/>
                          <a:pt x="4193" y="12809"/>
                          <a:pt x="4276" y="12100"/>
                        </a:cubicBezTo>
                        <a:lnTo>
                          <a:pt x="4276" y="12058"/>
                        </a:lnTo>
                        <a:cubicBezTo>
                          <a:pt x="4464" y="11141"/>
                          <a:pt x="4672" y="10223"/>
                          <a:pt x="4839" y="9305"/>
                        </a:cubicBezTo>
                        <a:lnTo>
                          <a:pt x="4839" y="9222"/>
                        </a:lnTo>
                        <a:cubicBezTo>
                          <a:pt x="5173" y="7970"/>
                          <a:pt x="5486" y="6740"/>
                          <a:pt x="5861" y="5509"/>
                        </a:cubicBezTo>
                        <a:cubicBezTo>
                          <a:pt x="5924" y="5342"/>
                          <a:pt x="6028" y="5155"/>
                          <a:pt x="5986" y="4988"/>
                        </a:cubicBezTo>
                        <a:cubicBezTo>
                          <a:pt x="6049" y="4842"/>
                          <a:pt x="6091" y="4717"/>
                          <a:pt x="6132" y="4571"/>
                        </a:cubicBezTo>
                        <a:cubicBezTo>
                          <a:pt x="6174" y="4529"/>
                          <a:pt x="6237" y="4487"/>
                          <a:pt x="6257" y="4425"/>
                        </a:cubicBezTo>
                        <a:cubicBezTo>
                          <a:pt x="6570" y="3757"/>
                          <a:pt x="6883" y="3131"/>
                          <a:pt x="7217" y="2485"/>
                        </a:cubicBezTo>
                        <a:cubicBezTo>
                          <a:pt x="7342" y="2193"/>
                          <a:pt x="7571" y="1922"/>
                          <a:pt x="7676" y="1630"/>
                        </a:cubicBezTo>
                        <a:cubicBezTo>
                          <a:pt x="7751" y="1691"/>
                          <a:pt x="7847" y="1719"/>
                          <a:pt x="7943" y="1719"/>
                        </a:cubicBezTo>
                        <a:cubicBezTo>
                          <a:pt x="8139" y="1719"/>
                          <a:pt x="8336" y="1603"/>
                          <a:pt x="8364" y="1421"/>
                        </a:cubicBezTo>
                        <a:cubicBezTo>
                          <a:pt x="8385" y="1379"/>
                          <a:pt x="8385" y="1338"/>
                          <a:pt x="8385" y="1296"/>
                        </a:cubicBezTo>
                        <a:cubicBezTo>
                          <a:pt x="8385" y="1150"/>
                          <a:pt x="8301" y="1046"/>
                          <a:pt x="8197" y="983"/>
                        </a:cubicBezTo>
                        <a:cubicBezTo>
                          <a:pt x="8140" y="888"/>
                          <a:pt x="8031" y="793"/>
                          <a:pt x="7854" y="793"/>
                        </a:cubicBezTo>
                        <a:cubicBezTo>
                          <a:pt x="7837" y="793"/>
                          <a:pt x="7819" y="794"/>
                          <a:pt x="7801" y="795"/>
                        </a:cubicBezTo>
                        <a:cubicBezTo>
                          <a:pt x="7780" y="733"/>
                          <a:pt x="7717" y="670"/>
                          <a:pt x="7634" y="628"/>
                        </a:cubicBezTo>
                        <a:cubicBezTo>
                          <a:pt x="7259" y="462"/>
                          <a:pt x="6841" y="462"/>
                          <a:pt x="6445" y="399"/>
                        </a:cubicBezTo>
                        <a:cubicBezTo>
                          <a:pt x="6195" y="316"/>
                          <a:pt x="5924" y="253"/>
                          <a:pt x="5673" y="190"/>
                        </a:cubicBezTo>
                        <a:cubicBezTo>
                          <a:pt x="5453" y="132"/>
                          <a:pt x="5202" y="1"/>
                          <a:pt x="4964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7" name="Google Shape;2597;p46"/>
                  <p:cNvSpPr/>
                  <p:nvPr/>
                </p:nvSpPr>
                <p:spPr>
                  <a:xfrm>
                    <a:off x="4643775" y="2202000"/>
                    <a:ext cx="159575" cy="291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83" h="11646" extrusionOk="0">
                        <a:moveTo>
                          <a:pt x="1017" y="0"/>
                        </a:moveTo>
                        <a:cubicBezTo>
                          <a:pt x="950" y="0"/>
                          <a:pt x="892" y="36"/>
                          <a:pt x="856" y="137"/>
                        </a:cubicBezTo>
                        <a:cubicBezTo>
                          <a:pt x="856" y="200"/>
                          <a:pt x="876" y="262"/>
                          <a:pt x="918" y="325"/>
                        </a:cubicBezTo>
                        <a:cubicBezTo>
                          <a:pt x="543" y="867"/>
                          <a:pt x="543" y="3161"/>
                          <a:pt x="480" y="3558"/>
                        </a:cubicBezTo>
                        <a:cubicBezTo>
                          <a:pt x="459" y="4225"/>
                          <a:pt x="376" y="4893"/>
                          <a:pt x="292" y="5560"/>
                        </a:cubicBezTo>
                        <a:cubicBezTo>
                          <a:pt x="230" y="7166"/>
                          <a:pt x="0" y="9189"/>
                          <a:pt x="793" y="10628"/>
                        </a:cubicBezTo>
                        <a:cubicBezTo>
                          <a:pt x="1335" y="11379"/>
                          <a:pt x="2545" y="11525"/>
                          <a:pt x="3421" y="11630"/>
                        </a:cubicBezTo>
                        <a:cubicBezTo>
                          <a:pt x="3557" y="11630"/>
                          <a:pt x="3744" y="11645"/>
                          <a:pt x="3932" y="11645"/>
                        </a:cubicBezTo>
                        <a:cubicBezTo>
                          <a:pt x="4120" y="11645"/>
                          <a:pt x="4308" y="11630"/>
                          <a:pt x="4443" y="11567"/>
                        </a:cubicBezTo>
                        <a:cubicBezTo>
                          <a:pt x="4464" y="11588"/>
                          <a:pt x="4485" y="11588"/>
                          <a:pt x="4485" y="11609"/>
                        </a:cubicBezTo>
                        <a:cubicBezTo>
                          <a:pt x="4524" y="11635"/>
                          <a:pt x="4564" y="11644"/>
                          <a:pt x="4605" y="11644"/>
                        </a:cubicBezTo>
                        <a:cubicBezTo>
                          <a:pt x="4696" y="11644"/>
                          <a:pt x="4788" y="11596"/>
                          <a:pt x="4860" y="11567"/>
                        </a:cubicBezTo>
                        <a:cubicBezTo>
                          <a:pt x="4965" y="11504"/>
                          <a:pt x="4985" y="11379"/>
                          <a:pt x="4923" y="11296"/>
                        </a:cubicBezTo>
                        <a:cubicBezTo>
                          <a:pt x="5194" y="11171"/>
                          <a:pt x="5423" y="11004"/>
                          <a:pt x="5549" y="10691"/>
                        </a:cubicBezTo>
                        <a:cubicBezTo>
                          <a:pt x="5778" y="10232"/>
                          <a:pt x="6383" y="9127"/>
                          <a:pt x="5924" y="8689"/>
                        </a:cubicBezTo>
                        <a:cubicBezTo>
                          <a:pt x="5486" y="8584"/>
                          <a:pt x="5048" y="8480"/>
                          <a:pt x="4589" y="8376"/>
                        </a:cubicBezTo>
                        <a:cubicBezTo>
                          <a:pt x="4582" y="8377"/>
                          <a:pt x="4574" y="8377"/>
                          <a:pt x="4565" y="8377"/>
                        </a:cubicBezTo>
                        <a:cubicBezTo>
                          <a:pt x="4399" y="8377"/>
                          <a:pt x="3992" y="8219"/>
                          <a:pt x="3732" y="8219"/>
                        </a:cubicBezTo>
                        <a:cubicBezTo>
                          <a:pt x="3694" y="8219"/>
                          <a:pt x="3660" y="8222"/>
                          <a:pt x="3630" y="8230"/>
                        </a:cubicBezTo>
                        <a:cubicBezTo>
                          <a:pt x="3630" y="7354"/>
                          <a:pt x="3734" y="6478"/>
                          <a:pt x="3797" y="5602"/>
                        </a:cubicBezTo>
                        <a:cubicBezTo>
                          <a:pt x="3922" y="4183"/>
                          <a:pt x="4068" y="2765"/>
                          <a:pt x="4339" y="1347"/>
                        </a:cubicBezTo>
                        <a:cubicBezTo>
                          <a:pt x="4360" y="1263"/>
                          <a:pt x="4360" y="1201"/>
                          <a:pt x="4339" y="1138"/>
                        </a:cubicBezTo>
                        <a:cubicBezTo>
                          <a:pt x="4360" y="1096"/>
                          <a:pt x="4360" y="1076"/>
                          <a:pt x="4360" y="1034"/>
                        </a:cubicBezTo>
                        <a:cubicBezTo>
                          <a:pt x="4327" y="952"/>
                          <a:pt x="4255" y="896"/>
                          <a:pt x="4186" y="896"/>
                        </a:cubicBezTo>
                        <a:cubicBezTo>
                          <a:pt x="4167" y="896"/>
                          <a:pt x="4148" y="900"/>
                          <a:pt x="4130" y="909"/>
                        </a:cubicBezTo>
                        <a:cubicBezTo>
                          <a:pt x="3989" y="929"/>
                          <a:pt x="3847" y="938"/>
                          <a:pt x="3704" y="938"/>
                        </a:cubicBezTo>
                        <a:cubicBezTo>
                          <a:pt x="3256" y="938"/>
                          <a:pt x="2805" y="848"/>
                          <a:pt x="2378" y="721"/>
                        </a:cubicBezTo>
                        <a:cubicBezTo>
                          <a:pt x="2024" y="575"/>
                          <a:pt x="1711" y="408"/>
                          <a:pt x="1398" y="200"/>
                        </a:cubicBezTo>
                        <a:cubicBezTo>
                          <a:pt x="1302" y="131"/>
                          <a:pt x="1144" y="0"/>
                          <a:pt x="1017" y="0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833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8" name="Google Shape;2598;p46"/>
                  <p:cNvSpPr/>
                  <p:nvPr/>
                </p:nvSpPr>
                <p:spPr>
                  <a:xfrm>
                    <a:off x="4729800" y="2407725"/>
                    <a:ext cx="69375" cy="73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5" h="2927" extrusionOk="0">
                        <a:moveTo>
                          <a:pt x="194" y="0"/>
                        </a:moveTo>
                        <a:cubicBezTo>
                          <a:pt x="107" y="0"/>
                          <a:pt x="22" y="72"/>
                          <a:pt x="22" y="168"/>
                        </a:cubicBezTo>
                        <a:cubicBezTo>
                          <a:pt x="1" y="251"/>
                          <a:pt x="64" y="335"/>
                          <a:pt x="126" y="355"/>
                        </a:cubicBezTo>
                        <a:cubicBezTo>
                          <a:pt x="210" y="460"/>
                          <a:pt x="230" y="606"/>
                          <a:pt x="335" y="668"/>
                        </a:cubicBezTo>
                        <a:cubicBezTo>
                          <a:pt x="439" y="1482"/>
                          <a:pt x="794" y="2253"/>
                          <a:pt x="1336" y="2879"/>
                        </a:cubicBezTo>
                        <a:cubicBezTo>
                          <a:pt x="1387" y="2912"/>
                          <a:pt x="1434" y="2927"/>
                          <a:pt x="1479" y="2927"/>
                        </a:cubicBezTo>
                        <a:cubicBezTo>
                          <a:pt x="1744" y="2927"/>
                          <a:pt x="1902" y="2411"/>
                          <a:pt x="2045" y="2233"/>
                        </a:cubicBezTo>
                        <a:cubicBezTo>
                          <a:pt x="2254" y="1857"/>
                          <a:pt x="2775" y="877"/>
                          <a:pt x="2566" y="501"/>
                        </a:cubicBezTo>
                        <a:cubicBezTo>
                          <a:pt x="2488" y="411"/>
                          <a:pt x="2385" y="394"/>
                          <a:pt x="2277" y="394"/>
                        </a:cubicBezTo>
                        <a:cubicBezTo>
                          <a:pt x="2210" y="394"/>
                          <a:pt x="2142" y="401"/>
                          <a:pt x="2077" y="401"/>
                        </a:cubicBezTo>
                        <a:cubicBezTo>
                          <a:pt x="2052" y="401"/>
                          <a:pt x="2027" y="400"/>
                          <a:pt x="2003" y="397"/>
                        </a:cubicBezTo>
                        <a:cubicBezTo>
                          <a:pt x="1690" y="355"/>
                          <a:pt x="1378" y="251"/>
                          <a:pt x="1065" y="189"/>
                        </a:cubicBezTo>
                        <a:cubicBezTo>
                          <a:pt x="814" y="105"/>
                          <a:pt x="543" y="63"/>
                          <a:pt x="272" y="22"/>
                        </a:cubicBezTo>
                        <a:cubicBezTo>
                          <a:pt x="248" y="7"/>
                          <a:pt x="221" y="0"/>
                          <a:pt x="194" y="0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833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9" name="Google Shape;2599;p46"/>
                  <p:cNvSpPr/>
                  <p:nvPr/>
                </p:nvSpPr>
                <p:spPr>
                  <a:xfrm>
                    <a:off x="4708425" y="1969800"/>
                    <a:ext cx="97000" cy="1662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" h="6651" extrusionOk="0">
                        <a:moveTo>
                          <a:pt x="3025" y="415"/>
                        </a:moveTo>
                        <a:cubicBezTo>
                          <a:pt x="2983" y="415"/>
                          <a:pt x="2942" y="435"/>
                          <a:pt x="2900" y="456"/>
                        </a:cubicBezTo>
                        <a:cubicBezTo>
                          <a:pt x="2879" y="456"/>
                          <a:pt x="2858" y="435"/>
                          <a:pt x="2837" y="415"/>
                        </a:cubicBezTo>
                        <a:close/>
                        <a:moveTo>
                          <a:pt x="2806" y="0"/>
                        </a:moveTo>
                        <a:cubicBezTo>
                          <a:pt x="2685" y="0"/>
                          <a:pt x="2572" y="14"/>
                          <a:pt x="2483" y="39"/>
                        </a:cubicBezTo>
                        <a:cubicBezTo>
                          <a:pt x="2337" y="81"/>
                          <a:pt x="2191" y="164"/>
                          <a:pt x="2087" y="269"/>
                        </a:cubicBezTo>
                        <a:cubicBezTo>
                          <a:pt x="1899" y="540"/>
                          <a:pt x="1732" y="811"/>
                          <a:pt x="1565" y="1082"/>
                        </a:cubicBezTo>
                        <a:cubicBezTo>
                          <a:pt x="1503" y="1207"/>
                          <a:pt x="1419" y="1332"/>
                          <a:pt x="1357" y="1457"/>
                        </a:cubicBezTo>
                        <a:cubicBezTo>
                          <a:pt x="1294" y="1603"/>
                          <a:pt x="1231" y="1729"/>
                          <a:pt x="1169" y="1875"/>
                        </a:cubicBezTo>
                        <a:cubicBezTo>
                          <a:pt x="1023" y="2250"/>
                          <a:pt x="898" y="2646"/>
                          <a:pt x="772" y="3022"/>
                        </a:cubicBezTo>
                        <a:cubicBezTo>
                          <a:pt x="626" y="3418"/>
                          <a:pt x="522" y="3814"/>
                          <a:pt x="418" y="4211"/>
                        </a:cubicBezTo>
                        <a:cubicBezTo>
                          <a:pt x="334" y="4461"/>
                          <a:pt x="293" y="4732"/>
                          <a:pt x="230" y="4982"/>
                        </a:cubicBezTo>
                        <a:cubicBezTo>
                          <a:pt x="168" y="5253"/>
                          <a:pt x="126" y="5545"/>
                          <a:pt x="84" y="5817"/>
                        </a:cubicBezTo>
                        <a:cubicBezTo>
                          <a:pt x="63" y="6088"/>
                          <a:pt x="22" y="6338"/>
                          <a:pt x="1" y="6609"/>
                        </a:cubicBezTo>
                        <a:cubicBezTo>
                          <a:pt x="22" y="6630"/>
                          <a:pt x="42" y="6630"/>
                          <a:pt x="84" y="6630"/>
                        </a:cubicBezTo>
                        <a:lnTo>
                          <a:pt x="84" y="6651"/>
                        </a:lnTo>
                        <a:cubicBezTo>
                          <a:pt x="168" y="6651"/>
                          <a:pt x="251" y="6568"/>
                          <a:pt x="334" y="6442"/>
                        </a:cubicBezTo>
                        <a:cubicBezTo>
                          <a:pt x="355" y="6401"/>
                          <a:pt x="376" y="6338"/>
                          <a:pt x="397" y="6296"/>
                        </a:cubicBezTo>
                        <a:cubicBezTo>
                          <a:pt x="501" y="6025"/>
                          <a:pt x="606" y="5754"/>
                          <a:pt x="731" y="5483"/>
                        </a:cubicBezTo>
                        <a:cubicBezTo>
                          <a:pt x="835" y="5253"/>
                          <a:pt x="960" y="5003"/>
                          <a:pt x="1065" y="4774"/>
                        </a:cubicBezTo>
                        <a:cubicBezTo>
                          <a:pt x="1148" y="4607"/>
                          <a:pt x="1231" y="4440"/>
                          <a:pt x="1315" y="4273"/>
                        </a:cubicBezTo>
                        <a:cubicBezTo>
                          <a:pt x="1419" y="4023"/>
                          <a:pt x="1523" y="3793"/>
                          <a:pt x="1586" y="3689"/>
                        </a:cubicBezTo>
                        <a:cubicBezTo>
                          <a:pt x="1836" y="3168"/>
                          <a:pt x="2128" y="2709"/>
                          <a:pt x="2462" y="2250"/>
                        </a:cubicBezTo>
                        <a:cubicBezTo>
                          <a:pt x="2545" y="2146"/>
                          <a:pt x="2608" y="2062"/>
                          <a:pt x="2691" y="1958"/>
                        </a:cubicBezTo>
                        <a:cubicBezTo>
                          <a:pt x="2942" y="1603"/>
                          <a:pt x="3213" y="1291"/>
                          <a:pt x="3484" y="957"/>
                        </a:cubicBezTo>
                        <a:cubicBezTo>
                          <a:pt x="3567" y="873"/>
                          <a:pt x="3651" y="769"/>
                          <a:pt x="3713" y="686"/>
                        </a:cubicBezTo>
                        <a:cubicBezTo>
                          <a:pt x="3879" y="204"/>
                          <a:pt x="3279" y="0"/>
                          <a:pt x="2806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2143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00" name="Google Shape;2600;p46"/>
                  <p:cNvSpPr/>
                  <p:nvPr/>
                </p:nvSpPr>
                <p:spPr>
                  <a:xfrm>
                    <a:off x="4534275" y="1915025"/>
                    <a:ext cx="201300" cy="535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52" h="21420" extrusionOk="0">
                        <a:moveTo>
                          <a:pt x="5202" y="0"/>
                        </a:moveTo>
                        <a:cubicBezTo>
                          <a:pt x="4943" y="0"/>
                          <a:pt x="4654" y="77"/>
                          <a:pt x="4506" y="144"/>
                        </a:cubicBezTo>
                        <a:cubicBezTo>
                          <a:pt x="4276" y="269"/>
                          <a:pt x="4214" y="520"/>
                          <a:pt x="4068" y="728"/>
                        </a:cubicBezTo>
                        <a:cubicBezTo>
                          <a:pt x="3671" y="1291"/>
                          <a:pt x="3358" y="1896"/>
                          <a:pt x="3046" y="2501"/>
                        </a:cubicBezTo>
                        <a:cubicBezTo>
                          <a:pt x="3025" y="2522"/>
                          <a:pt x="3004" y="2543"/>
                          <a:pt x="2983" y="2585"/>
                        </a:cubicBezTo>
                        <a:cubicBezTo>
                          <a:pt x="2482" y="3565"/>
                          <a:pt x="2107" y="4608"/>
                          <a:pt x="1711" y="5630"/>
                        </a:cubicBezTo>
                        <a:cubicBezTo>
                          <a:pt x="1648" y="5984"/>
                          <a:pt x="1127" y="6714"/>
                          <a:pt x="1544" y="6944"/>
                        </a:cubicBezTo>
                        <a:cubicBezTo>
                          <a:pt x="1460" y="7236"/>
                          <a:pt x="1398" y="7549"/>
                          <a:pt x="1335" y="7841"/>
                        </a:cubicBezTo>
                        <a:cubicBezTo>
                          <a:pt x="1314" y="7945"/>
                          <a:pt x="1293" y="8070"/>
                          <a:pt x="1273" y="8175"/>
                        </a:cubicBezTo>
                        <a:cubicBezTo>
                          <a:pt x="1189" y="8550"/>
                          <a:pt x="1106" y="8925"/>
                          <a:pt x="1043" y="9301"/>
                        </a:cubicBezTo>
                        <a:cubicBezTo>
                          <a:pt x="1022" y="9426"/>
                          <a:pt x="1001" y="9530"/>
                          <a:pt x="981" y="9635"/>
                        </a:cubicBezTo>
                        <a:cubicBezTo>
                          <a:pt x="918" y="9718"/>
                          <a:pt x="897" y="9822"/>
                          <a:pt x="876" y="9927"/>
                        </a:cubicBezTo>
                        <a:cubicBezTo>
                          <a:pt x="855" y="10052"/>
                          <a:pt x="835" y="10156"/>
                          <a:pt x="814" y="10281"/>
                        </a:cubicBezTo>
                        <a:cubicBezTo>
                          <a:pt x="793" y="10490"/>
                          <a:pt x="751" y="10719"/>
                          <a:pt x="730" y="10928"/>
                        </a:cubicBezTo>
                        <a:cubicBezTo>
                          <a:pt x="668" y="11366"/>
                          <a:pt x="605" y="11804"/>
                          <a:pt x="543" y="12221"/>
                        </a:cubicBezTo>
                        <a:cubicBezTo>
                          <a:pt x="522" y="12325"/>
                          <a:pt x="563" y="12429"/>
                          <a:pt x="626" y="12492"/>
                        </a:cubicBezTo>
                        <a:cubicBezTo>
                          <a:pt x="626" y="12513"/>
                          <a:pt x="626" y="12534"/>
                          <a:pt x="626" y="12555"/>
                        </a:cubicBezTo>
                        <a:cubicBezTo>
                          <a:pt x="563" y="12617"/>
                          <a:pt x="522" y="12680"/>
                          <a:pt x="522" y="12763"/>
                        </a:cubicBezTo>
                        <a:cubicBezTo>
                          <a:pt x="459" y="13347"/>
                          <a:pt x="417" y="13910"/>
                          <a:pt x="376" y="14474"/>
                        </a:cubicBezTo>
                        <a:cubicBezTo>
                          <a:pt x="209" y="14870"/>
                          <a:pt x="251" y="15329"/>
                          <a:pt x="188" y="15746"/>
                        </a:cubicBezTo>
                        <a:cubicBezTo>
                          <a:pt x="84" y="16956"/>
                          <a:pt x="84" y="18165"/>
                          <a:pt x="146" y="19396"/>
                        </a:cubicBezTo>
                        <a:cubicBezTo>
                          <a:pt x="63" y="19458"/>
                          <a:pt x="0" y="19584"/>
                          <a:pt x="42" y="19730"/>
                        </a:cubicBezTo>
                        <a:cubicBezTo>
                          <a:pt x="355" y="20710"/>
                          <a:pt x="1085" y="20898"/>
                          <a:pt x="1877" y="21044"/>
                        </a:cubicBezTo>
                        <a:cubicBezTo>
                          <a:pt x="2003" y="21085"/>
                          <a:pt x="2107" y="21127"/>
                          <a:pt x="2232" y="21169"/>
                        </a:cubicBezTo>
                        <a:cubicBezTo>
                          <a:pt x="2279" y="21188"/>
                          <a:pt x="2326" y="21198"/>
                          <a:pt x="2371" y="21198"/>
                        </a:cubicBezTo>
                        <a:cubicBezTo>
                          <a:pt x="2426" y="21198"/>
                          <a:pt x="2478" y="21182"/>
                          <a:pt x="2524" y="21148"/>
                        </a:cubicBezTo>
                        <a:cubicBezTo>
                          <a:pt x="2691" y="21190"/>
                          <a:pt x="2858" y="21211"/>
                          <a:pt x="3025" y="21273"/>
                        </a:cubicBezTo>
                        <a:lnTo>
                          <a:pt x="3046" y="21273"/>
                        </a:lnTo>
                        <a:cubicBezTo>
                          <a:pt x="3108" y="21336"/>
                          <a:pt x="3192" y="21377"/>
                          <a:pt x="3296" y="21419"/>
                        </a:cubicBezTo>
                        <a:cubicBezTo>
                          <a:pt x="3421" y="21419"/>
                          <a:pt x="3567" y="21377"/>
                          <a:pt x="3692" y="21315"/>
                        </a:cubicBezTo>
                        <a:cubicBezTo>
                          <a:pt x="3817" y="21294"/>
                          <a:pt x="3942" y="21211"/>
                          <a:pt x="4047" y="21127"/>
                        </a:cubicBezTo>
                        <a:cubicBezTo>
                          <a:pt x="4214" y="21106"/>
                          <a:pt x="4339" y="20960"/>
                          <a:pt x="4339" y="20793"/>
                        </a:cubicBezTo>
                        <a:cubicBezTo>
                          <a:pt x="4339" y="20773"/>
                          <a:pt x="4339" y="20731"/>
                          <a:pt x="4339" y="20710"/>
                        </a:cubicBezTo>
                        <a:cubicBezTo>
                          <a:pt x="4443" y="20522"/>
                          <a:pt x="4568" y="20293"/>
                          <a:pt x="4547" y="20105"/>
                        </a:cubicBezTo>
                        <a:cubicBezTo>
                          <a:pt x="4626" y="19670"/>
                          <a:pt x="4480" y="19309"/>
                          <a:pt x="3895" y="19309"/>
                        </a:cubicBezTo>
                        <a:cubicBezTo>
                          <a:pt x="3863" y="19309"/>
                          <a:pt x="3830" y="19310"/>
                          <a:pt x="3796" y="19312"/>
                        </a:cubicBezTo>
                        <a:cubicBezTo>
                          <a:pt x="3588" y="19312"/>
                          <a:pt x="3400" y="19229"/>
                          <a:pt x="3212" y="19146"/>
                        </a:cubicBezTo>
                        <a:cubicBezTo>
                          <a:pt x="3108" y="18249"/>
                          <a:pt x="3087" y="17352"/>
                          <a:pt x="3066" y="16455"/>
                        </a:cubicBezTo>
                        <a:cubicBezTo>
                          <a:pt x="3066" y="16372"/>
                          <a:pt x="3025" y="16288"/>
                          <a:pt x="2983" y="16246"/>
                        </a:cubicBezTo>
                        <a:cubicBezTo>
                          <a:pt x="3004" y="16205"/>
                          <a:pt x="3004" y="16163"/>
                          <a:pt x="3004" y="16121"/>
                        </a:cubicBezTo>
                        <a:cubicBezTo>
                          <a:pt x="3004" y="15662"/>
                          <a:pt x="3046" y="15224"/>
                          <a:pt x="3066" y="14766"/>
                        </a:cubicBezTo>
                        <a:cubicBezTo>
                          <a:pt x="3108" y="14265"/>
                          <a:pt x="3150" y="13764"/>
                          <a:pt x="3212" y="13264"/>
                        </a:cubicBezTo>
                        <a:cubicBezTo>
                          <a:pt x="3525" y="13159"/>
                          <a:pt x="3379" y="12575"/>
                          <a:pt x="3442" y="12283"/>
                        </a:cubicBezTo>
                        <a:cubicBezTo>
                          <a:pt x="3484" y="11199"/>
                          <a:pt x="3817" y="10156"/>
                          <a:pt x="4088" y="9113"/>
                        </a:cubicBezTo>
                        <a:cubicBezTo>
                          <a:pt x="4109" y="9051"/>
                          <a:pt x="4109" y="8988"/>
                          <a:pt x="4088" y="8925"/>
                        </a:cubicBezTo>
                        <a:cubicBezTo>
                          <a:pt x="4276" y="8195"/>
                          <a:pt x="4464" y="7465"/>
                          <a:pt x="4672" y="6735"/>
                        </a:cubicBezTo>
                        <a:cubicBezTo>
                          <a:pt x="4777" y="6402"/>
                          <a:pt x="4860" y="6089"/>
                          <a:pt x="4964" y="5776"/>
                        </a:cubicBezTo>
                        <a:cubicBezTo>
                          <a:pt x="5110" y="5296"/>
                          <a:pt x="5236" y="4816"/>
                          <a:pt x="5382" y="4337"/>
                        </a:cubicBezTo>
                        <a:cubicBezTo>
                          <a:pt x="5507" y="4066"/>
                          <a:pt x="5632" y="3794"/>
                          <a:pt x="5757" y="3544"/>
                        </a:cubicBezTo>
                        <a:cubicBezTo>
                          <a:pt x="5799" y="3523"/>
                          <a:pt x="5799" y="3502"/>
                          <a:pt x="5820" y="3461"/>
                        </a:cubicBezTo>
                        <a:cubicBezTo>
                          <a:pt x="6028" y="3127"/>
                          <a:pt x="6216" y="2793"/>
                          <a:pt x="6424" y="2439"/>
                        </a:cubicBezTo>
                        <a:cubicBezTo>
                          <a:pt x="6612" y="2105"/>
                          <a:pt x="6800" y="1771"/>
                          <a:pt x="7008" y="1458"/>
                        </a:cubicBezTo>
                        <a:cubicBezTo>
                          <a:pt x="7071" y="1396"/>
                          <a:pt x="7092" y="1312"/>
                          <a:pt x="7092" y="1208"/>
                        </a:cubicBezTo>
                        <a:cubicBezTo>
                          <a:pt x="7130" y="1342"/>
                          <a:pt x="7238" y="1440"/>
                          <a:pt x="7400" y="1440"/>
                        </a:cubicBezTo>
                        <a:cubicBezTo>
                          <a:pt x="7415" y="1440"/>
                          <a:pt x="7430" y="1439"/>
                          <a:pt x="7446" y="1437"/>
                        </a:cubicBezTo>
                        <a:lnTo>
                          <a:pt x="7613" y="1437"/>
                        </a:lnTo>
                        <a:cubicBezTo>
                          <a:pt x="7655" y="1437"/>
                          <a:pt x="7697" y="1458"/>
                          <a:pt x="7718" y="1458"/>
                        </a:cubicBezTo>
                        <a:cubicBezTo>
                          <a:pt x="7905" y="1458"/>
                          <a:pt x="8051" y="1291"/>
                          <a:pt x="8051" y="1125"/>
                        </a:cubicBezTo>
                        <a:cubicBezTo>
                          <a:pt x="8051" y="937"/>
                          <a:pt x="7905" y="791"/>
                          <a:pt x="7718" y="791"/>
                        </a:cubicBezTo>
                        <a:cubicBezTo>
                          <a:pt x="7697" y="791"/>
                          <a:pt x="7676" y="791"/>
                          <a:pt x="7634" y="812"/>
                        </a:cubicBezTo>
                        <a:cubicBezTo>
                          <a:pt x="7599" y="651"/>
                          <a:pt x="7441" y="506"/>
                          <a:pt x="7188" y="506"/>
                        </a:cubicBezTo>
                        <a:cubicBezTo>
                          <a:pt x="7145" y="506"/>
                          <a:pt x="7099" y="511"/>
                          <a:pt x="7050" y="520"/>
                        </a:cubicBezTo>
                        <a:cubicBezTo>
                          <a:pt x="7029" y="541"/>
                          <a:pt x="6988" y="541"/>
                          <a:pt x="6967" y="561"/>
                        </a:cubicBezTo>
                        <a:cubicBezTo>
                          <a:pt x="6946" y="478"/>
                          <a:pt x="6862" y="395"/>
                          <a:pt x="6758" y="374"/>
                        </a:cubicBezTo>
                        <a:cubicBezTo>
                          <a:pt x="6362" y="269"/>
                          <a:pt x="5966" y="103"/>
                          <a:pt x="5569" y="82"/>
                        </a:cubicBezTo>
                        <a:cubicBezTo>
                          <a:pt x="5474" y="23"/>
                          <a:pt x="5342" y="0"/>
                          <a:pt x="5202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01" name="Google Shape;2601;p46"/>
                  <p:cNvSpPr/>
                  <p:nvPr/>
                </p:nvSpPr>
                <p:spPr>
                  <a:xfrm>
                    <a:off x="4532700" y="2163000"/>
                    <a:ext cx="120025" cy="285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01" h="11404" extrusionOk="0">
                        <a:moveTo>
                          <a:pt x="962" y="1"/>
                        </a:moveTo>
                        <a:cubicBezTo>
                          <a:pt x="935" y="1"/>
                          <a:pt x="906" y="9"/>
                          <a:pt x="877" y="28"/>
                        </a:cubicBezTo>
                        <a:cubicBezTo>
                          <a:pt x="793" y="133"/>
                          <a:pt x="772" y="216"/>
                          <a:pt x="835" y="300"/>
                        </a:cubicBezTo>
                        <a:cubicBezTo>
                          <a:pt x="793" y="904"/>
                          <a:pt x="647" y="1426"/>
                          <a:pt x="564" y="2031"/>
                        </a:cubicBezTo>
                        <a:cubicBezTo>
                          <a:pt x="334" y="3970"/>
                          <a:pt x="209" y="5952"/>
                          <a:pt x="209" y="7913"/>
                        </a:cubicBezTo>
                        <a:cubicBezTo>
                          <a:pt x="209" y="9915"/>
                          <a:pt x="1" y="10791"/>
                          <a:pt x="2253" y="11271"/>
                        </a:cubicBezTo>
                        <a:cubicBezTo>
                          <a:pt x="2587" y="11353"/>
                          <a:pt x="2926" y="11403"/>
                          <a:pt x="3239" y="11403"/>
                        </a:cubicBezTo>
                        <a:cubicBezTo>
                          <a:pt x="4119" y="11403"/>
                          <a:pt x="4800" y="11005"/>
                          <a:pt x="4631" y="9790"/>
                        </a:cubicBezTo>
                        <a:cubicBezTo>
                          <a:pt x="4606" y="9653"/>
                          <a:pt x="4529" y="9598"/>
                          <a:pt x="4449" y="9598"/>
                        </a:cubicBezTo>
                        <a:cubicBezTo>
                          <a:pt x="4395" y="9598"/>
                          <a:pt x="4339" y="9623"/>
                          <a:pt x="4297" y="9665"/>
                        </a:cubicBezTo>
                        <a:cubicBezTo>
                          <a:pt x="4214" y="9581"/>
                          <a:pt x="4068" y="9560"/>
                          <a:pt x="3964" y="9539"/>
                        </a:cubicBezTo>
                        <a:cubicBezTo>
                          <a:pt x="3693" y="9498"/>
                          <a:pt x="3421" y="9393"/>
                          <a:pt x="3150" y="9310"/>
                        </a:cubicBezTo>
                        <a:cubicBezTo>
                          <a:pt x="3067" y="8997"/>
                          <a:pt x="3046" y="8663"/>
                          <a:pt x="3025" y="8330"/>
                        </a:cubicBezTo>
                        <a:cubicBezTo>
                          <a:pt x="3004" y="7099"/>
                          <a:pt x="3109" y="5869"/>
                          <a:pt x="3192" y="4659"/>
                        </a:cubicBezTo>
                        <a:cubicBezTo>
                          <a:pt x="3255" y="3386"/>
                          <a:pt x="3359" y="2135"/>
                          <a:pt x="3755" y="904"/>
                        </a:cubicBezTo>
                        <a:cubicBezTo>
                          <a:pt x="3797" y="821"/>
                          <a:pt x="3818" y="696"/>
                          <a:pt x="3755" y="633"/>
                        </a:cubicBezTo>
                        <a:cubicBezTo>
                          <a:pt x="3755" y="633"/>
                          <a:pt x="3755" y="612"/>
                          <a:pt x="3755" y="612"/>
                        </a:cubicBezTo>
                        <a:cubicBezTo>
                          <a:pt x="3739" y="530"/>
                          <a:pt x="3645" y="474"/>
                          <a:pt x="3555" y="474"/>
                        </a:cubicBezTo>
                        <a:cubicBezTo>
                          <a:pt x="3530" y="474"/>
                          <a:pt x="3506" y="478"/>
                          <a:pt x="3484" y="487"/>
                        </a:cubicBezTo>
                        <a:cubicBezTo>
                          <a:pt x="3275" y="529"/>
                          <a:pt x="3067" y="529"/>
                          <a:pt x="2858" y="529"/>
                        </a:cubicBezTo>
                        <a:cubicBezTo>
                          <a:pt x="2786" y="534"/>
                          <a:pt x="2713" y="537"/>
                          <a:pt x="2641" y="537"/>
                        </a:cubicBezTo>
                        <a:cubicBezTo>
                          <a:pt x="2131" y="537"/>
                          <a:pt x="1631" y="407"/>
                          <a:pt x="1210" y="133"/>
                        </a:cubicBezTo>
                        <a:cubicBezTo>
                          <a:pt x="1131" y="85"/>
                          <a:pt x="1051" y="1"/>
                          <a:pt x="962" y="1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833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02" name="Google Shape;2602;p46"/>
                  <p:cNvSpPr/>
                  <p:nvPr/>
                </p:nvSpPr>
                <p:spPr>
                  <a:xfrm>
                    <a:off x="4616425" y="2400075"/>
                    <a:ext cx="37375" cy="43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5" h="1750" extrusionOk="0">
                        <a:moveTo>
                          <a:pt x="237" y="1"/>
                        </a:moveTo>
                        <a:cubicBezTo>
                          <a:pt x="115" y="1"/>
                          <a:pt x="0" y="127"/>
                          <a:pt x="31" y="265"/>
                        </a:cubicBezTo>
                        <a:cubicBezTo>
                          <a:pt x="52" y="557"/>
                          <a:pt x="323" y="1433"/>
                          <a:pt x="594" y="1558"/>
                        </a:cubicBezTo>
                        <a:cubicBezTo>
                          <a:pt x="594" y="1642"/>
                          <a:pt x="656" y="1725"/>
                          <a:pt x="740" y="1746"/>
                        </a:cubicBezTo>
                        <a:cubicBezTo>
                          <a:pt x="754" y="1748"/>
                          <a:pt x="767" y="1749"/>
                          <a:pt x="779" y="1749"/>
                        </a:cubicBezTo>
                        <a:cubicBezTo>
                          <a:pt x="993" y="1749"/>
                          <a:pt x="1017" y="1424"/>
                          <a:pt x="1115" y="1266"/>
                        </a:cubicBezTo>
                        <a:cubicBezTo>
                          <a:pt x="1210" y="1057"/>
                          <a:pt x="1495" y="89"/>
                          <a:pt x="1121" y="89"/>
                        </a:cubicBezTo>
                        <a:cubicBezTo>
                          <a:pt x="1084" y="89"/>
                          <a:pt x="1041" y="98"/>
                          <a:pt x="990" y="119"/>
                        </a:cubicBezTo>
                        <a:cubicBezTo>
                          <a:pt x="956" y="68"/>
                          <a:pt x="902" y="45"/>
                          <a:pt x="846" y="45"/>
                        </a:cubicBezTo>
                        <a:cubicBezTo>
                          <a:pt x="765" y="45"/>
                          <a:pt x="681" y="95"/>
                          <a:pt x="656" y="182"/>
                        </a:cubicBezTo>
                        <a:cubicBezTo>
                          <a:pt x="641" y="91"/>
                          <a:pt x="550" y="23"/>
                          <a:pt x="462" y="23"/>
                        </a:cubicBezTo>
                        <a:cubicBezTo>
                          <a:pt x="428" y="23"/>
                          <a:pt x="394" y="33"/>
                          <a:pt x="364" y="56"/>
                        </a:cubicBezTo>
                        <a:cubicBezTo>
                          <a:pt x="325" y="18"/>
                          <a:pt x="281" y="1"/>
                          <a:pt x="237" y="1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833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03" name="Google Shape;2603;p46"/>
                  <p:cNvSpPr/>
                  <p:nvPr/>
                </p:nvSpPr>
                <p:spPr>
                  <a:xfrm>
                    <a:off x="4599450" y="1937925"/>
                    <a:ext cx="83450" cy="127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8" h="5090" extrusionOk="0">
                        <a:moveTo>
                          <a:pt x="1273" y="2232"/>
                        </a:moveTo>
                        <a:cubicBezTo>
                          <a:pt x="1252" y="2274"/>
                          <a:pt x="1231" y="2294"/>
                          <a:pt x="1210" y="2336"/>
                        </a:cubicBezTo>
                        <a:lnTo>
                          <a:pt x="1189" y="2378"/>
                        </a:lnTo>
                        <a:cubicBezTo>
                          <a:pt x="1210" y="2336"/>
                          <a:pt x="1231" y="2274"/>
                          <a:pt x="1252" y="2232"/>
                        </a:cubicBezTo>
                        <a:close/>
                        <a:moveTo>
                          <a:pt x="2420" y="0"/>
                        </a:moveTo>
                        <a:cubicBezTo>
                          <a:pt x="2357" y="0"/>
                          <a:pt x="2316" y="0"/>
                          <a:pt x="2253" y="21"/>
                        </a:cubicBezTo>
                        <a:lnTo>
                          <a:pt x="2232" y="21"/>
                        </a:lnTo>
                        <a:cubicBezTo>
                          <a:pt x="2170" y="42"/>
                          <a:pt x="2086" y="63"/>
                          <a:pt x="2024" y="104"/>
                        </a:cubicBezTo>
                        <a:cubicBezTo>
                          <a:pt x="1878" y="313"/>
                          <a:pt x="1732" y="521"/>
                          <a:pt x="1607" y="751"/>
                        </a:cubicBezTo>
                        <a:cubicBezTo>
                          <a:pt x="1356" y="1168"/>
                          <a:pt x="1148" y="1585"/>
                          <a:pt x="939" y="2023"/>
                        </a:cubicBezTo>
                        <a:cubicBezTo>
                          <a:pt x="731" y="2461"/>
                          <a:pt x="543" y="2899"/>
                          <a:pt x="397" y="3358"/>
                        </a:cubicBezTo>
                        <a:cubicBezTo>
                          <a:pt x="397" y="3358"/>
                          <a:pt x="397" y="3358"/>
                          <a:pt x="397" y="3379"/>
                        </a:cubicBezTo>
                        <a:lnTo>
                          <a:pt x="376" y="3379"/>
                        </a:lnTo>
                        <a:lnTo>
                          <a:pt x="376" y="3400"/>
                        </a:lnTo>
                        <a:cubicBezTo>
                          <a:pt x="376" y="3400"/>
                          <a:pt x="376" y="3421"/>
                          <a:pt x="376" y="3421"/>
                        </a:cubicBezTo>
                        <a:cubicBezTo>
                          <a:pt x="230" y="3880"/>
                          <a:pt x="105" y="4359"/>
                          <a:pt x="21" y="4839"/>
                        </a:cubicBezTo>
                        <a:cubicBezTo>
                          <a:pt x="1" y="4881"/>
                          <a:pt x="1" y="4922"/>
                          <a:pt x="1" y="4964"/>
                        </a:cubicBezTo>
                        <a:cubicBezTo>
                          <a:pt x="1" y="4964"/>
                          <a:pt x="1" y="4985"/>
                          <a:pt x="21" y="4985"/>
                        </a:cubicBezTo>
                        <a:cubicBezTo>
                          <a:pt x="21" y="5006"/>
                          <a:pt x="42" y="5006"/>
                          <a:pt x="63" y="5027"/>
                        </a:cubicBezTo>
                        <a:cubicBezTo>
                          <a:pt x="84" y="5048"/>
                          <a:pt x="105" y="5068"/>
                          <a:pt x="126" y="5089"/>
                        </a:cubicBezTo>
                        <a:cubicBezTo>
                          <a:pt x="230" y="4881"/>
                          <a:pt x="334" y="4693"/>
                          <a:pt x="459" y="4505"/>
                        </a:cubicBezTo>
                        <a:cubicBezTo>
                          <a:pt x="543" y="4338"/>
                          <a:pt x="647" y="4151"/>
                          <a:pt x="751" y="3984"/>
                        </a:cubicBezTo>
                        <a:cubicBezTo>
                          <a:pt x="835" y="3817"/>
                          <a:pt x="918" y="3650"/>
                          <a:pt x="1002" y="3483"/>
                        </a:cubicBezTo>
                        <a:lnTo>
                          <a:pt x="1002" y="3483"/>
                        </a:lnTo>
                        <a:lnTo>
                          <a:pt x="981" y="3504"/>
                        </a:lnTo>
                        <a:cubicBezTo>
                          <a:pt x="1085" y="3337"/>
                          <a:pt x="1169" y="3150"/>
                          <a:pt x="1273" y="2983"/>
                        </a:cubicBezTo>
                        <a:cubicBezTo>
                          <a:pt x="1481" y="2607"/>
                          <a:pt x="1711" y="2253"/>
                          <a:pt x="1982" y="1940"/>
                        </a:cubicBezTo>
                        <a:cubicBezTo>
                          <a:pt x="2316" y="1481"/>
                          <a:pt x="3338" y="855"/>
                          <a:pt x="3254" y="250"/>
                        </a:cubicBezTo>
                        <a:cubicBezTo>
                          <a:pt x="3233" y="229"/>
                          <a:pt x="3233" y="209"/>
                          <a:pt x="3233" y="188"/>
                        </a:cubicBezTo>
                        <a:cubicBezTo>
                          <a:pt x="3171" y="167"/>
                          <a:pt x="3108" y="146"/>
                          <a:pt x="3067" y="125"/>
                        </a:cubicBezTo>
                        <a:cubicBezTo>
                          <a:pt x="3004" y="104"/>
                          <a:pt x="2941" y="83"/>
                          <a:pt x="2879" y="63"/>
                        </a:cubicBezTo>
                        <a:cubicBezTo>
                          <a:pt x="2816" y="42"/>
                          <a:pt x="2754" y="21"/>
                          <a:pt x="2670" y="21"/>
                        </a:cubicBezTo>
                        <a:cubicBezTo>
                          <a:pt x="2587" y="21"/>
                          <a:pt x="2503" y="0"/>
                          <a:pt x="2420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2143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04" name="Google Shape;2604;p46"/>
                  <p:cNvSpPr/>
                  <p:nvPr/>
                </p:nvSpPr>
                <p:spPr>
                  <a:xfrm>
                    <a:off x="6270675" y="2422900"/>
                    <a:ext cx="58950" cy="149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8" h="5962" extrusionOk="0">
                        <a:moveTo>
                          <a:pt x="1133" y="1"/>
                        </a:moveTo>
                        <a:cubicBezTo>
                          <a:pt x="950" y="1"/>
                          <a:pt x="792" y="115"/>
                          <a:pt x="814" y="374"/>
                        </a:cubicBezTo>
                        <a:cubicBezTo>
                          <a:pt x="835" y="666"/>
                          <a:pt x="918" y="937"/>
                          <a:pt x="918" y="1229"/>
                        </a:cubicBezTo>
                        <a:cubicBezTo>
                          <a:pt x="1001" y="1938"/>
                          <a:pt x="1022" y="2627"/>
                          <a:pt x="897" y="3315"/>
                        </a:cubicBezTo>
                        <a:cubicBezTo>
                          <a:pt x="605" y="3544"/>
                          <a:pt x="772" y="4024"/>
                          <a:pt x="647" y="4337"/>
                        </a:cubicBezTo>
                        <a:cubicBezTo>
                          <a:pt x="584" y="4858"/>
                          <a:pt x="0" y="5505"/>
                          <a:pt x="814" y="5630"/>
                        </a:cubicBezTo>
                        <a:cubicBezTo>
                          <a:pt x="876" y="5693"/>
                          <a:pt x="939" y="5755"/>
                          <a:pt x="1043" y="5818"/>
                        </a:cubicBezTo>
                        <a:cubicBezTo>
                          <a:pt x="1162" y="5917"/>
                          <a:pt x="1284" y="5962"/>
                          <a:pt x="1396" y="5962"/>
                        </a:cubicBezTo>
                        <a:cubicBezTo>
                          <a:pt x="1637" y="5962"/>
                          <a:pt x="1835" y="5756"/>
                          <a:pt x="1878" y="5443"/>
                        </a:cubicBezTo>
                        <a:cubicBezTo>
                          <a:pt x="1919" y="5234"/>
                          <a:pt x="2044" y="4963"/>
                          <a:pt x="1878" y="4775"/>
                        </a:cubicBezTo>
                        <a:cubicBezTo>
                          <a:pt x="1878" y="4692"/>
                          <a:pt x="1898" y="4587"/>
                          <a:pt x="1919" y="4483"/>
                        </a:cubicBezTo>
                        <a:cubicBezTo>
                          <a:pt x="2003" y="4128"/>
                          <a:pt x="2044" y="3774"/>
                          <a:pt x="2065" y="3419"/>
                        </a:cubicBezTo>
                        <a:cubicBezTo>
                          <a:pt x="2065" y="3357"/>
                          <a:pt x="2044" y="3315"/>
                          <a:pt x="2024" y="3273"/>
                        </a:cubicBezTo>
                        <a:cubicBezTo>
                          <a:pt x="2044" y="3065"/>
                          <a:pt x="2044" y="2898"/>
                          <a:pt x="2065" y="2814"/>
                        </a:cubicBezTo>
                        <a:cubicBezTo>
                          <a:pt x="1982" y="2105"/>
                          <a:pt x="2357" y="645"/>
                          <a:pt x="1586" y="270"/>
                        </a:cubicBezTo>
                        <a:cubicBezTo>
                          <a:pt x="1495" y="99"/>
                          <a:pt x="1303" y="1"/>
                          <a:pt x="1133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05" name="Google Shape;2605;p46"/>
                  <p:cNvSpPr/>
                  <p:nvPr/>
                </p:nvSpPr>
                <p:spPr>
                  <a:xfrm>
                    <a:off x="6279525" y="2425775"/>
                    <a:ext cx="46450" cy="147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58" h="5912" extrusionOk="0">
                        <a:moveTo>
                          <a:pt x="619" y="1"/>
                        </a:moveTo>
                        <a:cubicBezTo>
                          <a:pt x="487" y="1"/>
                          <a:pt x="376" y="34"/>
                          <a:pt x="355" y="155"/>
                        </a:cubicBezTo>
                        <a:cubicBezTo>
                          <a:pt x="355" y="238"/>
                          <a:pt x="376" y="301"/>
                          <a:pt x="439" y="322"/>
                        </a:cubicBezTo>
                        <a:lnTo>
                          <a:pt x="439" y="343"/>
                        </a:lnTo>
                        <a:cubicBezTo>
                          <a:pt x="439" y="384"/>
                          <a:pt x="460" y="447"/>
                          <a:pt x="501" y="468"/>
                        </a:cubicBezTo>
                        <a:cubicBezTo>
                          <a:pt x="397" y="551"/>
                          <a:pt x="460" y="760"/>
                          <a:pt x="606" y="760"/>
                        </a:cubicBezTo>
                        <a:cubicBezTo>
                          <a:pt x="710" y="739"/>
                          <a:pt x="814" y="718"/>
                          <a:pt x="919" y="718"/>
                        </a:cubicBezTo>
                        <a:cubicBezTo>
                          <a:pt x="1106" y="739"/>
                          <a:pt x="1252" y="822"/>
                          <a:pt x="1398" y="906"/>
                        </a:cubicBezTo>
                        <a:cubicBezTo>
                          <a:pt x="1503" y="968"/>
                          <a:pt x="1544" y="1052"/>
                          <a:pt x="1649" y="1073"/>
                        </a:cubicBezTo>
                        <a:lnTo>
                          <a:pt x="1649" y="1093"/>
                        </a:lnTo>
                        <a:cubicBezTo>
                          <a:pt x="1732" y="1093"/>
                          <a:pt x="1816" y="1052"/>
                          <a:pt x="1836" y="968"/>
                        </a:cubicBezTo>
                        <a:cubicBezTo>
                          <a:pt x="1857" y="822"/>
                          <a:pt x="1732" y="676"/>
                          <a:pt x="1649" y="551"/>
                        </a:cubicBezTo>
                        <a:cubicBezTo>
                          <a:pt x="1649" y="509"/>
                          <a:pt x="1649" y="468"/>
                          <a:pt x="1628" y="447"/>
                        </a:cubicBezTo>
                        <a:cubicBezTo>
                          <a:pt x="1461" y="259"/>
                          <a:pt x="1252" y="113"/>
                          <a:pt x="1023" y="51"/>
                        </a:cubicBezTo>
                        <a:cubicBezTo>
                          <a:pt x="926" y="40"/>
                          <a:pt x="761" y="1"/>
                          <a:pt x="619" y="1"/>
                        </a:cubicBezTo>
                        <a:close/>
                        <a:moveTo>
                          <a:pt x="408" y="4055"/>
                        </a:moveTo>
                        <a:cubicBezTo>
                          <a:pt x="355" y="4055"/>
                          <a:pt x="300" y="4083"/>
                          <a:pt x="272" y="4139"/>
                        </a:cubicBezTo>
                        <a:cubicBezTo>
                          <a:pt x="251" y="4180"/>
                          <a:pt x="251" y="4222"/>
                          <a:pt x="272" y="4264"/>
                        </a:cubicBezTo>
                        <a:cubicBezTo>
                          <a:pt x="230" y="4305"/>
                          <a:pt x="230" y="4347"/>
                          <a:pt x="230" y="4389"/>
                        </a:cubicBezTo>
                        <a:cubicBezTo>
                          <a:pt x="147" y="4681"/>
                          <a:pt x="43" y="4973"/>
                          <a:pt x="22" y="5265"/>
                        </a:cubicBezTo>
                        <a:cubicBezTo>
                          <a:pt x="1" y="5536"/>
                          <a:pt x="293" y="5620"/>
                          <a:pt x="501" y="5682"/>
                        </a:cubicBezTo>
                        <a:cubicBezTo>
                          <a:pt x="668" y="5724"/>
                          <a:pt x="814" y="5870"/>
                          <a:pt x="981" y="5912"/>
                        </a:cubicBezTo>
                        <a:cubicBezTo>
                          <a:pt x="1086" y="5912"/>
                          <a:pt x="1169" y="5849"/>
                          <a:pt x="1232" y="5766"/>
                        </a:cubicBezTo>
                        <a:cubicBezTo>
                          <a:pt x="1503" y="5494"/>
                          <a:pt x="1544" y="5056"/>
                          <a:pt x="1565" y="4681"/>
                        </a:cubicBezTo>
                        <a:cubicBezTo>
                          <a:pt x="1586" y="4639"/>
                          <a:pt x="1586" y="4577"/>
                          <a:pt x="1565" y="4514"/>
                        </a:cubicBezTo>
                        <a:cubicBezTo>
                          <a:pt x="1649" y="4493"/>
                          <a:pt x="1690" y="4389"/>
                          <a:pt x="1649" y="4305"/>
                        </a:cubicBezTo>
                        <a:cubicBezTo>
                          <a:pt x="1631" y="4254"/>
                          <a:pt x="1558" y="4217"/>
                          <a:pt x="1497" y="4217"/>
                        </a:cubicBezTo>
                        <a:cubicBezTo>
                          <a:pt x="1484" y="4217"/>
                          <a:pt x="1472" y="4218"/>
                          <a:pt x="1461" y="4222"/>
                        </a:cubicBezTo>
                        <a:cubicBezTo>
                          <a:pt x="1346" y="4279"/>
                          <a:pt x="1226" y="4305"/>
                          <a:pt x="1108" y="4305"/>
                        </a:cubicBezTo>
                        <a:cubicBezTo>
                          <a:pt x="881" y="4305"/>
                          <a:pt x="658" y="4213"/>
                          <a:pt x="481" y="4076"/>
                        </a:cubicBezTo>
                        <a:cubicBezTo>
                          <a:pt x="460" y="4062"/>
                          <a:pt x="434" y="4055"/>
                          <a:pt x="408" y="4055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833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06" name="Google Shape;2606;p46"/>
                  <p:cNvSpPr/>
                  <p:nvPr/>
                </p:nvSpPr>
                <p:spPr>
                  <a:xfrm>
                    <a:off x="6300400" y="2458500"/>
                    <a:ext cx="16700" cy="56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8" h="2269" extrusionOk="0">
                        <a:moveTo>
                          <a:pt x="265" y="1"/>
                        </a:moveTo>
                        <a:cubicBezTo>
                          <a:pt x="181" y="1"/>
                          <a:pt x="100" y="57"/>
                          <a:pt x="84" y="139"/>
                        </a:cubicBezTo>
                        <a:cubicBezTo>
                          <a:pt x="21" y="389"/>
                          <a:pt x="84" y="640"/>
                          <a:pt x="63" y="911"/>
                        </a:cubicBezTo>
                        <a:cubicBezTo>
                          <a:pt x="84" y="1224"/>
                          <a:pt x="63" y="1536"/>
                          <a:pt x="42" y="1849"/>
                        </a:cubicBezTo>
                        <a:cubicBezTo>
                          <a:pt x="42" y="2016"/>
                          <a:pt x="0" y="2141"/>
                          <a:pt x="167" y="2246"/>
                        </a:cubicBezTo>
                        <a:cubicBezTo>
                          <a:pt x="197" y="2261"/>
                          <a:pt x="224" y="2268"/>
                          <a:pt x="251" y="2268"/>
                        </a:cubicBezTo>
                        <a:cubicBezTo>
                          <a:pt x="538" y="2268"/>
                          <a:pt x="628" y="1394"/>
                          <a:pt x="647" y="1203"/>
                        </a:cubicBezTo>
                        <a:cubicBezTo>
                          <a:pt x="668" y="911"/>
                          <a:pt x="668" y="577"/>
                          <a:pt x="543" y="306"/>
                        </a:cubicBezTo>
                        <a:cubicBezTo>
                          <a:pt x="501" y="202"/>
                          <a:pt x="438" y="76"/>
                          <a:pt x="334" y="14"/>
                        </a:cubicBezTo>
                        <a:cubicBezTo>
                          <a:pt x="312" y="5"/>
                          <a:pt x="288" y="1"/>
                          <a:pt x="265" y="1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2143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07" name="Google Shape;2607;p46"/>
                  <p:cNvSpPr/>
                  <p:nvPr/>
                </p:nvSpPr>
                <p:spPr>
                  <a:xfrm>
                    <a:off x="4771525" y="2785375"/>
                    <a:ext cx="1910075" cy="1258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403" h="50328" extrusionOk="0">
                        <a:moveTo>
                          <a:pt x="9430" y="0"/>
                        </a:moveTo>
                        <a:cubicBezTo>
                          <a:pt x="9312" y="0"/>
                          <a:pt x="9193" y="51"/>
                          <a:pt x="9115" y="142"/>
                        </a:cubicBezTo>
                        <a:cubicBezTo>
                          <a:pt x="9074" y="142"/>
                          <a:pt x="9011" y="142"/>
                          <a:pt x="8948" y="163"/>
                        </a:cubicBezTo>
                        <a:cubicBezTo>
                          <a:pt x="8469" y="329"/>
                          <a:pt x="8010" y="559"/>
                          <a:pt x="7593" y="851"/>
                        </a:cubicBezTo>
                        <a:cubicBezTo>
                          <a:pt x="6091" y="1998"/>
                          <a:pt x="5152" y="4084"/>
                          <a:pt x="5444" y="5982"/>
                        </a:cubicBezTo>
                        <a:cubicBezTo>
                          <a:pt x="5528" y="6274"/>
                          <a:pt x="5507" y="6649"/>
                          <a:pt x="5590" y="6962"/>
                        </a:cubicBezTo>
                        <a:cubicBezTo>
                          <a:pt x="4986" y="7275"/>
                          <a:pt x="4527" y="7817"/>
                          <a:pt x="3984" y="8214"/>
                        </a:cubicBezTo>
                        <a:cubicBezTo>
                          <a:pt x="3379" y="8819"/>
                          <a:pt x="2816" y="9528"/>
                          <a:pt x="2545" y="10320"/>
                        </a:cubicBezTo>
                        <a:cubicBezTo>
                          <a:pt x="2441" y="10696"/>
                          <a:pt x="2441" y="11175"/>
                          <a:pt x="2608" y="11551"/>
                        </a:cubicBezTo>
                        <a:cubicBezTo>
                          <a:pt x="2608" y="11885"/>
                          <a:pt x="2837" y="12448"/>
                          <a:pt x="3108" y="12823"/>
                        </a:cubicBezTo>
                        <a:cubicBezTo>
                          <a:pt x="2733" y="13094"/>
                          <a:pt x="2420" y="13428"/>
                          <a:pt x="2149" y="13783"/>
                        </a:cubicBezTo>
                        <a:cubicBezTo>
                          <a:pt x="1481" y="14763"/>
                          <a:pt x="856" y="16014"/>
                          <a:pt x="1189" y="17224"/>
                        </a:cubicBezTo>
                        <a:cubicBezTo>
                          <a:pt x="1210" y="17287"/>
                          <a:pt x="1210" y="17391"/>
                          <a:pt x="1231" y="17474"/>
                        </a:cubicBezTo>
                        <a:cubicBezTo>
                          <a:pt x="939" y="17641"/>
                          <a:pt x="731" y="18017"/>
                          <a:pt x="564" y="18267"/>
                        </a:cubicBezTo>
                        <a:cubicBezTo>
                          <a:pt x="1" y="19268"/>
                          <a:pt x="167" y="20436"/>
                          <a:pt x="564" y="21458"/>
                        </a:cubicBezTo>
                        <a:cubicBezTo>
                          <a:pt x="835" y="22105"/>
                          <a:pt x="1919" y="24337"/>
                          <a:pt x="2670" y="24983"/>
                        </a:cubicBezTo>
                        <a:cubicBezTo>
                          <a:pt x="2670" y="25067"/>
                          <a:pt x="2712" y="25150"/>
                          <a:pt x="2775" y="25233"/>
                        </a:cubicBezTo>
                        <a:cubicBezTo>
                          <a:pt x="3359" y="25734"/>
                          <a:pt x="3963" y="26214"/>
                          <a:pt x="4568" y="26673"/>
                        </a:cubicBezTo>
                        <a:cubicBezTo>
                          <a:pt x="4631" y="26860"/>
                          <a:pt x="4798" y="26965"/>
                          <a:pt x="4965" y="27069"/>
                        </a:cubicBezTo>
                        <a:cubicBezTo>
                          <a:pt x="4986" y="27090"/>
                          <a:pt x="5006" y="27111"/>
                          <a:pt x="5027" y="27132"/>
                        </a:cubicBezTo>
                        <a:cubicBezTo>
                          <a:pt x="5257" y="27361"/>
                          <a:pt x="5507" y="27570"/>
                          <a:pt x="5778" y="27757"/>
                        </a:cubicBezTo>
                        <a:cubicBezTo>
                          <a:pt x="5862" y="27820"/>
                          <a:pt x="5945" y="27882"/>
                          <a:pt x="6028" y="27945"/>
                        </a:cubicBezTo>
                        <a:cubicBezTo>
                          <a:pt x="6049" y="27966"/>
                          <a:pt x="6070" y="27987"/>
                          <a:pt x="6091" y="28008"/>
                        </a:cubicBezTo>
                        <a:cubicBezTo>
                          <a:pt x="7176" y="28717"/>
                          <a:pt x="8281" y="29384"/>
                          <a:pt x="9407" y="30031"/>
                        </a:cubicBezTo>
                        <a:cubicBezTo>
                          <a:pt x="9428" y="30114"/>
                          <a:pt x="9491" y="30198"/>
                          <a:pt x="9595" y="30239"/>
                        </a:cubicBezTo>
                        <a:cubicBezTo>
                          <a:pt x="9971" y="30427"/>
                          <a:pt x="10346" y="30615"/>
                          <a:pt x="10721" y="30782"/>
                        </a:cubicBezTo>
                        <a:cubicBezTo>
                          <a:pt x="10784" y="30823"/>
                          <a:pt x="10826" y="30844"/>
                          <a:pt x="10888" y="30865"/>
                        </a:cubicBezTo>
                        <a:cubicBezTo>
                          <a:pt x="11368" y="31136"/>
                          <a:pt x="11848" y="31386"/>
                          <a:pt x="12327" y="31637"/>
                        </a:cubicBezTo>
                        <a:cubicBezTo>
                          <a:pt x="12411" y="31678"/>
                          <a:pt x="12494" y="31678"/>
                          <a:pt x="12578" y="31678"/>
                        </a:cubicBezTo>
                        <a:cubicBezTo>
                          <a:pt x="13913" y="32325"/>
                          <a:pt x="15268" y="32993"/>
                          <a:pt x="16624" y="33618"/>
                        </a:cubicBezTo>
                        <a:cubicBezTo>
                          <a:pt x="17375" y="33973"/>
                          <a:pt x="18188" y="34432"/>
                          <a:pt x="18981" y="34745"/>
                        </a:cubicBezTo>
                        <a:cubicBezTo>
                          <a:pt x="20691" y="35329"/>
                          <a:pt x="22443" y="35892"/>
                          <a:pt x="24258" y="36017"/>
                        </a:cubicBezTo>
                        <a:cubicBezTo>
                          <a:pt x="26141" y="36137"/>
                          <a:pt x="28024" y="36373"/>
                          <a:pt x="29925" y="36373"/>
                        </a:cubicBezTo>
                        <a:cubicBezTo>
                          <a:pt x="30004" y="36373"/>
                          <a:pt x="30082" y="36372"/>
                          <a:pt x="30161" y="36371"/>
                        </a:cubicBezTo>
                        <a:cubicBezTo>
                          <a:pt x="30438" y="36360"/>
                          <a:pt x="30718" y="36353"/>
                          <a:pt x="30998" y="36353"/>
                        </a:cubicBezTo>
                        <a:cubicBezTo>
                          <a:pt x="31748" y="36353"/>
                          <a:pt x="32503" y="36402"/>
                          <a:pt x="33248" y="36538"/>
                        </a:cubicBezTo>
                        <a:cubicBezTo>
                          <a:pt x="34061" y="36684"/>
                          <a:pt x="34916" y="36955"/>
                          <a:pt x="35730" y="37206"/>
                        </a:cubicBezTo>
                        <a:cubicBezTo>
                          <a:pt x="36084" y="37393"/>
                          <a:pt x="36606" y="37519"/>
                          <a:pt x="36877" y="37665"/>
                        </a:cubicBezTo>
                        <a:cubicBezTo>
                          <a:pt x="39296" y="38562"/>
                          <a:pt x="41612" y="39709"/>
                          <a:pt x="44031" y="40585"/>
                        </a:cubicBezTo>
                        <a:cubicBezTo>
                          <a:pt x="46096" y="41273"/>
                          <a:pt x="48182" y="41940"/>
                          <a:pt x="50184" y="42796"/>
                        </a:cubicBezTo>
                        <a:cubicBezTo>
                          <a:pt x="52270" y="43567"/>
                          <a:pt x="54251" y="44506"/>
                          <a:pt x="56316" y="45299"/>
                        </a:cubicBezTo>
                        <a:cubicBezTo>
                          <a:pt x="61426" y="47155"/>
                          <a:pt x="66599" y="48865"/>
                          <a:pt x="71834" y="50304"/>
                        </a:cubicBezTo>
                        <a:cubicBezTo>
                          <a:pt x="71884" y="50320"/>
                          <a:pt x="71930" y="50327"/>
                          <a:pt x="71974" y="50327"/>
                        </a:cubicBezTo>
                        <a:cubicBezTo>
                          <a:pt x="72278" y="50327"/>
                          <a:pt x="72424" y="49976"/>
                          <a:pt x="72314" y="49720"/>
                        </a:cubicBezTo>
                        <a:cubicBezTo>
                          <a:pt x="73837" y="46738"/>
                          <a:pt x="74692" y="43442"/>
                          <a:pt x="75172" y="40126"/>
                        </a:cubicBezTo>
                        <a:cubicBezTo>
                          <a:pt x="75547" y="37101"/>
                          <a:pt x="76402" y="33764"/>
                          <a:pt x="75213" y="30823"/>
                        </a:cubicBezTo>
                        <a:cubicBezTo>
                          <a:pt x="75443" y="30615"/>
                          <a:pt x="75464" y="30239"/>
                          <a:pt x="75005" y="30093"/>
                        </a:cubicBezTo>
                        <a:cubicBezTo>
                          <a:pt x="74212" y="29968"/>
                          <a:pt x="73420" y="29843"/>
                          <a:pt x="72648" y="29697"/>
                        </a:cubicBezTo>
                        <a:cubicBezTo>
                          <a:pt x="72113" y="29640"/>
                          <a:pt x="71562" y="29356"/>
                          <a:pt x="71024" y="29356"/>
                        </a:cubicBezTo>
                        <a:cubicBezTo>
                          <a:pt x="70974" y="29356"/>
                          <a:pt x="70925" y="29358"/>
                          <a:pt x="70875" y="29363"/>
                        </a:cubicBezTo>
                        <a:cubicBezTo>
                          <a:pt x="67162" y="28446"/>
                          <a:pt x="63387" y="27882"/>
                          <a:pt x="59695" y="26965"/>
                        </a:cubicBezTo>
                        <a:cubicBezTo>
                          <a:pt x="53334" y="25359"/>
                          <a:pt x="46951" y="23648"/>
                          <a:pt x="40965" y="20895"/>
                        </a:cubicBezTo>
                        <a:cubicBezTo>
                          <a:pt x="40798" y="20812"/>
                          <a:pt x="40631" y="20728"/>
                          <a:pt x="40464" y="20645"/>
                        </a:cubicBezTo>
                        <a:cubicBezTo>
                          <a:pt x="40360" y="20520"/>
                          <a:pt x="40172" y="20457"/>
                          <a:pt x="40047" y="20374"/>
                        </a:cubicBezTo>
                        <a:cubicBezTo>
                          <a:pt x="39693" y="20144"/>
                          <a:pt x="39380" y="19894"/>
                          <a:pt x="39046" y="19664"/>
                        </a:cubicBezTo>
                        <a:cubicBezTo>
                          <a:pt x="38274" y="19060"/>
                          <a:pt x="37503" y="18455"/>
                          <a:pt x="36856" y="17725"/>
                        </a:cubicBezTo>
                        <a:cubicBezTo>
                          <a:pt x="35751" y="16515"/>
                          <a:pt x="34812" y="15138"/>
                          <a:pt x="33999" y="13699"/>
                        </a:cubicBezTo>
                        <a:cubicBezTo>
                          <a:pt x="32977" y="11968"/>
                          <a:pt x="32017" y="10174"/>
                          <a:pt x="31058" y="8401"/>
                        </a:cubicBezTo>
                        <a:cubicBezTo>
                          <a:pt x="30453" y="7338"/>
                          <a:pt x="29702" y="6378"/>
                          <a:pt x="28909" y="5481"/>
                        </a:cubicBezTo>
                        <a:cubicBezTo>
                          <a:pt x="28888" y="5460"/>
                          <a:pt x="28868" y="5440"/>
                          <a:pt x="28847" y="5419"/>
                        </a:cubicBezTo>
                        <a:cubicBezTo>
                          <a:pt x="28450" y="4939"/>
                          <a:pt x="28033" y="4501"/>
                          <a:pt x="27595" y="4063"/>
                        </a:cubicBezTo>
                        <a:cubicBezTo>
                          <a:pt x="27476" y="3891"/>
                          <a:pt x="27335" y="3821"/>
                          <a:pt x="27205" y="3821"/>
                        </a:cubicBezTo>
                        <a:cubicBezTo>
                          <a:pt x="26972" y="3821"/>
                          <a:pt x="26776" y="4046"/>
                          <a:pt x="26803" y="4313"/>
                        </a:cubicBezTo>
                        <a:cubicBezTo>
                          <a:pt x="26406" y="5106"/>
                          <a:pt x="25885" y="5898"/>
                          <a:pt x="25676" y="6774"/>
                        </a:cubicBezTo>
                        <a:cubicBezTo>
                          <a:pt x="25614" y="6816"/>
                          <a:pt x="25551" y="6858"/>
                          <a:pt x="25509" y="6900"/>
                        </a:cubicBezTo>
                        <a:cubicBezTo>
                          <a:pt x="25322" y="7004"/>
                          <a:pt x="25113" y="7108"/>
                          <a:pt x="25009" y="7254"/>
                        </a:cubicBezTo>
                        <a:cubicBezTo>
                          <a:pt x="24800" y="7317"/>
                          <a:pt x="24592" y="7442"/>
                          <a:pt x="24404" y="7504"/>
                        </a:cubicBezTo>
                        <a:cubicBezTo>
                          <a:pt x="24070" y="7630"/>
                          <a:pt x="23737" y="7692"/>
                          <a:pt x="23382" y="7734"/>
                        </a:cubicBezTo>
                        <a:cubicBezTo>
                          <a:pt x="23243" y="7734"/>
                          <a:pt x="23095" y="7743"/>
                          <a:pt x="22956" y="7743"/>
                        </a:cubicBezTo>
                        <a:cubicBezTo>
                          <a:pt x="22886" y="7743"/>
                          <a:pt x="22819" y="7741"/>
                          <a:pt x="22756" y="7734"/>
                        </a:cubicBezTo>
                        <a:cubicBezTo>
                          <a:pt x="22172" y="7713"/>
                          <a:pt x="21588" y="7630"/>
                          <a:pt x="21004" y="7546"/>
                        </a:cubicBezTo>
                        <a:cubicBezTo>
                          <a:pt x="20754" y="7528"/>
                          <a:pt x="20472" y="7387"/>
                          <a:pt x="20226" y="7387"/>
                        </a:cubicBezTo>
                        <a:cubicBezTo>
                          <a:pt x="20185" y="7387"/>
                          <a:pt x="20146" y="7391"/>
                          <a:pt x="20107" y="7400"/>
                        </a:cubicBezTo>
                        <a:cubicBezTo>
                          <a:pt x="19857" y="7317"/>
                          <a:pt x="19607" y="7233"/>
                          <a:pt x="19315" y="7129"/>
                        </a:cubicBezTo>
                        <a:cubicBezTo>
                          <a:pt x="19273" y="7108"/>
                          <a:pt x="19210" y="7087"/>
                          <a:pt x="19169" y="7087"/>
                        </a:cubicBezTo>
                        <a:cubicBezTo>
                          <a:pt x="18689" y="6920"/>
                          <a:pt x="18230" y="6712"/>
                          <a:pt x="17771" y="6503"/>
                        </a:cubicBezTo>
                        <a:cubicBezTo>
                          <a:pt x="17730" y="6482"/>
                          <a:pt x="17688" y="6462"/>
                          <a:pt x="17625" y="6441"/>
                        </a:cubicBezTo>
                        <a:cubicBezTo>
                          <a:pt x="17375" y="6316"/>
                          <a:pt x="17125" y="6170"/>
                          <a:pt x="16854" y="6044"/>
                        </a:cubicBezTo>
                        <a:cubicBezTo>
                          <a:pt x="16562" y="5878"/>
                          <a:pt x="16270" y="5732"/>
                          <a:pt x="15978" y="5565"/>
                        </a:cubicBezTo>
                        <a:cubicBezTo>
                          <a:pt x="15414" y="5210"/>
                          <a:pt x="14830" y="4856"/>
                          <a:pt x="14267" y="4480"/>
                        </a:cubicBezTo>
                        <a:cubicBezTo>
                          <a:pt x="13954" y="4292"/>
                          <a:pt x="13662" y="4084"/>
                          <a:pt x="13349" y="3875"/>
                        </a:cubicBezTo>
                        <a:cubicBezTo>
                          <a:pt x="13329" y="3813"/>
                          <a:pt x="13287" y="3750"/>
                          <a:pt x="13203" y="3708"/>
                        </a:cubicBezTo>
                        <a:cubicBezTo>
                          <a:pt x="12578" y="3270"/>
                          <a:pt x="11931" y="2853"/>
                          <a:pt x="11264" y="2436"/>
                        </a:cubicBezTo>
                        <a:cubicBezTo>
                          <a:pt x="11180" y="2373"/>
                          <a:pt x="11097" y="2311"/>
                          <a:pt x="10993" y="2227"/>
                        </a:cubicBezTo>
                        <a:cubicBezTo>
                          <a:pt x="10930" y="2186"/>
                          <a:pt x="10867" y="2165"/>
                          <a:pt x="10805" y="2144"/>
                        </a:cubicBezTo>
                        <a:lnTo>
                          <a:pt x="10575" y="1998"/>
                        </a:lnTo>
                        <a:cubicBezTo>
                          <a:pt x="10555" y="1998"/>
                          <a:pt x="10513" y="1977"/>
                          <a:pt x="10492" y="1977"/>
                        </a:cubicBezTo>
                        <a:cubicBezTo>
                          <a:pt x="10409" y="1873"/>
                          <a:pt x="10346" y="1769"/>
                          <a:pt x="10263" y="1664"/>
                        </a:cubicBezTo>
                        <a:cubicBezTo>
                          <a:pt x="10158" y="1497"/>
                          <a:pt x="10054" y="1310"/>
                          <a:pt x="9991" y="1122"/>
                        </a:cubicBezTo>
                        <a:cubicBezTo>
                          <a:pt x="9971" y="1059"/>
                          <a:pt x="9950" y="976"/>
                          <a:pt x="9929" y="913"/>
                        </a:cubicBezTo>
                        <a:cubicBezTo>
                          <a:pt x="9908" y="767"/>
                          <a:pt x="9866" y="621"/>
                          <a:pt x="9866" y="475"/>
                        </a:cubicBezTo>
                        <a:cubicBezTo>
                          <a:pt x="9866" y="309"/>
                          <a:pt x="9783" y="142"/>
                          <a:pt x="9637" y="58"/>
                        </a:cubicBezTo>
                        <a:cubicBezTo>
                          <a:pt x="9574" y="19"/>
                          <a:pt x="9502" y="0"/>
                          <a:pt x="9430" y="0"/>
                        </a:cubicBezTo>
                        <a:close/>
                      </a:path>
                    </a:pathLst>
                  </a:custGeom>
                  <a:solidFill>
                    <a:srgbClr val="9F6F5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08" name="Google Shape;2608;p46"/>
                  <p:cNvSpPr/>
                  <p:nvPr/>
                </p:nvSpPr>
                <p:spPr>
                  <a:xfrm>
                    <a:off x="4754850" y="2786125"/>
                    <a:ext cx="1927250" cy="1259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090" h="50379" extrusionOk="0">
                        <a:moveTo>
                          <a:pt x="27838" y="3986"/>
                        </a:moveTo>
                        <a:cubicBezTo>
                          <a:pt x="27667" y="3986"/>
                          <a:pt x="27546" y="4176"/>
                          <a:pt x="27511" y="4367"/>
                        </a:cubicBezTo>
                        <a:cubicBezTo>
                          <a:pt x="27490" y="4362"/>
                          <a:pt x="27470" y="4360"/>
                          <a:pt x="27451" y="4360"/>
                        </a:cubicBezTo>
                        <a:cubicBezTo>
                          <a:pt x="27198" y="4360"/>
                          <a:pt x="27191" y="4736"/>
                          <a:pt x="27094" y="4930"/>
                        </a:cubicBezTo>
                        <a:cubicBezTo>
                          <a:pt x="26948" y="5326"/>
                          <a:pt x="26760" y="5722"/>
                          <a:pt x="26531" y="6098"/>
                        </a:cubicBezTo>
                        <a:cubicBezTo>
                          <a:pt x="26406" y="6348"/>
                          <a:pt x="25864" y="6807"/>
                          <a:pt x="26364" y="6974"/>
                        </a:cubicBezTo>
                        <a:cubicBezTo>
                          <a:pt x="26030" y="7141"/>
                          <a:pt x="25634" y="7099"/>
                          <a:pt x="25300" y="7203"/>
                        </a:cubicBezTo>
                        <a:cubicBezTo>
                          <a:pt x="25113" y="7308"/>
                          <a:pt x="25154" y="7620"/>
                          <a:pt x="25363" y="7662"/>
                        </a:cubicBezTo>
                        <a:lnTo>
                          <a:pt x="25467" y="7662"/>
                        </a:lnTo>
                        <a:cubicBezTo>
                          <a:pt x="26760" y="7662"/>
                          <a:pt x="27824" y="6640"/>
                          <a:pt x="28137" y="5430"/>
                        </a:cubicBezTo>
                        <a:cubicBezTo>
                          <a:pt x="28200" y="4992"/>
                          <a:pt x="28346" y="4346"/>
                          <a:pt x="27949" y="4012"/>
                        </a:cubicBezTo>
                        <a:cubicBezTo>
                          <a:pt x="27910" y="3994"/>
                          <a:pt x="27873" y="3986"/>
                          <a:pt x="27838" y="3986"/>
                        </a:cubicBezTo>
                        <a:close/>
                        <a:moveTo>
                          <a:pt x="18771" y="11345"/>
                        </a:moveTo>
                        <a:cubicBezTo>
                          <a:pt x="18676" y="11345"/>
                          <a:pt x="18576" y="11410"/>
                          <a:pt x="18480" y="11563"/>
                        </a:cubicBezTo>
                        <a:cubicBezTo>
                          <a:pt x="18313" y="13189"/>
                          <a:pt x="16999" y="13419"/>
                          <a:pt x="17354" y="13836"/>
                        </a:cubicBezTo>
                        <a:cubicBezTo>
                          <a:pt x="17354" y="13899"/>
                          <a:pt x="17375" y="13982"/>
                          <a:pt x="17416" y="14024"/>
                        </a:cubicBezTo>
                        <a:cubicBezTo>
                          <a:pt x="17511" y="14078"/>
                          <a:pt x="17611" y="14101"/>
                          <a:pt x="17714" y="14101"/>
                        </a:cubicBezTo>
                        <a:cubicBezTo>
                          <a:pt x="18042" y="14101"/>
                          <a:pt x="18393" y="13870"/>
                          <a:pt x="18647" y="13711"/>
                        </a:cubicBezTo>
                        <a:cubicBezTo>
                          <a:pt x="19647" y="13185"/>
                          <a:pt x="19274" y="11345"/>
                          <a:pt x="18771" y="11345"/>
                        </a:cubicBezTo>
                        <a:close/>
                        <a:moveTo>
                          <a:pt x="16341" y="17682"/>
                        </a:moveTo>
                        <a:cubicBezTo>
                          <a:pt x="16272" y="17682"/>
                          <a:pt x="16199" y="17717"/>
                          <a:pt x="16123" y="17799"/>
                        </a:cubicBezTo>
                        <a:cubicBezTo>
                          <a:pt x="16227" y="19322"/>
                          <a:pt x="15059" y="19405"/>
                          <a:pt x="15351" y="19947"/>
                        </a:cubicBezTo>
                        <a:cubicBezTo>
                          <a:pt x="15143" y="20135"/>
                          <a:pt x="15351" y="20385"/>
                          <a:pt x="15581" y="20406"/>
                        </a:cubicBezTo>
                        <a:cubicBezTo>
                          <a:pt x="16165" y="20302"/>
                          <a:pt x="16791" y="19822"/>
                          <a:pt x="16937" y="19217"/>
                        </a:cubicBezTo>
                        <a:cubicBezTo>
                          <a:pt x="17026" y="18914"/>
                          <a:pt x="16749" y="17682"/>
                          <a:pt x="16341" y="17682"/>
                        </a:cubicBezTo>
                        <a:close/>
                        <a:moveTo>
                          <a:pt x="14948" y="22140"/>
                        </a:moveTo>
                        <a:cubicBezTo>
                          <a:pt x="14840" y="22140"/>
                          <a:pt x="14742" y="22196"/>
                          <a:pt x="14705" y="22325"/>
                        </a:cubicBezTo>
                        <a:cubicBezTo>
                          <a:pt x="14684" y="22659"/>
                          <a:pt x="14684" y="23013"/>
                          <a:pt x="14559" y="23326"/>
                        </a:cubicBezTo>
                        <a:cubicBezTo>
                          <a:pt x="14454" y="23639"/>
                          <a:pt x="14267" y="23931"/>
                          <a:pt x="14016" y="24161"/>
                        </a:cubicBezTo>
                        <a:cubicBezTo>
                          <a:pt x="13850" y="24244"/>
                          <a:pt x="13787" y="24473"/>
                          <a:pt x="13870" y="24599"/>
                        </a:cubicBezTo>
                        <a:cubicBezTo>
                          <a:pt x="13870" y="24682"/>
                          <a:pt x="13891" y="24745"/>
                          <a:pt x="13954" y="24807"/>
                        </a:cubicBezTo>
                        <a:lnTo>
                          <a:pt x="13975" y="24786"/>
                        </a:lnTo>
                        <a:cubicBezTo>
                          <a:pt x="13975" y="24807"/>
                          <a:pt x="13996" y="24807"/>
                          <a:pt x="13996" y="24828"/>
                        </a:cubicBezTo>
                        <a:cubicBezTo>
                          <a:pt x="13954" y="24974"/>
                          <a:pt x="14037" y="25141"/>
                          <a:pt x="14183" y="25162"/>
                        </a:cubicBezTo>
                        <a:cubicBezTo>
                          <a:pt x="15581" y="25141"/>
                          <a:pt x="16019" y="23389"/>
                          <a:pt x="15289" y="22367"/>
                        </a:cubicBezTo>
                        <a:cubicBezTo>
                          <a:pt x="15231" y="22228"/>
                          <a:pt x="15082" y="22140"/>
                          <a:pt x="14948" y="22140"/>
                        </a:cubicBezTo>
                        <a:close/>
                        <a:moveTo>
                          <a:pt x="10006" y="0"/>
                        </a:moveTo>
                        <a:cubicBezTo>
                          <a:pt x="9883" y="0"/>
                          <a:pt x="9745" y="40"/>
                          <a:pt x="9595" y="112"/>
                        </a:cubicBezTo>
                        <a:cubicBezTo>
                          <a:pt x="9052" y="279"/>
                          <a:pt x="8510" y="487"/>
                          <a:pt x="8051" y="863"/>
                        </a:cubicBezTo>
                        <a:cubicBezTo>
                          <a:pt x="6570" y="2093"/>
                          <a:pt x="5840" y="4179"/>
                          <a:pt x="6111" y="6077"/>
                        </a:cubicBezTo>
                        <a:cubicBezTo>
                          <a:pt x="6174" y="6411"/>
                          <a:pt x="6278" y="6703"/>
                          <a:pt x="6424" y="7016"/>
                        </a:cubicBezTo>
                        <a:cubicBezTo>
                          <a:pt x="6320" y="7016"/>
                          <a:pt x="6195" y="7099"/>
                          <a:pt x="6049" y="7245"/>
                        </a:cubicBezTo>
                        <a:cubicBezTo>
                          <a:pt x="5089" y="7912"/>
                          <a:pt x="4172" y="8643"/>
                          <a:pt x="3629" y="9685"/>
                        </a:cubicBezTo>
                        <a:cubicBezTo>
                          <a:pt x="2983" y="10874"/>
                          <a:pt x="3316" y="12105"/>
                          <a:pt x="3963" y="13210"/>
                        </a:cubicBezTo>
                        <a:cubicBezTo>
                          <a:pt x="3826" y="13052"/>
                          <a:pt x="3683" y="12937"/>
                          <a:pt x="3536" y="12937"/>
                        </a:cubicBezTo>
                        <a:cubicBezTo>
                          <a:pt x="3391" y="12937"/>
                          <a:pt x="3242" y="13047"/>
                          <a:pt x="3087" y="13335"/>
                        </a:cubicBezTo>
                        <a:cubicBezTo>
                          <a:pt x="2232" y="14441"/>
                          <a:pt x="1606" y="15797"/>
                          <a:pt x="1815" y="17215"/>
                        </a:cubicBezTo>
                        <a:cubicBezTo>
                          <a:pt x="1856" y="17465"/>
                          <a:pt x="1919" y="17674"/>
                          <a:pt x="2023" y="17903"/>
                        </a:cubicBezTo>
                        <a:cubicBezTo>
                          <a:pt x="1982" y="17882"/>
                          <a:pt x="1961" y="17882"/>
                          <a:pt x="1919" y="17862"/>
                        </a:cubicBezTo>
                        <a:cubicBezTo>
                          <a:pt x="1872" y="17821"/>
                          <a:pt x="1815" y="17803"/>
                          <a:pt x="1757" y="17803"/>
                        </a:cubicBezTo>
                        <a:cubicBezTo>
                          <a:pt x="1636" y="17803"/>
                          <a:pt x="1516" y="17887"/>
                          <a:pt x="1502" y="18028"/>
                        </a:cubicBezTo>
                        <a:cubicBezTo>
                          <a:pt x="1377" y="18112"/>
                          <a:pt x="1272" y="18237"/>
                          <a:pt x="1231" y="18341"/>
                        </a:cubicBezTo>
                        <a:cubicBezTo>
                          <a:pt x="0" y="21241"/>
                          <a:pt x="2253" y="23952"/>
                          <a:pt x="4276" y="25808"/>
                        </a:cubicBezTo>
                        <a:cubicBezTo>
                          <a:pt x="5402" y="26872"/>
                          <a:pt x="6549" y="27936"/>
                          <a:pt x="7863" y="28770"/>
                        </a:cubicBezTo>
                        <a:cubicBezTo>
                          <a:pt x="9636" y="29855"/>
                          <a:pt x="11493" y="30835"/>
                          <a:pt x="13328" y="31815"/>
                        </a:cubicBezTo>
                        <a:cubicBezTo>
                          <a:pt x="14183" y="32253"/>
                          <a:pt x="15038" y="32671"/>
                          <a:pt x="15914" y="33067"/>
                        </a:cubicBezTo>
                        <a:cubicBezTo>
                          <a:pt x="16391" y="33246"/>
                          <a:pt x="16887" y="33633"/>
                          <a:pt x="17402" y="33633"/>
                        </a:cubicBezTo>
                        <a:cubicBezTo>
                          <a:pt x="17428" y="33633"/>
                          <a:pt x="17453" y="33632"/>
                          <a:pt x="17479" y="33630"/>
                        </a:cubicBezTo>
                        <a:cubicBezTo>
                          <a:pt x="17687" y="33734"/>
                          <a:pt x="17896" y="33818"/>
                          <a:pt x="18105" y="33901"/>
                        </a:cubicBezTo>
                        <a:cubicBezTo>
                          <a:pt x="18209" y="33943"/>
                          <a:pt x="18334" y="33985"/>
                          <a:pt x="18438" y="34026"/>
                        </a:cubicBezTo>
                        <a:cubicBezTo>
                          <a:pt x="18563" y="34256"/>
                          <a:pt x="18918" y="34297"/>
                          <a:pt x="19147" y="34423"/>
                        </a:cubicBezTo>
                        <a:cubicBezTo>
                          <a:pt x="19752" y="34652"/>
                          <a:pt x="20357" y="34881"/>
                          <a:pt x="20962" y="35069"/>
                        </a:cubicBezTo>
                        <a:cubicBezTo>
                          <a:pt x="22297" y="35528"/>
                          <a:pt x="23694" y="35737"/>
                          <a:pt x="25092" y="35924"/>
                        </a:cubicBezTo>
                        <a:cubicBezTo>
                          <a:pt x="25905" y="36053"/>
                          <a:pt x="26708" y="36084"/>
                          <a:pt x="27515" y="36084"/>
                        </a:cubicBezTo>
                        <a:cubicBezTo>
                          <a:pt x="27888" y="36084"/>
                          <a:pt x="28262" y="36077"/>
                          <a:pt x="28638" y="36070"/>
                        </a:cubicBezTo>
                        <a:cubicBezTo>
                          <a:pt x="28974" y="36063"/>
                          <a:pt x="29307" y="36058"/>
                          <a:pt x="29638" y="36058"/>
                        </a:cubicBezTo>
                        <a:cubicBezTo>
                          <a:pt x="30212" y="36058"/>
                          <a:pt x="30781" y="36072"/>
                          <a:pt x="31349" y="36112"/>
                        </a:cubicBezTo>
                        <a:cubicBezTo>
                          <a:pt x="31390" y="36124"/>
                          <a:pt x="31429" y="36129"/>
                          <a:pt x="31466" y="36129"/>
                        </a:cubicBezTo>
                        <a:cubicBezTo>
                          <a:pt x="31562" y="36129"/>
                          <a:pt x="31644" y="36095"/>
                          <a:pt x="31704" y="36049"/>
                        </a:cubicBezTo>
                        <a:cubicBezTo>
                          <a:pt x="33352" y="36091"/>
                          <a:pt x="34874" y="36613"/>
                          <a:pt x="36355" y="37280"/>
                        </a:cubicBezTo>
                        <a:cubicBezTo>
                          <a:pt x="36397" y="37280"/>
                          <a:pt x="36459" y="37301"/>
                          <a:pt x="36501" y="37322"/>
                        </a:cubicBezTo>
                        <a:cubicBezTo>
                          <a:pt x="36626" y="37363"/>
                          <a:pt x="36772" y="37405"/>
                          <a:pt x="36918" y="37468"/>
                        </a:cubicBezTo>
                        <a:cubicBezTo>
                          <a:pt x="37043" y="37509"/>
                          <a:pt x="37148" y="37551"/>
                          <a:pt x="37273" y="37614"/>
                        </a:cubicBezTo>
                        <a:cubicBezTo>
                          <a:pt x="37335" y="37614"/>
                          <a:pt x="37398" y="37655"/>
                          <a:pt x="37460" y="37676"/>
                        </a:cubicBezTo>
                        <a:cubicBezTo>
                          <a:pt x="37586" y="37718"/>
                          <a:pt x="37690" y="37760"/>
                          <a:pt x="37815" y="37801"/>
                        </a:cubicBezTo>
                        <a:cubicBezTo>
                          <a:pt x="37961" y="37864"/>
                          <a:pt x="38107" y="37927"/>
                          <a:pt x="38232" y="37989"/>
                        </a:cubicBezTo>
                        <a:cubicBezTo>
                          <a:pt x="38420" y="38052"/>
                          <a:pt x="38587" y="38135"/>
                          <a:pt x="38754" y="38198"/>
                        </a:cubicBezTo>
                        <a:cubicBezTo>
                          <a:pt x="39025" y="38323"/>
                          <a:pt x="39275" y="38448"/>
                          <a:pt x="39546" y="38573"/>
                        </a:cubicBezTo>
                        <a:cubicBezTo>
                          <a:pt x="39567" y="38573"/>
                          <a:pt x="39588" y="38594"/>
                          <a:pt x="39630" y="38615"/>
                        </a:cubicBezTo>
                        <a:lnTo>
                          <a:pt x="39651" y="38615"/>
                        </a:lnTo>
                        <a:cubicBezTo>
                          <a:pt x="39671" y="38636"/>
                          <a:pt x="39671" y="38636"/>
                          <a:pt x="39692" y="38636"/>
                        </a:cubicBezTo>
                        <a:cubicBezTo>
                          <a:pt x="39713" y="38636"/>
                          <a:pt x="39713" y="38636"/>
                          <a:pt x="39734" y="38657"/>
                        </a:cubicBezTo>
                        <a:cubicBezTo>
                          <a:pt x="39776" y="38657"/>
                          <a:pt x="39817" y="38678"/>
                          <a:pt x="39859" y="38698"/>
                        </a:cubicBezTo>
                        <a:cubicBezTo>
                          <a:pt x="39901" y="38719"/>
                          <a:pt x="39922" y="38740"/>
                          <a:pt x="39943" y="38761"/>
                        </a:cubicBezTo>
                        <a:cubicBezTo>
                          <a:pt x="40318" y="38949"/>
                          <a:pt x="40693" y="39116"/>
                          <a:pt x="41069" y="39303"/>
                        </a:cubicBezTo>
                        <a:cubicBezTo>
                          <a:pt x="41111" y="39324"/>
                          <a:pt x="41152" y="39366"/>
                          <a:pt x="41173" y="39408"/>
                        </a:cubicBezTo>
                        <a:cubicBezTo>
                          <a:pt x="42654" y="40012"/>
                          <a:pt x="44135" y="40596"/>
                          <a:pt x="45616" y="41160"/>
                        </a:cubicBezTo>
                        <a:cubicBezTo>
                          <a:pt x="48098" y="42140"/>
                          <a:pt x="50726" y="42640"/>
                          <a:pt x="53187" y="43662"/>
                        </a:cubicBezTo>
                        <a:cubicBezTo>
                          <a:pt x="54418" y="44205"/>
                          <a:pt x="55669" y="44768"/>
                          <a:pt x="56900" y="45289"/>
                        </a:cubicBezTo>
                        <a:cubicBezTo>
                          <a:pt x="56954" y="45249"/>
                          <a:pt x="57016" y="45226"/>
                          <a:pt x="57082" y="45226"/>
                        </a:cubicBezTo>
                        <a:cubicBezTo>
                          <a:pt x="57118" y="45226"/>
                          <a:pt x="57155" y="45233"/>
                          <a:pt x="57192" y="45248"/>
                        </a:cubicBezTo>
                        <a:cubicBezTo>
                          <a:pt x="57213" y="45269"/>
                          <a:pt x="57213" y="45269"/>
                          <a:pt x="57234" y="45269"/>
                        </a:cubicBezTo>
                        <a:cubicBezTo>
                          <a:pt x="57296" y="45289"/>
                          <a:pt x="57359" y="45331"/>
                          <a:pt x="57421" y="45352"/>
                        </a:cubicBezTo>
                        <a:cubicBezTo>
                          <a:pt x="57453" y="45331"/>
                          <a:pt x="57489" y="45321"/>
                          <a:pt x="57526" y="45321"/>
                        </a:cubicBezTo>
                        <a:cubicBezTo>
                          <a:pt x="57562" y="45321"/>
                          <a:pt x="57599" y="45331"/>
                          <a:pt x="57630" y="45352"/>
                        </a:cubicBezTo>
                        <a:cubicBezTo>
                          <a:pt x="57692" y="45373"/>
                          <a:pt x="57776" y="45415"/>
                          <a:pt x="57838" y="45435"/>
                        </a:cubicBezTo>
                        <a:cubicBezTo>
                          <a:pt x="58297" y="45623"/>
                          <a:pt x="58756" y="45790"/>
                          <a:pt x="59215" y="45978"/>
                        </a:cubicBezTo>
                        <a:cubicBezTo>
                          <a:pt x="59674" y="46186"/>
                          <a:pt x="60133" y="46374"/>
                          <a:pt x="60612" y="46562"/>
                        </a:cubicBezTo>
                        <a:cubicBezTo>
                          <a:pt x="60717" y="46603"/>
                          <a:pt x="60779" y="46729"/>
                          <a:pt x="60758" y="46833"/>
                        </a:cubicBezTo>
                        <a:cubicBezTo>
                          <a:pt x="61780" y="47187"/>
                          <a:pt x="62803" y="47521"/>
                          <a:pt x="63845" y="47792"/>
                        </a:cubicBezTo>
                        <a:cubicBezTo>
                          <a:pt x="64388" y="47959"/>
                          <a:pt x="64909" y="48105"/>
                          <a:pt x="65451" y="48251"/>
                        </a:cubicBezTo>
                        <a:cubicBezTo>
                          <a:pt x="65678" y="48312"/>
                          <a:pt x="65982" y="48537"/>
                          <a:pt x="66235" y="48537"/>
                        </a:cubicBezTo>
                        <a:cubicBezTo>
                          <a:pt x="66331" y="48537"/>
                          <a:pt x="66420" y="48504"/>
                          <a:pt x="66494" y="48418"/>
                        </a:cubicBezTo>
                        <a:cubicBezTo>
                          <a:pt x="68476" y="48773"/>
                          <a:pt x="70186" y="49982"/>
                          <a:pt x="72147" y="50358"/>
                        </a:cubicBezTo>
                        <a:cubicBezTo>
                          <a:pt x="72188" y="50379"/>
                          <a:pt x="72251" y="50379"/>
                          <a:pt x="72293" y="50379"/>
                        </a:cubicBezTo>
                        <a:cubicBezTo>
                          <a:pt x="73252" y="50379"/>
                          <a:pt x="73190" y="48585"/>
                          <a:pt x="73503" y="47897"/>
                        </a:cubicBezTo>
                        <a:cubicBezTo>
                          <a:pt x="73523" y="47813"/>
                          <a:pt x="73544" y="47751"/>
                          <a:pt x="73586" y="47646"/>
                        </a:cubicBezTo>
                        <a:cubicBezTo>
                          <a:pt x="73607" y="47667"/>
                          <a:pt x="73628" y="47667"/>
                          <a:pt x="73649" y="47688"/>
                        </a:cubicBezTo>
                        <a:lnTo>
                          <a:pt x="73732" y="47688"/>
                        </a:lnTo>
                        <a:cubicBezTo>
                          <a:pt x="73961" y="47688"/>
                          <a:pt x="74087" y="47396"/>
                          <a:pt x="73878" y="47250"/>
                        </a:cubicBezTo>
                        <a:cubicBezTo>
                          <a:pt x="73941" y="47229"/>
                          <a:pt x="73982" y="47208"/>
                          <a:pt x="74024" y="47187"/>
                        </a:cubicBezTo>
                        <a:lnTo>
                          <a:pt x="74253" y="47292"/>
                        </a:lnTo>
                        <a:cubicBezTo>
                          <a:pt x="74332" y="47337"/>
                          <a:pt x="74429" y="47376"/>
                          <a:pt x="74522" y="47376"/>
                        </a:cubicBezTo>
                        <a:cubicBezTo>
                          <a:pt x="74600" y="47376"/>
                          <a:pt x="74676" y="47348"/>
                          <a:pt x="74733" y="47271"/>
                        </a:cubicBezTo>
                        <a:lnTo>
                          <a:pt x="74796" y="47271"/>
                        </a:lnTo>
                        <a:cubicBezTo>
                          <a:pt x="75255" y="47459"/>
                          <a:pt x="75609" y="47563"/>
                          <a:pt x="75713" y="47563"/>
                        </a:cubicBezTo>
                        <a:cubicBezTo>
                          <a:pt x="75771" y="47600"/>
                          <a:pt x="75830" y="47616"/>
                          <a:pt x="75887" y="47616"/>
                        </a:cubicBezTo>
                        <a:cubicBezTo>
                          <a:pt x="76120" y="47616"/>
                          <a:pt x="76303" y="47347"/>
                          <a:pt x="76068" y="47146"/>
                        </a:cubicBezTo>
                        <a:cubicBezTo>
                          <a:pt x="75380" y="46875"/>
                          <a:pt x="74712" y="46583"/>
                          <a:pt x="74045" y="46249"/>
                        </a:cubicBezTo>
                        <a:lnTo>
                          <a:pt x="74045" y="46249"/>
                        </a:lnTo>
                        <a:cubicBezTo>
                          <a:pt x="74233" y="46311"/>
                          <a:pt x="74420" y="46374"/>
                          <a:pt x="74629" y="46416"/>
                        </a:cubicBezTo>
                        <a:cubicBezTo>
                          <a:pt x="74775" y="46499"/>
                          <a:pt x="74921" y="46583"/>
                          <a:pt x="75067" y="46666"/>
                        </a:cubicBezTo>
                        <a:cubicBezTo>
                          <a:pt x="75147" y="46724"/>
                          <a:pt x="75235" y="46750"/>
                          <a:pt x="75317" y="46750"/>
                        </a:cubicBezTo>
                        <a:cubicBezTo>
                          <a:pt x="75470" y="46750"/>
                          <a:pt x="75603" y="46663"/>
                          <a:pt x="75630" y="46541"/>
                        </a:cubicBezTo>
                        <a:cubicBezTo>
                          <a:pt x="75869" y="46441"/>
                          <a:pt x="75880" y="46037"/>
                          <a:pt x="75535" y="46037"/>
                        </a:cubicBezTo>
                        <a:cubicBezTo>
                          <a:pt x="75519" y="46037"/>
                          <a:pt x="75502" y="46038"/>
                          <a:pt x="75484" y="46040"/>
                        </a:cubicBezTo>
                        <a:lnTo>
                          <a:pt x="75421" y="46040"/>
                        </a:lnTo>
                        <a:cubicBezTo>
                          <a:pt x="75380" y="45853"/>
                          <a:pt x="75067" y="45832"/>
                          <a:pt x="74921" y="45707"/>
                        </a:cubicBezTo>
                        <a:cubicBezTo>
                          <a:pt x="74712" y="45602"/>
                          <a:pt x="74525" y="45456"/>
                          <a:pt x="74337" y="45331"/>
                        </a:cubicBezTo>
                        <a:cubicBezTo>
                          <a:pt x="74796" y="44163"/>
                          <a:pt x="75380" y="41910"/>
                          <a:pt x="75234" y="41806"/>
                        </a:cubicBezTo>
                        <a:cubicBezTo>
                          <a:pt x="76151" y="38177"/>
                          <a:pt x="77090" y="34005"/>
                          <a:pt x="76068" y="30334"/>
                        </a:cubicBezTo>
                        <a:cubicBezTo>
                          <a:pt x="76031" y="30222"/>
                          <a:pt x="75926" y="30144"/>
                          <a:pt x="75815" y="30144"/>
                        </a:cubicBezTo>
                        <a:cubicBezTo>
                          <a:pt x="75802" y="30144"/>
                          <a:pt x="75789" y="30145"/>
                          <a:pt x="75776" y="30147"/>
                        </a:cubicBezTo>
                        <a:cubicBezTo>
                          <a:pt x="75755" y="30168"/>
                          <a:pt x="75734" y="30168"/>
                          <a:pt x="75713" y="30188"/>
                        </a:cubicBezTo>
                        <a:cubicBezTo>
                          <a:pt x="75693" y="30042"/>
                          <a:pt x="75651" y="29876"/>
                          <a:pt x="75609" y="29730"/>
                        </a:cubicBezTo>
                        <a:cubicBezTo>
                          <a:pt x="75526" y="29500"/>
                          <a:pt x="75630" y="29104"/>
                          <a:pt x="75317" y="29062"/>
                        </a:cubicBezTo>
                        <a:cubicBezTo>
                          <a:pt x="74963" y="29062"/>
                          <a:pt x="75025" y="29458"/>
                          <a:pt x="75088" y="29688"/>
                        </a:cubicBezTo>
                        <a:cubicBezTo>
                          <a:pt x="76026" y="33484"/>
                          <a:pt x="74963" y="37551"/>
                          <a:pt x="74045" y="41264"/>
                        </a:cubicBezTo>
                        <a:cubicBezTo>
                          <a:pt x="73732" y="42286"/>
                          <a:pt x="73398" y="43308"/>
                          <a:pt x="72939" y="44267"/>
                        </a:cubicBezTo>
                        <a:cubicBezTo>
                          <a:pt x="72501" y="43892"/>
                          <a:pt x="72063" y="43496"/>
                          <a:pt x="71625" y="43099"/>
                        </a:cubicBezTo>
                        <a:cubicBezTo>
                          <a:pt x="70436" y="41869"/>
                          <a:pt x="69540" y="40221"/>
                          <a:pt x="68935" y="38406"/>
                        </a:cubicBezTo>
                        <a:cubicBezTo>
                          <a:pt x="68559" y="36967"/>
                          <a:pt x="68455" y="35445"/>
                          <a:pt x="68413" y="33943"/>
                        </a:cubicBezTo>
                        <a:cubicBezTo>
                          <a:pt x="68330" y="32441"/>
                          <a:pt x="68455" y="30918"/>
                          <a:pt x="68684" y="29417"/>
                        </a:cubicBezTo>
                        <a:cubicBezTo>
                          <a:pt x="68705" y="29229"/>
                          <a:pt x="68747" y="29000"/>
                          <a:pt x="68810" y="28791"/>
                        </a:cubicBezTo>
                        <a:cubicBezTo>
                          <a:pt x="68864" y="28609"/>
                          <a:pt x="68713" y="28491"/>
                          <a:pt x="68563" y="28491"/>
                        </a:cubicBezTo>
                        <a:cubicBezTo>
                          <a:pt x="68540" y="28491"/>
                          <a:pt x="68518" y="28494"/>
                          <a:pt x="68497" y="28499"/>
                        </a:cubicBezTo>
                        <a:lnTo>
                          <a:pt x="68434" y="28478"/>
                        </a:lnTo>
                        <a:cubicBezTo>
                          <a:pt x="68372" y="28457"/>
                          <a:pt x="68309" y="28436"/>
                          <a:pt x="68246" y="28416"/>
                        </a:cubicBezTo>
                        <a:lnTo>
                          <a:pt x="68184" y="28395"/>
                        </a:lnTo>
                        <a:cubicBezTo>
                          <a:pt x="68142" y="28416"/>
                          <a:pt x="68080" y="28436"/>
                          <a:pt x="68017" y="28478"/>
                        </a:cubicBezTo>
                        <a:cubicBezTo>
                          <a:pt x="67717" y="28290"/>
                          <a:pt x="67462" y="28207"/>
                          <a:pt x="67246" y="28207"/>
                        </a:cubicBezTo>
                        <a:cubicBezTo>
                          <a:pt x="66049" y="28207"/>
                          <a:pt x="66012" y="30725"/>
                          <a:pt x="65764" y="31732"/>
                        </a:cubicBezTo>
                        <a:cubicBezTo>
                          <a:pt x="65451" y="33567"/>
                          <a:pt x="65556" y="35424"/>
                          <a:pt x="65618" y="37259"/>
                        </a:cubicBezTo>
                        <a:cubicBezTo>
                          <a:pt x="65723" y="39408"/>
                          <a:pt x="65889" y="41577"/>
                          <a:pt x="66661" y="43621"/>
                        </a:cubicBezTo>
                        <a:cubicBezTo>
                          <a:pt x="66786" y="44121"/>
                          <a:pt x="66932" y="44539"/>
                          <a:pt x="67099" y="44893"/>
                        </a:cubicBezTo>
                        <a:cubicBezTo>
                          <a:pt x="65326" y="44393"/>
                          <a:pt x="63553" y="43829"/>
                          <a:pt x="61780" y="43308"/>
                        </a:cubicBezTo>
                        <a:cubicBezTo>
                          <a:pt x="61196" y="43162"/>
                          <a:pt x="60612" y="42974"/>
                          <a:pt x="60008" y="42807"/>
                        </a:cubicBezTo>
                        <a:cubicBezTo>
                          <a:pt x="60049" y="42474"/>
                          <a:pt x="60070" y="42140"/>
                          <a:pt x="60091" y="41806"/>
                        </a:cubicBezTo>
                        <a:cubicBezTo>
                          <a:pt x="60049" y="41431"/>
                          <a:pt x="60362" y="40033"/>
                          <a:pt x="59862" y="40012"/>
                        </a:cubicBezTo>
                        <a:cubicBezTo>
                          <a:pt x="59820" y="39992"/>
                          <a:pt x="59778" y="39971"/>
                          <a:pt x="59736" y="39971"/>
                        </a:cubicBezTo>
                        <a:cubicBezTo>
                          <a:pt x="59674" y="39971"/>
                          <a:pt x="59632" y="39992"/>
                          <a:pt x="59590" y="40033"/>
                        </a:cubicBezTo>
                        <a:cubicBezTo>
                          <a:pt x="59609" y="39850"/>
                          <a:pt x="59499" y="39667"/>
                          <a:pt x="59331" y="39667"/>
                        </a:cubicBezTo>
                        <a:cubicBezTo>
                          <a:pt x="59307" y="39667"/>
                          <a:pt x="59282" y="39671"/>
                          <a:pt x="59257" y="39679"/>
                        </a:cubicBezTo>
                        <a:cubicBezTo>
                          <a:pt x="58881" y="39825"/>
                          <a:pt x="58902" y="41118"/>
                          <a:pt x="58756" y="41535"/>
                        </a:cubicBezTo>
                        <a:cubicBezTo>
                          <a:pt x="58756" y="41660"/>
                          <a:pt x="58673" y="41973"/>
                          <a:pt x="58568" y="42348"/>
                        </a:cubicBezTo>
                        <a:cubicBezTo>
                          <a:pt x="52332" y="40346"/>
                          <a:pt x="46283" y="37760"/>
                          <a:pt x="40089" y="35674"/>
                        </a:cubicBezTo>
                        <a:cubicBezTo>
                          <a:pt x="40214" y="35445"/>
                          <a:pt x="40172" y="34965"/>
                          <a:pt x="40109" y="34798"/>
                        </a:cubicBezTo>
                        <a:cubicBezTo>
                          <a:pt x="40193" y="34569"/>
                          <a:pt x="40381" y="34235"/>
                          <a:pt x="40068" y="34110"/>
                        </a:cubicBezTo>
                        <a:cubicBezTo>
                          <a:pt x="40130" y="33985"/>
                          <a:pt x="40276" y="33672"/>
                          <a:pt x="40401" y="33359"/>
                        </a:cubicBezTo>
                        <a:cubicBezTo>
                          <a:pt x="40652" y="32796"/>
                          <a:pt x="40819" y="32170"/>
                          <a:pt x="40944" y="31461"/>
                        </a:cubicBezTo>
                        <a:cubicBezTo>
                          <a:pt x="40995" y="31271"/>
                          <a:pt x="40848" y="31153"/>
                          <a:pt x="40701" y="31153"/>
                        </a:cubicBezTo>
                        <a:cubicBezTo>
                          <a:pt x="40670" y="31153"/>
                          <a:pt x="40639" y="31158"/>
                          <a:pt x="40610" y="31169"/>
                        </a:cubicBezTo>
                        <a:cubicBezTo>
                          <a:pt x="40985" y="28979"/>
                          <a:pt x="40881" y="26664"/>
                          <a:pt x="40965" y="24453"/>
                        </a:cubicBezTo>
                        <a:cubicBezTo>
                          <a:pt x="41090" y="24161"/>
                          <a:pt x="40860" y="23681"/>
                          <a:pt x="40881" y="23326"/>
                        </a:cubicBezTo>
                        <a:cubicBezTo>
                          <a:pt x="40819" y="23118"/>
                          <a:pt x="40819" y="22763"/>
                          <a:pt x="40756" y="22471"/>
                        </a:cubicBezTo>
                        <a:lnTo>
                          <a:pt x="40756" y="22471"/>
                        </a:lnTo>
                        <a:cubicBezTo>
                          <a:pt x="40860" y="22513"/>
                          <a:pt x="40985" y="22555"/>
                          <a:pt x="41090" y="22596"/>
                        </a:cubicBezTo>
                        <a:cubicBezTo>
                          <a:pt x="41131" y="22596"/>
                          <a:pt x="41173" y="22617"/>
                          <a:pt x="41215" y="22617"/>
                        </a:cubicBezTo>
                        <a:cubicBezTo>
                          <a:pt x="41674" y="22617"/>
                          <a:pt x="42007" y="22075"/>
                          <a:pt x="42007" y="21637"/>
                        </a:cubicBezTo>
                        <a:cubicBezTo>
                          <a:pt x="41799" y="20844"/>
                          <a:pt x="39609" y="19551"/>
                          <a:pt x="38900" y="18967"/>
                        </a:cubicBezTo>
                        <a:cubicBezTo>
                          <a:pt x="38357" y="18571"/>
                          <a:pt x="37836" y="18133"/>
                          <a:pt x="37356" y="17653"/>
                        </a:cubicBezTo>
                        <a:cubicBezTo>
                          <a:pt x="37022" y="17340"/>
                          <a:pt x="36730" y="17006"/>
                          <a:pt x="36459" y="16652"/>
                        </a:cubicBezTo>
                        <a:cubicBezTo>
                          <a:pt x="36355" y="16527"/>
                          <a:pt x="36272" y="16339"/>
                          <a:pt x="36084" y="16339"/>
                        </a:cubicBezTo>
                        <a:cubicBezTo>
                          <a:pt x="35750" y="15672"/>
                          <a:pt x="35458" y="14983"/>
                          <a:pt x="35145" y="14295"/>
                        </a:cubicBezTo>
                        <a:cubicBezTo>
                          <a:pt x="34999" y="14086"/>
                          <a:pt x="34853" y="13878"/>
                          <a:pt x="34707" y="13648"/>
                        </a:cubicBezTo>
                        <a:cubicBezTo>
                          <a:pt x="34624" y="13523"/>
                          <a:pt x="34561" y="13377"/>
                          <a:pt x="34478" y="13252"/>
                        </a:cubicBezTo>
                        <a:lnTo>
                          <a:pt x="34394" y="13252"/>
                        </a:lnTo>
                        <a:cubicBezTo>
                          <a:pt x="34332" y="13294"/>
                          <a:pt x="34290" y="13315"/>
                          <a:pt x="34269" y="13356"/>
                        </a:cubicBezTo>
                        <a:cubicBezTo>
                          <a:pt x="34394" y="13711"/>
                          <a:pt x="34520" y="14065"/>
                          <a:pt x="34645" y="14399"/>
                        </a:cubicBezTo>
                        <a:cubicBezTo>
                          <a:pt x="34791" y="14712"/>
                          <a:pt x="34937" y="15025"/>
                          <a:pt x="35062" y="15359"/>
                        </a:cubicBezTo>
                        <a:cubicBezTo>
                          <a:pt x="35896" y="17173"/>
                          <a:pt x="36814" y="19155"/>
                          <a:pt x="38190" y="20657"/>
                        </a:cubicBezTo>
                        <a:cubicBezTo>
                          <a:pt x="38253" y="20761"/>
                          <a:pt x="38316" y="20865"/>
                          <a:pt x="38378" y="20969"/>
                        </a:cubicBezTo>
                        <a:cubicBezTo>
                          <a:pt x="38420" y="21011"/>
                          <a:pt x="38462" y="21053"/>
                          <a:pt x="38482" y="21115"/>
                        </a:cubicBezTo>
                        <a:cubicBezTo>
                          <a:pt x="39588" y="23660"/>
                          <a:pt x="39901" y="26497"/>
                          <a:pt x="39651" y="29250"/>
                        </a:cubicBezTo>
                        <a:lnTo>
                          <a:pt x="39630" y="29292"/>
                        </a:lnTo>
                        <a:cubicBezTo>
                          <a:pt x="39379" y="30147"/>
                          <a:pt x="39108" y="31127"/>
                          <a:pt x="38608" y="31920"/>
                        </a:cubicBezTo>
                        <a:cubicBezTo>
                          <a:pt x="38420" y="32191"/>
                          <a:pt x="38190" y="32462"/>
                          <a:pt x="37940" y="32691"/>
                        </a:cubicBezTo>
                        <a:lnTo>
                          <a:pt x="37961" y="32691"/>
                        </a:lnTo>
                        <a:cubicBezTo>
                          <a:pt x="37878" y="32754"/>
                          <a:pt x="37794" y="32837"/>
                          <a:pt x="37711" y="32900"/>
                        </a:cubicBezTo>
                        <a:cubicBezTo>
                          <a:pt x="36981" y="33338"/>
                          <a:pt x="36209" y="33588"/>
                          <a:pt x="35396" y="33713"/>
                        </a:cubicBezTo>
                        <a:cubicBezTo>
                          <a:pt x="33624" y="33581"/>
                          <a:pt x="31852" y="33415"/>
                          <a:pt x="30065" y="33415"/>
                        </a:cubicBezTo>
                        <a:cubicBezTo>
                          <a:pt x="29875" y="33415"/>
                          <a:pt x="29684" y="33417"/>
                          <a:pt x="29493" y="33421"/>
                        </a:cubicBezTo>
                        <a:cubicBezTo>
                          <a:pt x="29097" y="33401"/>
                          <a:pt x="28700" y="33359"/>
                          <a:pt x="28325" y="33338"/>
                        </a:cubicBezTo>
                        <a:cubicBezTo>
                          <a:pt x="28116" y="33317"/>
                          <a:pt x="27887" y="33296"/>
                          <a:pt x="27699" y="33275"/>
                        </a:cubicBezTo>
                        <a:cubicBezTo>
                          <a:pt x="24487" y="32733"/>
                          <a:pt x="21379" y="31794"/>
                          <a:pt x="18292" y="30752"/>
                        </a:cubicBezTo>
                        <a:cubicBezTo>
                          <a:pt x="17270" y="30272"/>
                          <a:pt x="16248" y="29813"/>
                          <a:pt x="15205" y="29375"/>
                        </a:cubicBezTo>
                        <a:cubicBezTo>
                          <a:pt x="14726" y="29208"/>
                          <a:pt x="14246" y="29020"/>
                          <a:pt x="13766" y="28812"/>
                        </a:cubicBezTo>
                        <a:cubicBezTo>
                          <a:pt x="13870" y="28436"/>
                          <a:pt x="13933" y="28061"/>
                          <a:pt x="13891" y="27915"/>
                        </a:cubicBezTo>
                        <a:cubicBezTo>
                          <a:pt x="13850" y="27623"/>
                          <a:pt x="13829" y="27143"/>
                          <a:pt x="13495" y="27039"/>
                        </a:cubicBezTo>
                        <a:cubicBezTo>
                          <a:pt x="13484" y="27038"/>
                          <a:pt x="13474" y="27038"/>
                          <a:pt x="13464" y="27038"/>
                        </a:cubicBezTo>
                        <a:cubicBezTo>
                          <a:pt x="13256" y="27038"/>
                          <a:pt x="13160" y="27234"/>
                          <a:pt x="13140" y="27394"/>
                        </a:cubicBezTo>
                        <a:cubicBezTo>
                          <a:pt x="13057" y="27748"/>
                          <a:pt x="12932" y="28082"/>
                          <a:pt x="12765" y="28416"/>
                        </a:cubicBezTo>
                        <a:cubicBezTo>
                          <a:pt x="11347" y="27811"/>
                          <a:pt x="9970" y="27122"/>
                          <a:pt x="8698" y="26226"/>
                        </a:cubicBezTo>
                        <a:cubicBezTo>
                          <a:pt x="6946" y="24995"/>
                          <a:pt x="5069" y="23556"/>
                          <a:pt x="3817" y="21762"/>
                        </a:cubicBezTo>
                        <a:cubicBezTo>
                          <a:pt x="3650" y="21261"/>
                          <a:pt x="3567" y="20761"/>
                          <a:pt x="3734" y="20302"/>
                        </a:cubicBezTo>
                        <a:cubicBezTo>
                          <a:pt x="3838" y="20302"/>
                          <a:pt x="3963" y="20323"/>
                          <a:pt x="4109" y="20385"/>
                        </a:cubicBezTo>
                        <a:cubicBezTo>
                          <a:pt x="4422" y="20615"/>
                          <a:pt x="4714" y="20865"/>
                          <a:pt x="4985" y="21095"/>
                        </a:cubicBezTo>
                        <a:cubicBezTo>
                          <a:pt x="5840" y="21783"/>
                          <a:pt x="6675" y="22492"/>
                          <a:pt x="7571" y="23118"/>
                        </a:cubicBezTo>
                        <a:cubicBezTo>
                          <a:pt x="7640" y="23175"/>
                          <a:pt x="7715" y="23200"/>
                          <a:pt x="7785" y="23200"/>
                        </a:cubicBezTo>
                        <a:cubicBezTo>
                          <a:pt x="7993" y="23200"/>
                          <a:pt x="8160" y="22982"/>
                          <a:pt x="7989" y="22763"/>
                        </a:cubicBezTo>
                        <a:cubicBezTo>
                          <a:pt x="7551" y="22221"/>
                          <a:pt x="7113" y="21679"/>
                          <a:pt x="6675" y="21157"/>
                        </a:cubicBezTo>
                        <a:cubicBezTo>
                          <a:pt x="5569" y="19739"/>
                          <a:pt x="4172" y="18258"/>
                          <a:pt x="3796" y="16464"/>
                        </a:cubicBezTo>
                        <a:cubicBezTo>
                          <a:pt x="3796" y="15609"/>
                          <a:pt x="4005" y="14691"/>
                          <a:pt x="4672" y="14232"/>
                        </a:cubicBezTo>
                        <a:cubicBezTo>
                          <a:pt x="4881" y="14503"/>
                          <a:pt x="5089" y="14754"/>
                          <a:pt x="5298" y="14983"/>
                        </a:cubicBezTo>
                        <a:cubicBezTo>
                          <a:pt x="6341" y="15984"/>
                          <a:pt x="7530" y="16840"/>
                          <a:pt x="8677" y="17695"/>
                        </a:cubicBezTo>
                        <a:cubicBezTo>
                          <a:pt x="8735" y="17746"/>
                          <a:pt x="8809" y="17770"/>
                          <a:pt x="8881" y="17770"/>
                        </a:cubicBezTo>
                        <a:cubicBezTo>
                          <a:pt x="9042" y="17770"/>
                          <a:pt x="9193" y="17652"/>
                          <a:pt x="9136" y="17465"/>
                        </a:cubicBezTo>
                        <a:cubicBezTo>
                          <a:pt x="8906" y="17111"/>
                          <a:pt x="8531" y="16840"/>
                          <a:pt x="8260" y="16527"/>
                        </a:cubicBezTo>
                        <a:cubicBezTo>
                          <a:pt x="7613" y="15901"/>
                          <a:pt x="6987" y="15254"/>
                          <a:pt x="6508" y="14503"/>
                        </a:cubicBezTo>
                        <a:cubicBezTo>
                          <a:pt x="5361" y="12918"/>
                          <a:pt x="4756" y="10374"/>
                          <a:pt x="6403" y="8914"/>
                        </a:cubicBezTo>
                        <a:cubicBezTo>
                          <a:pt x="6529" y="8726"/>
                          <a:pt x="7029" y="8517"/>
                          <a:pt x="7175" y="8309"/>
                        </a:cubicBezTo>
                        <a:cubicBezTo>
                          <a:pt x="7300" y="8476"/>
                          <a:pt x="7425" y="8643"/>
                          <a:pt x="7530" y="8809"/>
                        </a:cubicBezTo>
                        <a:cubicBezTo>
                          <a:pt x="8155" y="9602"/>
                          <a:pt x="8865" y="10311"/>
                          <a:pt x="9657" y="10937"/>
                        </a:cubicBezTo>
                        <a:cubicBezTo>
                          <a:pt x="10053" y="11250"/>
                          <a:pt x="10450" y="11542"/>
                          <a:pt x="10846" y="11855"/>
                        </a:cubicBezTo>
                        <a:cubicBezTo>
                          <a:pt x="10895" y="11895"/>
                          <a:pt x="10950" y="11914"/>
                          <a:pt x="11003" y="11914"/>
                        </a:cubicBezTo>
                        <a:cubicBezTo>
                          <a:pt x="11085" y="11914"/>
                          <a:pt x="11162" y="11868"/>
                          <a:pt x="11201" y="11792"/>
                        </a:cubicBezTo>
                        <a:cubicBezTo>
                          <a:pt x="11889" y="12397"/>
                          <a:pt x="12556" y="12981"/>
                          <a:pt x="13266" y="13544"/>
                        </a:cubicBezTo>
                        <a:cubicBezTo>
                          <a:pt x="13314" y="13584"/>
                          <a:pt x="13363" y="13601"/>
                          <a:pt x="13410" y="13601"/>
                        </a:cubicBezTo>
                        <a:cubicBezTo>
                          <a:pt x="13608" y="13601"/>
                          <a:pt x="13760" y="13299"/>
                          <a:pt x="13558" y="13148"/>
                        </a:cubicBezTo>
                        <a:cubicBezTo>
                          <a:pt x="12828" y="12564"/>
                          <a:pt x="12160" y="11980"/>
                          <a:pt x="11451" y="11333"/>
                        </a:cubicBezTo>
                        <a:cubicBezTo>
                          <a:pt x="9782" y="9852"/>
                          <a:pt x="8281" y="7704"/>
                          <a:pt x="8510" y="5389"/>
                        </a:cubicBezTo>
                        <a:cubicBezTo>
                          <a:pt x="8760" y="3970"/>
                          <a:pt x="9574" y="2740"/>
                          <a:pt x="10763" y="1947"/>
                        </a:cubicBezTo>
                        <a:cubicBezTo>
                          <a:pt x="11138" y="1551"/>
                          <a:pt x="10596" y="925"/>
                          <a:pt x="10512" y="487"/>
                        </a:cubicBezTo>
                        <a:cubicBezTo>
                          <a:pt x="10417" y="145"/>
                          <a:pt x="10240" y="0"/>
                          <a:pt x="10006" y="0"/>
                        </a:cubicBezTo>
                        <a:close/>
                      </a:path>
                    </a:pathLst>
                  </a:custGeom>
                  <a:solidFill>
                    <a:srgbClr val="885B3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09" name="Google Shape;2609;p46"/>
                  <p:cNvSpPr/>
                  <p:nvPr/>
                </p:nvSpPr>
                <p:spPr>
                  <a:xfrm>
                    <a:off x="5166775" y="2963075"/>
                    <a:ext cx="278475" cy="95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39" h="3838" extrusionOk="0">
                        <a:moveTo>
                          <a:pt x="626" y="0"/>
                        </a:moveTo>
                        <a:cubicBezTo>
                          <a:pt x="543" y="0"/>
                          <a:pt x="480" y="63"/>
                          <a:pt x="439" y="188"/>
                        </a:cubicBezTo>
                        <a:cubicBezTo>
                          <a:pt x="1" y="1189"/>
                          <a:pt x="5570" y="3525"/>
                          <a:pt x="6529" y="3671"/>
                        </a:cubicBezTo>
                        <a:cubicBezTo>
                          <a:pt x="6925" y="3775"/>
                          <a:pt x="7384" y="3838"/>
                          <a:pt x="7822" y="3838"/>
                        </a:cubicBezTo>
                        <a:cubicBezTo>
                          <a:pt x="8636" y="3838"/>
                          <a:pt x="9449" y="3609"/>
                          <a:pt x="10075" y="3045"/>
                        </a:cubicBezTo>
                        <a:cubicBezTo>
                          <a:pt x="10513" y="2607"/>
                          <a:pt x="11139" y="2044"/>
                          <a:pt x="11118" y="1377"/>
                        </a:cubicBezTo>
                        <a:cubicBezTo>
                          <a:pt x="11089" y="1252"/>
                          <a:pt x="10988" y="1203"/>
                          <a:pt x="10844" y="1203"/>
                        </a:cubicBezTo>
                        <a:cubicBezTo>
                          <a:pt x="10365" y="1203"/>
                          <a:pt x="9415" y="1741"/>
                          <a:pt x="9095" y="1773"/>
                        </a:cubicBezTo>
                        <a:cubicBezTo>
                          <a:pt x="8382" y="1962"/>
                          <a:pt x="7658" y="2050"/>
                          <a:pt x="6932" y="2050"/>
                        </a:cubicBezTo>
                        <a:cubicBezTo>
                          <a:pt x="6297" y="2050"/>
                          <a:pt x="5660" y="1983"/>
                          <a:pt x="5027" y="1857"/>
                        </a:cubicBezTo>
                        <a:cubicBezTo>
                          <a:pt x="5006" y="1877"/>
                          <a:pt x="4986" y="1877"/>
                          <a:pt x="4944" y="1877"/>
                        </a:cubicBezTo>
                        <a:lnTo>
                          <a:pt x="4881" y="1877"/>
                        </a:lnTo>
                        <a:cubicBezTo>
                          <a:pt x="4610" y="1794"/>
                          <a:pt x="4339" y="1711"/>
                          <a:pt x="4089" y="1627"/>
                        </a:cubicBezTo>
                        <a:cubicBezTo>
                          <a:pt x="3818" y="1544"/>
                          <a:pt x="3546" y="1460"/>
                          <a:pt x="3296" y="1377"/>
                        </a:cubicBezTo>
                        <a:cubicBezTo>
                          <a:pt x="3025" y="1272"/>
                          <a:pt x="2733" y="1189"/>
                          <a:pt x="2483" y="1064"/>
                        </a:cubicBezTo>
                        <a:cubicBezTo>
                          <a:pt x="2337" y="1001"/>
                          <a:pt x="2191" y="939"/>
                          <a:pt x="2045" y="876"/>
                        </a:cubicBezTo>
                        <a:cubicBezTo>
                          <a:pt x="1920" y="814"/>
                          <a:pt x="1815" y="751"/>
                          <a:pt x="1690" y="688"/>
                        </a:cubicBezTo>
                        <a:cubicBezTo>
                          <a:pt x="1523" y="605"/>
                          <a:pt x="1377" y="501"/>
                          <a:pt x="1231" y="417"/>
                        </a:cubicBezTo>
                        <a:cubicBezTo>
                          <a:pt x="1085" y="334"/>
                          <a:pt x="939" y="230"/>
                          <a:pt x="793" y="125"/>
                        </a:cubicBezTo>
                        <a:cubicBezTo>
                          <a:pt x="752" y="84"/>
                          <a:pt x="689" y="42"/>
                          <a:pt x="626" y="0"/>
                        </a:cubicBezTo>
                        <a:close/>
                      </a:path>
                    </a:pathLst>
                  </a:custGeom>
                  <a:solidFill>
                    <a:srgbClr val="AB7C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10" name="Google Shape;2610;p46"/>
                  <p:cNvSpPr/>
                  <p:nvPr/>
                </p:nvSpPr>
                <p:spPr>
                  <a:xfrm>
                    <a:off x="5068225" y="2899450"/>
                    <a:ext cx="82425" cy="54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97" h="2169" extrusionOk="0">
                        <a:moveTo>
                          <a:pt x="918" y="1"/>
                        </a:moveTo>
                        <a:lnTo>
                          <a:pt x="918" y="1"/>
                        </a:lnTo>
                        <a:cubicBezTo>
                          <a:pt x="1" y="21"/>
                          <a:pt x="1002" y="1023"/>
                          <a:pt x="1335" y="1231"/>
                        </a:cubicBezTo>
                        <a:cubicBezTo>
                          <a:pt x="1732" y="1481"/>
                          <a:pt x="2420" y="2149"/>
                          <a:pt x="2858" y="2149"/>
                        </a:cubicBezTo>
                        <a:cubicBezTo>
                          <a:pt x="2898" y="2162"/>
                          <a:pt x="2941" y="2169"/>
                          <a:pt x="2984" y="2169"/>
                        </a:cubicBezTo>
                        <a:cubicBezTo>
                          <a:pt x="3142" y="2169"/>
                          <a:pt x="3296" y="2079"/>
                          <a:pt x="3296" y="1899"/>
                        </a:cubicBezTo>
                        <a:cubicBezTo>
                          <a:pt x="3254" y="1565"/>
                          <a:pt x="2837" y="1398"/>
                          <a:pt x="2587" y="1189"/>
                        </a:cubicBezTo>
                        <a:cubicBezTo>
                          <a:pt x="2024" y="814"/>
                          <a:pt x="1544" y="293"/>
                          <a:pt x="918" y="1"/>
                        </a:cubicBezTo>
                        <a:close/>
                      </a:path>
                    </a:pathLst>
                  </a:custGeom>
                  <a:solidFill>
                    <a:srgbClr val="AB7C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11" name="Google Shape;2611;p46"/>
                  <p:cNvSpPr/>
                  <p:nvPr/>
                </p:nvSpPr>
                <p:spPr>
                  <a:xfrm>
                    <a:off x="6524450" y="3503975"/>
                    <a:ext cx="856925" cy="827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277" h="33100" extrusionOk="0">
                        <a:moveTo>
                          <a:pt x="19969" y="1"/>
                        </a:moveTo>
                        <a:cubicBezTo>
                          <a:pt x="19757" y="1"/>
                          <a:pt x="19550" y="11"/>
                          <a:pt x="19342" y="35"/>
                        </a:cubicBezTo>
                        <a:cubicBezTo>
                          <a:pt x="19196" y="35"/>
                          <a:pt x="19050" y="35"/>
                          <a:pt x="18925" y="77"/>
                        </a:cubicBezTo>
                        <a:cubicBezTo>
                          <a:pt x="18216" y="77"/>
                          <a:pt x="17486" y="77"/>
                          <a:pt x="16777" y="160"/>
                        </a:cubicBezTo>
                        <a:cubicBezTo>
                          <a:pt x="16505" y="244"/>
                          <a:pt x="15984" y="181"/>
                          <a:pt x="15713" y="348"/>
                        </a:cubicBezTo>
                        <a:cubicBezTo>
                          <a:pt x="15358" y="411"/>
                          <a:pt x="15025" y="473"/>
                          <a:pt x="14670" y="598"/>
                        </a:cubicBezTo>
                        <a:cubicBezTo>
                          <a:pt x="14617" y="571"/>
                          <a:pt x="14563" y="558"/>
                          <a:pt x="14506" y="558"/>
                        </a:cubicBezTo>
                        <a:cubicBezTo>
                          <a:pt x="14183" y="558"/>
                          <a:pt x="13810" y="963"/>
                          <a:pt x="13544" y="1141"/>
                        </a:cubicBezTo>
                        <a:cubicBezTo>
                          <a:pt x="13335" y="1287"/>
                          <a:pt x="13168" y="1495"/>
                          <a:pt x="13001" y="1683"/>
                        </a:cubicBezTo>
                        <a:cubicBezTo>
                          <a:pt x="12939" y="1704"/>
                          <a:pt x="12897" y="1746"/>
                          <a:pt x="12855" y="1787"/>
                        </a:cubicBezTo>
                        <a:cubicBezTo>
                          <a:pt x="12668" y="1766"/>
                          <a:pt x="12480" y="1662"/>
                          <a:pt x="12292" y="1641"/>
                        </a:cubicBezTo>
                        <a:cubicBezTo>
                          <a:pt x="12000" y="1579"/>
                          <a:pt x="11708" y="1516"/>
                          <a:pt x="11437" y="1454"/>
                        </a:cubicBezTo>
                        <a:cubicBezTo>
                          <a:pt x="11082" y="1370"/>
                          <a:pt x="10749" y="1308"/>
                          <a:pt x="10415" y="1224"/>
                        </a:cubicBezTo>
                        <a:cubicBezTo>
                          <a:pt x="10060" y="1141"/>
                          <a:pt x="9706" y="1057"/>
                          <a:pt x="9351" y="974"/>
                        </a:cubicBezTo>
                        <a:cubicBezTo>
                          <a:pt x="8788" y="849"/>
                          <a:pt x="8246" y="703"/>
                          <a:pt x="7703" y="557"/>
                        </a:cubicBezTo>
                        <a:cubicBezTo>
                          <a:pt x="7672" y="548"/>
                          <a:pt x="7640" y="544"/>
                          <a:pt x="7608" y="544"/>
                        </a:cubicBezTo>
                        <a:cubicBezTo>
                          <a:pt x="7489" y="544"/>
                          <a:pt x="7368" y="600"/>
                          <a:pt x="7286" y="682"/>
                        </a:cubicBezTo>
                        <a:lnTo>
                          <a:pt x="7245" y="682"/>
                        </a:lnTo>
                        <a:cubicBezTo>
                          <a:pt x="6554" y="525"/>
                          <a:pt x="5792" y="380"/>
                          <a:pt x="5200" y="380"/>
                        </a:cubicBezTo>
                        <a:cubicBezTo>
                          <a:pt x="5005" y="380"/>
                          <a:pt x="4829" y="395"/>
                          <a:pt x="4679" y="432"/>
                        </a:cubicBezTo>
                        <a:cubicBezTo>
                          <a:pt x="4387" y="432"/>
                          <a:pt x="4116" y="452"/>
                          <a:pt x="3928" y="578"/>
                        </a:cubicBezTo>
                        <a:cubicBezTo>
                          <a:pt x="3683" y="823"/>
                          <a:pt x="3858" y="1287"/>
                          <a:pt x="4218" y="1287"/>
                        </a:cubicBezTo>
                        <a:cubicBezTo>
                          <a:pt x="4225" y="1287"/>
                          <a:pt x="4233" y="1287"/>
                          <a:pt x="4241" y="1287"/>
                        </a:cubicBezTo>
                        <a:cubicBezTo>
                          <a:pt x="4471" y="1287"/>
                          <a:pt x="4679" y="1412"/>
                          <a:pt x="4867" y="1516"/>
                        </a:cubicBezTo>
                        <a:cubicBezTo>
                          <a:pt x="4867" y="1558"/>
                          <a:pt x="4867" y="1579"/>
                          <a:pt x="4888" y="1620"/>
                        </a:cubicBezTo>
                        <a:cubicBezTo>
                          <a:pt x="5075" y="2142"/>
                          <a:pt x="5096" y="2726"/>
                          <a:pt x="5284" y="3247"/>
                        </a:cubicBezTo>
                        <a:cubicBezTo>
                          <a:pt x="5347" y="4874"/>
                          <a:pt x="5159" y="6522"/>
                          <a:pt x="5138" y="8128"/>
                        </a:cubicBezTo>
                        <a:cubicBezTo>
                          <a:pt x="5075" y="8295"/>
                          <a:pt x="5055" y="8503"/>
                          <a:pt x="5055" y="8712"/>
                        </a:cubicBezTo>
                        <a:cubicBezTo>
                          <a:pt x="4929" y="8816"/>
                          <a:pt x="4846" y="8983"/>
                          <a:pt x="4846" y="9150"/>
                        </a:cubicBezTo>
                        <a:cubicBezTo>
                          <a:pt x="4700" y="10068"/>
                          <a:pt x="4575" y="11006"/>
                          <a:pt x="4450" y="11945"/>
                        </a:cubicBezTo>
                        <a:cubicBezTo>
                          <a:pt x="4283" y="12612"/>
                          <a:pt x="4179" y="13301"/>
                          <a:pt x="4053" y="13989"/>
                        </a:cubicBezTo>
                        <a:cubicBezTo>
                          <a:pt x="4012" y="14031"/>
                          <a:pt x="3970" y="14072"/>
                          <a:pt x="3949" y="14156"/>
                        </a:cubicBezTo>
                        <a:cubicBezTo>
                          <a:pt x="3803" y="14698"/>
                          <a:pt x="3720" y="15241"/>
                          <a:pt x="3615" y="15804"/>
                        </a:cubicBezTo>
                        <a:cubicBezTo>
                          <a:pt x="3615" y="15804"/>
                          <a:pt x="3615" y="15825"/>
                          <a:pt x="3615" y="15825"/>
                        </a:cubicBezTo>
                        <a:cubicBezTo>
                          <a:pt x="3595" y="15845"/>
                          <a:pt x="3595" y="15866"/>
                          <a:pt x="3595" y="15887"/>
                        </a:cubicBezTo>
                        <a:cubicBezTo>
                          <a:pt x="3428" y="16325"/>
                          <a:pt x="3323" y="16784"/>
                          <a:pt x="3240" y="17243"/>
                        </a:cubicBezTo>
                        <a:cubicBezTo>
                          <a:pt x="3219" y="17264"/>
                          <a:pt x="3198" y="17285"/>
                          <a:pt x="3177" y="17326"/>
                        </a:cubicBezTo>
                        <a:cubicBezTo>
                          <a:pt x="3031" y="17577"/>
                          <a:pt x="2990" y="17889"/>
                          <a:pt x="2906" y="18161"/>
                        </a:cubicBezTo>
                        <a:cubicBezTo>
                          <a:pt x="2802" y="18619"/>
                          <a:pt x="2677" y="19078"/>
                          <a:pt x="2573" y="19537"/>
                        </a:cubicBezTo>
                        <a:cubicBezTo>
                          <a:pt x="2510" y="19579"/>
                          <a:pt x="2468" y="19641"/>
                          <a:pt x="2447" y="19725"/>
                        </a:cubicBezTo>
                        <a:cubicBezTo>
                          <a:pt x="2260" y="20382"/>
                          <a:pt x="2156" y="21564"/>
                          <a:pt x="1345" y="21564"/>
                        </a:cubicBezTo>
                        <a:cubicBezTo>
                          <a:pt x="1256" y="21564"/>
                          <a:pt x="1158" y="21550"/>
                          <a:pt x="1050" y="21519"/>
                        </a:cubicBezTo>
                        <a:cubicBezTo>
                          <a:pt x="904" y="21368"/>
                          <a:pt x="762" y="21308"/>
                          <a:pt x="638" y="21308"/>
                        </a:cubicBezTo>
                        <a:cubicBezTo>
                          <a:pt x="196" y="21308"/>
                          <a:pt x="1" y="22088"/>
                          <a:pt x="800" y="22332"/>
                        </a:cubicBezTo>
                        <a:cubicBezTo>
                          <a:pt x="841" y="22395"/>
                          <a:pt x="904" y="22436"/>
                          <a:pt x="987" y="22478"/>
                        </a:cubicBezTo>
                        <a:cubicBezTo>
                          <a:pt x="1238" y="22582"/>
                          <a:pt x="1488" y="22666"/>
                          <a:pt x="1738" y="22749"/>
                        </a:cubicBezTo>
                        <a:cubicBezTo>
                          <a:pt x="1947" y="22812"/>
                          <a:pt x="2155" y="22895"/>
                          <a:pt x="2364" y="22958"/>
                        </a:cubicBezTo>
                        <a:cubicBezTo>
                          <a:pt x="2447" y="23020"/>
                          <a:pt x="2552" y="23062"/>
                          <a:pt x="2698" y="23083"/>
                        </a:cubicBezTo>
                        <a:cubicBezTo>
                          <a:pt x="4637" y="23750"/>
                          <a:pt x="6702" y="24084"/>
                          <a:pt x="8538" y="25023"/>
                        </a:cubicBezTo>
                        <a:cubicBezTo>
                          <a:pt x="8538" y="25044"/>
                          <a:pt x="8538" y="25064"/>
                          <a:pt x="8538" y="25106"/>
                        </a:cubicBezTo>
                        <a:cubicBezTo>
                          <a:pt x="8621" y="25231"/>
                          <a:pt x="8705" y="25377"/>
                          <a:pt x="8788" y="25502"/>
                        </a:cubicBezTo>
                        <a:cubicBezTo>
                          <a:pt x="8892" y="25753"/>
                          <a:pt x="9080" y="25982"/>
                          <a:pt x="9247" y="26191"/>
                        </a:cubicBezTo>
                        <a:cubicBezTo>
                          <a:pt x="9310" y="26274"/>
                          <a:pt x="9393" y="26337"/>
                          <a:pt x="9497" y="26358"/>
                        </a:cubicBezTo>
                        <a:cubicBezTo>
                          <a:pt x="9873" y="26733"/>
                          <a:pt x="10332" y="27088"/>
                          <a:pt x="10790" y="27401"/>
                        </a:cubicBezTo>
                        <a:cubicBezTo>
                          <a:pt x="10811" y="27421"/>
                          <a:pt x="10853" y="27463"/>
                          <a:pt x="10895" y="27484"/>
                        </a:cubicBezTo>
                        <a:cubicBezTo>
                          <a:pt x="12000" y="28110"/>
                          <a:pt x="13064" y="28798"/>
                          <a:pt x="14190" y="29361"/>
                        </a:cubicBezTo>
                        <a:cubicBezTo>
                          <a:pt x="16380" y="30341"/>
                          <a:pt x="18737" y="30988"/>
                          <a:pt x="21094" y="31530"/>
                        </a:cubicBezTo>
                        <a:cubicBezTo>
                          <a:pt x="24494" y="32156"/>
                          <a:pt x="27935" y="32677"/>
                          <a:pt x="31377" y="33011"/>
                        </a:cubicBezTo>
                        <a:cubicBezTo>
                          <a:pt x="31690" y="33053"/>
                          <a:pt x="31982" y="33074"/>
                          <a:pt x="32274" y="33095"/>
                        </a:cubicBezTo>
                        <a:cubicBezTo>
                          <a:pt x="32297" y="33098"/>
                          <a:pt x="32320" y="33100"/>
                          <a:pt x="32342" y="33100"/>
                        </a:cubicBezTo>
                        <a:cubicBezTo>
                          <a:pt x="32592" y="33100"/>
                          <a:pt x="32733" y="32889"/>
                          <a:pt x="32733" y="32677"/>
                        </a:cubicBezTo>
                        <a:cubicBezTo>
                          <a:pt x="32795" y="32657"/>
                          <a:pt x="32837" y="32615"/>
                          <a:pt x="32879" y="32594"/>
                        </a:cubicBezTo>
                        <a:cubicBezTo>
                          <a:pt x="34276" y="31739"/>
                          <a:pt x="33254" y="29778"/>
                          <a:pt x="33630" y="28297"/>
                        </a:cubicBezTo>
                        <a:cubicBezTo>
                          <a:pt x="33734" y="25336"/>
                          <a:pt x="33588" y="22749"/>
                          <a:pt x="33630" y="19975"/>
                        </a:cubicBezTo>
                        <a:cubicBezTo>
                          <a:pt x="33692" y="17910"/>
                          <a:pt x="33567" y="15887"/>
                          <a:pt x="33567" y="13843"/>
                        </a:cubicBezTo>
                        <a:cubicBezTo>
                          <a:pt x="33630" y="10422"/>
                          <a:pt x="33504" y="6001"/>
                          <a:pt x="33650" y="2476"/>
                        </a:cubicBezTo>
                        <a:cubicBezTo>
                          <a:pt x="33296" y="1641"/>
                          <a:pt x="33400" y="1662"/>
                          <a:pt x="32441" y="1433"/>
                        </a:cubicBezTo>
                        <a:cubicBezTo>
                          <a:pt x="32086" y="1349"/>
                          <a:pt x="31732" y="1308"/>
                          <a:pt x="31377" y="1245"/>
                        </a:cubicBezTo>
                        <a:cubicBezTo>
                          <a:pt x="30876" y="1162"/>
                          <a:pt x="30355" y="1099"/>
                          <a:pt x="29833" y="1036"/>
                        </a:cubicBezTo>
                        <a:cubicBezTo>
                          <a:pt x="27956" y="765"/>
                          <a:pt x="26079" y="536"/>
                          <a:pt x="24181" y="348"/>
                        </a:cubicBezTo>
                        <a:cubicBezTo>
                          <a:pt x="22930" y="265"/>
                          <a:pt x="21678" y="98"/>
                          <a:pt x="20427" y="14"/>
                        </a:cubicBezTo>
                        <a:cubicBezTo>
                          <a:pt x="20271" y="6"/>
                          <a:pt x="20119" y="1"/>
                          <a:pt x="19969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12" name="Google Shape;2612;p46"/>
                  <p:cNvSpPr/>
                  <p:nvPr/>
                </p:nvSpPr>
                <p:spPr>
                  <a:xfrm>
                    <a:off x="6530750" y="3512100"/>
                    <a:ext cx="842800" cy="817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712" h="32694" extrusionOk="0">
                        <a:moveTo>
                          <a:pt x="13479" y="3548"/>
                        </a:moveTo>
                        <a:cubicBezTo>
                          <a:pt x="13479" y="3569"/>
                          <a:pt x="13500" y="3590"/>
                          <a:pt x="13500" y="3611"/>
                        </a:cubicBezTo>
                        <a:cubicBezTo>
                          <a:pt x="13479" y="3611"/>
                          <a:pt x="13459" y="3590"/>
                          <a:pt x="13459" y="3590"/>
                        </a:cubicBezTo>
                        <a:lnTo>
                          <a:pt x="13354" y="3569"/>
                        </a:lnTo>
                        <a:cubicBezTo>
                          <a:pt x="13417" y="3569"/>
                          <a:pt x="13459" y="3569"/>
                          <a:pt x="13479" y="3548"/>
                        </a:cubicBezTo>
                        <a:close/>
                        <a:moveTo>
                          <a:pt x="5403" y="0"/>
                        </a:moveTo>
                        <a:cubicBezTo>
                          <a:pt x="4817" y="0"/>
                          <a:pt x="4240" y="102"/>
                          <a:pt x="3697" y="378"/>
                        </a:cubicBezTo>
                        <a:cubicBezTo>
                          <a:pt x="3217" y="1045"/>
                          <a:pt x="4886" y="837"/>
                          <a:pt x="4823" y="1483"/>
                        </a:cubicBezTo>
                        <a:cubicBezTo>
                          <a:pt x="4533" y="1645"/>
                          <a:pt x="4717" y="2006"/>
                          <a:pt x="4941" y="2006"/>
                        </a:cubicBezTo>
                        <a:cubicBezTo>
                          <a:pt x="5007" y="2006"/>
                          <a:pt x="5075" y="1976"/>
                          <a:pt x="5136" y="1900"/>
                        </a:cubicBezTo>
                        <a:cubicBezTo>
                          <a:pt x="5760" y="1664"/>
                          <a:pt x="6423" y="1577"/>
                          <a:pt x="7093" y="1577"/>
                        </a:cubicBezTo>
                        <a:cubicBezTo>
                          <a:pt x="7722" y="1577"/>
                          <a:pt x="8358" y="1653"/>
                          <a:pt x="8974" y="1754"/>
                        </a:cubicBezTo>
                        <a:cubicBezTo>
                          <a:pt x="10538" y="2046"/>
                          <a:pt x="12019" y="2693"/>
                          <a:pt x="13312" y="3569"/>
                        </a:cubicBezTo>
                        <a:cubicBezTo>
                          <a:pt x="12165" y="3360"/>
                          <a:pt x="10997" y="3131"/>
                          <a:pt x="9850" y="2860"/>
                        </a:cubicBezTo>
                        <a:cubicBezTo>
                          <a:pt x="8432" y="2505"/>
                          <a:pt x="6993" y="2171"/>
                          <a:pt x="5533" y="2109"/>
                        </a:cubicBezTo>
                        <a:cubicBezTo>
                          <a:pt x="5487" y="2100"/>
                          <a:pt x="5445" y="2096"/>
                          <a:pt x="5406" y="2096"/>
                        </a:cubicBezTo>
                        <a:cubicBezTo>
                          <a:pt x="4951" y="2096"/>
                          <a:pt x="4924" y="2643"/>
                          <a:pt x="5267" y="2643"/>
                        </a:cubicBezTo>
                        <a:cubicBezTo>
                          <a:pt x="5314" y="2643"/>
                          <a:pt x="5368" y="2633"/>
                          <a:pt x="5428" y="2609"/>
                        </a:cubicBezTo>
                        <a:cubicBezTo>
                          <a:pt x="7013" y="2651"/>
                          <a:pt x="8557" y="3068"/>
                          <a:pt x="10100" y="3444"/>
                        </a:cubicBezTo>
                        <a:cubicBezTo>
                          <a:pt x="11185" y="3673"/>
                          <a:pt x="12249" y="3882"/>
                          <a:pt x="13333" y="4070"/>
                        </a:cubicBezTo>
                        <a:cubicBezTo>
                          <a:pt x="13362" y="4081"/>
                          <a:pt x="13390" y="4086"/>
                          <a:pt x="13416" y="4086"/>
                        </a:cubicBezTo>
                        <a:cubicBezTo>
                          <a:pt x="13483" y="4086"/>
                          <a:pt x="13539" y="4052"/>
                          <a:pt x="13584" y="4007"/>
                        </a:cubicBezTo>
                        <a:cubicBezTo>
                          <a:pt x="13751" y="5008"/>
                          <a:pt x="13834" y="6030"/>
                          <a:pt x="13834" y="7031"/>
                        </a:cubicBezTo>
                        <a:cubicBezTo>
                          <a:pt x="13751" y="6969"/>
                          <a:pt x="13605" y="6927"/>
                          <a:pt x="13500" y="6906"/>
                        </a:cubicBezTo>
                        <a:cubicBezTo>
                          <a:pt x="13020" y="6781"/>
                          <a:pt x="12541" y="6677"/>
                          <a:pt x="12061" y="6593"/>
                        </a:cubicBezTo>
                        <a:cubicBezTo>
                          <a:pt x="9788" y="6155"/>
                          <a:pt x="7451" y="5863"/>
                          <a:pt x="5136" y="5780"/>
                        </a:cubicBezTo>
                        <a:cubicBezTo>
                          <a:pt x="5129" y="5780"/>
                          <a:pt x="5122" y="5779"/>
                          <a:pt x="5115" y="5779"/>
                        </a:cubicBezTo>
                        <a:cubicBezTo>
                          <a:pt x="4718" y="5779"/>
                          <a:pt x="4722" y="6297"/>
                          <a:pt x="5050" y="6297"/>
                        </a:cubicBezTo>
                        <a:cubicBezTo>
                          <a:pt x="5083" y="6297"/>
                          <a:pt x="5118" y="6291"/>
                          <a:pt x="5157" y="6280"/>
                        </a:cubicBezTo>
                        <a:cubicBezTo>
                          <a:pt x="7994" y="6406"/>
                          <a:pt x="10830" y="6739"/>
                          <a:pt x="13584" y="7448"/>
                        </a:cubicBezTo>
                        <a:cubicBezTo>
                          <a:pt x="13608" y="7461"/>
                          <a:pt x="13634" y="7466"/>
                          <a:pt x="13661" y="7466"/>
                        </a:cubicBezTo>
                        <a:cubicBezTo>
                          <a:pt x="13725" y="7466"/>
                          <a:pt x="13790" y="7436"/>
                          <a:pt x="13834" y="7407"/>
                        </a:cubicBezTo>
                        <a:lnTo>
                          <a:pt x="13834" y="7407"/>
                        </a:lnTo>
                        <a:cubicBezTo>
                          <a:pt x="13834" y="8262"/>
                          <a:pt x="13771" y="9117"/>
                          <a:pt x="13709" y="9972"/>
                        </a:cubicBezTo>
                        <a:cubicBezTo>
                          <a:pt x="13688" y="9951"/>
                          <a:pt x="13646" y="9951"/>
                          <a:pt x="13625" y="9931"/>
                        </a:cubicBezTo>
                        <a:cubicBezTo>
                          <a:pt x="12228" y="9534"/>
                          <a:pt x="10810" y="9221"/>
                          <a:pt x="9391" y="8908"/>
                        </a:cubicBezTo>
                        <a:cubicBezTo>
                          <a:pt x="7952" y="8700"/>
                          <a:pt x="6492" y="8679"/>
                          <a:pt x="5053" y="8450"/>
                        </a:cubicBezTo>
                        <a:cubicBezTo>
                          <a:pt x="5033" y="8446"/>
                          <a:pt x="5014" y="8444"/>
                          <a:pt x="4996" y="8444"/>
                        </a:cubicBezTo>
                        <a:cubicBezTo>
                          <a:pt x="4695" y="8444"/>
                          <a:pt x="4675" y="8911"/>
                          <a:pt x="4990" y="8950"/>
                        </a:cubicBezTo>
                        <a:cubicBezTo>
                          <a:pt x="6325" y="9138"/>
                          <a:pt x="7681" y="9221"/>
                          <a:pt x="9037" y="9367"/>
                        </a:cubicBezTo>
                        <a:cubicBezTo>
                          <a:pt x="10497" y="9659"/>
                          <a:pt x="11998" y="9993"/>
                          <a:pt x="13438" y="10389"/>
                        </a:cubicBezTo>
                        <a:cubicBezTo>
                          <a:pt x="13477" y="10405"/>
                          <a:pt x="13511" y="10412"/>
                          <a:pt x="13541" y="10412"/>
                        </a:cubicBezTo>
                        <a:cubicBezTo>
                          <a:pt x="13590" y="10412"/>
                          <a:pt x="13628" y="10394"/>
                          <a:pt x="13667" y="10369"/>
                        </a:cubicBezTo>
                        <a:lnTo>
                          <a:pt x="13667" y="10369"/>
                        </a:lnTo>
                        <a:cubicBezTo>
                          <a:pt x="13584" y="11119"/>
                          <a:pt x="13479" y="11849"/>
                          <a:pt x="13396" y="12600"/>
                        </a:cubicBezTo>
                        <a:cubicBezTo>
                          <a:pt x="13375" y="12600"/>
                          <a:pt x="13375" y="12621"/>
                          <a:pt x="13375" y="12621"/>
                        </a:cubicBezTo>
                        <a:cubicBezTo>
                          <a:pt x="13250" y="12788"/>
                          <a:pt x="13312" y="13017"/>
                          <a:pt x="13229" y="13226"/>
                        </a:cubicBezTo>
                        <a:cubicBezTo>
                          <a:pt x="12416" y="12997"/>
                          <a:pt x="11581" y="12809"/>
                          <a:pt x="10768" y="12600"/>
                        </a:cubicBezTo>
                        <a:cubicBezTo>
                          <a:pt x="8724" y="12058"/>
                          <a:pt x="6659" y="11391"/>
                          <a:pt x="4511" y="11328"/>
                        </a:cubicBezTo>
                        <a:cubicBezTo>
                          <a:pt x="4156" y="11328"/>
                          <a:pt x="4114" y="11849"/>
                          <a:pt x="4490" y="11849"/>
                        </a:cubicBezTo>
                        <a:cubicBezTo>
                          <a:pt x="4588" y="11838"/>
                          <a:pt x="4685" y="11833"/>
                          <a:pt x="4782" y="11833"/>
                        </a:cubicBezTo>
                        <a:cubicBezTo>
                          <a:pt x="5200" y="11833"/>
                          <a:pt x="5610" y="11928"/>
                          <a:pt x="6033" y="11995"/>
                        </a:cubicBezTo>
                        <a:cubicBezTo>
                          <a:pt x="6867" y="12100"/>
                          <a:pt x="7702" y="12267"/>
                          <a:pt x="8515" y="12496"/>
                        </a:cubicBezTo>
                        <a:cubicBezTo>
                          <a:pt x="9975" y="12913"/>
                          <a:pt x="11519" y="13309"/>
                          <a:pt x="13020" y="13685"/>
                        </a:cubicBezTo>
                        <a:cubicBezTo>
                          <a:pt x="12645" y="14394"/>
                          <a:pt x="12082" y="15020"/>
                          <a:pt x="11331" y="15333"/>
                        </a:cubicBezTo>
                        <a:cubicBezTo>
                          <a:pt x="11045" y="15468"/>
                          <a:pt x="10748" y="15515"/>
                          <a:pt x="10445" y="15515"/>
                        </a:cubicBezTo>
                        <a:cubicBezTo>
                          <a:pt x="9951" y="15515"/>
                          <a:pt x="9444" y="15389"/>
                          <a:pt x="8953" y="15312"/>
                        </a:cubicBezTo>
                        <a:cubicBezTo>
                          <a:pt x="8599" y="15228"/>
                          <a:pt x="8244" y="15124"/>
                          <a:pt x="7890" y="15020"/>
                        </a:cubicBezTo>
                        <a:cubicBezTo>
                          <a:pt x="7118" y="14811"/>
                          <a:pt x="6388" y="14498"/>
                          <a:pt x="5720" y="14081"/>
                        </a:cubicBezTo>
                        <a:cubicBezTo>
                          <a:pt x="5220" y="13768"/>
                          <a:pt x="4719" y="13455"/>
                          <a:pt x="4344" y="12997"/>
                        </a:cubicBezTo>
                        <a:cubicBezTo>
                          <a:pt x="4314" y="12858"/>
                          <a:pt x="4224" y="12801"/>
                          <a:pt x="4127" y="12801"/>
                        </a:cubicBezTo>
                        <a:cubicBezTo>
                          <a:pt x="3948" y="12801"/>
                          <a:pt x="3749" y="12996"/>
                          <a:pt x="3885" y="13226"/>
                        </a:cubicBezTo>
                        <a:cubicBezTo>
                          <a:pt x="3822" y="13309"/>
                          <a:pt x="3801" y="13435"/>
                          <a:pt x="3864" y="13601"/>
                        </a:cubicBezTo>
                        <a:cubicBezTo>
                          <a:pt x="3822" y="13810"/>
                          <a:pt x="3781" y="14039"/>
                          <a:pt x="3718" y="14269"/>
                        </a:cubicBezTo>
                        <a:cubicBezTo>
                          <a:pt x="3384" y="15646"/>
                          <a:pt x="3030" y="17001"/>
                          <a:pt x="2654" y="18357"/>
                        </a:cubicBezTo>
                        <a:cubicBezTo>
                          <a:pt x="2425" y="19108"/>
                          <a:pt x="2133" y="19859"/>
                          <a:pt x="1882" y="20589"/>
                        </a:cubicBezTo>
                        <a:cubicBezTo>
                          <a:pt x="1820" y="20839"/>
                          <a:pt x="1653" y="21048"/>
                          <a:pt x="1632" y="21298"/>
                        </a:cubicBezTo>
                        <a:cubicBezTo>
                          <a:pt x="1253" y="21273"/>
                          <a:pt x="744" y="21105"/>
                          <a:pt x="401" y="21105"/>
                        </a:cubicBezTo>
                        <a:cubicBezTo>
                          <a:pt x="160" y="21105"/>
                          <a:pt x="0" y="21189"/>
                          <a:pt x="26" y="21465"/>
                        </a:cubicBezTo>
                        <a:cubicBezTo>
                          <a:pt x="965" y="22508"/>
                          <a:pt x="3489" y="23029"/>
                          <a:pt x="4844" y="23384"/>
                        </a:cubicBezTo>
                        <a:cubicBezTo>
                          <a:pt x="5950" y="23634"/>
                          <a:pt x="7013" y="24114"/>
                          <a:pt x="8098" y="24447"/>
                        </a:cubicBezTo>
                        <a:cubicBezTo>
                          <a:pt x="8557" y="25073"/>
                          <a:pt x="9016" y="25678"/>
                          <a:pt x="9621" y="26199"/>
                        </a:cubicBezTo>
                        <a:cubicBezTo>
                          <a:pt x="10226" y="26700"/>
                          <a:pt x="10872" y="27159"/>
                          <a:pt x="11519" y="27597"/>
                        </a:cubicBezTo>
                        <a:cubicBezTo>
                          <a:pt x="11540" y="27639"/>
                          <a:pt x="11560" y="27701"/>
                          <a:pt x="11623" y="27743"/>
                        </a:cubicBezTo>
                        <a:cubicBezTo>
                          <a:pt x="12582" y="28327"/>
                          <a:pt x="13605" y="28828"/>
                          <a:pt x="14627" y="29266"/>
                        </a:cubicBezTo>
                        <a:cubicBezTo>
                          <a:pt x="15941" y="29766"/>
                          <a:pt x="17317" y="30121"/>
                          <a:pt x="18652" y="30538"/>
                        </a:cubicBezTo>
                        <a:cubicBezTo>
                          <a:pt x="20237" y="30955"/>
                          <a:pt x="21864" y="31184"/>
                          <a:pt x="23491" y="31456"/>
                        </a:cubicBezTo>
                        <a:cubicBezTo>
                          <a:pt x="26036" y="31894"/>
                          <a:pt x="28559" y="32332"/>
                          <a:pt x="31125" y="32582"/>
                        </a:cubicBezTo>
                        <a:cubicBezTo>
                          <a:pt x="31292" y="32603"/>
                          <a:pt x="31459" y="32603"/>
                          <a:pt x="31626" y="32624"/>
                        </a:cubicBezTo>
                        <a:cubicBezTo>
                          <a:pt x="31879" y="32664"/>
                          <a:pt x="32115" y="32693"/>
                          <a:pt x="32328" y="32693"/>
                        </a:cubicBezTo>
                        <a:cubicBezTo>
                          <a:pt x="33113" y="32693"/>
                          <a:pt x="33575" y="32290"/>
                          <a:pt x="33378" y="30517"/>
                        </a:cubicBezTo>
                        <a:cubicBezTo>
                          <a:pt x="33711" y="29787"/>
                          <a:pt x="33148" y="28994"/>
                          <a:pt x="33378" y="28223"/>
                        </a:cubicBezTo>
                        <a:cubicBezTo>
                          <a:pt x="33586" y="27493"/>
                          <a:pt x="33211" y="26325"/>
                          <a:pt x="33378" y="25553"/>
                        </a:cubicBezTo>
                        <a:cubicBezTo>
                          <a:pt x="33419" y="25157"/>
                          <a:pt x="33357" y="25657"/>
                          <a:pt x="33273" y="24406"/>
                        </a:cubicBezTo>
                        <a:cubicBezTo>
                          <a:pt x="33273" y="24406"/>
                          <a:pt x="33398" y="23655"/>
                          <a:pt x="33398" y="23655"/>
                        </a:cubicBezTo>
                        <a:cubicBezTo>
                          <a:pt x="33378" y="23634"/>
                          <a:pt x="33440" y="22758"/>
                          <a:pt x="33398" y="22758"/>
                        </a:cubicBezTo>
                        <a:cubicBezTo>
                          <a:pt x="32043" y="22362"/>
                          <a:pt x="32522" y="22570"/>
                          <a:pt x="31125" y="22362"/>
                        </a:cubicBezTo>
                        <a:cubicBezTo>
                          <a:pt x="31000" y="22341"/>
                          <a:pt x="30875" y="22320"/>
                          <a:pt x="30729" y="22299"/>
                        </a:cubicBezTo>
                        <a:cubicBezTo>
                          <a:pt x="26745" y="21590"/>
                          <a:pt x="21322" y="21423"/>
                          <a:pt x="17255" y="19546"/>
                        </a:cubicBezTo>
                        <a:cubicBezTo>
                          <a:pt x="16379" y="19004"/>
                          <a:pt x="15628" y="18232"/>
                          <a:pt x="15044" y="17356"/>
                        </a:cubicBezTo>
                        <a:cubicBezTo>
                          <a:pt x="14627" y="16480"/>
                          <a:pt x="14481" y="15604"/>
                          <a:pt x="14439" y="14644"/>
                        </a:cubicBezTo>
                        <a:cubicBezTo>
                          <a:pt x="14481" y="13956"/>
                          <a:pt x="14543" y="13289"/>
                          <a:pt x="14606" y="12621"/>
                        </a:cubicBezTo>
                        <a:cubicBezTo>
                          <a:pt x="14856" y="10160"/>
                          <a:pt x="15023" y="7678"/>
                          <a:pt x="14689" y="5196"/>
                        </a:cubicBezTo>
                        <a:cubicBezTo>
                          <a:pt x="14460" y="4007"/>
                          <a:pt x="14397" y="2651"/>
                          <a:pt x="13625" y="1650"/>
                        </a:cubicBezTo>
                        <a:cubicBezTo>
                          <a:pt x="13494" y="1489"/>
                          <a:pt x="13188" y="1164"/>
                          <a:pt x="12959" y="1164"/>
                        </a:cubicBezTo>
                        <a:cubicBezTo>
                          <a:pt x="12862" y="1164"/>
                          <a:pt x="12778" y="1223"/>
                          <a:pt x="12728" y="1379"/>
                        </a:cubicBezTo>
                        <a:cubicBezTo>
                          <a:pt x="12708" y="1504"/>
                          <a:pt x="12770" y="1587"/>
                          <a:pt x="12874" y="1650"/>
                        </a:cubicBezTo>
                        <a:cubicBezTo>
                          <a:pt x="12854" y="1671"/>
                          <a:pt x="12854" y="1713"/>
                          <a:pt x="12854" y="1733"/>
                        </a:cubicBezTo>
                        <a:cubicBezTo>
                          <a:pt x="12228" y="1170"/>
                          <a:pt x="11018" y="1316"/>
                          <a:pt x="10246" y="1066"/>
                        </a:cubicBezTo>
                        <a:cubicBezTo>
                          <a:pt x="9496" y="857"/>
                          <a:pt x="8766" y="565"/>
                          <a:pt x="8015" y="440"/>
                        </a:cubicBezTo>
                        <a:cubicBezTo>
                          <a:pt x="7177" y="228"/>
                          <a:pt x="6280" y="0"/>
                          <a:pt x="5403" y="0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833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13" name="Google Shape;2613;p46"/>
                  <p:cNvSpPr/>
                  <p:nvPr/>
                </p:nvSpPr>
                <p:spPr>
                  <a:xfrm>
                    <a:off x="6909825" y="3540925"/>
                    <a:ext cx="419400" cy="14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76" h="5941" extrusionOk="0">
                        <a:moveTo>
                          <a:pt x="15962" y="4168"/>
                        </a:moveTo>
                        <a:cubicBezTo>
                          <a:pt x="16045" y="4356"/>
                          <a:pt x="16045" y="4523"/>
                          <a:pt x="15962" y="4669"/>
                        </a:cubicBezTo>
                        <a:lnTo>
                          <a:pt x="15962" y="4168"/>
                        </a:lnTo>
                        <a:close/>
                        <a:moveTo>
                          <a:pt x="2494" y="1"/>
                        </a:moveTo>
                        <a:cubicBezTo>
                          <a:pt x="1192" y="1"/>
                          <a:pt x="1" y="389"/>
                          <a:pt x="965" y="2061"/>
                        </a:cubicBezTo>
                        <a:cubicBezTo>
                          <a:pt x="1424" y="3897"/>
                          <a:pt x="569" y="5941"/>
                          <a:pt x="3343" y="5941"/>
                        </a:cubicBezTo>
                        <a:cubicBezTo>
                          <a:pt x="5810" y="5941"/>
                          <a:pt x="8213" y="5310"/>
                          <a:pt x="10663" y="5310"/>
                        </a:cubicBezTo>
                        <a:cubicBezTo>
                          <a:pt x="11031" y="5310"/>
                          <a:pt x="11400" y="5324"/>
                          <a:pt x="11770" y="5357"/>
                        </a:cubicBezTo>
                        <a:cubicBezTo>
                          <a:pt x="12487" y="5357"/>
                          <a:pt x="13513" y="5520"/>
                          <a:pt x="14452" y="5520"/>
                        </a:cubicBezTo>
                        <a:cubicBezTo>
                          <a:pt x="15016" y="5520"/>
                          <a:pt x="15547" y="5461"/>
                          <a:pt x="15962" y="5273"/>
                        </a:cubicBezTo>
                        <a:cubicBezTo>
                          <a:pt x="16066" y="5232"/>
                          <a:pt x="16129" y="5190"/>
                          <a:pt x="16212" y="5148"/>
                        </a:cubicBezTo>
                        <a:cubicBezTo>
                          <a:pt x="16775" y="4564"/>
                          <a:pt x="16483" y="3793"/>
                          <a:pt x="15962" y="3292"/>
                        </a:cubicBezTo>
                        <a:cubicBezTo>
                          <a:pt x="15858" y="3188"/>
                          <a:pt x="15753" y="3104"/>
                          <a:pt x="15628" y="3021"/>
                        </a:cubicBezTo>
                        <a:cubicBezTo>
                          <a:pt x="14147" y="1957"/>
                          <a:pt x="12270" y="1707"/>
                          <a:pt x="10539" y="1269"/>
                        </a:cubicBezTo>
                        <a:cubicBezTo>
                          <a:pt x="8349" y="831"/>
                          <a:pt x="6159" y="393"/>
                          <a:pt x="3927" y="122"/>
                        </a:cubicBezTo>
                        <a:cubicBezTo>
                          <a:pt x="3510" y="58"/>
                          <a:pt x="2994" y="1"/>
                          <a:pt x="2494" y="1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2143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14" name="Google Shape;2614;p46"/>
                  <p:cNvSpPr/>
                  <p:nvPr/>
                </p:nvSpPr>
                <p:spPr>
                  <a:xfrm>
                    <a:off x="6871900" y="3530975"/>
                    <a:ext cx="495900" cy="505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836" h="20205" extrusionOk="0">
                        <a:moveTo>
                          <a:pt x="9948" y="1"/>
                        </a:moveTo>
                        <a:cubicBezTo>
                          <a:pt x="9563" y="1"/>
                          <a:pt x="9230" y="56"/>
                          <a:pt x="9240" y="290"/>
                        </a:cubicBezTo>
                        <a:cubicBezTo>
                          <a:pt x="9279" y="492"/>
                          <a:pt x="9423" y="539"/>
                          <a:pt x="9599" y="539"/>
                        </a:cubicBezTo>
                        <a:cubicBezTo>
                          <a:pt x="9751" y="539"/>
                          <a:pt x="9926" y="504"/>
                          <a:pt x="10075" y="504"/>
                        </a:cubicBezTo>
                        <a:cubicBezTo>
                          <a:pt x="10128" y="504"/>
                          <a:pt x="10177" y="508"/>
                          <a:pt x="10220" y="520"/>
                        </a:cubicBezTo>
                        <a:cubicBezTo>
                          <a:pt x="10471" y="520"/>
                          <a:pt x="10700" y="520"/>
                          <a:pt x="10950" y="540"/>
                        </a:cubicBezTo>
                        <a:cubicBezTo>
                          <a:pt x="10957" y="541"/>
                          <a:pt x="10963" y="541"/>
                          <a:pt x="10969" y="541"/>
                        </a:cubicBezTo>
                        <a:cubicBezTo>
                          <a:pt x="11265" y="541"/>
                          <a:pt x="11299" y="60"/>
                          <a:pt x="10992" y="40"/>
                        </a:cubicBezTo>
                        <a:lnTo>
                          <a:pt x="10992" y="40"/>
                        </a:lnTo>
                        <a:cubicBezTo>
                          <a:pt x="10965" y="43"/>
                          <a:pt x="10932" y="44"/>
                          <a:pt x="10893" y="44"/>
                        </a:cubicBezTo>
                        <a:cubicBezTo>
                          <a:pt x="10674" y="44"/>
                          <a:pt x="10291" y="1"/>
                          <a:pt x="9948" y="1"/>
                        </a:cubicBezTo>
                        <a:close/>
                        <a:moveTo>
                          <a:pt x="2943" y="389"/>
                        </a:moveTo>
                        <a:cubicBezTo>
                          <a:pt x="2812" y="389"/>
                          <a:pt x="2676" y="401"/>
                          <a:pt x="2561" y="401"/>
                        </a:cubicBezTo>
                        <a:cubicBezTo>
                          <a:pt x="2518" y="401"/>
                          <a:pt x="2477" y="399"/>
                          <a:pt x="2441" y="394"/>
                        </a:cubicBezTo>
                        <a:cubicBezTo>
                          <a:pt x="2149" y="415"/>
                          <a:pt x="1419" y="478"/>
                          <a:pt x="1669" y="937"/>
                        </a:cubicBezTo>
                        <a:cubicBezTo>
                          <a:pt x="1725" y="999"/>
                          <a:pt x="1788" y="1020"/>
                          <a:pt x="1855" y="1020"/>
                        </a:cubicBezTo>
                        <a:cubicBezTo>
                          <a:pt x="2005" y="1020"/>
                          <a:pt x="2175" y="915"/>
                          <a:pt x="2329" y="915"/>
                        </a:cubicBezTo>
                        <a:cubicBezTo>
                          <a:pt x="2338" y="915"/>
                          <a:pt x="2348" y="915"/>
                          <a:pt x="2357" y="916"/>
                        </a:cubicBezTo>
                        <a:cubicBezTo>
                          <a:pt x="2413" y="893"/>
                          <a:pt x="2482" y="886"/>
                          <a:pt x="2556" y="886"/>
                        </a:cubicBezTo>
                        <a:cubicBezTo>
                          <a:pt x="2717" y="886"/>
                          <a:pt x="2908" y="921"/>
                          <a:pt x="3072" y="921"/>
                        </a:cubicBezTo>
                        <a:cubicBezTo>
                          <a:pt x="3255" y="921"/>
                          <a:pt x="3406" y="877"/>
                          <a:pt x="3442" y="686"/>
                        </a:cubicBezTo>
                        <a:cubicBezTo>
                          <a:pt x="3418" y="433"/>
                          <a:pt x="3190" y="389"/>
                          <a:pt x="2943" y="389"/>
                        </a:cubicBezTo>
                        <a:close/>
                        <a:moveTo>
                          <a:pt x="17907" y="1154"/>
                        </a:moveTo>
                        <a:cubicBezTo>
                          <a:pt x="17699" y="1154"/>
                          <a:pt x="17526" y="1208"/>
                          <a:pt x="17479" y="1416"/>
                        </a:cubicBezTo>
                        <a:cubicBezTo>
                          <a:pt x="17479" y="1562"/>
                          <a:pt x="17604" y="1667"/>
                          <a:pt x="17729" y="1667"/>
                        </a:cubicBezTo>
                        <a:cubicBezTo>
                          <a:pt x="17793" y="1665"/>
                          <a:pt x="17857" y="1664"/>
                          <a:pt x="17921" y="1664"/>
                        </a:cubicBezTo>
                        <a:cubicBezTo>
                          <a:pt x="18462" y="1664"/>
                          <a:pt x="19003" y="1738"/>
                          <a:pt x="19544" y="1813"/>
                        </a:cubicBezTo>
                        <a:cubicBezTo>
                          <a:pt x="19555" y="1815"/>
                          <a:pt x="19566" y="1815"/>
                          <a:pt x="19577" y="1815"/>
                        </a:cubicBezTo>
                        <a:cubicBezTo>
                          <a:pt x="19693" y="1815"/>
                          <a:pt x="19817" y="1719"/>
                          <a:pt x="19836" y="1604"/>
                        </a:cubicBezTo>
                        <a:cubicBezTo>
                          <a:pt x="19815" y="1124"/>
                          <a:pt x="18981" y="1312"/>
                          <a:pt x="18647" y="1208"/>
                        </a:cubicBezTo>
                        <a:cubicBezTo>
                          <a:pt x="18622" y="1211"/>
                          <a:pt x="18595" y="1212"/>
                          <a:pt x="18567" y="1212"/>
                        </a:cubicBezTo>
                        <a:cubicBezTo>
                          <a:pt x="18377" y="1212"/>
                          <a:pt x="18123" y="1154"/>
                          <a:pt x="17907" y="1154"/>
                        </a:cubicBezTo>
                        <a:close/>
                        <a:moveTo>
                          <a:pt x="1761" y="1731"/>
                        </a:moveTo>
                        <a:cubicBezTo>
                          <a:pt x="1576" y="1731"/>
                          <a:pt x="1355" y="1802"/>
                          <a:pt x="1210" y="1813"/>
                        </a:cubicBezTo>
                        <a:cubicBezTo>
                          <a:pt x="897" y="1896"/>
                          <a:pt x="0" y="2126"/>
                          <a:pt x="397" y="2564"/>
                        </a:cubicBezTo>
                        <a:cubicBezTo>
                          <a:pt x="443" y="2593"/>
                          <a:pt x="491" y="2605"/>
                          <a:pt x="539" y="2605"/>
                        </a:cubicBezTo>
                        <a:cubicBezTo>
                          <a:pt x="769" y="2605"/>
                          <a:pt x="1010" y="2331"/>
                          <a:pt x="1252" y="2313"/>
                        </a:cubicBezTo>
                        <a:cubicBezTo>
                          <a:pt x="1502" y="2209"/>
                          <a:pt x="2065" y="2376"/>
                          <a:pt x="2086" y="1980"/>
                        </a:cubicBezTo>
                        <a:cubicBezTo>
                          <a:pt x="2057" y="1785"/>
                          <a:pt x="1923" y="1731"/>
                          <a:pt x="1761" y="1731"/>
                        </a:cubicBezTo>
                        <a:close/>
                        <a:moveTo>
                          <a:pt x="13073" y="2548"/>
                        </a:moveTo>
                        <a:cubicBezTo>
                          <a:pt x="12791" y="2548"/>
                          <a:pt x="12546" y="2605"/>
                          <a:pt x="12536" y="2835"/>
                        </a:cubicBezTo>
                        <a:cubicBezTo>
                          <a:pt x="12536" y="2951"/>
                          <a:pt x="12643" y="3067"/>
                          <a:pt x="12758" y="3067"/>
                        </a:cubicBezTo>
                        <a:cubicBezTo>
                          <a:pt x="12767" y="3067"/>
                          <a:pt x="12777" y="3066"/>
                          <a:pt x="12786" y="3064"/>
                        </a:cubicBezTo>
                        <a:cubicBezTo>
                          <a:pt x="12884" y="3058"/>
                          <a:pt x="12981" y="3056"/>
                          <a:pt x="13079" y="3056"/>
                        </a:cubicBezTo>
                        <a:cubicBezTo>
                          <a:pt x="13315" y="3056"/>
                          <a:pt x="13551" y="3070"/>
                          <a:pt x="13787" y="3085"/>
                        </a:cubicBezTo>
                        <a:cubicBezTo>
                          <a:pt x="13800" y="3087"/>
                          <a:pt x="13812" y="3088"/>
                          <a:pt x="13823" y="3088"/>
                        </a:cubicBezTo>
                        <a:cubicBezTo>
                          <a:pt x="14104" y="3088"/>
                          <a:pt x="14149" y="2625"/>
                          <a:pt x="13829" y="2605"/>
                        </a:cubicBezTo>
                        <a:cubicBezTo>
                          <a:pt x="13672" y="2605"/>
                          <a:pt x="13354" y="2548"/>
                          <a:pt x="13073" y="2548"/>
                        </a:cubicBezTo>
                        <a:close/>
                        <a:moveTo>
                          <a:pt x="17685" y="2657"/>
                        </a:moveTo>
                        <a:cubicBezTo>
                          <a:pt x="17361" y="2657"/>
                          <a:pt x="17307" y="3173"/>
                          <a:pt x="17652" y="3173"/>
                        </a:cubicBezTo>
                        <a:cubicBezTo>
                          <a:pt x="17670" y="3173"/>
                          <a:pt x="17689" y="3171"/>
                          <a:pt x="17708" y="3169"/>
                        </a:cubicBezTo>
                        <a:cubicBezTo>
                          <a:pt x="18146" y="3210"/>
                          <a:pt x="18564" y="3377"/>
                          <a:pt x="18981" y="3544"/>
                        </a:cubicBezTo>
                        <a:cubicBezTo>
                          <a:pt x="19012" y="3554"/>
                          <a:pt x="19045" y="3560"/>
                          <a:pt x="19077" y="3560"/>
                        </a:cubicBezTo>
                        <a:cubicBezTo>
                          <a:pt x="19174" y="3560"/>
                          <a:pt x="19267" y="3513"/>
                          <a:pt x="19314" y="3419"/>
                        </a:cubicBezTo>
                        <a:cubicBezTo>
                          <a:pt x="19502" y="2939"/>
                          <a:pt x="18084" y="2751"/>
                          <a:pt x="17771" y="2668"/>
                        </a:cubicBezTo>
                        <a:cubicBezTo>
                          <a:pt x="17741" y="2660"/>
                          <a:pt x="17712" y="2657"/>
                          <a:pt x="17685" y="2657"/>
                        </a:cubicBezTo>
                        <a:close/>
                        <a:moveTo>
                          <a:pt x="14288" y="3702"/>
                        </a:moveTo>
                        <a:cubicBezTo>
                          <a:pt x="13942" y="3702"/>
                          <a:pt x="13662" y="3778"/>
                          <a:pt x="13662" y="4045"/>
                        </a:cubicBezTo>
                        <a:cubicBezTo>
                          <a:pt x="13691" y="4205"/>
                          <a:pt x="13823" y="4253"/>
                          <a:pt x="13957" y="4253"/>
                        </a:cubicBezTo>
                        <a:cubicBezTo>
                          <a:pt x="14014" y="4253"/>
                          <a:pt x="14071" y="4245"/>
                          <a:pt x="14121" y="4232"/>
                        </a:cubicBezTo>
                        <a:cubicBezTo>
                          <a:pt x="14212" y="4223"/>
                          <a:pt x="14305" y="4219"/>
                          <a:pt x="14398" y="4219"/>
                        </a:cubicBezTo>
                        <a:cubicBezTo>
                          <a:pt x="14729" y="4219"/>
                          <a:pt x="15067" y="4271"/>
                          <a:pt x="15393" y="4337"/>
                        </a:cubicBezTo>
                        <a:cubicBezTo>
                          <a:pt x="15412" y="4340"/>
                          <a:pt x="15429" y="4342"/>
                          <a:pt x="15446" y="4342"/>
                        </a:cubicBezTo>
                        <a:cubicBezTo>
                          <a:pt x="15717" y="4342"/>
                          <a:pt x="15792" y="3895"/>
                          <a:pt x="15497" y="3836"/>
                        </a:cubicBezTo>
                        <a:cubicBezTo>
                          <a:pt x="15276" y="3824"/>
                          <a:pt x="14728" y="3702"/>
                          <a:pt x="14288" y="3702"/>
                        </a:cubicBezTo>
                        <a:close/>
                        <a:moveTo>
                          <a:pt x="9284" y="4422"/>
                        </a:moveTo>
                        <a:cubicBezTo>
                          <a:pt x="9100" y="4422"/>
                          <a:pt x="8950" y="4481"/>
                          <a:pt x="8906" y="4691"/>
                        </a:cubicBezTo>
                        <a:cubicBezTo>
                          <a:pt x="8948" y="5108"/>
                          <a:pt x="9678" y="4900"/>
                          <a:pt x="9991" y="5025"/>
                        </a:cubicBezTo>
                        <a:cubicBezTo>
                          <a:pt x="10004" y="5027"/>
                          <a:pt x="10016" y="5027"/>
                          <a:pt x="10027" y="5027"/>
                        </a:cubicBezTo>
                        <a:cubicBezTo>
                          <a:pt x="10310" y="5027"/>
                          <a:pt x="10374" y="4564"/>
                          <a:pt x="10054" y="4524"/>
                        </a:cubicBezTo>
                        <a:lnTo>
                          <a:pt x="10054" y="4524"/>
                        </a:lnTo>
                        <a:cubicBezTo>
                          <a:pt x="10044" y="4525"/>
                          <a:pt x="10034" y="4525"/>
                          <a:pt x="10023" y="4525"/>
                        </a:cubicBezTo>
                        <a:cubicBezTo>
                          <a:pt x="9828" y="4525"/>
                          <a:pt x="9526" y="4422"/>
                          <a:pt x="9284" y="4422"/>
                        </a:cubicBezTo>
                        <a:close/>
                        <a:moveTo>
                          <a:pt x="2690" y="4751"/>
                        </a:moveTo>
                        <a:cubicBezTo>
                          <a:pt x="2383" y="4751"/>
                          <a:pt x="2117" y="4821"/>
                          <a:pt x="2107" y="5108"/>
                        </a:cubicBezTo>
                        <a:cubicBezTo>
                          <a:pt x="2141" y="5258"/>
                          <a:pt x="2246" y="5300"/>
                          <a:pt x="2369" y="5300"/>
                        </a:cubicBezTo>
                        <a:cubicBezTo>
                          <a:pt x="2467" y="5300"/>
                          <a:pt x="2577" y="5273"/>
                          <a:pt x="2670" y="5254"/>
                        </a:cubicBezTo>
                        <a:cubicBezTo>
                          <a:pt x="2941" y="5254"/>
                          <a:pt x="3191" y="5296"/>
                          <a:pt x="3463" y="5317"/>
                        </a:cubicBezTo>
                        <a:cubicBezTo>
                          <a:pt x="3475" y="5319"/>
                          <a:pt x="3487" y="5319"/>
                          <a:pt x="3499" y="5319"/>
                        </a:cubicBezTo>
                        <a:cubicBezTo>
                          <a:pt x="3778" y="5319"/>
                          <a:pt x="3805" y="4856"/>
                          <a:pt x="3504" y="4816"/>
                        </a:cubicBezTo>
                        <a:cubicBezTo>
                          <a:pt x="3320" y="4816"/>
                          <a:pt x="2985" y="4751"/>
                          <a:pt x="2690" y="4751"/>
                        </a:cubicBezTo>
                        <a:close/>
                        <a:moveTo>
                          <a:pt x="5451" y="6588"/>
                        </a:moveTo>
                        <a:cubicBezTo>
                          <a:pt x="5332" y="6588"/>
                          <a:pt x="5217" y="6605"/>
                          <a:pt x="5110" y="6652"/>
                        </a:cubicBezTo>
                        <a:cubicBezTo>
                          <a:pt x="4923" y="6777"/>
                          <a:pt x="5027" y="7090"/>
                          <a:pt x="5235" y="7090"/>
                        </a:cubicBezTo>
                        <a:cubicBezTo>
                          <a:pt x="5528" y="7090"/>
                          <a:pt x="5840" y="7131"/>
                          <a:pt x="6132" y="7173"/>
                        </a:cubicBezTo>
                        <a:cubicBezTo>
                          <a:pt x="6156" y="7180"/>
                          <a:pt x="6179" y="7183"/>
                          <a:pt x="6200" y="7183"/>
                        </a:cubicBezTo>
                        <a:cubicBezTo>
                          <a:pt x="6459" y="7183"/>
                          <a:pt x="6526" y="6751"/>
                          <a:pt x="6237" y="6693"/>
                        </a:cubicBezTo>
                        <a:cubicBezTo>
                          <a:pt x="5981" y="6665"/>
                          <a:pt x="5706" y="6588"/>
                          <a:pt x="5451" y="6588"/>
                        </a:cubicBezTo>
                        <a:close/>
                        <a:moveTo>
                          <a:pt x="4175" y="8102"/>
                        </a:moveTo>
                        <a:cubicBezTo>
                          <a:pt x="3791" y="8102"/>
                          <a:pt x="3474" y="8177"/>
                          <a:pt x="3483" y="8446"/>
                        </a:cubicBezTo>
                        <a:cubicBezTo>
                          <a:pt x="3513" y="8606"/>
                          <a:pt x="3644" y="8654"/>
                          <a:pt x="3785" y="8654"/>
                        </a:cubicBezTo>
                        <a:cubicBezTo>
                          <a:pt x="3845" y="8654"/>
                          <a:pt x="3907" y="8646"/>
                          <a:pt x="3963" y="8633"/>
                        </a:cubicBezTo>
                        <a:cubicBezTo>
                          <a:pt x="4085" y="8622"/>
                          <a:pt x="4208" y="8616"/>
                          <a:pt x="4330" y="8616"/>
                        </a:cubicBezTo>
                        <a:cubicBezTo>
                          <a:pt x="4646" y="8616"/>
                          <a:pt x="4962" y="8651"/>
                          <a:pt x="5277" y="8696"/>
                        </a:cubicBezTo>
                        <a:cubicBezTo>
                          <a:pt x="5301" y="8702"/>
                          <a:pt x="5324" y="8705"/>
                          <a:pt x="5345" y="8705"/>
                        </a:cubicBezTo>
                        <a:cubicBezTo>
                          <a:pt x="5604" y="8705"/>
                          <a:pt x="5670" y="8274"/>
                          <a:pt x="5381" y="8216"/>
                        </a:cubicBezTo>
                        <a:cubicBezTo>
                          <a:pt x="5168" y="8205"/>
                          <a:pt x="4625" y="8102"/>
                          <a:pt x="4175" y="8102"/>
                        </a:cubicBezTo>
                        <a:close/>
                        <a:moveTo>
                          <a:pt x="10704" y="9384"/>
                        </a:moveTo>
                        <a:cubicBezTo>
                          <a:pt x="10540" y="9384"/>
                          <a:pt x="10416" y="9429"/>
                          <a:pt x="10387" y="9572"/>
                        </a:cubicBezTo>
                        <a:cubicBezTo>
                          <a:pt x="10346" y="10052"/>
                          <a:pt x="11347" y="9926"/>
                          <a:pt x="11660" y="10010"/>
                        </a:cubicBezTo>
                        <a:cubicBezTo>
                          <a:pt x="11666" y="10010"/>
                          <a:pt x="11673" y="10010"/>
                          <a:pt x="11680" y="10010"/>
                        </a:cubicBezTo>
                        <a:cubicBezTo>
                          <a:pt x="11995" y="10010"/>
                          <a:pt x="12028" y="9530"/>
                          <a:pt x="11701" y="9509"/>
                        </a:cubicBezTo>
                        <a:lnTo>
                          <a:pt x="11701" y="9509"/>
                        </a:lnTo>
                        <a:cubicBezTo>
                          <a:pt x="11677" y="9514"/>
                          <a:pt x="11650" y="9516"/>
                          <a:pt x="11621" y="9516"/>
                        </a:cubicBezTo>
                        <a:cubicBezTo>
                          <a:pt x="11382" y="9516"/>
                          <a:pt x="10984" y="9384"/>
                          <a:pt x="10704" y="9384"/>
                        </a:cubicBezTo>
                        <a:close/>
                        <a:moveTo>
                          <a:pt x="16885" y="10082"/>
                        </a:moveTo>
                        <a:cubicBezTo>
                          <a:pt x="16672" y="10082"/>
                          <a:pt x="16519" y="10136"/>
                          <a:pt x="16519" y="10302"/>
                        </a:cubicBezTo>
                        <a:cubicBezTo>
                          <a:pt x="16499" y="10448"/>
                          <a:pt x="16603" y="10552"/>
                          <a:pt x="16749" y="10573"/>
                        </a:cubicBezTo>
                        <a:cubicBezTo>
                          <a:pt x="17187" y="10615"/>
                          <a:pt x="17562" y="10677"/>
                          <a:pt x="18021" y="10761"/>
                        </a:cubicBezTo>
                        <a:cubicBezTo>
                          <a:pt x="18040" y="10764"/>
                          <a:pt x="18057" y="10766"/>
                          <a:pt x="18074" y="10766"/>
                        </a:cubicBezTo>
                        <a:cubicBezTo>
                          <a:pt x="18345" y="10766"/>
                          <a:pt x="18420" y="10319"/>
                          <a:pt x="18126" y="10260"/>
                        </a:cubicBezTo>
                        <a:lnTo>
                          <a:pt x="18126" y="10260"/>
                        </a:lnTo>
                        <a:cubicBezTo>
                          <a:pt x="18118" y="10261"/>
                          <a:pt x="18110" y="10261"/>
                          <a:pt x="18102" y="10261"/>
                        </a:cubicBezTo>
                        <a:cubicBezTo>
                          <a:pt x="17865" y="10261"/>
                          <a:pt x="17274" y="10082"/>
                          <a:pt x="16885" y="10082"/>
                        </a:cubicBezTo>
                        <a:close/>
                        <a:moveTo>
                          <a:pt x="10717" y="10649"/>
                        </a:moveTo>
                        <a:cubicBezTo>
                          <a:pt x="10585" y="10649"/>
                          <a:pt x="10486" y="10689"/>
                          <a:pt x="10450" y="10802"/>
                        </a:cubicBezTo>
                        <a:cubicBezTo>
                          <a:pt x="10241" y="11345"/>
                          <a:pt x="12473" y="11428"/>
                          <a:pt x="12849" y="11470"/>
                        </a:cubicBezTo>
                        <a:cubicBezTo>
                          <a:pt x="12862" y="11472"/>
                          <a:pt x="12875" y="11472"/>
                          <a:pt x="12887" y="11472"/>
                        </a:cubicBezTo>
                        <a:cubicBezTo>
                          <a:pt x="13185" y="11472"/>
                          <a:pt x="13211" y="11010"/>
                          <a:pt x="12890" y="10990"/>
                        </a:cubicBezTo>
                        <a:cubicBezTo>
                          <a:pt x="12536" y="10969"/>
                          <a:pt x="12160" y="10928"/>
                          <a:pt x="11806" y="10865"/>
                        </a:cubicBezTo>
                        <a:cubicBezTo>
                          <a:pt x="11792" y="10867"/>
                          <a:pt x="11778" y="10867"/>
                          <a:pt x="11762" y="10867"/>
                        </a:cubicBezTo>
                        <a:cubicBezTo>
                          <a:pt x="11509" y="10867"/>
                          <a:pt x="11025" y="10649"/>
                          <a:pt x="10717" y="10649"/>
                        </a:cubicBezTo>
                        <a:close/>
                        <a:moveTo>
                          <a:pt x="6769" y="11780"/>
                        </a:moveTo>
                        <a:cubicBezTo>
                          <a:pt x="6525" y="11780"/>
                          <a:pt x="6302" y="11796"/>
                          <a:pt x="6195" y="11804"/>
                        </a:cubicBezTo>
                        <a:cubicBezTo>
                          <a:pt x="5966" y="11824"/>
                          <a:pt x="5903" y="12137"/>
                          <a:pt x="6091" y="12242"/>
                        </a:cubicBezTo>
                        <a:cubicBezTo>
                          <a:pt x="6508" y="12325"/>
                          <a:pt x="6988" y="12242"/>
                          <a:pt x="7426" y="12367"/>
                        </a:cubicBezTo>
                        <a:cubicBezTo>
                          <a:pt x="7440" y="12369"/>
                          <a:pt x="7455" y="12370"/>
                          <a:pt x="7470" y="12370"/>
                        </a:cubicBezTo>
                        <a:cubicBezTo>
                          <a:pt x="7596" y="12370"/>
                          <a:pt x="7699" y="12289"/>
                          <a:pt x="7718" y="12158"/>
                        </a:cubicBezTo>
                        <a:cubicBezTo>
                          <a:pt x="7786" y="11842"/>
                          <a:pt x="7240" y="11780"/>
                          <a:pt x="6769" y="11780"/>
                        </a:cubicBezTo>
                        <a:close/>
                        <a:moveTo>
                          <a:pt x="17259" y="11516"/>
                        </a:moveTo>
                        <a:cubicBezTo>
                          <a:pt x="16859" y="11516"/>
                          <a:pt x="16573" y="11614"/>
                          <a:pt x="16603" y="11908"/>
                        </a:cubicBezTo>
                        <a:cubicBezTo>
                          <a:pt x="16635" y="12004"/>
                          <a:pt x="16740" y="12075"/>
                          <a:pt x="16844" y="12075"/>
                        </a:cubicBezTo>
                        <a:cubicBezTo>
                          <a:pt x="16876" y="12075"/>
                          <a:pt x="16907" y="12069"/>
                          <a:pt x="16937" y="12054"/>
                        </a:cubicBezTo>
                        <a:cubicBezTo>
                          <a:pt x="17067" y="12036"/>
                          <a:pt x="17197" y="12028"/>
                          <a:pt x="17326" y="12028"/>
                        </a:cubicBezTo>
                        <a:cubicBezTo>
                          <a:pt x="17946" y="12028"/>
                          <a:pt x="18561" y="12212"/>
                          <a:pt x="19148" y="12367"/>
                        </a:cubicBezTo>
                        <a:cubicBezTo>
                          <a:pt x="19178" y="12377"/>
                          <a:pt x="19207" y="12381"/>
                          <a:pt x="19234" y="12381"/>
                        </a:cubicBezTo>
                        <a:cubicBezTo>
                          <a:pt x="19488" y="12381"/>
                          <a:pt x="19597" y="11981"/>
                          <a:pt x="19314" y="11887"/>
                        </a:cubicBezTo>
                        <a:cubicBezTo>
                          <a:pt x="19022" y="11820"/>
                          <a:pt x="17964" y="11516"/>
                          <a:pt x="17259" y="11516"/>
                        </a:cubicBezTo>
                        <a:close/>
                        <a:moveTo>
                          <a:pt x="13125" y="12748"/>
                        </a:moveTo>
                        <a:cubicBezTo>
                          <a:pt x="13088" y="12748"/>
                          <a:pt x="13052" y="12752"/>
                          <a:pt x="13015" y="12763"/>
                        </a:cubicBezTo>
                        <a:cubicBezTo>
                          <a:pt x="12807" y="12846"/>
                          <a:pt x="12828" y="13159"/>
                          <a:pt x="13036" y="13222"/>
                        </a:cubicBezTo>
                        <a:cubicBezTo>
                          <a:pt x="13266" y="13305"/>
                          <a:pt x="13516" y="13347"/>
                          <a:pt x="13766" y="13368"/>
                        </a:cubicBezTo>
                        <a:cubicBezTo>
                          <a:pt x="14180" y="13348"/>
                          <a:pt x="14072" y="12862"/>
                          <a:pt x="13724" y="12862"/>
                        </a:cubicBezTo>
                        <a:cubicBezTo>
                          <a:pt x="13704" y="12862"/>
                          <a:pt x="13684" y="12864"/>
                          <a:pt x="13662" y="12867"/>
                        </a:cubicBezTo>
                        <a:cubicBezTo>
                          <a:pt x="13473" y="12850"/>
                          <a:pt x="13297" y="12748"/>
                          <a:pt x="13125" y="12748"/>
                        </a:cubicBezTo>
                        <a:close/>
                        <a:moveTo>
                          <a:pt x="7200" y="12903"/>
                        </a:moveTo>
                        <a:cubicBezTo>
                          <a:pt x="6982" y="12903"/>
                          <a:pt x="6821" y="12962"/>
                          <a:pt x="6800" y="13138"/>
                        </a:cubicBezTo>
                        <a:cubicBezTo>
                          <a:pt x="6779" y="13472"/>
                          <a:pt x="7175" y="13389"/>
                          <a:pt x="7405" y="13451"/>
                        </a:cubicBezTo>
                        <a:cubicBezTo>
                          <a:pt x="7738" y="13493"/>
                          <a:pt x="8072" y="13556"/>
                          <a:pt x="8385" y="13660"/>
                        </a:cubicBezTo>
                        <a:cubicBezTo>
                          <a:pt x="8403" y="13664"/>
                          <a:pt x="8421" y="13665"/>
                          <a:pt x="8438" y="13665"/>
                        </a:cubicBezTo>
                        <a:cubicBezTo>
                          <a:pt x="8711" y="13665"/>
                          <a:pt x="8803" y="13218"/>
                          <a:pt x="8489" y="13159"/>
                        </a:cubicBezTo>
                        <a:cubicBezTo>
                          <a:pt x="8268" y="13132"/>
                          <a:pt x="7626" y="12903"/>
                          <a:pt x="7200" y="12903"/>
                        </a:cubicBezTo>
                        <a:close/>
                        <a:moveTo>
                          <a:pt x="2668" y="14141"/>
                        </a:moveTo>
                        <a:cubicBezTo>
                          <a:pt x="2590" y="14141"/>
                          <a:pt x="2517" y="14172"/>
                          <a:pt x="2461" y="14265"/>
                        </a:cubicBezTo>
                        <a:cubicBezTo>
                          <a:pt x="2315" y="14786"/>
                          <a:pt x="3317" y="14765"/>
                          <a:pt x="3629" y="14870"/>
                        </a:cubicBezTo>
                        <a:cubicBezTo>
                          <a:pt x="3648" y="14873"/>
                          <a:pt x="3665" y="14875"/>
                          <a:pt x="3682" y="14875"/>
                        </a:cubicBezTo>
                        <a:cubicBezTo>
                          <a:pt x="3953" y="14875"/>
                          <a:pt x="4028" y="14429"/>
                          <a:pt x="3734" y="14390"/>
                        </a:cubicBezTo>
                        <a:cubicBezTo>
                          <a:pt x="3483" y="14348"/>
                          <a:pt x="3212" y="14307"/>
                          <a:pt x="2962" y="14223"/>
                        </a:cubicBezTo>
                        <a:cubicBezTo>
                          <a:pt x="2870" y="14188"/>
                          <a:pt x="2764" y="14141"/>
                          <a:pt x="2668" y="14141"/>
                        </a:cubicBezTo>
                        <a:close/>
                        <a:moveTo>
                          <a:pt x="2579" y="15318"/>
                        </a:moveTo>
                        <a:cubicBezTo>
                          <a:pt x="2376" y="15318"/>
                          <a:pt x="2228" y="15625"/>
                          <a:pt x="2441" y="15767"/>
                        </a:cubicBezTo>
                        <a:cubicBezTo>
                          <a:pt x="2879" y="16017"/>
                          <a:pt x="3379" y="16184"/>
                          <a:pt x="3859" y="16267"/>
                        </a:cubicBezTo>
                        <a:cubicBezTo>
                          <a:pt x="3883" y="16274"/>
                          <a:pt x="3906" y="16276"/>
                          <a:pt x="3927" y="16276"/>
                        </a:cubicBezTo>
                        <a:cubicBezTo>
                          <a:pt x="4185" y="16276"/>
                          <a:pt x="4252" y="15845"/>
                          <a:pt x="3963" y="15787"/>
                        </a:cubicBezTo>
                        <a:cubicBezTo>
                          <a:pt x="3713" y="15746"/>
                          <a:pt x="3483" y="15662"/>
                          <a:pt x="3233" y="15579"/>
                        </a:cubicBezTo>
                        <a:cubicBezTo>
                          <a:pt x="3066" y="15516"/>
                          <a:pt x="2879" y="15433"/>
                          <a:pt x="2691" y="15349"/>
                        </a:cubicBezTo>
                        <a:cubicBezTo>
                          <a:pt x="2653" y="15327"/>
                          <a:pt x="2615" y="15318"/>
                          <a:pt x="2579" y="15318"/>
                        </a:cubicBezTo>
                        <a:close/>
                        <a:moveTo>
                          <a:pt x="18845" y="16530"/>
                        </a:moveTo>
                        <a:cubicBezTo>
                          <a:pt x="18467" y="16530"/>
                          <a:pt x="18120" y="16619"/>
                          <a:pt x="18313" y="17018"/>
                        </a:cubicBezTo>
                        <a:cubicBezTo>
                          <a:pt x="18358" y="17063"/>
                          <a:pt x="18421" y="17083"/>
                          <a:pt x="18485" y="17083"/>
                        </a:cubicBezTo>
                        <a:cubicBezTo>
                          <a:pt x="18541" y="17083"/>
                          <a:pt x="18599" y="17068"/>
                          <a:pt x="18647" y="17039"/>
                        </a:cubicBezTo>
                        <a:cubicBezTo>
                          <a:pt x="18714" y="17033"/>
                          <a:pt x="18781" y="17031"/>
                          <a:pt x="18848" y="17031"/>
                        </a:cubicBezTo>
                        <a:cubicBezTo>
                          <a:pt x="19031" y="17031"/>
                          <a:pt x="19215" y="17050"/>
                          <a:pt x="19398" y="17081"/>
                        </a:cubicBezTo>
                        <a:cubicBezTo>
                          <a:pt x="19410" y="17082"/>
                          <a:pt x="19422" y="17083"/>
                          <a:pt x="19434" y="17083"/>
                        </a:cubicBezTo>
                        <a:cubicBezTo>
                          <a:pt x="19715" y="17083"/>
                          <a:pt x="19761" y="16620"/>
                          <a:pt x="19460" y="16580"/>
                        </a:cubicBezTo>
                        <a:cubicBezTo>
                          <a:pt x="19325" y="16564"/>
                          <a:pt x="19079" y="16530"/>
                          <a:pt x="18845" y="16530"/>
                        </a:cubicBezTo>
                        <a:close/>
                        <a:moveTo>
                          <a:pt x="7869" y="17319"/>
                        </a:moveTo>
                        <a:cubicBezTo>
                          <a:pt x="7763" y="17319"/>
                          <a:pt x="7672" y="17358"/>
                          <a:pt x="7613" y="17477"/>
                        </a:cubicBezTo>
                        <a:cubicBezTo>
                          <a:pt x="7530" y="17957"/>
                          <a:pt x="8260" y="17894"/>
                          <a:pt x="8573" y="17977"/>
                        </a:cubicBezTo>
                        <a:cubicBezTo>
                          <a:pt x="8580" y="17978"/>
                          <a:pt x="8586" y="17978"/>
                          <a:pt x="8593" y="17978"/>
                        </a:cubicBezTo>
                        <a:cubicBezTo>
                          <a:pt x="8908" y="17978"/>
                          <a:pt x="8941" y="17497"/>
                          <a:pt x="8614" y="17477"/>
                        </a:cubicBezTo>
                        <a:lnTo>
                          <a:pt x="8614" y="17477"/>
                        </a:lnTo>
                        <a:cubicBezTo>
                          <a:pt x="8599" y="17479"/>
                          <a:pt x="8584" y="17480"/>
                          <a:pt x="8567" y="17480"/>
                        </a:cubicBezTo>
                        <a:cubicBezTo>
                          <a:pt x="8358" y="17480"/>
                          <a:pt x="8082" y="17319"/>
                          <a:pt x="7869" y="17319"/>
                        </a:cubicBezTo>
                        <a:close/>
                        <a:moveTo>
                          <a:pt x="14920" y="17844"/>
                        </a:moveTo>
                        <a:cubicBezTo>
                          <a:pt x="14898" y="17844"/>
                          <a:pt x="14874" y="17846"/>
                          <a:pt x="14851" y="17852"/>
                        </a:cubicBezTo>
                        <a:cubicBezTo>
                          <a:pt x="14642" y="17915"/>
                          <a:pt x="14621" y="18228"/>
                          <a:pt x="14809" y="18311"/>
                        </a:cubicBezTo>
                        <a:cubicBezTo>
                          <a:pt x="15205" y="18478"/>
                          <a:pt x="15623" y="18561"/>
                          <a:pt x="16040" y="18624"/>
                        </a:cubicBezTo>
                        <a:cubicBezTo>
                          <a:pt x="16049" y="18626"/>
                          <a:pt x="16058" y="18626"/>
                          <a:pt x="16068" y="18626"/>
                        </a:cubicBezTo>
                        <a:cubicBezTo>
                          <a:pt x="16183" y="18626"/>
                          <a:pt x="16292" y="18510"/>
                          <a:pt x="16311" y="18395"/>
                        </a:cubicBezTo>
                        <a:cubicBezTo>
                          <a:pt x="16290" y="17977"/>
                          <a:pt x="15581" y="18123"/>
                          <a:pt x="15310" y="17957"/>
                        </a:cubicBezTo>
                        <a:cubicBezTo>
                          <a:pt x="15184" y="17939"/>
                          <a:pt x="15059" y="17844"/>
                          <a:pt x="14920" y="17844"/>
                        </a:cubicBezTo>
                        <a:close/>
                        <a:moveTo>
                          <a:pt x="8747" y="19001"/>
                        </a:moveTo>
                        <a:cubicBezTo>
                          <a:pt x="8620" y="19001"/>
                          <a:pt x="8525" y="19039"/>
                          <a:pt x="8489" y="19145"/>
                        </a:cubicBezTo>
                        <a:cubicBezTo>
                          <a:pt x="8302" y="19646"/>
                          <a:pt x="9887" y="19688"/>
                          <a:pt x="10200" y="19750"/>
                        </a:cubicBezTo>
                        <a:cubicBezTo>
                          <a:pt x="10213" y="19752"/>
                          <a:pt x="10226" y="19753"/>
                          <a:pt x="10238" y="19753"/>
                        </a:cubicBezTo>
                        <a:cubicBezTo>
                          <a:pt x="10536" y="19753"/>
                          <a:pt x="10562" y="19291"/>
                          <a:pt x="10241" y="19271"/>
                        </a:cubicBezTo>
                        <a:cubicBezTo>
                          <a:pt x="10116" y="19250"/>
                          <a:pt x="9970" y="19229"/>
                          <a:pt x="9824" y="19229"/>
                        </a:cubicBezTo>
                        <a:cubicBezTo>
                          <a:pt x="9817" y="19229"/>
                          <a:pt x="9810" y="19230"/>
                          <a:pt x="9802" y="19230"/>
                        </a:cubicBezTo>
                        <a:cubicBezTo>
                          <a:pt x="9554" y="19230"/>
                          <a:pt x="9057" y="19001"/>
                          <a:pt x="8747" y="19001"/>
                        </a:cubicBezTo>
                        <a:close/>
                        <a:moveTo>
                          <a:pt x="15853" y="19595"/>
                        </a:moveTo>
                        <a:cubicBezTo>
                          <a:pt x="15672" y="19595"/>
                          <a:pt x="15531" y="19830"/>
                          <a:pt x="15643" y="19980"/>
                        </a:cubicBezTo>
                        <a:cubicBezTo>
                          <a:pt x="15852" y="20188"/>
                          <a:pt x="16186" y="20147"/>
                          <a:pt x="16457" y="20188"/>
                        </a:cubicBezTo>
                        <a:cubicBezTo>
                          <a:pt x="16474" y="20187"/>
                          <a:pt x="16493" y="20186"/>
                          <a:pt x="16513" y="20186"/>
                        </a:cubicBezTo>
                        <a:cubicBezTo>
                          <a:pt x="16623" y="20186"/>
                          <a:pt x="16766" y="20204"/>
                          <a:pt x="16902" y="20204"/>
                        </a:cubicBezTo>
                        <a:cubicBezTo>
                          <a:pt x="17121" y="20204"/>
                          <a:pt x="17321" y="20158"/>
                          <a:pt x="17333" y="19917"/>
                        </a:cubicBezTo>
                        <a:cubicBezTo>
                          <a:pt x="17333" y="19801"/>
                          <a:pt x="17226" y="19685"/>
                          <a:pt x="17110" y="19685"/>
                        </a:cubicBezTo>
                        <a:cubicBezTo>
                          <a:pt x="17101" y="19685"/>
                          <a:pt x="17092" y="19686"/>
                          <a:pt x="17083" y="19688"/>
                        </a:cubicBezTo>
                        <a:cubicBezTo>
                          <a:pt x="16960" y="19694"/>
                          <a:pt x="16838" y="19699"/>
                          <a:pt x="16716" y="19699"/>
                        </a:cubicBezTo>
                        <a:cubicBezTo>
                          <a:pt x="16443" y="19699"/>
                          <a:pt x="16174" y="19676"/>
                          <a:pt x="15915" y="19604"/>
                        </a:cubicBezTo>
                        <a:cubicBezTo>
                          <a:pt x="15894" y="19598"/>
                          <a:pt x="15873" y="19595"/>
                          <a:pt x="15853" y="19595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833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15" name="Google Shape;2615;p46"/>
                  <p:cNvSpPr/>
                  <p:nvPr/>
                </p:nvSpPr>
                <p:spPr>
                  <a:xfrm>
                    <a:off x="5742450" y="1159250"/>
                    <a:ext cx="929225" cy="2881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69" h="115266" extrusionOk="0">
                        <a:moveTo>
                          <a:pt x="15177" y="1"/>
                        </a:moveTo>
                        <a:cubicBezTo>
                          <a:pt x="15122" y="1"/>
                          <a:pt x="15074" y="18"/>
                          <a:pt x="15039" y="69"/>
                        </a:cubicBezTo>
                        <a:cubicBezTo>
                          <a:pt x="14987" y="48"/>
                          <a:pt x="14961" y="38"/>
                          <a:pt x="14932" y="38"/>
                        </a:cubicBezTo>
                        <a:cubicBezTo>
                          <a:pt x="14903" y="38"/>
                          <a:pt x="14872" y="48"/>
                          <a:pt x="14809" y="69"/>
                        </a:cubicBezTo>
                        <a:cubicBezTo>
                          <a:pt x="14455" y="278"/>
                          <a:pt x="14434" y="1321"/>
                          <a:pt x="14246" y="1675"/>
                        </a:cubicBezTo>
                        <a:cubicBezTo>
                          <a:pt x="13933" y="1759"/>
                          <a:pt x="13829" y="2051"/>
                          <a:pt x="13725" y="2363"/>
                        </a:cubicBezTo>
                        <a:cubicBezTo>
                          <a:pt x="13683" y="2530"/>
                          <a:pt x="13621" y="2697"/>
                          <a:pt x="13537" y="2822"/>
                        </a:cubicBezTo>
                        <a:cubicBezTo>
                          <a:pt x="12932" y="4262"/>
                          <a:pt x="12432" y="5742"/>
                          <a:pt x="11973" y="7223"/>
                        </a:cubicBezTo>
                        <a:lnTo>
                          <a:pt x="11973" y="7244"/>
                        </a:lnTo>
                        <a:cubicBezTo>
                          <a:pt x="11952" y="7328"/>
                          <a:pt x="11910" y="7390"/>
                          <a:pt x="11889" y="7453"/>
                        </a:cubicBezTo>
                        <a:cubicBezTo>
                          <a:pt x="11764" y="7891"/>
                          <a:pt x="11639" y="8350"/>
                          <a:pt x="11514" y="8788"/>
                        </a:cubicBezTo>
                        <a:cubicBezTo>
                          <a:pt x="11431" y="9038"/>
                          <a:pt x="11368" y="9288"/>
                          <a:pt x="11285" y="9539"/>
                        </a:cubicBezTo>
                        <a:cubicBezTo>
                          <a:pt x="11285" y="9643"/>
                          <a:pt x="11222" y="9831"/>
                          <a:pt x="11139" y="10039"/>
                        </a:cubicBezTo>
                        <a:cubicBezTo>
                          <a:pt x="10763" y="10894"/>
                          <a:pt x="9658" y="13397"/>
                          <a:pt x="10012" y="13668"/>
                        </a:cubicBezTo>
                        <a:cubicBezTo>
                          <a:pt x="9616" y="15295"/>
                          <a:pt x="9240" y="16922"/>
                          <a:pt x="9032" y="18570"/>
                        </a:cubicBezTo>
                        <a:cubicBezTo>
                          <a:pt x="8907" y="19154"/>
                          <a:pt x="8802" y="19738"/>
                          <a:pt x="8698" y="20322"/>
                        </a:cubicBezTo>
                        <a:cubicBezTo>
                          <a:pt x="8531" y="20718"/>
                          <a:pt x="8531" y="21323"/>
                          <a:pt x="8406" y="21636"/>
                        </a:cubicBezTo>
                        <a:cubicBezTo>
                          <a:pt x="8031" y="23680"/>
                          <a:pt x="7655" y="25745"/>
                          <a:pt x="7322" y="27789"/>
                        </a:cubicBezTo>
                        <a:cubicBezTo>
                          <a:pt x="7092" y="29124"/>
                          <a:pt x="6884" y="30438"/>
                          <a:pt x="6675" y="31773"/>
                        </a:cubicBezTo>
                        <a:cubicBezTo>
                          <a:pt x="6696" y="32190"/>
                          <a:pt x="6237" y="33546"/>
                          <a:pt x="6487" y="34046"/>
                        </a:cubicBezTo>
                        <a:cubicBezTo>
                          <a:pt x="6404" y="34901"/>
                          <a:pt x="6320" y="35736"/>
                          <a:pt x="6237" y="36591"/>
                        </a:cubicBezTo>
                        <a:cubicBezTo>
                          <a:pt x="6049" y="37780"/>
                          <a:pt x="5882" y="38948"/>
                          <a:pt x="5674" y="40116"/>
                        </a:cubicBezTo>
                        <a:cubicBezTo>
                          <a:pt x="5465" y="40304"/>
                          <a:pt x="5382" y="40637"/>
                          <a:pt x="5653" y="40825"/>
                        </a:cubicBezTo>
                        <a:cubicBezTo>
                          <a:pt x="5674" y="40825"/>
                          <a:pt x="5674" y="40846"/>
                          <a:pt x="5674" y="40846"/>
                        </a:cubicBezTo>
                        <a:cubicBezTo>
                          <a:pt x="5695" y="40888"/>
                          <a:pt x="5736" y="40929"/>
                          <a:pt x="5778" y="40971"/>
                        </a:cubicBezTo>
                        <a:cubicBezTo>
                          <a:pt x="5851" y="41013"/>
                          <a:pt x="5940" y="41039"/>
                          <a:pt x="6026" y="41039"/>
                        </a:cubicBezTo>
                        <a:cubicBezTo>
                          <a:pt x="6112" y="41039"/>
                          <a:pt x="6195" y="41013"/>
                          <a:pt x="6258" y="40950"/>
                        </a:cubicBezTo>
                        <a:cubicBezTo>
                          <a:pt x="6800" y="40888"/>
                          <a:pt x="7322" y="40846"/>
                          <a:pt x="7843" y="40804"/>
                        </a:cubicBezTo>
                        <a:cubicBezTo>
                          <a:pt x="8010" y="40804"/>
                          <a:pt x="8177" y="40804"/>
                          <a:pt x="8344" y="40783"/>
                        </a:cubicBezTo>
                        <a:cubicBezTo>
                          <a:pt x="8441" y="40832"/>
                          <a:pt x="8568" y="40852"/>
                          <a:pt x="8698" y="40852"/>
                        </a:cubicBezTo>
                        <a:cubicBezTo>
                          <a:pt x="8789" y="40852"/>
                          <a:pt x="8883" y="40842"/>
                          <a:pt x="8969" y="40825"/>
                        </a:cubicBezTo>
                        <a:cubicBezTo>
                          <a:pt x="9386" y="40825"/>
                          <a:pt x="9804" y="40867"/>
                          <a:pt x="10200" y="40929"/>
                        </a:cubicBezTo>
                        <a:cubicBezTo>
                          <a:pt x="10262" y="40950"/>
                          <a:pt x="10304" y="40992"/>
                          <a:pt x="10388" y="41013"/>
                        </a:cubicBezTo>
                        <a:cubicBezTo>
                          <a:pt x="12077" y="41472"/>
                          <a:pt x="13767" y="42035"/>
                          <a:pt x="15456" y="42556"/>
                        </a:cubicBezTo>
                        <a:cubicBezTo>
                          <a:pt x="15560" y="42577"/>
                          <a:pt x="15644" y="42619"/>
                          <a:pt x="15748" y="42660"/>
                        </a:cubicBezTo>
                        <a:cubicBezTo>
                          <a:pt x="15790" y="42744"/>
                          <a:pt x="15873" y="42827"/>
                          <a:pt x="15998" y="42869"/>
                        </a:cubicBezTo>
                        <a:cubicBezTo>
                          <a:pt x="16645" y="43119"/>
                          <a:pt x="17312" y="43349"/>
                          <a:pt x="17980" y="43599"/>
                        </a:cubicBezTo>
                        <a:cubicBezTo>
                          <a:pt x="18001" y="43641"/>
                          <a:pt x="18042" y="43682"/>
                          <a:pt x="18084" y="43724"/>
                        </a:cubicBezTo>
                        <a:cubicBezTo>
                          <a:pt x="18585" y="43995"/>
                          <a:pt x="19127" y="44183"/>
                          <a:pt x="19628" y="44433"/>
                        </a:cubicBezTo>
                        <a:cubicBezTo>
                          <a:pt x="21400" y="45289"/>
                          <a:pt x="23257" y="46039"/>
                          <a:pt x="24863" y="47166"/>
                        </a:cubicBezTo>
                        <a:cubicBezTo>
                          <a:pt x="24949" y="47247"/>
                          <a:pt x="25044" y="47281"/>
                          <a:pt x="25134" y="47281"/>
                        </a:cubicBezTo>
                        <a:cubicBezTo>
                          <a:pt x="25414" y="47281"/>
                          <a:pt x="25661" y="46954"/>
                          <a:pt x="25551" y="46686"/>
                        </a:cubicBezTo>
                        <a:cubicBezTo>
                          <a:pt x="25593" y="46561"/>
                          <a:pt x="25635" y="46415"/>
                          <a:pt x="25655" y="46269"/>
                        </a:cubicBezTo>
                        <a:cubicBezTo>
                          <a:pt x="25781" y="46144"/>
                          <a:pt x="25864" y="45956"/>
                          <a:pt x="25864" y="45789"/>
                        </a:cubicBezTo>
                        <a:cubicBezTo>
                          <a:pt x="25968" y="45143"/>
                          <a:pt x="26114" y="44475"/>
                          <a:pt x="26260" y="43828"/>
                        </a:cubicBezTo>
                        <a:cubicBezTo>
                          <a:pt x="26302" y="43662"/>
                          <a:pt x="26344" y="43474"/>
                          <a:pt x="26385" y="43286"/>
                        </a:cubicBezTo>
                        <a:cubicBezTo>
                          <a:pt x="26573" y="42535"/>
                          <a:pt x="26761" y="41784"/>
                          <a:pt x="26949" y="41034"/>
                        </a:cubicBezTo>
                        <a:cubicBezTo>
                          <a:pt x="26969" y="40971"/>
                          <a:pt x="26969" y="40908"/>
                          <a:pt x="26949" y="40846"/>
                        </a:cubicBezTo>
                        <a:cubicBezTo>
                          <a:pt x="27157" y="39949"/>
                          <a:pt x="27387" y="39031"/>
                          <a:pt x="27637" y="38134"/>
                        </a:cubicBezTo>
                        <a:cubicBezTo>
                          <a:pt x="28200" y="36174"/>
                          <a:pt x="29034" y="34297"/>
                          <a:pt x="29806" y="32399"/>
                        </a:cubicBezTo>
                        <a:cubicBezTo>
                          <a:pt x="30703" y="29916"/>
                          <a:pt x="31788" y="27497"/>
                          <a:pt x="32872" y="25077"/>
                        </a:cubicBezTo>
                        <a:cubicBezTo>
                          <a:pt x="32997" y="24952"/>
                          <a:pt x="33060" y="24765"/>
                          <a:pt x="33122" y="24556"/>
                        </a:cubicBezTo>
                        <a:cubicBezTo>
                          <a:pt x="33331" y="24097"/>
                          <a:pt x="33540" y="23638"/>
                          <a:pt x="33727" y="23200"/>
                        </a:cubicBezTo>
                        <a:cubicBezTo>
                          <a:pt x="33790" y="23096"/>
                          <a:pt x="33811" y="22992"/>
                          <a:pt x="33769" y="22908"/>
                        </a:cubicBezTo>
                        <a:cubicBezTo>
                          <a:pt x="34353" y="21573"/>
                          <a:pt x="35000" y="20259"/>
                          <a:pt x="35584" y="18924"/>
                        </a:cubicBezTo>
                        <a:cubicBezTo>
                          <a:pt x="35834" y="18382"/>
                          <a:pt x="36084" y="17840"/>
                          <a:pt x="36355" y="17298"/>
                        </a:cubicBezTo>
                        <a:cubicBezTo>
                          <a:pt x="36543" y="17026"/>
                          <a:pt x="36606" y="16526"/>
                          <a:pt x="36773" y="16255"/>
                        </a:cubicBezTo>
                        <a:cubicBezTo>
                          <a:pt x="36960" y="15858"/>
                          <a:pt x="37169" y="15441"/>
                          <a:pt x="37085" y="14982"/>
                        </a:cubicBezTo>
                        <a:cubicBezTo>
                          <a:pt x="36606" y="12313"/>
                          <a:pt x="33456" y="8475"/>
                          <a:pt x="31746" y="6243"/>
                        </a:cubicBezTo>
                        <a:cubicBezTo>
                          <a:pt x="30286" y="4679"/>
                          <a:pt x="28534" y="3406"/>
                          <a:pt x="26677" y="2363"/>
                        </a:cubicBezTo>
                        <a:cubicBezTo>
                          <a:pt x="24884" y="1341"/>
                          <a:pt x="22965" y="799"/>
                          <a:pt x="21088" y="27"/>
                        </a:cubicBezTo>
                        <a:cubicBezTo>
                          <a:pt x="19409" y="157"/>
                          <a:pt x="18900" y="231"/>
                          <a:pt x="18343" y="231"/>
                        </a:cubicBezTo>
                        <a:cubicBezTo>
                          <a:pt x="17828" y="231"/>
                          <a:pt x="17271" y="168"/>
                          <a:pt x="15706" y="27"/>
                        </a:cubicBezTo>
                        <a:cubicBezTo>
                          <a:pt x="15669" y="70"/>
                          <a:pt x="15622" y="84"/>
                          <a:pt x="15570" y="84"/>
                        </a:cubicBezTo>
                        <a:cubicBezTo>
                          <a:pt x="15447" y="84"/>
                          <a:pt x="15296" y="1"/>
                          <a:pt x="15177" y="1"/>
                        </a:cubicBezTo>
                        <a:close/>
                        <a:moveTo>
                          <a:pt x="10382" y="67796"/>
                        </a:moveTo>
                        <a:cubicBezTo>
                          <a:pt x="9631" y="67796"/>
                          <a:pt x="8884" y="67854"/>
                          <a:pt x="8156" y="68044"/>
                        </a:cubicBezTo>
                        <a:cubicBezTo>
                          <a:pt x="7801" y="68149"/>
                          <a:pt x="7280" y="68190"/>
                          <a:pt x="7113" y="68566"/>
                        </a:cubicBezTo>
                        <a:cubicBezTo>
                          <a:pt x="6967" y="68607"/>
                          <a:pt x="6863" y="68733"/>
                          <a:pt x="6821" y="68879"/>
                        </a:cubicBezTo>
                        <a:cubicBezTo>
                          <a:pt x="6717" y="69358"/>
                          <a:pt x="6633" y="69817"/>
                          <a:pt x="6529" y="70276"/>
                        </a:cubicBezTo>
                        <a:cubicBezTo>
                          <a:pt x="6341" y="71319"/>
                          <a:pt x="5903" y="72320"/>
                          <a:pt x="5528" y="73321"/>
                        </a:cubicBezTo>
                        <a:cubicBezTo>
                          <a:pt x="4860" y="74927"/>
                          <a:pt x="4005" y="76429"/>
                          <a:pt x="3359" y="78014"/>
                        </a:cubicBezTo>
                        <a:cubicBezTo>
                          <a:pt x="3108" y="78807"/>
                          <a:pt x="2941" y="79620"/>
                          <a:pt x="2795" y="80434"/>
                        </a:cubicBezTo>
                        <a:cubicBezTo>
                          <a:pt x="2566" y="80663"/>
                          <a:pt x="2566" y="81039"/>
                          <a:pt x="2483" y="81331"/>
                        </a:cubicBezTo>
                        <a:cubicBezTo>
                          <a:pt x="2274" y="82311"/>
                          <a:pt x="2086" y="83291"/>
                          <a:pt x="1982" y="84292"/>
                        </a:cubicBezTo>
                        <a:cubicBezTo>
                          <a:pt x="1502" y="87421"/>
                          <a:pt x="1064" y="90570"/>
                          <a:pt x="1043" y="93741"/>
                        </a:cubicBezTo>
                        <a:cubicBezTo>
                          <a:pt x="1023" y="94367"/>
                          <a:pt x="981" y="94992"/>
                          <a:pt x="939" y="95597"/>
                        </a:cubicBezTo>
                        <a:cubicBezTo>
                          <a:pt x="918" y="95806"/>
                          <a:pt x="897" y="95993"/>
                          <a:pt x="877" y="96181"/>
                        </a:cubicBezTo>
                        <a:cubicBezTo>
                          <a:pt x="751" y="96244"/>
                          <a:pt x="668" y="96390"/>
                          <a:pt x="647" y="96598"/>
                        </a:cubicBezTo>
                        <a:cubicBezTo>
                          <a:pt x="522" y="98288"/>
                          <a:pt x="293" y="99977"/>
                          <a:pt x="251" y="101667"/>
                        </a:cubicBezTo>
                        <a:cubicBezTo>
                          <a:pt x="126" y="103481"/>
                          <a:pt x="1" y="105463"/>
                          <a:pt x="772" y="107131"/>
                        </a:cubicBezTo>
                        <a:cubicBezTo>
                          <a:pt x="981" y="107736"/>
                          <a:pt x="1398" y="108320"/>
                          <a:pt x="1919" y="108654"/>
                        </a:cubicBezTo>
                        <a:cubicBezTo>
                          <a:pt x="1940" y="108675"/>
                          <a:pt x="1961" y="108675"/>
                          <a:pt x="1982" y="108675"/>
                        </a:cubicBezTo>
                        <a:cubicBezTo>
                          <a:pt x="2045" y="108717"/>
                          <a:pt x="2128" y="108737"/>
                          <a:pt x="2191" y="108779"/>
                        </a:cubicBezTo>
                        <a:cubicBezTo>
                          <a:pt x="2295" y="108758"/>
                          <a:pt x="2399" y="108758"/>
                          <a:pt x="2483" y="108758"/>
                        </a:cubicBezTo>
                        <a:cubicBezTo>
                          <a:pt x="2587" y="108779"/>
                          <a:pt x="2712" y="108800"/>
                          <a:pt x="2837" y="108821"/>
                        </a:cubicBezTo>
                        <a:cubicBezTo>
                          <a:pt x="3046" y="108863"/>
                          <a:pt x="3254" y="108904"/>
                          <a:pt x="3463" y="108946"/>
                        </a:cubicBezTo>
                        <a:cubicBezTo>
                          <a:pt x="4610" y="108737"/>
                          <a:pt x="5257" y="107653"/>
                          <a:pt x="5444" y="106506"/>
                        </a:cubicBezTo>
                        <a:cubicBezTo>
                          <a:pt x="5486" y="106297"/>
                          <a:pt x="5528" y="106109"/>
                          <a:pt x="5570" y="105901"/>
                        </a:cubicBezTo>
                        <a:cubicBezTo>
                          <a:pt x="5590" y="105859"/>
                          <a:pt x="5611" y="105817"/>
                          <a:pt x="5632" y="105776"/>
                        </a:cubicBezTo>
                        <a:lnTo>
                          <a:pt x="5632" y="105776"/>
                        </a:lnTo>
                        <a:cubicBezTo>
                          <a:pt x="5632" y="106902"/>
                          <a:pt x="5444" y="108007"/>
                          <a:pt x="5528" y="109155"/>
                        </a:cubicBezTo>
                        <a:cubicBezTo>
                          <a:pt x="5528" y="110469"/>
                          <a:pt x="6049" y="111658"/>
                          <a:pt x="7363" y="112137"/>
                        </a:cubicBezTo>
                        <a:cubicBezTo>
                          <a:pt x="7534" y="112189"/>
                          <a:pt x="7935" y="112230"/>
                          <a:pt x="8391" y="112230"/>
                        </a:cubicBezTo>
                        <a:cubicBezTo>
                          <a:pt x="9219" y="112230"/>
                          <a:pt x="10225" y="112094"/>
                          <a:pt x="10346" y="111637"/>
                        </a:cubicBezTo>
                        <a:cubicBezTo>
                          <a:pt x="10742" y="111532"/>
                          <a:pt x="10867" y="110782"/>
                          <a:pt x="11076" y="110469"/>
                        </a:cubicBezTo>
                        <a:cubicBezTo>
                          <a:pt x="11368" y="109843"/>
                          <a:pt x="11597" y="109196"/>
                          <a:pt x="11785" y="108529"/>
                        </a:cubicBezTo>
                        <a:cubicBezTo>
                          <a:pt x="11785" y="108758"/>
                          <a:pt x="11785" y="109009"/>
                          <a:pt x="11785" y="109238"/>
                        </a:cubicBezTo>
                        <a:cubicBezTo>
                          <a:pt x="11702" y="109843"/>
                          <a:pt x="11660" y="110448"/>
                          <a:pt x="11660" y="111053"/>
                        </a:cubicBezTo>
                        <a:cubicBezTo>
                          <a:pt x="11514" y="111386"/>
                          <a:pt x="11618" y="111804"/>
                          <a:pt x="11681" y="112158"/>
                        </a:cubicBezTo>
                        <a:cubicBezTo>
                          <a:pt x="11660" y="112471"/>
                          <a:pt x="11869" y="112721"/>
                          <a:pt x="11973" y="113013"/>
                        </a:cubicBezTo>
                        <a:cubicBezTo>
                          <a:pt x="12411" y="114014"/>
                          <a:pt x="13600" y="114140"/>
                          <a:pt x="14559" y="114160"/>
                        </a:cubicBezTo>
                        <a:cubicBezTo>
                          <a:pt x="14604" y="114168"/>
                          <a:pt x="14661" y="114172"/>
                          <a:pt x="14726" y="114172"/>
                        </a:cubicBezTo>
                        <a:cubicBezTo>
                          <a:pt x="15172" y="114172"/>
                          <a:pt x="16026" y="113990"/>
                          <a:pt x="16499" y="113681"/>
                        </a:cubicBezTo>
                        <a:cubicBezTo>
                          <a:pt x="16520" y="113683"/>
                          <a:pt x="16540" y="113685"/>
                          <a:pt x="16560" y="113685"/>
                        </a:cubicBezTo>
                        <a:cubicBezTo>
                          <a:pt x="16702" y="113685"/>
                          <a:pt x="16825" y="113621"/>
                          <a:pt x="16916" y="113493"/>
                        </a:cubicBezTo>
                        <a:cubicBezTo>
                          <a:pt x="17125" y="113410"/>
                          <a:pt x="17312" y="113201"/>
                          <a:pt x="17333" y="112992"/>
                        </a:cubicBezTo>
                        <a:cubicBezTo>
                          <a:pt x="17500" y="112784"/>
                          <a:pt x="17667" y="112596"/>
                          <a:pt x="17730" y="112325"/>
                        </a:cubicBezTo>
                        <a:cubicBezTo>
                          <a:pt x="17917" y="111866"/>
                          <a:pt x="18126" y="111428"/>
                          <a:pt x="18272" y="110948"/>
                        </a:cubicBezTo>
                        <a:cubicBezTo>
                          <a:pt x="18355" y="110531"/>
                          <a:pt x="18710" y="109822"/>
                          <a:pt x="18606" y="109447"/>
                        </a:cubicBezTo>
                        <a:cubicBezTo>
                          <a:pt x="18877" y="108404"/>
                          <a:pt x="19085" y="107361"/>
                          <a:pt x="19315" y="106318"/>
                        </a:cubicBezTo>
                        <a:cubicBezTo>
                          <a:pt x="19377" y="106068"/>
                          <a:pt x="19461" y="105817"/>
                          <a:pt x="19544" y="105567"/>
                        </a:cubicBezTo>
                        <a:cubicBezTo>
                          <a:pt x="19544" y="105505"/>
                          <a:pt x="19544" y="105442"/>
                          <a:pt x="19544" y="105379"/>
                        </a:cubicBezTo>
                        <a:cubicBezTo>
                          <a:pt x="19544" y="105359"/>
                          <a:pt x="19523" y="105338"/>
                          <a:pt x="19523" y="105317"/>
                        </a:cubicBezTo>
                        <a:cubicBezTo>
                          <a:pt x="19523" y="105192"/>
                          <a:pt x="19607" y="105046"/>
                          <a:pt x="19753" y="105025"/>
                        </a:cubicBezTo>
                        <a:cubicBezTo>
                          <a:pt x="19765" y="105023"/>
                          <a:pt x="19778" y="105022"/>
                          <a:pt x="19790" y="105022"/>
                        </a:cubicBezTo>
                        <a:cubicBezTo>
                          <a:pt x="19919" y="105022"/>
                          <a:pt x="20026" y="105121"/>
                          <a:pt x="20045" y="105254"/>
                        </a:cubicBezTo>
                        <a:cubicBezTo>
                          <a:pt x="20066" y="105359"/>
                          <a:pt x="20066" y="105484"/>
                          <a:pt x="20066" y="105609"/>
                        </a:cubicBezTo>
                        <a:cubicBezTo>
                          <a:pt x="20066" y="105692"/>
                          <a:pt x="20086" y="105755"/>
                          <a:pt x="20086" y="105838"/>
                        </a:cubicBezTo>
                        <a:cubicBezTo>
                          <a:pt x="20107" y="105943"/>
                          <a:pt x="20149" y="106026"/>
                          <a:pt x="20170" y="106130"/>
                        </a:cubicBezTo>
                        <a:cubicBezTo>
                          <a:pt x="20191" y="106193"/>
                          <a:pt x="20212" y="106255"/>
                          <a:pt x="20232" y="106318"/>
                        </a:cubicBezTo>
                        <a:cubicBezTo>
                          <a:pt x="20253" y="106401"/>
                          <a:pt x="20274" y="106464"/>
                          <a:pt x="20295" y="106527"/>
                        </a:cubicBezTo>
                        <a:cubicBezTo>
                          <a:pt x="20295" y="106568"/>
                          <a:pt x="20295" y="106610"/>
                          <a:pt x="20316" y="106652"/>
                        </a:cubicBezTo>
                        <a:cubicBezTo>
                          <a:pt x="20337" y="106714"/>
                          <a:pt x="20358" y="106777"/>
                          <a:pt x="20399" y="106819"/>
                        </a:cubicBezTo>
                        <a:cubicBezTo>
                          <a:pt x="20420" y="106902"/>
                          <a:pt x="20441" y="107006"/>
                          <a:pt x="20462" y="107090"/>
                        </a:cubicBezTo>
                        <a:cubicBezTo>
                          <a:pt x="20483" y="107361"/>
                          <a:pt x="20524" y="107632"/>
                          <a:pt x="20545" y="107882"/>
                        </a:cubicBezTo>
                        <a:cubicBezTo>
                          <a:pt x="20483" y="107987"/>
                          <a:pt x="20483" y="108133"/>
                          <a:pt x="20524" y="108237"/>
                        </a:cubicBezTo>
                        <a:cubicBezTo>
                          <a:pt x="20587" y="108508"/>
                          <a:pt x="20566" y="108779"/>
                          <a:pt x="20566" y="109050"/>
                        </a:cubicBezTo>
                        <a:cubicBezTo>
                          <a:pt x="20545" y="109301"/>
                          <a:pt x="20524" y="109572"/>
                          <a:pt x="20483" y="109822"/>
                        </a:cubicBezTo>
                        <a:cubicBezTo>
                          <a:pt x="20441" y="109968"/>
                          <a:pt x="20399" y="110093"/>
                          <a:pt x="20337" y="110177"/>
                        </a:cubicBezTo>
                        <a:cubicBezTo>
                          <a:pt x="20316" y="110260"/>
                          <a:pt x="20274" y="110344"/>
                          <a:pt x="20232" y="110448"/>
                        </a:cubicBezTo>
                        <a:cubicBezTo>
                          <a:pt x="20086" y="110656"/>
                          <a:pt x="20024" y="110948"/>
                          <a:pt x="19961" y="111157"/>
                        </a:cubicBezTo>
                        <a:cubicBezTo>
                          <a:pt x="19940" y="111240"/>
                          <a:pt x="19940" y="111303"/>
                          <a:pt x="19940" y="111386"/>
                        </a:cubicBezTo>
                        <a:cubicBezTo>
                          <a:pt x="19878" y="111512"/>
                          <a:pt x="19857" y="111699"/>
                          <a:pt x="19920" y="111970"/>
                        </a:cubicBezTo>
                        <a:cubicBezTo>
                          <a:pt x="20066" y="112617"/>
                          <a:pt x="20337" y="113243"/>
                          <a:pt x="20691" y="113806"/>
                        </a:cubicBezTo>
                        <a:cubicBezTo>
                          <a:pt x="20733" y="113827"/>
                          <a:pt x="20754" y="113868"/>
                          <a:pt x="20775" y="113910"/>
                        </a:cubicBezTo>
                        <a:cubicBezTo>
                          <a:pt x="20796" y="113952"/>
                          <a:pt x="20837" y="113994"/>
                          <a:pt x="20858" y="114035"/>
                        </a:cubicBezTo>
                        <a:cubicBezTo>
                          <a:pt x="20900" y="114098"/>
                          <a:pt x="20962" y="114181"/>
                          <a:pt x="21004" y="114244"/>
                        </a:cubicBezTo>
                        <a:cubicBezTo>
                          <a:pt x="21150" y="114473"/>
                          <a:pt x="21317" y="114661"/>
                          <a:pt x="21526" y="114744"/>
                        </a:cubicBezTo>
                        <a:lnTo>
                          <a:pt x="21567" y="114744"/>
                        </a:lnTo>
                        <a:cubicBezTo>
                          <a:pt x="22068" y="115078"/>
                          <a:pt x="22715" y="115224"/>
                          <a:pt x="23340" y="115266"/>
                        </a:cubicBezTo>
                        <a:cubicBezTo>
                          <a:pt x="23445" y="115266"/>
                          <a:pt x="23528" y="115224"/>
                          <a:pt x="23611" y="115183"/>
                        </a:cubicBezTo>
                        <a:lnTo>
                          <a:pt x="23653" y="115183"/>
                        </a:lnTo>
                        <a:lnTo>
                          <a:pt x="23674" y="115162"/>
                        </a:lnTo>
                        <a:cubicBezTo>
                          <a:pt x="23737" y="115224"/>
                          <a:pt x="23841" y="115266"/>
                          <a:pt x="23924" y="115266"/>
                        </a:cubicBezTo>
                        <a:cubicBezTo>
                          <a:pt x="24070" y="115266"/>
                          <a:pt x="24216" y="115203"/>
                          <a:pt x="24362" y="115162"/>
                        </a:cubicBezTo>
                        <a:cubicBezTo>
                          <a:pt x="24404" y="115176"/>
                          <a:pt x="24450" y="115183"/>
                          <a:pt x="24500" y="115183"/>
                        </a:cubicBezTo>
                        <a:cubicBezTo>
                          <a:pt x="24599" y="115183"/>
                          <a:pt x="24710" y="115155"/>
                          <a:pt x="24821" y="115099"/>
                        </a:cubicBezTo>
                        <a:cubicBezTo>
                          <a:pt x="24893" y="115149"/>
                          <a:pt x="24966" y="115171"/>
                          <a:pt x="25040" y="115171"/>
                        </a:cubicBezTo>
                        <a:cubicBezTo>
                          <a:pt x="25454" y="115171"/>
                          <a:pt x="25873" y="114474"/>
                          <a:pt x="26156" y="114244"/>
                        </a:cubicBezTo>
                        <a:cubicBezTo>
                          <a:pt x="26239" y="114119"/>
                          <a:pt x="26385" y="113973"/>
                          <a:pt x="26552" y="113806"/>
                        </a:cubicBezTo>
                        <a:cubicBezTo>
                          <a:pt x="26657" y="113785"/>
                          <a:pt x="26761" y="113722"/>
                          <a:pt x="26803" y="113618"/>
                        </a:cubicBezTo>
                        <a:cubicBezTo>
                          <a:pt x="27011" y="113284"/>
                          <a:pt x="27199" y="112951"/>
                          <a:pt x="27387" y="112596"/>
                        </a:cubicBezTo>
                        <a:cubicBezTo>
                          <a:pt x="27553" y="112242"/>
                          <a:pt x="27699" y="111887"/>
                          <a:pt x="27845" y="111512"/>
                        </a:cubicBezTo>
                        <a:cubicBezTo>
                          <a:pt x="27887" y="111428"/>
                          <a:pt x="27887" y="111345"/>
                          <a:pt x="27845" y="111261"/>
                        </a:cubicBezTo>
                        <a:cubicBezTo>
                          <a:pt x="28012" y="110615"/>
                          <a:pt x="28117" y="109885"/>
                          <a:pt x="28158" y="109363"/>
                        </a:cubicBezTo>
                        <a:cubicBezTo>
                          <a:pt x="28263" y="109238"/>
                          <a:pt x="28284" y="109030"/>
                          <a:pt x="28263" y="108842"/>
                        </a:cubicBezTo>
                        <a:cubicBezTo>
                          <a:pt x="28304" y="108216"/>
                          <a:pt x="28325" y="107611"/>
                          <a:pt x="28304" y="106985"/>
                        </a:cubicBezTo>
                        <a:cubicBezTo>
                          <a:pt x="28304" y="106777"/>
                          <a:pt x="28304" y="106547"/>
                          <a:pt x="28284" y="106339"/>
                        </a:cubicBezTo>
                        <a:cubicBezTo>
                          <a:pt x="28284" y="106276"/>
                          <a:pt x="28284" y="106235"/>
                          <a:pt x="28263" y="106193"/>
                        </a:cubicBezTo>
                        <a:cubicBezTo>
                          <a:pt x="28263" y="106130"/>
                          <a:pt x="28242" y="106047"/>
                          <a:pt x="28242" y="105963"/>
                        </a:cubicBezTo>
                        <a:cubicBezTo>
                          <a:pt x="28304" y="105901"/>
                          <a:pt x="28346" y="105817"/>
                          <a:pt x="28346" y="105713"/>
                        </a:cubicBezTo>
                        <a:cubicBezTo>
                          <a:pt x="28346" y="105108"/>
                          <a:pt x="28346" y="104483"/>
                          <a:pt x="28325" y="103878"/>
                        </a:cubicBezTo>
                        <a:cubicBezTo>
                          <a:pt x="28284" y="102126"/>
                          <a:pt x="28138" y="100394"/>
                          <a:pt x="27991" y="98642"/>
                        </a:cubicBezTo>
                        <a:cubicBezTo>
                          <a:pt x="27929" y="97996"/>
                          <a:pt x="27866" y="97328"/>
                          <a:pt x="27804" y="96682"/>
                        </a:cubicBezTo>
                        <a:cubicBezTo>
                          <a:pt x="27804" y="96431"/>
                          <a:pt x="27762" y="96119"/>
                          <a:pt x="27741" y="95868"/>
                        </a:cubicBezTo>
                        <a:lnTo>
                          <a:pt x="27679" y="95326"/>
                        </a:lnTo>
                        <a:lnTo>
                          <a:pt x="27679" y="95263"/>
                        </a:lnTo>
                        <a:cubicBezTo>
                          <a:pt x="27658" y="94867"/>
                          <a:pt x="27616" y="94471"/>
                          <a:pt x="27553" y="94095"/>
                        </a:cubicBezTo>
                        <a:cubicBezTo>
                          <a:pt x="27512" y="93386"/>
                          <a:pt x="27470" y="92677"/>
                          <a:pt x="27449" y="91968"/>
                        </a:cubicBezTo>
                        <a:cubicBezTo>
                          <a:pt x="27407" y="90842"/>
                          <a:pt x="27470" y="89694"/>
                          <a:pt x="27470" y="88568"/>
                        </a:cubicBezTo>
                        <a:cubicBezTo>
                          <a:pt x="27449" y="88026"/>
                          <a:pt x="27345" y="87484"/>
                          <a:pt x="27241" y="86941"/>
                        </a:cubicBezTo>
                        <a:cubicBezTo>
                          <a:pt x="27136" y="86170"/>
                          <a:pt x="27053" y="85377"/>
                          <a:pt x="26823" y="84626"/>
                        </a:cubicBezTo>
                        <a:cubicBezTo>
                          <a:pt x="26782" y="84313"/>
                          <a:pt x="26719" y="84021"/>
                          <a:pt x="26657" y="83729"/>
                        </a:cubicBezTo>
                        <a:cubicBezTo>
                          <a:pt x="26636" y="83708"/>
                          <a:pt x="26636" y="83687"/>
                          <a:pt x="26636" y="83687"/>
                        </a:cubicBezTo>
                        <a:lnTo>
                          <a:pt x="26636" y="83667"/>
                        </a:lnTo>
                        <a:cubicBezTo>
                          <a:pt x="26615" y="83625"/>
                          <a:pt x="26615" y="83583"/>
                          <a:pt x="26594" y="83541"/>
                        </a:cubicBezTo>
                        <a:cubicBezTo>
                          <a:pt x="26573" y="83333"/>
                          <a:pt x="26511" y="83187"/>
                          <a:pt x="26427" y="83083"/>
                        </a:cubicBezTo>
                        <a:cubicBezTo>
                          <a:pt x="26385" y="82957"/>
                          <a:pt x="26344" y="82853"/>
                          <a:pt x="26323" y="82749"/>
                        </a:cubicBezTo>
                        <a:cubicBezTo>
                          <a:pt x="26302" y="82707"/>
                          <a:pt x="26281" y="82645"/>
                          <a:pt x="26281" y="82603"/>
                        </a:cubicBezTo>
                        <a:cubicBezTo>
                          <a:pt x="26156" y="82061"/>
                          <a:pt x="25739" y="81247"/>
                          <a:pt x="25635" y="80893"/>
                        </a:cubicBezTo>
                        <a:cubicBezTo>
                          <a:pt x="25405" y="80288"/>
                          <a:pt x="25155" y="79683"/>
                          <a:pt x="24946" y="79078"/>
                        </a:cubicBezTo>
                        <a:cubicBezTo>
                          <a:pt x="24925" y="79015"/>
                          <a:pt x="24884" y="78974"/>
                          <a:pt x="24863" y="78932"/>
                        </a:cubicBezTo>
                        <a:cubicBezTo>
                          <a:pt x="24779" y="78723"/>
                          <a:pt x="24717" y="78536"/>
                          <a:pt x="24633" y="78327"/>
                        </a:cubicBezTo>
                        <a:cubicBezTo>
                          <a:pt x="24425" y="77701"/>
                          <a:pt x="24195" y="77055"/>
                          <a:pt x="24008" y="76429"/>
                        </a:cubicBezTo>
                        <a:cubicBezTo>
                          <a:pt x="23987" y="76387"/>
                          <a:pt x="23966" y="76346"/>
                          <a:pt x="23945" y="76304"/>
                        </a:cubicBezTo>
                        <a:cubicBezTo>
                          <a:pt x="23841" y="75991"/>
                          <a:pt x="23778" y="75678"/>
                          <a:pt x="23695" y="75365"/>
                        </a:cubicBezTo>
                        <a:cubicBezTo>
                          <a:pt x="23632" y="75073"/>
                          <a:pt x="23570" y="74802"/>
                          <a:pt x="23507" y="74531"/>
                        </a:cubicBezTo>
                        <a:cubicBezTo>
                          <a:pt x="23424" y="73592"/>
                          <a:pt x="23361" y="72675"/>
                          <a:pt x="23299" y="71736"/>
                        </a:cubicBezTo>
                        <a:cubicBezTo>
                          <a:pt x="23299" y="71298"/>
                          <a:pt x="23319" y="70881"/>
                          <a:pt x="23278" y="70443"/>
                        </a:cubicBezTo>
                        <a:cubicBezTo>
                          <a:pt x="23257" y="70380"/>
                          <a:pt x="23236" y="70318"/>
                          <a:pt x="23194" y="70276"/>
                        </a:cubicBezTo>
                        <a:cubicBezTo>
                          <a:pt x="23173" y="70193"/>
                          <a:pt x="23153" y="70130"/>
                          <a:pt x="23090" y="70067"/>
                        </a:cubicBezTo>
                        <a:cubicBezTo>
                          <a:pt x="23004" y="69970"/>
                          <a:pt x="22897" y="69929"/>
                          <a:pt x="22790" y="69929"/>
                        </a:cubicBezTo>
                        <a:cubicBezTo>
                          <a:pt x="22714" y="69929"/>
                          <a:pt x="22638" y="69949"/>
                          <a:pt x="22569" y="69984"/>
                        </a:cubicBezTo>
                        <a:cubicBezTo>
                          <a:pt x="22482" y="69989"/>
                          <a:pt x="22395" y="69991"/>
                          <a:pt x="22308" y="69991"/>
                        </a:cubicBezTo>
                        <a:cubicBezTo>
                          <a:pt x="20814" y="69991"/>
                          <a:pt x="19355" y="69340"/>
                          <a:pt x="17896" y="69025"/>
                        </a:cubicBezTo>
                        <a:cubicBezTo>
                          <a:pt x="17250" y="68816"/>
                          <a:pt x="16603" y="68649"/>
                          <a:pt x="15977" y="68441"/>
                        </a:cubicBezTo>
                        <a:cubicBezTo>
                          <a:pt x="14768" y="68190"/>
                          <a:pt x="13558" y="67982"/>
                          <a:pt x="12327" y="67877"/>
                        </a:cubicBezTo>
                        <a:cubicBezTo>
                          <a:pt x="11681" y="67839"/>
                          <a:pt x="11030" y="67796"/>
                          <a:pt x="10382" y="67796"/>
                        </a:cubicBezTo>
                        <a:close/>
                      </a:path>
                    </a:pathLst>
                  </a:custGeom>
                  <a:solidFill>
                    <a:srgbClr val="F1C4A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16" name="Google Shape;2616;p46"/>
                  <p:cNvSpPr/>
                  <p:nvPr/>
                </p:nvSpPr>
                <p:spPr>
                  <a:xfrm>
                    <a:off x="5737225" y="1157850"/>
                    <a:ext cx="939150" cy="2885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566" h="115406" extrusionOk="0">
                        <a:moveTo>
                          <a:pt x="22604" y="0"/>
                        </a:moveTo>
                        <a:cubicBezTo>
                          <a:pt x="22516" y="0"/>
                          <a:pt x="22460" y="29"/>
                          <a:pt x="22485" y="104"/>
                        </a:cubicBezTo>
                        <a:cubicBezTo>
                          <a:pt x="22496" y="126"/>
                          <a:pt x="22480" y="134"/>
                          <a:pt x="22452" y="134"/>
                        </a:cubicBezTo>
                        <a:cubicBezTo>
                          <a:pt x="22388" y="134"/>
                          <a:pt x="22263" y="96"/>
                          <a:pt x="22245" y="96"/>
                        </a:cubicBezTo>
                        <a:cubicBezTo>
                          <a:pt x="22241" y="96"/>
                          <a:pt x="22244" y="98"/>
                          <a:pt x="22256" y="104"/>
                        </a:cubicBezTo>
                        <a:cubicBezTo>
                          <a:pt x="22196" y="113"/>
                          <a:pt x="22113" y="121"/>
                          <a:pt x="21990" y="121"/>
                        </a:cubicBezTo>
                        <a:cubicBezTo>
                          <a:pt x="21813" y="121"/>
                          <a:pt x="21554" y="103"/>
                          <a:pt x="21171" y="42"/>
                        </a:cubicBezTo>
                        <a:lnTo>
                          <a:pt x="21171" y="42"/>
                        </a:lnTo>
                        <a:cubicBezTo>
                          <a:pt x="21609" y="271"/>
                          <a:pt x="22068" y="396"/>
                          <a:pt x="22527" y="667"/>
                        </a:cubicBezTo>
                        <a:cubicBezTo>
                          <a:pt x="25364" y="2086"/>
                          <a:pt x="27616" y="4610"/>
                          <a:pt x="28764" y="7571"/>
                        </a:cubicBezTo>
                        <a:cubicBezTo>
                          <a:pt x="28931" y="8051"/>
                          <a:pt x="29077" y="8552"/>
                          <a:pt x="29202" y="9031"/>
                        </a:cubicBezTo>
                        <a:lnTo>
                          <a:pt x="29181" y="9031"/>
                        </a:lnTo>
                        <a:cubicBezTo>
                          <a:pt x="29264" y="9907"/>
                          <a:pt x="29285" y="10804"/>
                          <a:pt x="29306" y="11680"/>
                        </a:cubicBezTo>
                        <a:cubicBezTo>
                          <a:pt x="29348" y="13036"/>
                          <a:pt x="29306" y="14413"/>
                          <a:pt x="29118" y="15768"/>
                        </a:cubicBezTo>
                        <a:cubicBezTo>
                          <a:pt x="27616" y="25717"/>
                          <a:pt x="24384" y="35291"/>
                          <a:pt x="21463" y="44886"/>
                        </a:cubicBezTo>
                        <a:cubicBezTo>
                          <a:pt x="21422" y="45032"/>
                          <a:pt x="21380" y="45178"/>
                          <a:pt x="21338" y="45324"/>
                        </a:cubicBezTo>
                        <a:lnTo>
                          <a:pt x="21359" y="45324"/>
                        </a:lnTo>
                        <a:cubicBezTo>
                          <a:pt x="21376" y="45321"/>
                          <a:pt x="21392" y="45320"/>
                          <a:pt x="21408" y="45320"/>
                        </a:cubicBezTo>
                        <a:cubicBezTo>
                          <a:pt x="21517" y="45320"/>
                          <a:pt x="21620" y="45376"/>
                          <a:pt x="21693" y="45449"/>
                        </a:cubicBezTo>
                        <a:lnTo>
                          <a:pt x="21714" y="45449"/>
                        </a:lnTo>
                        <a:cubicBezTo>
                          <a:pt x="21755" y="45449"/>
                          <a:pt x="21797" y="45449"/>
                          <a:pt x="21818" y="45470"/>
                        </a:cubicBezTo>
                        <a:cubicBezTo>
                          <a:pt x="21839" y="45428"/>
                          <a:pt x="21839" y="45407"/>
                          <a:pt x="21860" y="45365"/>
                        </a:cubicBezTo>
                        <a:cubicBezTo>
                          <a:pt x="21922" y="45428"/>
                          <a:pt x="22006" y="45449"/>
                          <a:pt x="22089" y="45491"/>
                        </a:cubicBezTo>
                        <a:cubicBezTo>
                          <a:pt x="23111" y="46033"/>
                          <a:pt x="24321" y="46471"/>
                          <a:pt x="25176" y="47305"/>
                        </a:cubicBezTo>
                        <a:cubicBezTo>
                          <a:pt x="25237" y="47354"/>
                          <a:pt x="25298" y="47374"/>
                          <a:pt x="25355" y="47374"/>
                        </a:cubicBezTo>
                        <a:cubicBezTo>
                          <a:pt x="25395" y="47374"/>
                          <a:pt x="25434" y="47364"/>
                          <a:pt x="25468" y="47347"/>
                        </a:cubicBezTo>
                        <a:cubicBezTo>
                          <a:pt x="25501" y="47363"/>
                          <a:pt x="25536" y="47371"/>
                          <a:pt x="25572" y="47371"/>
                        </a:cubicBezTo>
                        <a:cubicBezTo>
                          <a:pt x="25672" y="47371"/>
                          <a:pt x="25771" y="47309"/>
                          <a:pt x="25802" y="47201"/>
                        </a:cubicBezTo>
                        <a:cubicBezTo>
                          <a:pt x="25823" y="46825"/>
                          <a:pt x="25823" y="46429"/>
                          <a:pt x="25906" y="46033"/>
                        </a:cubicBezTo>
                        <a:cubicBezTo>
                          <a:pt x="26052" y="44844"/>
                          <a:pt x="26219" y="43676"/>
                          <a:pt x="26532" y="42508"/>
                        </a:cubicBezTo>
                        <a:cubicBezTo>
                          <a:pt x="26949" y="42445"/>
                          <a:pt x="26907" y="41507"/>
                          <a:pt x="27032" y="41152"/>
                        </a:cubicBezTo>
                        <a:cubicBezTo>
                          <a:pt x="27450" y="39463"/>
                          <a:pt x="27846" y="37773"/>
                          <a:pt x="28513" y="36167"/>
                        </a:cubicBezTo>
                        <a:cubicBezTo>
                          <a:pt x="29223" y="34415"/>
                          <a:pt x="29973" y="32642"/>
                          <a:pt x="30641" y="30869"/>
                        </a:cubicBezTo>
                        <a:cubicBezTo>
                          <a:pt x="31287" y="29159"/>
                          <a:pt x="32143" y="27532"/>
                          <a:pt x="32893" y="25863"/>
                        </a:cubicBezTo>
                        <a:cubicBezTo>
                          <a:pt x="33728" y="24216"/>
                          <a:pt x="34291" y="22443"/>
                          <a:pt x="35042" y="20753"/>
                        </a:cubicBezTo>
                        <a:cubicBezTo>
                          <a:pt x="35688" y="19377"/>
                          <a:pt x="36231" y="17979"/>
                          <a:pt x="36856" y="16603"/>
                        </a:cubicBezTo>
                        <a:cubicBezTo>
                          <a:pt x="36940" y="16373"/>
                          <a:pt x="37044" y="16123"/>
                          <a:pt x="37107" y="15894"/>
                        </a:cubicBezTo>
                        <a:cubicBezTo>
                          <a:pt x="37566" y="15685"/>
                          <a:pt x="36564" y="13161"/>
                          <a:pt x="36418" y="12890"/>
                        </a:cubicBezTo>
                        <a:cubicBezTo>
                          <a:pt x="35104" y="10199"/>
                          <a:pt x="33394" y="7592"/>
                          <a:pt x="31058" y="5673"/>
                        </a:cubicBezTo>
                        <a:cubicBezTo>
                          <a:pt x="30995" y="5611"/>
                          <a:pt x="30912" y="5611"/>
                          <a:pt x="30849" y="5611"/>
                        </a:cubicBezTo>
                        <a:cubicBezTo>
                          <a:pt x="30036" y="4839"/>
                          <a:pt x="29202" y="4109"/>
                          <a:pt x="28305" y="3442"/>
                        </a:cubicBezTo>
                        <a:cubicBezTo>
                          <a:pt x="28263" y="3379"/>
                          <a:pt x="28200" y="3337"/>
                          <a:pt x="28159" y="3337"/>
                        </a:cubicBezTo>
                        <a:cubicBezTo>
                          <a:pt x="27950" y="3004"/>
                          <a:pt x="27742" y="2691"/>
                          <a:pt x="27491" y="2419"/>
                        </a:cubicBezTo>
                        <a:cubicBezTo>
                          <a:pt x="27304" y="2211"/>
                          <a:pt x="27116" y="2044"/>
                          <a:pt x="26928" y="1877"/>
                        </a:cubicBezTo>
                        <a:cubicBezTo>
                          <a:pt x="26788" y="1727"/>
                          <a:pt x="26643" y="1668"/>
                          <a:pt x="26526" y="1668"/>
                        </a:cubicBezTo>
                        <a:cubicBezTo>
                          <a:pt x="26399" y="1668"/>
                          <a:pt x="26303" y="1738"/>
                          <a:pt x="26282" y="1835"/>
                        </a:cubicBezTo>
                        <a:cubicBezTo>
                          <a:pt x="26221" y="1787"/>
                          <a:pt x="26154" y="1753"/>
                          <a:pt x="26083" y="1753"/>
                        </a:cubicBezTo>
                        <a:cubicBezTo>
                          <a:pt x="26032" y="1753"/>
                          <a:pt x="25980" y="1771"/>
                          <a:pt x="25927" y="1815"/>
                        </a:cubicBezTo>
                        <a:cubicBezTo>
                          <a:pt x="25885" y="1856"/>
                          <a:pt x="25864" y="1898"/>
                          <a:pt x="25844" y="1961"/>
                        </a:cubicBezTo>
                        <a:cubicBezTo>
                          <a:pt x="24488" y="876"/>
                          <a:pt x="24592" y="897"/>
                          <a:pt x="23049" y="125"/>
                        </a:cubicBezTo>
                        <a:cubicBezTo>
                          <a:pt x="22936" y="63"/>
                          <a:pt x="22735" y="0"/>
                          <a:pt x="22604" y="0"/>
                        </a:cubicBezTo>
                        <a:close/>
                        <a:moveTo>
                          <a:pt x="4041" y="95694"/>
                        </a:moveTo>
                        <a:cubicBezTo>
                          <a:pt x="3981" y="95694"/>
                          <a:pt x="3913" y="95725"/>
                          <a:pt x="3839" y="95799"/>
                        </a:cubicBezTo>
                        <a:cubicBezTo>
                          <a:pt x="3714" y="95987"/>
                          <a:pt x="3880" y="96175"/>
                          <a:pt x="3922" y="96362"/>
                        </a:cubicBezTo>
                        <a:cubicBezTo>
                          <a:pt x="4110" y="96884"/>
                          <a:pt x="4339" y="97447"/>
                          <a:pt x="4819" y="97760"/>
                        </a:cubicBezTo>
                        <a:cubicBezTo>
                          <a:pt x="4968" y="97894"/>
                          <a:pt x="5185" y="97949"/>
                          <a:pt x="5418" y="97949"/>
                        </a:cubicBezTo>
                        <a:cubicBezTo>
                          <a:pt x="6167" y="97949"/>
                          <a:pt x="7082" y="97384"/>
                          <a:pt x="6446" y="97051"/>
                        </a:cubicBezTo>
                        <a:cubicBezTo>
                          <a:pt x="6394" y="97047"/>
                          <a:pt x="6342" y="97046"/>
                          <a:pt x="6291" y="97046"/>
                        </a:cubicBezTo>
                        <a:cubicBezTo>
                          <a:pt x="6127" y="97046"/>
                          <a:pt x="5964" y="97058"/>
                          <a:pt x="5800" y="97058"/>
                        </a:cubicBezTo>
                        <a:cubicBezTo>
                          <a:pt x="5682" y="97058"/>
                          <a:pt x="5563" y="97052"/>
                          <a:pt x="5445" y="97030"/>
                        </a:cubicBezTo>
                        <a:cubicBezTo>
                          <a:pt x="5245" y="97030"/>
                          <a:pt x="5031" y="96870"/>
                          <a:pt x="4836" y="96870"/>
                        </a:cubicBezTo>
                        <a:cubicBezTo>
                          <a:pt x="4787" y="96870"/>
                          <a:pt x="4740" y="96880"/>
                          <a:pt x="4694" y="96905"/>
                        </a:cubicBezTo>
                        <a:cubicBezTo>
                          <a:pt x="4569" y="96696"/>
                          <a:pt x="4485" y="96446"/>
                          <a:pt x="4402" y="96216"/>
                        </a:cubicBezTo>
                        <a:cubicBezTo>
                          <a:pt x="4354" y="96010"/>
                          <a:pt x="4234" y="95694"/>
                          <a:pt x="4041" y="95694"/>
                        </a:cubicBezTo>
                        <a:close/>
                        <a:moveTo>
                          <a:pt x="9166" y="97866"/>
                        </a:moveTo>
                        <a:cubicBezTo>
                          <a:pt x="9058" y="97866"/>
                          <a:pt x="8956" y="97941"/>
                          <a:pt x="8928" y="98052"/>
                        </a:cubicBezTo>
                        <a:cubicBezTo>
                          <a:pt x="9095" y="98824"/>
                          <a:pt x="9679" y="99720"/>
                          <a:pt x="10513" y="99846"/>
                        </a:cubicBezTo>
                        <a:cubicBezTo>
                          <a:pt x="10589" y="99867"/>
                          <a:pt x="10671" y="99876"/>
                          <a:pt x="10755" y="99876"/>
                        </a:cubicBezTo>
                        <a:cubicBezTo>
                          <a:pt x="11595" y="99876"/>
                          <a:pt x="12729" y="98924"/>
                          <a:pt x="11952" y="98678"/>
                        </a:cubicBezTo>
                        <a:lnTo>
                          <a:pt x="11952" y="98678"/>
                        </a:lnTo>
                        <a:cubicBezTo>
                          <a:pt x="11625" y="98697"/>
                          <a:pt x="11297" y="98805"/>
                          <a:pt x="10970" y="98805"/>
                        </a:cubicBezTo>
                        <a:cubicBezTo>
                          <a:pt x="10943" y="98805"/>
                          <a:pt x="10916" y="98804"/>
                          <a:pt x="10889" y="98803"/>
                        </a:cubicBezTo>
                        <a:cubicBezTo>
                          <a:pt x="10784" y="98511"/>
                          <a:pt x="10388" y="98615"/>
                          <a:pt x="10159" y="98552"/>
                        </a:cubicBezTo>
                        <a:cubicBezTo>
                          <a:pt x="10045" y="98538"/>
                          <a:pt x="9922" y="98495"/>
                          <a:pt x="9803" y="98495"/>
                        </a:cubicBezTo>
                        <a:cubicBezTo>
                          <a:pt x="9746" y="98495"/>
                          <a:pt x="9691" y="98505"/>
                          <a:pt x="9637" y="98532"/>
                        </a:cubicBezTo>
                        <a:cubicBezTo>
                          <a:pt x="9512" y="98344"/>
                          <a:pt x="9470" y="98073"/>
                          <a:pt x="9324" y="97927"/>
                        </a:cubicBezTo>
                        <a:cubicBezTo>
                          <a:pt x="9276" y="97885"/>
                          <a:pt x="9220" y="97866"/>
                          <a:pt x="9166" y="97866"/>
                        </a:cubicBezTo>
                        <a:close/>
                        <a:moveTo>
                          <a:pt x="14269" y="99019"/>
                        </a:moveTo>
                        <a:cubicBezTo>
                          <a:pt x="14127" y="99019"/>
                          <a:pt x="13986" y="99154"/>
                          <a:pt x="14017" y="99324"/>
                        </a:cubicBezTo>
                        <a:cubicBezTo>
                          <a:pt x="14393" y="100138"/>
                          <a:pt x="15123" y="100972"/>
                          <a:pt x="16082" y="101034"/>
                        </a:cubicBezTo>
                        <a:cubicBezTo>
                          <a:pt x="16140" y="101048"/>
                          <a:pt x="16211" y="101055"/>
                          <a:pt x="16290" y="101055"/>
                        </a:cubicBezTo>
                        <a:cubicBezTo>
                          <a:pt x="16932" y="101055"/>
                          <a:pt x="18163" y="100622"/>
                          <a:pt x="17959" y="99992"/>
                        </a:cubicBezTo>
                        <a:cubicBezTo>
                          <a:pt x="17887" y="99891"/>
                          <a:pt x="17793" y="99857"/>
                          <a:pt x="17688" y="99857"/>
                        </a:cubicBezTo>
                        <a:cubicBezTo>
                          <a:pt x="17489" y="99857"/>
                          <a:pt x="17254" y="99978"/>
                          <a:pt x="17063" y="99992"/>
                        </a:cubicBezTo>
                        <a:cubicBezTo>
                          <a:pt x="16860" y="100032"/>
                          <a:pt x="16650" y="100055"/>
                          <a:pt x="16436" y="100055"/>
                        </a:cubicBezTo>
                        <a:cubicBezTo>
                          <a:pt x="16319" y="100055"/>
                          <a:pt x="16200" y="100048"/>
                          <a:pt x="16082" y="100033"/>
                        </a:cubicBezTo>
                        <a:cubicBezTo>
                          <a:pt x="15644" y="99846"/>
                          <a:pt x="15164" y="99783"/>
                          <a:pt x="14747" y="99554"/>
                        </a:cubicBezTo>
                        <a:cubicBezTo>
                          <a:pt x="14601" y="99408"/>
                          <a:pt x="14539" y="99220"/>
                          <a:pt x="14414" y="99074"/>
                        </a:cubicBezTo>
                        <a:cubicBezTo>
                          <a:pt x="14370" y="99036"/>
                          <a:pt x="14320" y="99019"/>
                          <a:pt x="14269" y="99019"/>
                        </a:cubicBezTo>
                        <a:close/>
                        <a:moveTo>
                          <a:pt x="21378" y="99994"/>
                        </a:moveTo>
                        <a:cubicBezTo>
                          <a:pt x="21251" y="99994"/>
                          <a:pt x="21130" y="100077"/>
                          <a:pt x="21130" y="100242"/>
                        </a:cubicBezTo>
                        <a:cubicBezTo>
                          <a:pt x="21359" y="100784"/>
                          <a:pt x="21881" y="101243"/>
                          <a:pt x="22402" y="101514"/>
                        </a:cubicBezTo>
                        <a:cubicBezTo>
                          <a:pt x="22584" y="101641"/>
                          <a:pt x="22811" y="101694"/>
                          <a:pt x="23057" y="101694"/>
                        </a:cubicBezTo>
                        <a:cubicBezTo>
                          <a:pt x="24191" y="101694"/>
                          <a:pt x="25719" y="100556"/>
                          <a:pt x="25051" y="100179"/>
                        </a:cubicBezTo>
                        <a:cubicBezTo>
                          <a:pt x="25019" y="100169"/>
                          <a:pt x="24988" y="100164"/>
                          <a:pt x="24957" y="100164"/>
                        </a:cubicBezTo>
                        <a:cubicBezTo>
                          <a:pt x="24807" y="100164"/>
                          <a:pt x="24672" y="100273"/>
                          <a:pt x="24550" y="100325"/>
                        </a:cubicBezTo>
                        <a:cubicBezTo>
                          <a:pt x="24199" y="100501"/>
                          <a:pt x="23848" y="100640"/>
                          <a:pt x="23445" y="100640"/>
                        </a:cubicBezTo>
                        <a:cubicBezTo>
                          <a:pt x="23417" y="100640"/>
                          <a:pt x="23390" y="100639"/>
                          <a:pt x="23362" y="100638"/>
                        </a:cubicBezTo>
                        <a:cubicBezTo>
                          <a:pt x="23320" y="100596"/>
                          <a:pt x="23236" y="100576"/>
                          <a:pt x="23174" y="100555"/>
                        </a:cubicBezTo>
                        <a:cubicBezTo>
                          <a:pt x="23151" y="100549"/>
                          <a:pt x="23129" y="100547"/>
                          <a:pt x="23107" y="100547"/>
                        </a:cubicBezTo>
                        <a:cubicBezTo>
                          <a:pt x="23047" y="100547"/>
                          <a:pt x="22990" y="100566"/>
                          <a:pt x="22944" y="100596"/>
                        </a:cubicBezTo>
                        <a:cubicBezTo>
                          <a:pt x="22506" y="100534"/>
                          <a:pt x="22110" y="100221"/>
                          <a:pt x="21651" y="100200"/>
                        </a:cubicBezTo>
                        <a:cubicBezTo>
                          <a:pt x="21612" y="100062"/>
                          <a:pt x="21492" y="99994"/>
                          <a:pt x="21378" y="99994"/>
                        </a:cubicBezTo>
                        <a:close/>
                        <a:moveTo>
                          <a:pt x="4612" y="75576"/>
                        </a:moveTo>
                        <a:cubicBezTo>
                          <a:pt x="4529" y="75576"/>
                          <a:pt x="4443" y="75618"/>
                          <a:pt x="4402" y="75713"/>
                        </a:cubicBezTo>
                        <a:cubicBezTo>
                          <a:pt x="2650" y="78946"/>
                          <a:pt x="2149" y="82659"/>
                          <a:pt x="1711" y="86246"/>
                        </a:cubicBezTo>
                        <a:cubicBezTo>
                          <a:pt x="1232" y="90042"/>
                          <a:pt x="940" y="93901"/>
                          <a:pt x="898" y="97697"/>
                        </a:cubicBezTo>
                        <a:cubicBezTo>
                          <a:pt x="835" y="98865"/>
                          <a:pt x="689" y="100012"/>
                          <a:pt x="648" y="101180"/>
                        </a:cubicBezTo>
                        <a:cubicBezTo>
                          <a:pt x="460" y="101890"/>
                          <a:pt x="522" y="102661"/>
                          <a:pt x="439" y="103412"/>
                        </a:cubicBezTo>
                        <a:cubicBezTo>
                          <a:pt x="460" y="103600"/>
                          <a:pt x="397" y="103850"/>
                          <a:pt x="397" y="104059"/>
                        </a:cubicBezTo>
                        <a:cubicBezTo>
                          <a:pt x="356" y="104059"/>
                          <a:pt x="314" y="104059"/>
                          <a:pt x="251" y="104080"/>
                        </a:cubicBezTo>
                        <a:cubicBezTo>
                          <a:pt x="1" y="104267"/>
                          <a:pt x="230" y="104601"/>
                          <a:pt x="502" y="104893"/>
                        </a:cubicBezTo>
                        <a:cubicBezTo>
                          <a:pt x="418" y="104935"/>
                          <a:pt x="376" y="105018"/>
                          <a:pt x="356" y="105143"/>
                        </a:cubicBezTo>
                        <a:cubicBezTo>
                          <a:pt x="585" y="106457"/>
                          <a:pt x="919" y="108314"/>
                          <a:pt x="2420" y="108731"/>
                        </a:cubicBezTo>
                        <a:cubicBezTo>
                          <a:pt x="2638" y="108769"/>
                          <a:pt x="2867" y="108790"/>
                          <a:pt x="3098" y="108790"/>
                        </a:cubicBezTo>
                        <a:cubicBezTo>
                          <a:pt x="3754" y="108790"/>
                          <a:pt x="4430" y="108620"/>
                          <a:pt x="4923" y="108189"/>
                        </a:cubicBezTo>
                        <a:cubicBezTo>
                          <a:pt x="5299" y="107813"/>
                          <a:pt x="5403" y="107250"/>
                          <a:pt x="5570" y="106770"/>
                        </a:cubicBezTo>
                        <a:cubicBezTo>
                          <a:pt x="5570" y="106770"/>
                          <a:pt x="5591" y="106749"/>
                          <a:pt x="5591" y="106749"/>
                        </a:cubicBezTo>
                        <a:cubicBezTo>
                          <a:pt x="5716" y="106708"/>
                          <a:pt x="5779" y="106541"/>
                          <a:pt x="5716" y="106416"/>
                        </a:cubicBezTo>
                        <a:cubicBezTo>
                          <a:pt x="5671" y="106316"/>
                          <a:pt x="5598" y="106283"/>
                          <a:pt x="5514" y="106283"/>
                        </a:cubicBezTo>
                        <a:cubicBezTo>
                          <a:pt x="5406" y="106283"/>
                          <a:pt x="5280" y="106339"/>
                          <a:pt x="5174" y="106374"/>
                        </a:cubicBezTo>
                        <a:cubicBezTo>
                          <a:pt x="4978" y="106419"/>
                          <a:pt x="4784" y="106440"/>
                          <a:pt x="4593" y="106440"/>
                        </a:cubicBezTo>
                        <a:cubicBezTo>
                          <a:pt x="3907" y="106440"/>
                          <a:pt x="3249" y="106174"/>
                          <a:pt x="2629" y="105832"/>
                        </a:cubicBezTo>
                        <a:cubicBezTo>
                          <a:pt x="2295" y="105331"/>
                          <a:pt x="2087" y="104747"/>
                          <a:pt x="1962" y="104163"/>
                        </a:cubicBezTo>
                        <a:cubicBezTo>
                          <a:pt x="1836" y="103642"/>
                          <a:pt x="1732" y="103099"/>
                          <a:pt x="1649" y="102578"/>
                        </a:cubicBezTo>
                        <a:cubicBezTo>
                          <a:pt x="1544" y="100972"/>
                          <a:pt x="1690" y="99345"/>
                          <a:pt x="1753" y="97739"/>
                        </a:cubicBezTo>
                        <a:cubicBezTo>
                          <a:pt x="1857" y="94548"/>
                          <a:pt x="2128" y="91357"/>
                          <a:pt x="2420" y="88165"/>
                        </a:cubicBezTo>
                        <a:cubicBezTo>
                          <a:pt x="2733" y="84953"/>
                          <a:pt x="3067" y="81720"/>
                          <a:pt x="3943" y="78612"/>
                        </a:cubicBezTo>
                        <a:cubicBezTo>
                          <a:pt x="3985" y="78404"/>
                          <a:pt x="4026" y="78216"/>
                          <a:pt x="4068" y="78008"/>
                        </a:cubicBezTo>
                        <a:cubicBezTo>
                          <a:pt x="4214" y="77444"/>
                          <a:pt x="4360" y="76881"/>
                          <a:pt x="4506" y="76318"/>
                        </a:cubicBezTo>
                        <a:cubicBezTo>
                          <a:pt x="4590" y="76089"/>
                          <a:pt x="4652" y="75838"/>
                          <a:pt x="4736" y="75609"/>
                        </a:cubicBezTo>
                        <a:cubicBezTo>
                          <a:pt x="4700" y="75587"/>
                          <a:pt x="4656" y="75576"/>
                          <a:pt x="4612" y="75576"/>
                        </a:cubicBezTo>
                        <a:close/>
                        <a:moveTo>
                          <a:pt x="6189" y="104183"/>
                        </a:moveTo>
                        <a:cubicBezTo>
                          <a:pt x="5925" y="104183"/>
                          <a:pt x="5925" y="104483"/>
                          <a:pt x="5945" y="104705"/>
                        </a:cubicBezTo>
                        <a:lnTo>
                          <a:pt x="5945" y="104726"/>
                        </a:lnTo>
                        <a:lnTo>
                          <a:pt x="5945" y="104810"/>
                        </a:lnTo>
                        <a:cubicBezTo>
                          <a:pt x="5966" y="105164"/>
                          <a:pt x="5966" y="105519"/>
                          <a:pt x="5966" y="105873"/>
                        </a:cubicBezTo>
                        <a:cubicBezTo>
                          <a:pt x="5945" y="106145"/>
                          <a:pt x="5966" y="106437"/>
                          <a:pt x="5987" y="106708"/>
                        </a:cubicBezTo>
                        <a:cubicBezTo>
                          <a:pt x="5945" y="106708"/>
                          <a:pt x="5904" y="106729"/>
                          <a:pt x="5841" y="106749"/>
                        </a:cubicBezTo>
                        <a:cubicBezTo>
                          <a:pt x="5591" y="106937"/>
                          <a:pt x="5820" y="107208"/>
                          <a:pt x="5945" y="107417"/>
                        </a:cubicBezTo>
                        <a:cubicBezTo>
                          <a:pt x="5820" y="107438"/>
                          <a:pt x="5716" y="107521"/>
                          <a:pt x="5716" y="107667"/>
                        </a:cubicBezTo>
                        <a:cubicBezTo>
                          <a:pt x="5758" y="108397"/>
                          <a:pt x="5820" y="109106"/>
                          <a:pt x="5904" y="109816"/>
                        </a:cubicBezTo>
                        <a:cubicBezTo>
                          <a:pt x="5925" y="111067"/>
                          <a:pt x="6863" y="112235"/>
                          <a:pt x="8177" y="112256"/>
                        </a:cubicBezTo>
                        <a:cubicBezTo>
                          <a:pt x="8313" y="112265"/>
                          <a:pt x="8447" y="112269"/>
                          <a:pt x="8577" y="112269"/>
                        </a:cubicBezTo>
                        <a:cubicBezTo>
                          <a:pt x="9958" y="112269"/>
                          <a:pt x="10975" y="111744"/>
                          <a:pt x="11452" y="110295"/>
                        </a:cubicBezTo>
                        <a:cubicBezTo>
                          <a:pt x="11577" y="109857"/>
                          <a:pt x="11869" y="109378"/>
                          <a:pt x="11848" y="108939"/>
                        </a:cubicBezTo>
                        <a:lnTo>
                          <a:pt x="11848" y="108939"/>
                        </a:lnTo>
                        <a:cubicBezTo>
                          <a:pt x="11869" y="109086"/>
                          <a:pt x="11994" y="109232"/>
                          <a:pt x="12140" y="109357"/>
                        </a:cubicBezTo>
                        <a:cubicBezTo>
                          <a:pt x="12128" y="109355"/>
                          <a:pt x="12115" y="109354"/>
                          <a:pt x="12103" y="109354"/>
                        </a:cubicBezTo>
                        <a:cubicBezTo>
                          <a:pt x="11974" y="109354"/>
                          <a:pt x="11869" y="109453"/>
                          <a:pt x="11869" y="109586"/>
                        </a:cubicBezTo>
                        <a:cubicBezTo>
                          <a:pt x="11827" y="110108"/>
                          <a:pt x="11848" y="110650"/>
                          <a:pt x="11890" y="111192"/>
                        </a:cubicBezTo>
                        <a:cubicBezTo>
                          <a:pt x="11911" y="113236"/>
                          <a:pt x="12453" y="114154"/>
                          <a:pt x="14601" y="114300"/>
                        </a:cubicBezTo>
                        <a:cubicBezTo>
                          <a:pt x="14653" y="114302"/>
                          <a:pt x="14703" y="114303"/>
                          <a:pt x="14754" y="114303"/>
                        </a:cubicBezTo>
                        <a:cubicBezTo>
                          <a:pt x="17090" y="114303"/>
                          <a:pt x="18198" y="112421"/>
                          <a:pt x="18648" y="110400"/>
                        </a:cubicBezTo>
                        <a:cubicBezTo>
                          <a:pt x="18710" y="110358"/>
                          <a:pt x="18773" y="110295"/>
                          <a:pt x="18773" y="110233"/>
                        </a:cubicBezTo>
                        <a:cubicBezTo>
                          <a:pt x="18877" y="109690"/>
                          <a:pt x="18981" y="109148"/>
                          <a:pt x="19044" y="108606"/>
                        </a:cubicBezTo>
                        <a:cubicBezTo>
                          <a:pt x="19086" y="108439"/>
                          <a:pt x="19044" y="108272"/>
                          <a:pt x="18940" y="108189"/>
                        </a:cubicBezTo>
                        <a:cubicBezTo>
                          <a:pt x="19169" y="107459"/>
                          <a:pt x="19378" y="106708"/>
                          <a:pt x="19670" y="105978"/>
                        </a:cubicBezTo>
                        <a:cubicBezTo>
                          <a:pt x="19691" y="105915"/>
                          <a:pt x="19732" y="105832"/>
                          <a:pt x="19753" y="105769"/>
                        </a:cubicBezTo>
                        <a:cubicBezTo>
                          <a:pt x="19753" y="105727"/>
                          <a:pt x="19753" y="105686"/>
                          <a:pt x="19753" y="105644"/>
                        </a:cubicBezTo>
                        <a:cubicBezTo>
                          <a:pt x="19753" y="105602"/>
                          <a:pt x="19753" y="105561"/>
                          <a:pt x="19732" y="105519"/>
                        </a:cubicBezTo>
                        <a:cubicBezTo>
                          <a:pt x="19732" y="105498"/>
                          <a:pt x="19732" y="105477"/>
                          <a:pt x="19732" y="105477"/>
                        </a:cubicBezTo>
                        <a:cubicBezTo>
                          <a:pt x="19732" y="105435"/>
                          <a:pt x="19711" y="105415"/>
                          <a:pt x="19732" y="105373"/>
                        </a:cubicBezTo>
                        <a:cubicBezTo>
                          <a:pt x="19732" y="105331"/>
                          <a:pt x="19732" y="105289"/>
                          <a:pt x="19774" y="105248"/>
                        </a:cubicBezTo>
                        <a:cubicBezTo>
                          <a:pt x="19774" y="105227"/>
                          <a:pt x="19774" y="105227"/>
                          <a:pt x="19774" y="105206"/>
                        </a:cubicBezTo>
                        <a:cubicBezTo>
                          <a:pt x="19774" y="105164"/>
                          <a:pt x="19795" y="105143"/>
                          <a:pt x="19816" y="105102"/>
                        </a:cubicBezTo>
                        <a:cubicBezTo>
                          <a:pt x="19783" y="105088"/>
                          <a:pt x="19750" y="105082"/>
                          <a:pt x="19717" y="105082"/>
                        </a:cubicBezTo>
                        <a:cubicBezTo>
                          <a:pt x="19647" y="105082"/>
                          <a:pt x="19581" y="105114"/>
                          <a:pt x="19524" y="105185"/>
                        </a:cubicBezTo>
                        <a:cubicBezTo>
                          <a:pt x="19315" y="105519"/>
                          <a:pt x="19148" y="105873"/>
                          <a:pt x="19023" y="106249"/>
                        </a:cubicBezTo>
                        <a:cubicBezTo>
                          <a:pt x="18815" y="106833"/>
                          <a:pt x="18523" y="108001"/>
                          <a:pt x="18147" y="108981"/>
                        </a:cubicBezTo>
                        <a:cubicBezTo>
                          <a:pt x="18001" y="109273"/>
                          <a:pt x="17834" y="109544"/>
                          <a:pt x="17605" y="109795"/>
                        </a:cubicBezTo>
                        <a:cubicBezTo>
                          <a:pt x="17094" y="110045"/>
                          <a:pt x="16520" y="110149"/>
                          <a:pt x="15939" y="110149"/>
                        </a:cubicBezTo>
                        <a:cubicBezTo>
                          <a:pt x="15357" y="110149"/>
                          <a:pt x="14768" y="110045"/>
                          <a:pt x="14226" y="109878"/>
                        </a:cubicBezTo>
                        <a:cubicBezTo>
                          <a:pt x="13850" y="109795"/>
                          <a:pt x="13496" y="109649"/>
                          <a:pt x="13162" y="109461"/>
                        </a:cubicBezTo>
                        <a:cubicBezTo>
                          <a:pt x="12682" y="108710"/>
                          <a:pt x="12703" y="107792"/>
                          <a:pt x="12578" y="106937"/>
                        </a:cubicBezTo>
                        <a:cubicBezTo>
                          <a:pt x="12557" y="106812"/>
                          <a:pt x="12516" y="106708"/>
                          <a:pt x="12495" y="106603"/>
                        </a:cubicBezTo>
                        <a:cubicBezTo>
                          <a:pt x="12495" y="106583"/>
                          <a:pt x="12495" y="106562"/>
                          <a:pt x="12474" y="106562"/>
                        </a:cubicBezTo>
                        <a:cubicBezTo>
                          <a:pt x="12454" y="106482"/>
                          <a:pt x="12453" y="106421"/>
                          <a:pt x="12435" y="106342"/>
                        </a:cubicBezTo>
                        <a:lnTo>
                          <a:pt x="12435" y="106342"/>
                        </a:lnTo>
                        <a:cubicBezTo>
                          <a:pt x="12437" y="106196"/>
                          <a:pt x="12314" y="106117"/>
                          <a:pt x="12191" y="106117"/>
                        </a:cubicBezTo>
                        <a:cubicBezTo>
                          <a:pt x="12076" y="106117"/>
                          <a:pt x="11962" y="106186"/>
                          <a:pt x="11952" y="106332"/>
                        </a:cubicBezTo>
                        <a:cubicBezTo>
                          <a:pt x="11952" y="106416"/>
                          <a:pt x="11973" y="106499"/>
                          <a:pt x="11973" y="106562"/>
                        </a:cubicBezTo>
                        <a:cubicBezTo>
                          <a:pt x="11952" y="106603"/>
                          <a:pt x="11952" y="106645"/>
                          <a:pt x="11952" y="106708"/>
                        </a:cubicBezTo>
                        <a:cubicBezTo>
                          <a:pt x="11890" y="107563"/>
                          <a:pt x="11494" y="108293"/>
                          <a:pt x="10889" y="108793"/>
                        </a:cubicBezTo>
                        <a:cubicBezTo>
                          <a:pt x="10649" y="108859"/>
                          <a:pt x="10404" y="108886"/>
                          <a:pt x="10157" y="108886"/>
                        </a:cubicBezTo>
                        <a:cubicBezTo>
                          <a:pt x="9696" y="108886"/>
                          <a:pt x="9230" y="108791"/>
                          <a:pt x="8782" y="108668"/>
                        </a:cubicBezTo>
                        <a:cubicBezTo>
                          <a:pt x="8323" y="108543"/>
                          <a:pt x="7864" y="108376"/>
                          <a:pt x="7447" y="108147"/>
                        </a:cubicBezTo>
                        <a:cubicBezTo>
                          <a:pt x="7155" y="107813"/>
                          <a:pt x="6926" y="107459"/>
                          <a:pt x="6738" y="107062"/>
                        </a:cubicBezTo>
                        <a:cubicBezTo>
                          <a:pt x="6592" y="106395"/>
                          <a:pt x="6529" y="105686"/>
                          <a:pt x="6467" y="104997"/>
                        </a:cubicBezTo>
                        <a:cubicBezTo>
                          <a:pt x="6446" y="104935"/>
                          <a:pt x="6446" y="104872"/>
                          <a:pt x="6446" y="104810"/>
                        </a:cubicBezTo>
                        <a:cubicBezTo>
                          <a:pt x="6467" y="104539"/>
                          <a:pt x="6488" y="104226"/>
                          <a:pt x="6217" y="104184"/>
                        </a:cubicBezTo>
                        <a:cubicBezTo>
                          <a:pt x="6207" y="104183"/>
                          <a:pt x="6198" y="104183"/>
                          <a:pt x="6189" y="104183"/>
                        </a:cubicBezTo>
                        <a:close/>
                        <a:moveTo>
                          <a:pt x="10290" y="67851"/>
                        </a:moveTo>
                        <a:cubicBezTo>
                          <a:pt x="10099" y="67851"/>
                          <a:pt x="9895" y="67892"/>
                          <a:pt x="9700" y="67892"/>
                        </a:cubicBezTo>
                        <a:cubicBezTo>
                          <a:pt x="9283" y="67933"/>
                          <a:pt x="8886" y="67996"/>
                          <a:pt x="8469" y="68100"/>
                        </a:cubicBezTo>
                        <a:cubicBezTo>
                          <a:pt x="8434" y="68082"/>
                          <a:pt x="8398" y="68075"/>
                          <a:pt x="8363" y="68075"/>
                        </a:cubicBezTo>
                        <a:cubicBezTo>
                          <a:pt x="8232" y="68075"/>
                          <a:pt x="8104" y="68176"/>
                          <a:pt x="7989" y="68225"/>
                        </a:cubicBezTo>
                        <a:cubicBezTo>
                          <a:pt x="7739" y="68351"/>
                          <a:pt x="7405" y="68413"/>
                          <a:pt x="7239" y="68663"/>
                        </a:cubicBezTo>
                        <a:cubicBezTo>
                          <a:pt x="7155" y="68726"/>
                          <a:pt x="7030" y="68809"/>
                          <a:pt x="6926" y="68893"/>
                        </a:cubicBezTo>
                        <a:cubicBezTo>
                          <a:pt x="6884" y="68935"/>
                          <a:pt x="6821" y="68955"/>
                          <a:pt x="6780" y="68997"/>
                        </a:cubicBezTo>
                        <a:cubicBezTo>
                          <a:pt x="6780" y="69039"/>
                          <a:pt x="6780" y="69060"/>
                          <a:pt x="6780" y="69081"/>
                        </a:cubicBezTo>
                        <a:cubicBezTo>
                          <a:pt x="6780" y="69206"/>
                          <a:pt x="6780" y="69331"/>
                          <a:pt x="6780" y="69456"/>
                        </a:cubicBezTo>
                        <a:cubicBezTo>
                          <a:pt x="6759" y="69456"/>
                          <a:pt x="6759" y="69477"/>
                          <a:pt x="6759" y="69498"/>
                        </a:cubicBezTo>
                        <a:cubicBezTo>
                          <a:pt x="6759" y="69519"/>
                          <a:pt x="6759" y="69560"/>
                          <a:pt x="6759" y="69602"/>
                        </a:cubicBezTo>
                        <a:cubicBezTo>
                          <a:pt x="6759" y="69644"/>
                          <a:pt x="6780" y="69706"/>
                          <a:pt x="6842" y="69748"/>
                        </a:cubicBezTo>
                        <a:cubicBezTo>
                          <a:pt x="6780" y="69790"/>
                          <a:pt x="6738" y="69831"/>
                          <a:pt x="6696" y="69873"/>
                        </a:cubicBezTo>
                        <a:cubicBezTo>
                          <a:pt x="6696" y="69915"/>
                          <a:pt x="6675" y="69957"/>
                          <a:pt x="6655" y="69998"/>
                        </a:cubicBezTo>
                        <a:cubicBezTo>
                          <a:pt x="6675" y="70019"/>
                          <a:pt x="6675" y="70061"/>
                          <a:pt x="6675" y="70082"/>
                        </a:cubicBezTo>
                        <a:lnTo>
                          <a:pt x="6655" y="70144"/>
                        </a:lnTo>
                        <a:cubicBezTo>
                          <a:pt x="6655" y="70207"/>
                          <a:pt x="6634" y="70290"/>
                          <a:pt x="6634" y="70374"/>
                        </a:cubicBezTo>
                        <a:cubicBezTo>
                          <a:pt x="6634" y="70374"/>
                          <a:pt x="6634" y="70395"/>
                          <a:pt x="6634" y="70395"/>
                        </a:cubicBezTo>
                        <a:cubicBezTo>
                          <a:pt x="6613" y="70415"/>
                          <a:pt x="6613" y="70457"/>
                          <a:pt x="6613" y="70478"/>
                        </a:cubicBezTo>
                        <a:lnTo>
                          <a:pt x="6592" y="70499"/>
                        </a:lnTo>
                        <a:lnTo>
                          <a:pt x="6592" y="70520"/>
                        </a:lnTo>
                        <a:lnTo>
                          <a:pt x="6592" y="70541"/>
                        </a:lnTo>
                        <a:lnTo>
                          <a:pt x="6592" y="70561"/>
                        </a:lnTo>
                        <a:lnTo>
                          <a:pt x="6592" y="70582"/>
                        </a:lnTo>
                        <a:cubicBezTo>
                          <a:pt x="6592" y="70582"/>
                          <a:pt x="6612" y="70562"/>
                          <a:pt x="6613" y="70561"/>
                        </a:cubicBezTo>
                        <a:lnTo>
                          <a:pt x="6613" y="70561"/>
                        </a:lnTo>
                        <a:cubicBezTo>
                          <a:pt x="6592" y="70582"/>
                          <a:pt x="6592" y="70603"/>
                          <a:pt x="6592" y="70624"/>
                        </a:cubicBezTo>
                        <a:cubicBezTo>
                          <a:pt x="6592" y="70645"/>
                          <a:pt x="6571" y="70666"/>
                          <a:pt x="6550" y="70687"/>
                        </a:cubicBezTo>
                        <a:cubicBezTo>
                          <a:pt x="6550" y="70749"/>
                          <a:pt x="6529" y="70812"/>
                          <a:pt x="6509" y="70853"/>
                        </a:cubicBezTo>
                        <a:cubicBezTo>
                          <a:pt x="6529" y="70874"/>
                          <a:pt x="6550" y="70874"/>
                          <a:pt x="6592" y="70874"/>
                        </a:cubicBezTo>
                        <a:cubicBezTo>
                          <a:pt x="6631" y="70913"/>
                          <a:pt x="6681" y="70934"/>
                          <a:pt x="6735" y="70934"/>
                        </a:cubicBezTo>
                        <a:cubicBezTo>
                          <a:pt x="6827" y="70934"/>
                          <a:pt x="6930" y="70873"/>
                          <a:pt x="7009" y="70728"/>
                        </a:cubicBezTo>
                        <a:cubicBezTo>
                          <a:pt x="8057" y="69873"/>
                          <a:pt x="9383" y="69567"/>
                          <a:pt x="10762" y="69567"/>
                        </a:cubicBezTo>
                        <a:cubicBezTo>
                          <a:pt x="12376" y="69567"/>
                          <a:pt x="14062" y="69986"/>
                          <a:pt x="15456" y="70436"/>
                        </a:cubicBezTo>
                        <a:cubicBezTo>
                          <a:pt x="16145" y="70687"/>
                          <a:pt x="16833" y="70979"/>
                          <a:pt x="17459" y="71354"/>
                        </a:cubicBezTo>
                        <a:cubicBezTo>
                          <a:pt x="17897" y="71688"/>
                          <a:pt x="18272" y="72084"/>
                          <a:pt x="18606" y="72605"/>
                        </a:cubicBezTo>
                        <a:cubicBezTo>
                          <a:pt x="18627" y="72647"/>
                          <a:pt x="18627" y="72689"/>
                          <a:pt x="18648" y="72751"/>
                        </a:cubicBezTo>
                        <a:cubicBezTo>
                          <a:pt x="19107" y="74650"/>
                          <a:pt x="20233" y="76297"/>
                          <a:pt x="21443" y="77862"/>
                        </a:cubicBezTo>
                        <a:cubicBezTo>
                          <a:pt x="24968" y="82534"/>
                          <a:pt x="26031" y="85224"/>
                          <a:pt x="26428" y="91106"/>
                        </a:cubicBezTo>
                        <a:cubicBezTo>
                          <a:pt x="26511" y="92087"/>
                          <a:pt x="26594" y="93046"/>
                          <a:pt x="26699" y="94005"/>
                        </a:cubicBezTo>
                        <a:cubicBezTo>
                          <a:pt x="26720" y="94673"/>
                          <a:pt x="26740" y="95340"/>
                          <a:pt x="26782" y="96008"/>
                        </a:cubicBezTo>
                        <a:cubicBezTo>
                          <a:pt x="26949" y="98636"/>
                          <a:pt x="27116" y="101243"/>
                          <a:pt x="27116" y="103892"/>
                        </a:cubicBezTo>
                        <a:cubicBezTo>
                          <a:pt x="27116" y="105331"/>
                          <a:pt x="27283" y="106812"/>
                          <a:pt x="26845" y="108209"/>
                        </a:cubicBezTo>
                        <a:cubicBezTo>
                          <a:pt x="26699" y="108647"/>
                          <a:pt x="26469" y="109086"/>
                          <a:pt x="26136" y="109419"/>
                        </a:cubicBezTo>
                        <a:cubicBezTo>
                          <a:pt x="25698" y="109753"/>
                          <a:pt x="25114" y="109899"/>
                          <a:pt x="24592" y="110045"/>
                        </a:cubicBezTo>
                        <a:cubicBezTo>
                          <a:pt x="24311" y="110097"/>
                          <a:pt x="24034" y="110123"/>
                          <a:pt x="23763" y="110123"/>
                        </a:cubicBezTo>
                        <a:cubicBezTo>
                          <a:pt x="23492" y="110123"/>
                          <a:pt x="23226" y="110097"/>
                          <a:pt x="22965" y="110045"/>
                        </a:cubicBezTo>
                        <a:cubicBezTo>
                          <a:pt x="22652" y="109857"/>
                          <a:pt x="22381" y="109628"/>
                          <a:pt x="22110" y="109398"/>
                        </a:cubicBezTo>
                        <a:cubicBezTo>
                          <a:pt x="22006" y="109294"/>
                          <a:pt x="21922" y="109190"/>
                          <a:pt x="21860" y="109065"/>
                        </a:cubicBezTo>
                        <a:cubicBezTo>
                          <a:pt x="21776" y="108939"/>
                          <a:pt x="21735" y="108793"/>
                          <a:pt x="21672" y="108647"/>
                        </a:cubicBezTo>
                        <a:cubicBezTo>
                          <a:pt x="21443" y="107459"/>
                          <a:pt x="21317" y="106291"/>
                          <a:pt x="20567" y="105227"/>
                        </a:cubicBezTo>
                        <a:cubicBezTo>
                          <a:pt x="20546" y="105206"/>
                          <a:pt x="20504" y="105185"/>
                          <a:pt x="20483" y="105164"/>
                        </a:cubicBezTo>
                        <a:cubicBezTo>
                          <a:pt x="20462" y="105143"/>
                          <a:pt x="20441" y="105123"/>
                          <a:pt x="20400" y="105102"/>
                        </a:cubicBezTo>
                        <a:lnTo>
                          <a:pt x="20400" y="105081"/>
                        </a:lnTo>
                        <a:lnTo>
                          <a:pt x="20379" y="105081"/>
                        </a:lnTo>
                        <a:lnTo>
                          <a:pt x="20358" y="105060"/>
                        </a:lnTo>
                        <a:cubicBezTo>
                          <a:pt x="20337" y="105039"/>
                          <a:pt x="20316" y="105039"/>
                          <a:pt x="20316" y="105018"/>
                        </a:cubicBezTo>
                        <a:lnTo>
                          <a:pt x="20233" y="105018"/>
                        </a:lnTo>
                        <a:cubicBezTo>
                          <a:pt x="20254" y="105039"/>
                          <a:pt x="20254" y="105060"/>
                          <a:pt x="20275" y="105081"/>
                        </a:cubicBezTo>
                        <a:cubicBezTo>
                          <a:pt x="20316" y="105164"/>
                          <a:pt x="20337" y="105269"/>
                          <a:pt x="20337" y="105373"/>
                        </a:cubicBezTo>
                        <a:cubicBezTo>
                          <a:pt x="20358" y="105456"/>
                          <a:pt x="20358" y="105540"/>
                          <a:pt x="20379" y="105623"/>
                        </a:cubicBezTo>
                        <a:cubicBezTo>
                          <a:pt x="20379" y="105727"/>
                          <a:pt x="20400" y="105853"/>
                          <a:pt x="20400" y="105957"/>
                        </a:cubicBezTo>
                        <a:cubicBezTo>
                          <a:pt x="20525" y="106165"/>
                          <a:pt x="20629" y="106374"/>
                          <a:pt x="20713" y="106603"/>
                        </a:cubicBezTo>
                        <a:cubicBezTo>
                          <a:pt x="20671" y="106687"/>
                          <a:pt x="20650" y="106770"/>
                          <a:pt x="20650" y="106854"/>
                        </a:cubicBezTo>
                        <a:cubicBezTo>
                          <a:pt x="20650" y="106895"/>
                          <a:pt x="20650" y="106937"/>
                          <a:pt x="20650" y="106979"/>
                        </a:cubicBezTo>
                        <a:cubicBezTo>
                          <a:pt x="20650" y="107000"/>
                          <a:pt x="20671" y="107000"/>
                          <a:pt x="20671" y="107021"/>
                        </a:cubicBezTo>
                        <a:cubicBezTo>
                          <a:pt x="20671" y="107041"/>
                          <a:pt x="20671" y="107062"/>
                          <a:pt x="20671" y="107083"/>
                        </a:cubicBezTo>
                        <a:cubicBezTo>
                          <a:pt x="20650" y="107125"/>
                          <a:pt x="20629" y="107167"/>
                          <a:pt x="20629" y="107229"/>
                        </a:cubicBezTo>
                        <a:cubicBezTo>
                          <a:pt x="20671" y="107375"/>
                          <a:pt x="20733" y="107521"/>
                          <a:pt x="20775" y="107688"/>
                        </a:cubicBezTo>
                        <a:cubicBezTo>
                          <a:pt x="20838" y="108147"/>
                          <a:pt x="20838" y="108606"/>
                          <a:pt x="20879" y="109086"/>
                        </a:cubicBezTo>
                        <a:cubicBezTo>
                          <a:pt x="20650" y="109190"/>
                          <a:pt x="20629" y="109315"/>
                          <a:pt x="20733" y="109482"/>
                        </a:cubicBezTo>
                        <a:cubicBezTo>
                          <a:pt x="20671" y="109962"/>
                          <a:pt x="20587" y="110441"/>
                          <a:pt x="20358" y="110858"/>
                        </a:cubicBezTo>
                        <a:cubicBezTo>
                          <a:pt x="20087" y="111338"/>
                          <a:pt x="19899" y="111526"/>
                          <a:pt x="20149" y="112089"/>
                        </a:cubicBezTo>
                        <a:cubicBezTo>
                          <a:pt x="20587" y="113236"/>
                          <a:pt x="21088" y="114571"/>
                          <a:pt x="22193" y="115239"/>
                        </a:cubicBezTo>
                        <a:cubicBezTo>
                          <a:pt x="22548" y="115364"/>
                          <a:pt x="22944" y="115405"/>
                          <a:pt x="23362" y="115405"/>
                        </a:cubicBezTo>
                        <a:cubicBezTo>
                          <a:pt x="24279" y="115405"/>
                          <a:pt x="25218" y="115093"/>
                          <a:pt x="25885" y="114446"/>
                        </a:cubicBezTo>
                        <a:cubicBezTo>
                          <a:pt x="25919" y="114459"/>
                          <a:pt x="25953" y="114465"/>
                          <a:pt x="25987" y="114465"/>
                        </a:cubicBezTo>
                        <a:cubicBezTo>
                          <a:pt x="26330" y="114465"/>
                          <a:pt x="26678" y="113841"/>
                          <a:pt x="26886" y="113632"/>
                        </a:cubicBezTo>
                        <a:cubicBezTo>
                          <a:pt x="27053" y="113340"/>
                          <a:pt x="27470" y="113090"/>
                          <a:pt x="27366" y="112736"/>
                        </a:cubicBezTo>
                        <a:cubicBezTo>
                          <a:pt x="28326" y="111171"/>
                          <a:pt x="28618" y="109315"/>
                          <a:pt x="28472" y="107500"/>
                        </a:cubicBezTo>
                        <a:cubicBezTo>
                          <a:pt x="28493" y="107438"/>
                          <a:pt x="28513" y="107375"/>
                          <a:pt x="28472" y="107292"/>
                        </a:cubicBezTo>
                        <a:cubicBezTo>
                          <a:pt x="28534" y="106749"/>
                          <a:pt x="28513" y="106207"/>
                          <a:pt x="28513" y="105665"/>
                        </a:cubicBezTo>
                        <a:cubicBezTo>
                          <a:pt x="28534" y="104080"/>
                          <a:pt x="28639" y="102494"/>
                          <a:pt x="28284" y="100930"/>
                        </a:cubicBezTo>
                        <a:lnTo>
                          <a:pt x="28221" y="100909"/>
                        </a:lnTo>
                        <a:cubicBezTo>
                          <a:pt x="28326" y="100784"/>
                          <a:pt x="28263" y="100576"/>
                          <a:pt x="28263" y="100430"/>
                        </a:cubicBezTo>
                        <a:cubicBezTo>
                          <a:pt x="28200" y="99887"/>
                          <a:pt x="28117" y="99345"/>
                          <a:pt x="28054" y="98803"/>
                        </a:cubicBezTo>
                        <a:cubicBezTo>
                          <a:pt x="28200" y="98094"/>
                          <a:pt x="27929" y="97322"/>
                          <a:pt x="27888" y="96613"/>
                        </a:cubicBezTo>
                        <a:cubicBezTo>
                          <a:pt x="27992" y="96070"/>
                          <a:pt x="27846" y="95486"/>
                          <a:pt x="27846" y="94923"/>
                        </a:cubicBezTo>
                        <a:cubicBezTo>
                          <a:pt x="27825" y="93901"/>
                          <a:pt x="27742" y="92879"/>
                          <a:pt x="27721" y="91857"/>
                        </a:cubicBezTo>
                        <a:cubicBezTo>
                          <a:pt x="27700" y="91336"/>
                          <a:pt x="27700" y="90835"/>
                          <a:pt x="27700" y="90334"/>
                        </a:cubicBezTo>
                        <a:cubicBezTo>
                          <a:pt x="27700" y="89813"/>
                          <a:pt x="27742" y="89292"/>
                          <a:pt x="27742" y="88770"/>
                        </a:cubicBezTo>
                        <a:cubicBezTo>
                          <a:pt x="27742" y="88687"/>
                          <a:pt x="27700" y="88603"/>
                          <a:pt x="27637" y="88562"/>
                        </a:cubicBezTo>
                        <a:cubicBezTo>
                          <a:pt x="27637" y="88395"/>
                          <a:pt x="27616" y="88228"/>
                          <a:pt x="27637" y="88103"/>
                        </a:cubicBezTo>
                        <a:cubicBezTo>
                          <a:pt x="27596" y="87811"/>
                          <a:pt x="27721" y="87477"/>
                          <a:pt x="27575" y="87227"/>
                        </a:cubicBezTo>
                        <a:cubicBezTo>
                          <a:pt x="27491" y="85808"/>
                          <a:pt x="27012" y="84453"/>
                          <a:pt x="26553" y="83139"/>
                        </a:cubicBezTo>
                        <a:cubicBezTo>
                          <a:pt x="26219" y="82117"/>
                          <a:pt x="25906" y="81074"/>
                          <a:pt x="25510" y="80093"/>
                        </a:cubicBezTo>
                        <a:cubicBezTo>
                          <a:pt x="25489" y="79885"/>
                          <a:pt x="25322" y="79634"/>
                          <a:pt x="25301" y="79447"/>
                        </a:cubicBezTo>
                        <a:cubicBezTo>
                          <a:pt x="24988" y="78592"/>
                          <a:pt x="24634" y="77736"/>
                          <a:pt x="24342" y="76881"/>
                        </a:cubicBezTo>
                        <a:cubicBezTo>
                          <a:pt x="23508" y="74921"/>
                          <a:pt x="23612" y="72710"/>
                          <a:pt x="23508" y="70603"/>
                        </a:cubicBezTo>
                        <a:cubicBezTo>
                          <a:pt x="23528" y="70311"/>
                          <a:pt x="23487" y="70123"/>
                          <a:pt x="23403" y="69998"/>
                        </a:cubicBezTo>
                        <a:cubicBezTo>
                          <a:pt x="23299" y="69998"/>
                          <a:pt x="23174" y="69998"/>
                          <a:pt x="23049" y="69977"/>
                        </a:cubicBezTo>
                        <a:cubicBezTo>
                          <a:pt x="22944" y="69957"/>
                          <a:pt x="22840" y="69936"/>
                          <a:pt x="22715" y="69915"/>
                        </a:cubicBezTo>
                        <a:cubicBezTo>
                          <a:pt x="22632" y="69894"/>
                          <a:pt x="22548" y="69873"/>
                          <a:pt x="22465" y="69831"/>
                        </a:cubicBezTo>
                        <a:lnTo>
                          <a:pt x="22444" y="69831"/>
                        </a:lnTo>
                        <a:cubicBezTo>
                          <a:pt x="22089" y="69790"/>
                          <a:pt x="21735" y="69769"/>
                          <a:pt x="21401" y="69727"/>
                        </a:cubicBezTo>
                        <a:lnTo>
                          <a:pt x="21317" y="69727"/>
                        </a:lnTo>
                        <a:cubicBezTo>
                          <a:pt x="21130" y="69727"/>
                          <a:pt x="20942" y="69706"/>
                          <a:pt x="20754" y="69685"/>
                        </a:cubicBezTo>
                        <a:cubicBezTo>
                          <a:pt x="20567" y="69665"/>
                          <a:pt x="20379" y="69644"/>
                          <a:pt x="20170" y="69602"/>
                        </a:cubicBezTo>
                        <a:cubicBezTo>
                          <a:pt x="20024" y="69581"/>
                          <a:pt x="19899" y="69539"/>
                          <a:pt x="19753" y="69456"/>
                        </a:cubicBezTo>
                        <a:cubicBezTo>
                          <a:pt x="19670" y="69414"/>
                          <a:pt x="19586" y="69352"/>
                          <a:pt x="19545" y="69247"/>
                        </a:cubicBezTo>
                        <a:cubicBezTo>
                          <a:pt x="19545" y="69247"/>
                          <a:pt x="19545" y="69227"/>
                          <a:pt x="19545" y="69227"/>
                        </a:cubicBezTo>
                        <a:cubicBezTo>
                          <a:pt x="19419" y="69206"/>
                          <a:pt x="19294" y="69185"/>
                          <a:pt x="19169" y="69164"/>
                        </a:cubicBezTo>
                        <a:lnTo>
                          <a:pt x="19127" y="69164"/>
                        </a:lnTo>
                        <a:cubicBezTo>
                          <a:pt x="19086" y="69185"/>
                          <a:pt x="19044" y="69206"/>
                          <a:pt x="19002" y="69206"/>
                        </a:cubicBezTo>
                        <a:lnTo>
                          <a:pt x="18898" y="69206"/>
                        </a:lnTo>
                        <a:cubicBezTo>
                          <a:pt x="18794" y="69206"/>
                          <a:pt x="18689" y="69185"/>
                          <a:pt x="18585" y="69164"/>
                        </a:cubicBezTo>
                        <a:cubicBezTo>
                          <a:pt x="18523" y="69164"/>
                          <a:pt x="18460" y="69143"/>
                          <a:pt x="18397" y="69122"/>
                        </a:cubicBezTo>
                        <a:lnTo>
                          <a:pt x="18356" y="69122"/>
                        </a:lnTo>
                        <a:cubicBezTo>
                          <a:pt x="18356" y="69164"/>
                          <a:pt x="18356" y="69185"/>
                          <a:pt x="18356" y="69227"/>
                        </a:cubicBezTo>
                        <a:cubicBezTo>
                          <a:pt x="17584" y="68976"/>
                          <a:pt x="16645" y="68768"/>
                          <a:pt x="16478" y="68705"/>
                        </a:cubicBezTo>
                        <a:cubicBezTo>
                          <a:pt x="15686" y="68497"/>
                          <a:pt x="14935" y="68246"/>
                          <a:pt x="14142" y="68100"/>
                        </a:cubicBezTo>
                        <a:cubicBezTo>
                          <a:pt x="14001" y="68086"/>
                          <a:pt x="13841" y="68034"/>
                          <a:pt x="13694" y="68034"/>
                        </a:cubicBezTo>
                        <a:cubicBezTo>
                          <a:pt x="13624" y="68034"/>
                          <a:pt x="13556" y="68046"/>
                          <a:pt x="13496" y="68079"/>
                        </a:cubicBezTo>
                        <a:cubicBezTo>
                          <a:pt x="12792" y="67972"/>
                          <a:pt x="12088" y="67865"/>
                          <a:pt x="11384" y="67865"/>
                        </a:cubicBezTo>
                        <a:cubicBezTo>
                          <a:pt x="11128" y="67865"/>
                          <a:pt x="10873" y="67879"/>
                          <a:pt x="10617" y="67913"/>
                        </a:cubicBezTo>
                        <a:cubicBezTo>
                          <a:pt x="10516" y="67866"/>
                          <a:pt x="10405" y="67851"/>
                          <a:pt x="10290" y="67851"/>
                        </a:cubicBezTo>
                        <a:close/>
                      </a:path>
                    </a:pathLst>
                  </a:custGeom>
                  <a:solidFill>
                    <a:srgbClr val="DDAB8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17" name="Google Shape;2617;p46"/>
                  <p:cNvSpPr/>
                  <p:nvPr/>
                </p:nvSpPr>
                <p:spPr>
                  <a:xfrm>
                    <a:off x="5851425" y="1457650"/>
                    <a:ext cx="263175" cy="1964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527" h="78594" extrusionOk="0">
                        <a:moveTo>
                          <a:pt x="9327" y="1"/>
                        </a:moveTo>
                        <a:cubicBezTo>
                          <a:pt x="9319" y="1"/>
                          <a:pt x="9311" y="1"/>
                          <a:pt x="9303" y="1"/>
                        </a:cubicBezTo>
                        <a:cubicBezTo>
                          <a:pt x="7301" y="752"/>
                          <a:pt x="6738" y="4757"/>
                          <a:pt x="6425" y="6655"/>
                        </a:cubicBezTo>
                        <a:cubicBezTo>
                          <a:pt x="6300" y="7739"/>
                          <a:pt x="5924" y="8866"/>
                          <a:pt x="5903" y="9950"/>
                        </a:cubicBezTo>
                        <a:cubicBezTo>
                          <a:pt x="5424" y="12808"/>
                          <a:pt x="4902" y="15644"/>
                          <a:pt x="4506" y="18523"/>
                        </a:cubicBezTo>
                        <a:cubicBezTo>
                          <a:pt x="4506" y="18690"/>
                          <a:pt x="4485" y="18856"/>
                          <a:pt x="4485" y="19023"/>
                        </a:cubicBezTo>
                        <a:cubicBezTo>
                          <a:pt x="4402" y="20170"/>
                          <a:pt x="4339" y="21297"/>
                          <a:pt x="4277" y="22423"/>
                        </a:cubicBezTo>
                        <a:cubicBezTo>
                          <a:pt x="4256" y="22653"/>
                          <a:pt x="4256" y="22903"/>
                          <a:pt x="4235" y="23132"/>
                        </a:cubicBezTo>
                        <a:cubicBezTo>
                          <a:pt x="4277" y="23195"/>
                          <a:pt x="4339" y="23216"/>
                          <a:pt x="4402" y="23216"/>
                        </a:cubicBezTo>
                        <a:cubicBezTo>
                          <a:pt x="4423" y="23237"/>
                          <a:pt x="4443" y="23237"/>
                          <a:pt x="4464" y="23237"/>
                        </a:cubicBezTo>
                        <a:cubicBezTo>
                          <a:pt x="5215" y="23237"/>
                          <a:pt x="6133" y="17230"/>
                          <a:pt x="6425" y="16374"/>
                        </a:cubicBezTo>
                        <a:cubicBezTo>
                          <a:pt x="7343" y="11661"/>
                          <a:pt x="8365" y="6905"/>
                          <a:pt x="9783" y="2295"/>
                        </a:cubicBezTo>
                        <a:cubicBezTo>
                          <a:pt x="9949" y="1591"/>
                          <a:pt x="10526" y="1"/>
                          <a:pt x="9327" y="1"/>
                        </a:cubicBezTo>
                        <a:close/>
                        <a:moveTo>
                          <a:pt x="2557" y="64855"/>
                        </a:moveTo>
                        <a:cubicBezTo>
                          <a:pt x="2117" y="64855"/>
                          <a:pt x="1923" y="65519"/>
                          <a:pt x="1711" y="65828"/>
                        </a:cubicBezTo>
                        <a:cubicBezTo>
                          <a:pt x="731" y="67768"/>
                          <a:pt x="314" y="69937"/>
                          <a:pt x="314" y="72085"/>
                        </a:cubicBezTo>
                        <a:cubicBezTo>
                          <a:pt x="251" y="73545"/>
                          <a:pt x="1" y="75026"/>
                          <a:pt x="272" y="76444"/>
                        </a:cubicBezTo>
                        <a:cubicBezTo>
                          <a:pt x="647" y="77466"/>
                          <a:pt x="1669" y="78301"/>
                          <a:pt x="2712" y="78593"/>
                        </a:cubicBezTo>
                        <a:cubicBezTo>
                          <a:pt x="2726" y="78593"/>
                          <a:pt x="2740" y="78594"/>
                          <a:pt x="2753" y="78594"/>
                        </a:cubicBezTo>
                        <a:cubicBezTo>
                          <a:pt x="3819" y="78594"/>
                          <a:pt x="3024" y="76958"/>
                          <a:pt x="2963" y="76361"/>
                        </a:cubicBezTo>
                        <a:cubicBezTo>
                          <a:pt x="2796" y="75673"/>
                          <a:pt x="2650" y="74964"/>
                          <a:pt x="2566" y="74275"/>
                        </a:cubicBezTo>
                        <a:cubicBezTo>
                          <a:pt x="2316" y="72335"/>
                          <a:pt x="2337" y="70396"/>
                          <a:pt x="2504" y="68456"/>
                        </a:cubicBezTo>
                        <a:cubicBezTo>
                          <a:pt x="2587" y="67434"/>
                          <a:pt x="2691" y="66412"/>
                          <a:pt x="2858" y="65411"/>
                        </a:cubicBezTo>
                        <a:cubicBezTo>
                          <a:pt x="2858" y="65223"/>
                          <a:pt x="2879" y="64973"/>
                          <a:pt x="2671" y="64868"/>
                        </a:cubicBezTo>
                        <a:cubicBezTo>
                          <a:pt x="2631" y="64859"/>
                          <a:pt x="2593" y="64855"/>
                          <a:pt x="2557" y="64855"/>
                        </a:cubicBezTo>
                        <a:close/>
                      </a:path>
                    </a:pathLst>
                  </a:custGeom>
                  <a:solidFill>
                    <a:srgbClr val="F5D2B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18" name="Google Shape;2618;p46"/>
                  <p:cNvSpPr/>
                  <p:nvPr/>
                </p:nvSpPr>
                <p:spPr>
                  <a:xfrm>
                    <a:off x="6226575" y="1158875"/>
                    <a:ext cx="1150100" cy="399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004" h="15960" extrusionOk="0">
                        <a:moveTo>
                          <a:pt x="283" y="22"/>
                        </a:moveTo>
                        <a:cubicBezTo>
                          <a:pt x="1" y="22"/>
                          <a:pt x="104" y="31"/>
                          <a:pt x="353" y="34"/>
                        </a:cubicBezTo>
                        <a:lnTo>
                          <a:pt x="353" y="34"/>
                        </a:lnTo>
                        <a:cubicBezTo>
                          <a:pt x="325" y="31"/>
                          <a:pt x="301" y="27"/>
                          <a:pt x="283" y="22"/>
                        </a:cubicBezTo>
                        <a:close/>
                        <a:moveTo>
                          <a:pt x="1347" y="1"/>
                        </a:moveTo>
                        <a:cubicBezTo>
                          <a:pt x="1097" y="28"/>
                          <a:pt x="758" y="35"/>
                          <a:pt x="499" y="35"/>
                        </a:cubicBezTo>
                        <a:cubicBezTo>
                          <a:pt x="447" y="35"/>
                          <a:pt x="397" y="35"/>
                          <a:pt x="353" y="34"/>
                        </a:cubicBezTo>
                        <a:lnTo>
                          <a:pt x="353" y="34"/>
                        </a:lnTo>
                        <a:cubicBezTo>
                          <a:pt x="552" y="59"/>
                          <a:pt x="969" y="48"/>
                          <a:pt x="1097" y="84"/>
                        </a:cubicBezTo>
                        <a:cubicBezTo>
                          <a:pt x="1112" y="69"/>
                          <a:pt x="1187" y="64"/>
                          <a:pt x="1295" y="64"/>
                        </a:cubicBezTo>
                        <a:cubicBezTo>
                          <a:pt x="1363" y="64"/>
                          <a:pt x="1444" y="66"/>
                          <a:pt x="1531" y="69"/>
                        </a:cubicBezTo>
                        <a:lnTo>
                          <a:pt x="1531" y="69"/>
                        </a:lnTo>
                        <a:cubicBezTo>
                          <a:pt x="1470" y="47"/>
                          <a:pt x="1408" y="24"/>
                          <a:pt x="1347" y="1"/>
                        </a:cubicBezTo>
                        <a:close/>
                        <a:moveTo>
                          <a:pt x="14705" y="38"/>
                        </a:moveTo>
                        <a:cubicBezTo>
                          <a:pt x="11512" y="38"/>
                          <a:pt x="8828" y="84"/>
                          <a:pt x="5060" y="84"/>
                        </a:cubicBezTo>
                        <a:cubicBezTo>
                          <a:pt x="4886" y="115"/>
                          <a:pt x="4703" y="126"/>
                          <a:pt x="4513" y="126"/>
                        </a:cubicBezTo>
                        <a:cubicBezTo>
                          <a:pt x="4023" y="126"/>
                          <a:pt x="3493" y="52"/>
                          <a:pt x="3000" y="52"/>
                        </a:cubicBezTo>
                        <a:cubicBezTo>
                          <a:pt x="2788" y="52"/>
                          <a:pt x="2582" y="66"/>
                          <a:pt x="2390" y="105"/>
                        </a:cubicBezTo>
                        <a:cubicBezTo>
                          <a:pt x="2382" y="107"/>
                          <a:pt x="2365" y="108"/>
                          <a:pt x="2340" y="108"/>
                        </a:cubicBezTo>
                        <a:cubicBezTo>
                          <a:pt x="2203" y="108"/>
                          <a:pt x="1833" y="81"/>
                          <a:pt x="1531" y="69"/>
                        </a:cubicBezTo>
                        <a:lnTo>
                          <a:pt x="1531" y="69"/>
                        </a:lnTo>
                        <a:cubicBezTo>
                          <a:pt x="1803" y="171"/>
                          <a:pt x="2076" y="270"/>
                          <a:pt x="2348" y="355"/>
                        </a:cubicBezTo>
                        <a:cubicBezTo>
                          <a:pt x="4038" y="856"/>
                          <a:pt x="5727" y="1502"/>
                          <a:pt x="7271" y="2378"/>
                        </a:cubicBezTo>
                        <a:cubicBezTo>
                          <a:pt x="8022" y="2796"/>
                          <a:pt x="8731" y="3255"/>
                          <a:pt x="9398" y="3776"/>
                        </a:cubicBezTo>
                        <a:cubicBezTo>
                          <a:pt x="10963" y="4986"/>
                          <a:pt x="12318" y="6425"/>
                          <a:pt x="13591" y="7927"/>
                        </a:cubicBezTo>
                        <a:cubicBezTo>
                          <a:pt x="14237" y="8677"/>
                          <a:pt x="14717" y="9637"/>
                          <a:pt x="15468" y="10284"/>
                        </a:cubicBezTo>
                        <a:cubicBezTo>
                          <a:pt x="15739" y="10805"/>
                          <a:pt x="16010" y="11326"/>
                          <a:pt x="16281" y="11848"/>
                        </a:cubicBezTo>
                        <a:cubicBezTo>
                          <a:pt x="16469" y="12161"/>
                          <a:pt x="16490" y="12640"/>
                          <a:pt x="16824" y="12807"/>
                        </a:cubicBezTo>
                        <a:cubicBezTo>
                          <a:pt x="17199" y="13496"/>
                          <a:pt x="17324" y="14288"/>
                          <a:pt x="17554" y="15039"/>
                        </a:cubicBezTo>
                        <a:cubicBezTo>
                          <a:pt x="17616" y="15310"/>
                          <a:pt x="17700" y="15540"/>
                          <a:pt x="17929" y="15686"/>
                        </a:cubicBezTo>
                        <a:cubicBezTo>
                          <a:pt x="18012" y="15769"/>
                          <a:pt x="18158" y="15853"/>
                          <a:pt x="18367" y="15936"/>
                        </a:cubicBezTo>
                        <a:cubicBezTo>
                          <a:pt x="18432" y="15952"/>
                          <a:pt x="18498" y="15960"/>
                          <a:pt x="18562" y="15960"/>
                        </a:cubicBezTo>
                        <a:cubicBezTo>
                          <a:pt x="18828" y="15960"/>
                          <a:pt x="19083" y="15833"/>
                          <a:pt x="19285" y="15665"/>
                        </a:cubicBezTo>
                        <a:cubicBezTo>
                          <a:pt x="19556" y="15769"/>
                          <a:pt x="19931" y="15873"/>
                          <a:pt x="20474" y="15894"/>
                        </a:cubicBezTo>
                        <a:cubicBezTo>
                          <a:pt x="20573" y="15902"/>
                          <a:pt x="20675" y="15907"/>
                          <a:pt x="20778" y="15907"/>
                        </a:cubicBezTo>
                        <a:cubicBezTo>
                          <a:pt x="20956" y="15907"/>
                          <a:pt x="21136" y="15892"/>
                          <a:pt x="21308" y="15853"/>
                        </a:cubicBezTo>
                        <a:cubicBezTo>
                          <a:pt x="21322" y="15859"/>
                          <a:pt x="21338" y="15862"/>
                          <a:pt x="21356" y="15862"/>
                        </a:cubicBezTo>
                        <a:cubicBezTo>
                          <a:pt x="21391" y="15862"/>
                          <a:pt x="21433" y="15853"/>
                          <a:pt x="21475" y="15853"/>
                        </a:cubicBezTo>
                        <a:cubicBezTo>
                          <a:pt x="21788" y="15853"/>
                          <a:pt x="22101" y="15873"/>
                          <a:pt x="22413" y="15873"/>
                        </a:cubicBezTo>
                        <a:cubicBezTo>
                          <a:pt x="24562" y="15873"/>
                          <a:pt x="26710" y="15644"/>
                          <a:pt x="28879" y="15581"/>
                        </a:cubicBezTo>
                        <a:cubicBezTo>
                          <a:pt x="29113" y="15569"/>
                          <a:pt x="29346" y="15564"/>
                          <a:pt x="29579" y="15564"/>
                        </a:cubicBezTo>
                        <a:cubicBezTo>
                          <a:pt x="30402" y="15564"/>
                          <a:pt x="31223" y="15625"/>
                          <a:pt x="32034" y="15625"/>
                        </a:cubicBezTo>
                        <a:cubicBezTo>
                          <a:pt x="32123" y="15625"/>
                          <a:pt x="32212" y="15625"/>
                          <a:pt x="32300" y="15623"/>
                        </a:cubicBezTo>
                        <a:cubicBezTo>
                          <a:pt x="33843" y="15602"/>
                          <a:pt x="35366" y="15373"/>
                          <a:pt x="36889" y="15269"/>
                        </a:cubicBezTo>
                        <a:cubicBezTo>
                          <a:pt x="39037" y="15102"/>
                          <a:pt x="41164" y="14914"/>
                          <a:pt x="43292" y="14580"/>
                        </a:cubicBezTo>
                        <a:cubicBezTo>
                          <a:pt x="43980" y="14476"/>
                          <a:pt x="44856" y="14288"/>
                          <a:pt x="45545" y="14163"/>
                        </a:cubicBezTo>
                        <a:cubicBezTo>
                          <a:pt x="45461" y="12849"/>
                          <a:pt x="45670" y="14121"/>
                          <a:pt x="45545" y="12536"/>
                        </a:cubicBezTo>
                        <a:cubicBezTo>
                          <a:pt x="45482" y="11848"/>
                          <a:pt x="45607" y="10680"/>
                          <a:pt x="45607" y="9992"/>
                        </a:cubicBezTo>
                        <a:cubicBezTo>
                          <a:pt x="45607" y="9345"/>
                          <a:pt x="45524" y="8636"/>
                          <a:pt x="45461" y="7989"/>
                        </a:cubicBezTo>
                        <a:cubicBezTo>
                          <a:pt x="45253" y="6216"/>
                          <a:pt x="46003" y="1794"/>
                          <a:pt x="45545" y="84"/>
                        </a:cubicBezTo>
                        <a:cubicBezTo>
                          <a:pt x="44842" y="70"/>
                          <a:pt x="44187" y="63"/>
                          <a:pt x="43578" y="63"/>
                        </a:cubicBezTo>
                        <a:cubicBezTo>
                          <a:pt x="42360" y="63"/>
                          <a:pt x="41331" y="91"/>
                          <a:pt x="40497" y="147"/>
                        </a:cubicBezTo>
                        <a:cubicBezTo>
                          <a:pt x="39716" y="140"/>
                          <a:pt x="38956" y="138"/>
                          <a:pt x="38213" y="138"/>
                        </a:cubicBezTo>
                        <a:cubicBezTo>
                          <a:pt x="34197" y="138"/>
                          <a:pt x="30682" y="216"/>
                          <a:pt x="27088" y="216"/>
                        </a:cubicBezTo>
                        <a:cubicBezTo>
                          <a:pt x="24830" y="216"/>
                          <a:pt x="22541" y="185"/>
                          <a:pt x="20077" y="84"/>
                        </a:cubicBezTo>
                        <a:cubicBezTo>
                          <a:pt x="18026" y="49"/>
                          <a:pt x="16302" y="38"/>
                          <a:pt x="14705" y="3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19" name="Google Shape;2619;p46"/>
                  <p:cNvSpPr/>
                  <p:nvPr/>
                </p:nvSpPr>
                <p:spPr>
                  <a:xfrm>
                    <a:off x="6275375" y="1159350"/>
                    <a:ext cx="1090875" cy="396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635" h="15876" extrusionOk="0">
                        <a:moveTo>
                          <a:pt x="651" y="0"/>
                        </a:moveTo>
                        <a:cubicBezTo>
                          <a:pt x="542" y="0"/>
                          <a:pt x="424" y="3"/>
                          <a:pt x="292" y="3"/>
                        </a:cubicBezTo>
                        <a:cubicBezTo>
                          <a:pt x="0" y="420"/>
                          <a:pt x="1335" y="482"/>
                          <a:pt x="1710" y="774"/>
                        </a:cubicBezTo>
                        <a:cubicBezTo>
                          <a:pt x="2691" y="1296"/>
                          <a:pt x="3671" y="1838"/>
                          <a:pt x="4672" y="2359"/>
                        </a:cubicBezTo>
                        <a:cubicBezTo>
                          <a:pt x="5527" y="2818"/>
                          <a:pt x="6382" y="3256"/>
                          <a:pt x="7259" y="3674"/>
                        </a:cubicBezTo>
                        <a:cubicBezTo>
                          <a:pt x="8093" y="4612"/>
                          <a:pt x="9303" y="5259"/>
                          <a:pt x="10137" y="6218"/>
                        </a:cubicBezTo>
                        <a:cubicBezTo>
                          <a:pt x="11680" y="7991"/>
                          <a:pt x="13370" y="9681"/>
                          <a:pt x="14475" y="11766"/>
                        </a:cubicBezTo>
                        <a:cubicBezTo>
                          <a:pt x="14892" y="12621"/>
                          <a:pt x="15205" y="13539"/>
                          <a:pt x="15393" y="14457"/>
                        </a:cubicBezTo>
                        <a:cubicBezTo>
                          <a:pt x="15560" y="14916"/>
                          <a:pt x="15393" y="15667"/>
                          <a:pt x="15935" y="15875"/>
                        </a:cubicBezTo>
                        <a:cubicBezTo>
                          <a:pt x="15948" y="15876"/>
                          <a:pt x="15961" y="15876"/>
                          <a:pt x="15973" y="15876"/>
                        </a:cubicBezTo>
                        <a:cubicBezTo>
                          <a:pt x="16462" y="15876"/>
                          <a:pt x="16750" y="15567"/>
                          <a:pt x="17231" y="15567"/>
                        </a:cubicBezTo>
                        <a:cubicBezTo>
                          <a:pt x="17360" y="15567"/>
                          <a:pt x="17502" y="15590"/>
                          <a:pt x="17666" y="15646"/>
                        </a:cubicBezTo>
                        <a:cubicBezTo>
                          <a:pt x="18178" y="15709"/>
                          <a:pt x="18695" y="15730"/>
                          <a:pt x="19215" y="15730"/>
                        </a:cubicBezTo>
                        <a:cubicBezTo>
                          <a:pt x="20073" y="15730"/>
                          <a:pt x="20939" y="15672"/>
                          <a:pt x="21796" y="15646"/>
                        </a:cubicBezTo>
                        <a:cubicBezTo>
                          <a:pt x="24737" y="15500"/>
                          <a:pt x="27699" y="15437"/>
                          <a:pt x="30619" y="15229"/>
                        </a:cubicBezTo>
                        <a:cubicBezTo>
                          <a:pt x="33226" y="15124"/>
                          <a:pt x="35834" y="15187"/>
                          <a:pt x="38441" y="14958"/>
                        </a:cubicBezTo>
                        <a:cubicBezTo>
                          <a:pt x="39066" y="14853"/>
                          <a:pt x="40193" y="14686"/>
                          <a:pt x="41340" y="14436"/>
                        </a:cubicBezTo>
                        <a:cubicBezTo>
                          <a:pt x="43071" y="14061"/>
                          <a:pt x="43029" y="14332"/>
                          <a:pt x="43634" y="13789"/>
                        </a:cubicBezTo>
                        <a:cubicBezTo>
                          <a:pt x="43447" y="12642"/>
                          <a:pt x="43405" y="11558"/>
                          <a:pt x="43593" y="9368"/>
                        </a:cubicBezTo>
                        <a:lnTo>
                          <a:pt x="43593" y="9368"/>
                        </a:lnTo>
                        <a:cubicBezTo>
                          <a:pt x="42779" y="9451"/>
                          <a:pt x="42153" y="9514"/>
                          <a:pt x="41340" y="9597"/>
                        </a:cubicBezTo>
                        <a:cubicBezTo>
                          <a:pt x="37252" y="10055"/>
                          <a:pt x="33119" y="10618"/>
                          <a:pt x="28979" y="10618"/>
                        </a:cubicBezTo>
                        <a:cubicBezTo>
                          <a:pt x="28219" y="10618"/>
                          <a:pt x="27458" y="10599"/>
                          <a:pt x="26698" y="10557"/>
                        </a:cubicBezTo>
                        <a:cubicBezTo>
                          <a:pt x="25342" y="10473"/>
                          <a:pt x="23945" y="10035"/>
                          <a:pt x="22902" y="9138"/>
                        </a:cubicBezTo>
                        <a:cubicBezTo>
                          <a:pt x="22631" y="8951"/>
                          <a:pt x="22422" y="8554"/>
                          <a:pt x="22172" y="8283"/>
                        </a:cubicBezTo>
                        <a:cubicBezTo>
                          <a:pt x="21963" y="7991"/>
                          <a:pt x="21796" y="7699"/>
                          <a:pt x="21609" y="7407"/>
                        </a:cubicBezTo>
                        <a:cubicBezTo>
                          <a:pt x="21544" y="7320"/>
                          <a:pt x="21467" y="7284"/>
                          <a:pt x="21394" y="7284"/>
                        </a:cubicBezTo>
                        <a:cubicBezTo>
                          <a:pt x="21327" y="7284"/>
                          <a:pt x="21262" y="7315"/>
                          <a:pt x="21212" y="7365"/>
                        </a:cubicBezTo>
                        <a:cubicBezTo>
                          <a:pt x="21150" y="7407"/>
                          <a:pt x="21087" y="7490"/>
                          <a:pt x="21087" y="7636"/>
                        </a:cubicBezTo>
                        <a:cubicBezTo>
                          <a:pt x="21108" y="7782"/>
                          <a:pt x="21108" y="7949"/>
                          <a:pt x="21129" y="8095"/>
                        </a:cubicBezTo>
                        <a:cubicBezTo>
                          <a:pt x="21191" y="8387"/>
                          <a:pt x="21212" y="8658"/>
                          <a:pt x="21212" y="8951"/>
                        </a:cubicBezTo>
                        <a:cubicBezTo>
                          <a:pt x="21191" y="8971"/>
                          <a:pt x="21191" y="8992"/>
                          <a:pt x="21191" y="9013"/>
                        </a:cubicBezTo>
                        <a:cubicBezTo>
                          <a:pt x="21025" y="9618"/>
                          <a:pt x="20753" y="10557"/>
                          <a:pt x="20253" y="11057"/>
                        </a:cubicBezTo>
                        <a:cubicBezTo>
                          <a:pt x="20049" y="11202"/>
                          <a:pt x="19821" y="11287"/>
                          <a:pt x="19570" y="11287"/>
                        </a:cubicBezTo>
                        <a:cubicBezTo>
                          <a:pt x="19205" y="11287"/>
                          <a:pt x="18791" y="11106"/>
                          <a:pt x="18334" y="10661"/>
                        </a:cubicBezTo>
                        <a:cubicBezTo>
                          <a:pt x="18042" y="10390"/>
                          <a:pt x="17792" y="10098"/>
                          <a:pt x="17583" y="9785"/>
                        </a:cubicBezTo>
                        <a:cubicBezTo>
                          <a:pt x="17082" y="8992"/>
                          <a:pt x="16749" y="8074"/>
                          <a:pt x="16415" y="7240"/>
                        </a:cubicBezTo>
                        <a:cubicBezTo>
                          <a:pt x="16144" y="6489"/>
                          <a:pt x="15935" y="5697"/>
                          <a:pt x="15685" y="4967"/>
                        </a:cubicBezTo>
                        <a:cubicBezTo>
                          <a:pt x="15539" y="4612"/>
                          <a:pt x="15456" y="4195"/>
                          <a:pt x="15289" y="3820"/>
                        </a:cubicBezTo>
                        <a:cubicBezTo>
                          <a:pt x="15205" y="3569"/>
                          <a:pt x="15122" y="3319"/>
                          <a:pt x="15038" y="3069"/>
                        </a:cubicBezTo>
                        <a:cubicBezTo>
                          <a:pt x="14997" y="3006"/>
                          <a:pt x="14955" y="2964"/>
                          <a:pt x="14913" y="2944"/>
                        </a:cubicBezTo>
                        <a:cubicBezTo>
                          <a:pt x="14895" y="2831"/>
                          <a:pt x="14792" y="2753"/>
                          <a:pt x="14681" y="2753"/>
                        </a:cubicBezTo>
                        <a:cubicBezTo>
                          <a:pt x="14668" y="2753"/>
                          <a:pt x="14655" y="2754"/>
                          <a:pt x="14642" y="2756"/>
                        </a:cubicBezTo>
                        <a:cubicBezTo>
                          <a:pt x="14162" y="2902"/>
                          <a:pt x="14642" y="3632"/>
                          <a:pt x="14600" y="3986"/>
                        </a:cubicBezTo>
                        <a:cubicBezTo>
                          <a:pt x="14663" y="4258"/>
                          <a:pt x="14663" y="4508"/>
                          <a:pt x="14642" y="4758"/>
                        </a:cubicBezTo>
                        <a:cubicBezTo>
                          <a:pt x="14482" y="5219"/>
                          <a:pt x="14262" y="5726"/>
                          <a:pt x="13456" y="5726"/>
                        </a:cubicBezTo>
                        <a:cubicBezTo>
                          <a:pt x="13314" y="5726"/>
                          <a:pt x="13154" y="5710"/>
                          <a:pt x="12974" y="5676"/>
                        </a:cubicBezTo>
                        <a:cubicBezTo>
                          <a:pt x="11388" y="5259"/>
                          <a:pt x="9949" y="4404"/>
                          <a:pt x="8468" y="3715"/>
                        </a:cubicBezTo>
                        <a:cubicBezTo>
                          <a:pt x="7551" y="3277"/>
                          <a:pt x="6633" y="2818"/>
                          <a:pt x="5736" y="2359"/>
                        </a:cubicBezTo>
                        <a:cubicBezTo>
                          <a:pt x="5027" y="1984"/>
                          <a:pt x="4318" y="1609"/>
                          <a:pt x="3608" y="1233"/>
                        </a:cubicBezTo>
                        <a:cubicBezTo>
                          <a:pt x="2586" y="670"/>
                          <a:pt x="2253" y="628"/>
                          <a:pt x="1231" y="65"/>
                        </a:cubicBezTo>
                        <a:cubicBezTo>
                          <a:pt x="1050" y="10"/>
                          <a:pt x="869" y="0"/>
                          <a:pt x="651" y="0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833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20" name="Google Shape;2620;p46"/>
                  <p:cNvSpPr/>
                  <p:nvPr/>
                </p:nvSpPr>
                <p:spPr>
                  <a:xfrm>
                    <a:off x="4935250" y="1972300"/>
                    <a:ext cx="622625" cy="1006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05" h="40240" extrusionOk="0">
                        <a:moveTo>
                          <a:pt x="7238" y="1"/>
                        </a:moveTo>
                        <a:cubicBezTo>
                          <a:pt x="6792" y="1"/>
                          <a:pt x="6326" y="155"/>
                          <a:pt x="5841" y="398"/>
                        </a:cubicBezTo>
                        <a:cubicBezTo>
                          <a:pt x="4944" y="773"/>
                          <a:pt x="4318" y="1629"/>
                          <a:pt x="3964" y="2505"/>
                        </a:cubicBezTo>
                        <a:cubicBezTo>
                          <a:pt x="2587" y="5717"/>
                          <a:pt x="1607" y="9075"/>
                          <a:pt x="731" y="12454"/>
                        </a:cubicBezTo>
                        <a:cubicBezTo>
                          <a:pt x="335" y="12913"/>
                          <a:pt x="397" y="13914"/>
                          <a:pt x="272" y="14519"/>
                        </a:cubicBezTo>
                        <a:cubicBezTo>
                          <a:pt x="1" y="14957"/>
                          <a:pt x="189" y="15582"/>
                          <a:pt x="126" y="16083"/>
                        </a:cubicBezTo>
                        <a:cubicBezTo>
                          <a:pt x="168" y="16458"/>
                          <a:pt x="105" y="16896"/>
                          <a:pt x="168" y="17293"/>
                        </a:cubicBezTo>
                        <a:cubicBezTo>
                          <a:pt x="1" y="17606"/>
                          <a:pt x="147" y="18064"/>
                          <a:pt x="105" y="18398"/>
                        </a:cubicBezTo>
                        <a:cubicBezTo>
                          <a:pt x="126" y="18690"/>
                          <a:pt x="43" y="18961"/>
                          <a:pt x="126" y="19253"/>
                        </a:cubicBezTo>
                        <a:cubicBezTo>
                          <a:pt x="230" y="19754"/>
                          <a:pt x="1" y="21172"/>
                          <a:pt x="481" y="21360"/>
                        </a:cubicBezTo>
                        <a:cubicBezTo>
                          <a:pt x="501" y="21402"/>
                          <a:pt x="501" y="21443"/>
                          <a:pt x="501" y="21464"/>
                        </a:cubicBezTo>
                        <a:cubicBezTo>
                          <a:pt x="460" y="22173"/>
                          <a:pt x="773" y="22862"/>
                          <a:pt x="939" y="23550"/>
                        </a:cubicBezTo>
                        <a:cubicBezTo>
                          <a:pt x="1273" y="24676"/>
                          <a:pt x="1669" y="25823"/>
                          <a:pt x="1982" y="26971"/>
                        </a:cubicBezTo>
                        <a:cubicBezTo>
                          <a:pt x="2420" y="28702"/>
                          <a:pt x="2712" y="30475"/>
                          <a:pt x="3046" y="32227"/>
                        </a:cubicBezTo>
                        <a:cubicBezTo>
                          <a:pt x="3192" y="32706"/>
                          <a:pt x="3171" y="33520"/>
                          <a:pt x="3463" y="33874"/>
                        </a:cubicBezTo>
                        <a:cubicBezTo>
                          <a:pt x="3505" y="33895"/>
                          <a:pt x="3526" y="33916"/>
                          <a:pt x="3547" y="33937"/>
                        </a:cubicBezTo>
                        <a:cubicBezTo>
                          <a:pt x="3568" y="34000"/>
                          <a:pt x="3609" y="34062"/>
                          <a:pt x="3651" y="34104"/>
                        </a:cubicBezTo>
                        <a:cubicBezTo>
                          <a:pt x="4631" y="34876"/>
                          <a:pt x="5716" y="35501"/>
                          <a:pt x="6738" y="36231"/>
                        </a:cubicBezTo>
                        <a:cubicBezTo>
                          <a:pt x="8240" y="37316"/>
                          <a:pt x="9783" y="38296"/>
                          <a:pt x="11514" y="38964"/>
                        </a:cubicBezTo>
                        <a:cubicBezTo>
                          <a:pt x="12995" y="39631"/>
                          <a:pt x="14601" y="40069"/>
                          <a:pt x="16228" y="40236"/>
                        </a:cubicBezTo>
                        <a:cubicBezTo>
                          <a:pt x="16294" y="40239"/>
                          <a:pt x="16360" y="40240"/>
                          <a:pt x="16425" y="40240"/>
                        </a:cubicBezTo>
                        <a:cubicBezTo>
                          <a:pt x="16902" y="40240"/>
                          <a:pt x="17376" y="40172"/>
                          <a:pt x="17834" y="40007"/>
                        </a:cubicBezTo>
                        <a:cubicBezTo>
                          <a:pt x="18084" y="39902"/>
                          <a:pt x="18502" y="39735"/>
                          <a:pt x="18710" y="39485"/>
                        </a:cubicBezTo>
                        <a:cubicBezTo>
                          <a:pt x="18715" y="39485"/>
                          <a:pt x="18719" y="39485"/>
                          <a:pt x="18724" y="39485"/>
                        </a:cubicBezTo>
                        <a:cubicBezTo>
                          <a:pt x="19197" y="39485"/>
                          <a:pt x="19546" y="38418"/>
                          <a:pt x="19753" y="38067"/>
                        </a:cubicBezTo>
                        <a:cubicBezTo>
                          <a:pt x="20254" y="37003"/>
                          <a:pt x="20671" y="35898"/>
                          <a:pt x="21088" y="34813"/>
                        </a:cubicBezTo>
                        <a:cubicBezTo>
                          <a:pt x="21693" y="33436"/>
                          <a:pt x="22173" y="31997"/>
                          <a:pt x="22673" y="30579"/>
                        </a:cubicBezTo>
                        <a:cubicBezTo>
                          <a:pt x="23278" y="28764"/>
                          <a:pt x="23925" y="26971"/>
                          <a:pt x="24175" y="25073"/>
                        </a:cubicBezTo>
                        <a:cubicBezTo>
                          <a:pt x="24217" y="24822"/>
                          <a:pt x="24258" y="24551"/>
                          <a:pt x="24300" y="24280"/>
                        </a:cubicBezTo>
                        <a:cubicBezTo>
                          <a:pt x="24404" y="23884"/>
                          <a:pt x="24467" y="23467"/>
                          <a:pt x="24488" y="23070"/>
                        </a:cubicBezTo>
                        <a:cubicBezTo>
                          <a:pt x="24509" y="23028"/>
                          <a:pt x="24509" y="22987"/>
                          <a:pt x="24488" y="22945"/>
                        </a:cubicBezTo>
                        <a:cubicBezTo>
                          <a:pt x="24571" y="22424"/>
                          <a:pt x="24634" y="21902"/>
                          <a:pt x="24675" y="21381"/>
                        </a:cubicBezTo>
                        <a:cubicBezTo>
                          <a:pt x="24738" y="20734"/>
                          <a:pt x="24780" y="20108"/>
                          <a:pt x="24884" y="19462"/>
                        </a:cubicBezTo>
                        <a:cubicBezTo>
                          <a:pt x="24905" y="19295"/>
                          <a:pt x="24821" y="19149"/>
                          <a:pt x="24675" y="19045"/>
                        </a:cubicBezTo>
                        <a:cubicBezTo>
                          <a:pt x="24675" y="18815"/>
                          <a:pt x="24675" y="18586"/>
                          <a:pt x="24696" y="18356"/>
                        </a:cubicBezTo>
                        <a:cubicBezTo>
                          <a:pt x="24717" y="17689"/>
                          <a:pt x="24738" y="17021"/>
                          <a:pt x="24717" y="16354"/>
                        </a:cubicBezTo>
                        <a:cubicBezTo>
                          <a:pt x="24717" y="15707"/>
                          <a:pt x="24675" y="15082"/>
                          <a:pt x="24655" y="14456"/>
                        </a:cubicBezTo>
                        <a:cubicBezTo>
                          <a:pt x="24634" y="14352"/>
                          <a:pt x="24613" y="14268"/>
                          <a:pt x="24571" y="14206"/>
                        </a:cubicBezTo>
                        <a:cubicBezTo>
                          <a:pt x="24550" y="13371"/>
                          <a:pt x="24550" y="12537"/>
                          <a:pt x="24550" y="11724"/>
                        </a:cubicBezTo>
                        <a:cubicBezTo>
                          <a:pt x="24550" y="11598"/>
                          <a:pt x="24509" y="11515"/>
                          <a:pt x="24446" y="11452"/>
                        </a:cubicBezTo>
                        <a:lnTo>
                          <a:pt x="24446" y="11244"/>
                        </a:lnTo>
                        <a:cubicBezTo>
                          <a:pt x="24446" y="10576"/>
                          <a:pt x="24404" y="9909"/>
                          <a:pt x="24363" y="9242"/>
                        </a:cubicBezTo>
                        <a:cubicBezTo>
                          <a:pt x="24363" y="9116"/>
                          <a:pt x="24321" y="8991"/>
                          <a:pt x="24237" y="8887"/>
                        </a:cubicBezTo>
                        <a:lnTo>
                          <a:pt x="24217" y="8866"/>
                        </a:lnTo>
                        <a:cubicBezTo>
                          <a:pt x="24196" y="8824"/>
                          <a:pt x="24196" y="8783"/>
                          <a:pt x="24196" y="8741"/>
                        </a:cubicBezTo>
                        <a:cubicBezTo>
                          <a:pt x="24133" y="8115"/>
                          <a:pt x="24008" y="7510"/>
                          <a:pt x="23883" y="6906"/>
                        </a:cubicBezTo>
                        <a:cubicBezTo>
                          <a:pt x="23862" y="6822"/>
                          <a:pt x="23841" y="6760"/>
                          <a:pt x="23779" y="6718"/>
                        </a:cubicBezTo>
                        <a:cubicBezTo>
                          <a:pt x="23758" y="6634"/>
                          <a:pt x="23737" y="6572"/>
                          <a:pt x="23716" y="6509"/>
                        </a:cubicBezTo>
                        <a:cubicBezTo>
                          <a:pt x="23674" y="6322"/>
                          <a:pt x="23591" y="6113"/>
                          <a:pt x="23445" y="6009"/>
                        </a:cubicBezTo>
                        <a:cubicBezTo>
                          <a:pt x="23361" y="5842"/>
                          <a:pt x="23215" y="5696"/>
                          <a:pt x="23132" y="5550"/>
                        </a:cubicBezTo>
                        <a:cubicBezTo>
                          <a:pt x="22861" y="5153"/>
                          <a:pt x="22485" y="4841"/>
                          <a:pt x="22047" y="4611"/>
                        </a:cubicBezTo>
                        <a:cubicBezTo>
                          <a:pt x="21606" y="4353"/>
                          <a:pt x="21159" y="4222"/>
                          <a:pt x="20719" y="4222"/>
                        </a:cubicBezTo>
                        <a:cubicBezTo>
                          <a:pt x="20305" y="4222"/>
                          <a:pt x="19897" y="4337"/>
                          <a:pt x="19503" y="4569"/>
                        </a:cubicBezTo>
                        <a:cubicBezTo>
                          <a:pt x="19202" y="3716"/>
                          <a:pt x="18270" y="3333"/>
                          <a:pt x="17385" y="3333"/>
                        </a:cubicBezTo>
                        <a:cubicBezTo>
                          <a:pt x="17167" y="3333"/>
                          <a:pt x="16952" y="3356"/>
                          <a:pt x="16750" y="3401"/>
                        </a:cubicBezTo>
                        <a:cubicBezTo>
                          <a:pt x="16249" y="3485"/>
                          <a:pt x="15853" y="3735"/>
                          <a:pt x="15456" y="4006"/>
                        </a:cubicBezTo>
                        <a:cubicBezTo>
                          <a:pt x="15394" y="3714"/>
                          <a:pt x="15331" y="3401"/>
                          <a:pt x="15144" y="3151"/>
                        </a:cubicBezTo>
                        <a:cubicBezTo>
                          <a:pt x="14831" y="2651"/>
                          <a:pt x="14372" y="2254"/>
                          <a:pt x="13829" y="2046"/>
                        </a:cubicBezTo>
                        <a:cubicBezTo>
                          <a:pt x="13412" y="1712"/>
                          <a:pt x="12933" y="1503"/>
                          <a:pt x="12411" y="1462"/>
                        </a:cubicBezTo>
                        <a:cubicBezTo>
                          <a:pt x="12326" y="1454"/>
                          <a:pt x="12242" y="1451"/>
                          <a:pt x="12157" y="1451"/>
                        </a:cubicBezTo>
                        <a:cubicBezTo>
                          <a:pt x="11538" y="1451"/>
                          <a:pt x="10939" y="1645"/>
                          <a:pt x="10388" y="1921"/>
                        </a:cubicBezTo>
                        <a:cubicBezTo>
                          <a:pt x="10242" y="1983"/>
                          <a:pt x="10096" y="2087"/>
                          <a:pt x="9950" y="2150"/>
                        </a:cubicBezTo>
                        <a:cubicBezTo>
                          <a:pt x="9846" y="1879"/>
                          <a:pt x="9679" y="1629"/>
                          <a:pt x="9575" y="1378"/>
                        </a:cubicBezTo>
                        <a:cubicBezTo>
                          <a:pt x="9470" y="1191"/>
                          <a:pt x="9262" y="899"/>
                          <a:pt x="9011" y="711"/>
                        </a:cubicBezTo>
                        <a:cubicBezTo>
                          <a:pt x="8928" y="607"/>
                          <a:pt x="8844" y="523"/>
                          <a:pt x="8740" y="440"/>
                        </a:cubicBezTo>
                        <a:cubicBezTo>
                          <a:pt x="8401" y="195"/>
                          <a:pt x="8130" y="103"/>
                          <a:pt x="7911" y="103"/>
                        </a:cubicBezTo>
                        <a:cubicBezTo>
                          <a:pt x="7888" y="103"/>
                          <a:pt x="7865" y="104"/>
                          <a:pt x="7843" y="106"/>
                        </a:cubicBezTo>
                        <a:cubicBezTo>
                          <a:pt x="7646" y="34"/>
                          <a:pt x="7444" y="1"/>
                          <a:pt x="7238" y="1"/>
                        </a:cubicBezTo>
                        <a:close/>
                      </a:path>
                    </a:pathLst>
                  </a:custGeom>
                  <a:solidFill>
                    <a:srgbClr val="F7C49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21" name="Google Shape;2621;p46"/>
                  <p:cNvSpPr/>
                  <p:nvPr/>
                </p:nvSpPr>
                <p:spPr>
                  <a:xfrm>
                    <a:off x="4976700" y="1966450"/>
                    <a:ext cx="581700" cy="1009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68" h="40387" extrusionOk="0">
                        <a:moveTo>
                          <a:pt x="6999" y="4032"/>
                        </a:moveTo>
                        <a:cubicBezTo>
                          <a:pt x="6999" y="4037"/>
                          <a:pt x="6999" y="4042"/>
                          <a:pt x="6999" y="4053"/>
                        </a:cubicBezTo>
                        <a:cubicBezTo>
                          <a:pt x="6999" y="4073"/>
                          <a:pt x="6999" y="4073"/>
                          <a:pt x="6978" y="4094"/>
                        </a:cubicBezTo>
                        <a:cubicBezTo>
                          <a:pt x="6999" y="4073"/>
                          <a:pt x="6999" y="4053"/>
                          <a:pt x="6999" y="4032"/>
                        </a:cubicBezTo>
                        <a:close/>
                        <a:moveTo>
                          <a:pt x="6118" y="1"/>
                        </a:moveTo>
                        <a:cubicBezTo>
                          <a:pt x="5988" y="1"/>
                          <a:pt x="5872" y="109"/>
                          <a:pt x="5872" y="257"/>
                        </a:cubicBezTo>
                        <a:cubicBezTo>
                          <a:pt x="6269" y="945"/>
                          <a:pt x="6415" y="1404"/>
                          <a:pt x="6352" y="2217"/>
                        </a:cubicBezTo>
                        <a:cubicBezTo>
                          <a:pt x="6415" y="3489"/>
                          <a:pt x="4183" y="12229"/>
                          <a:pt x="5309" y="12271"/>
                        </a:cubicBezTo>
                        <a:cubicBezTo>
                          <a:pt x="5643" y="12271"/>
                          <a:pt x="5622" y="11812"/>
                          <a:pt x="5685" y="11561"/>
                        </a:cubicBezTo>
                        <a:cubicBezTo>
                          <a:pt x="5810" y="10810"/>
                          <a:pt x="5956" y="10060"/>
                          <a:pt x="6123" y="9309"/>
                        </a:cubicBezTo>
                        <a:cubicBezTo>
                          <a:pt x="6498" y="7619"/>
                          <a:pt x="6957" y="5951"/>
                          <a:pt x="7458" y="4282"/>
                        </a:cubicBezTo>
                        <a:cubicBezTo>
                          <a:pt x="7687" y="4136"/>
                          <a:pt x="7645" y="3781"/>
                          <a:pt x="7666" y="3552"/>
                        </a:cubicBezTo>
                        <a:cubicBezTo>
                          <a:pt x="7791" y="3072"/>
                          <a:pt x="8167" y="2655"/>
                          <a:pt x="8229" y="2196"/>
                        </a:cubicBezTo>
                        <a:cubicBezTo>
                          <a:pt x="8063" y="1654"/>
                          <a:pt x="7645" y="1258"/>
                          <a:pt x="7249" y="882"/>
                        </a:cubicBezTo>
                        <a:cubicBezTo>
                          <a:pt x="7046" y="753"/>
                          <a:pt x="6891" y="361"/>
                          <a:pt x="6627" y="361"/>
                        </a:cubicBezTo>
                        <a:cubicBezTo>
                          <a:pt x="6593" y="361"/>
                          <a:pt x="6557" y="367"/>
                          <a:pt x="6519" y="382"/>
                        </a:cubicBezTo>
                        <a:cubicBezTo>
                          <a:pt x="6436" y="257"/>
                          <a:pt x="6373" y="90"/>
                          <a:pt x="6227" y="27"/>
                        </a:cubicBezTo>
                        <a:cubicBezTo>
                          <a:pt x="6191" y="9"/>
                          <a:pt x="6154" y="1"/>
                          <a:pt x="6118" y="1"/>
                        </a:cubicBezTo>
                        <a:close/>
                        <a:moveTo>
                          <a:pt x="10592" y="1515"/>
                        </a:moveTo>
                        <a:cubicBezTo>
                          <a:pt x="10535" y="1515"/>
                          <a:pt x="10477" y="1520"/>
                          <a:pt x="10419" y="1529"/>
                        </a:cubicBezTo>
                        <a:cubicBezTo>
                          <a:pt x="10378" y="1529"/>
                          <a:pt x="10336" y="1529"/>
                          <a:pt x="10294" y="1550"/>
                        </a:cubicBezTo>
                        <a:cubicBezTo>
                          <a:pt x="10232" y="1550"/>
                          <a:pt x="10169" y="1550"/>
                          <a:pt x="10107" y="1571"/>
                        </a:cubicBezTo>
                        <a:cubicBezTo>
                          <a:pt x="10086" y="1571"/>
                          <a:pt x="10065" y="1591"/>
                          <a:pt x="10044" y="1591"/>
                        </a:cubicBezTo>
                        <a:cubicBezTo>
                          <a:pt x="9961" y="1591"/>
                          <a:pt x="9877" y="1612"/>
                          <a:pt x="9794" y="1612"/>
                        </a:cubicBezTo>
                        <a:cubicBezTo>
                          <a:pt x="9460" y="1612"/>
                          <a:pt x="9481" y="2113"/>
                          <a:pt x="9794" y="2113"/>
                        </a:cubicBezTo>
                        <a:cubicBezTo>
                          <a:pt x="10190" y="2113"/>
                          <a:pt x="10628" y="2113"/>
                          <a:pt x="10962" y="2363"/>
                        </a:cubicBezTo>
                        <a:cubicBezTo>
                          <a:pt x="11587" y="2864"/>
                          <a:pt x="11942" y="3635"/>
                          <a:pt x="12130" y="4407"/>
                        </a:cubicBezTo>
                        <a:cubicBezTo>
                          <a:pt x="12213" y="4845"/>
                          <a:pt x="12234" y="5283"/>
                          <a:pt x="12255" y="5721"/>
                        </a:cubicBezTo>
                        <a:cubicBezTo>
                          <a:pt x="12297" y="5867"/>
                          <a:pt x="12255" y="6055"/>
                          <a:pt x="12317" y="6201"/>
                        </a:cubicBezTo>
                        <a:cubicBezTo>
                          <a:pt x="12297" y="7035"/>
                          <a:pt x="12213" y="7870"/>
                          <a:pt x="12088" y="8683"/>
                        </a:cubicBezTo>
                        <a:cubicBezTo>
                          <a:pt x="11984" y="9392"/>
                          <a:pt x="11859" y="10101"/>
                          <a:pt x="11775" y="10810"/>
                        </a:cubicBezTo>
                        <a:cubicBezTo>
                          <a:pt x="11775" y="10831"/>
                          <a:pt x="11775" y="10873"/>
                          <a:pt x="11775" y="10915"/>
                        </a:cubicBezTo>
                        <a:cubicBezTo>
                          <a:pt x="11754" y="11165"/>
                          <a:pt x="11713" y="11415"/>
                          <a:pt x="11692" y="11686"/>
                        </a:cubicBezTo>
                        <a:cubicBezTo>
                          <a:pt x="11587" y="12521"/>
                          <a:pt x="11504" y="13626"/>
                          <a:pt x="11838" y="13814"/>
                        </a:cubicBezTo>
                        <a:cubicBezTo>
                          <a:pt x="11872" y="13826"/>
                          <a:pt x="11903" y="13831"/>
                          <a:pt x="11932" y="13831"/>
                        </a:cubicBezTo>
                        <a:cubicBezTo>
                          <a:pt x="12365" y="13831"/>
                          <a:pt x="12263" y="12583"/>
                          <a:pt x="12380" y="12271"/>
                        </a:cubicBezTo>
                        <a:cubicBezTo>
                          <a:pt x="12505" y="11332"/>
                          <a:pt x="12693" y="10414"/>
                          <a:pt x="12901" y="9496"/>
                        </a:cubicBezTo>
                        <a:cubicBezTo>
                          <a:pt x="13152" y="8495"/>
                          <a:pt x="13256" y="7452"/>
                          <a:pt x="13402" y="6430"/>
                        </a:cubicBezTo>
                        <a:cubicBezTo>
                          <a:pt x="13465" y="5805"/>
                          <a:pt x="13903" y="3698"/>
                          <a:pt x="13340" y="3343"/>
                        </a:cubicBezTo>
                        <a:cubicBezTo>
                          <a:pt x="13198" y="3007"/>
                          <a:pt x="12530" y="2009"/>
                          <a:pt x="12051" y="2009"/>
                        </a:cubicBezTo>
                        <a:cubicBezTo>
                          <a:pt x="11965" y="2009"/>
                          <a:pt x="11886" y="2040"/>
                          <a:pt x="11817" y="2113"/>
                        </a:cubicBezTo>
                        <a:cubicBezTo>
                          <a:pt x="11483" y="1798"/>
                          <a:pt x="11050" y="1515"/>
                          <a:pt x="10592" y="1515"/>
                        </a:cubicBezTo>
                        <a:close/>
                        <a:moveTo>
                          <a:pt x="15842" y="3364"/>
                        </a:moveTo>
                        <a:cubicBezTo>
                          <a:pt x="15717" y="3385"/>
                          <a:pt x="15634" y="3448"/>
                          <a:pt x="15613" y="3510"/>
                        </a:cubicBezTo>
                        <a:cubicBezTo>
                          <a:pt x="15488" y="3469"/>
                          <a:pt x="15342" y="3448"/>
                          <a:pt x="15175" y="3448"/>
                        </a:cubicBezTo>
                        <a:cubicBezTo>
                          <a:pt x="14862" y="3448"/>
                          <a:pt x="14862" y="3948"/>
                          <a:pt x="15175" y="3948"/>
                        </a:cubicBezTo>
                        <a:cubicBezTo>
                          <a:pt x="16280" y="3948"/>
                          <a:pt x="16656" y="5700"/>
                          <a:pt x="16864" y="6556"/>
                        </a:cubicBezTo>
                        <a:cubicBezTo>
                          <a:pt x="16906" y="6785"/>
                          <a:pt x="16948" y="6994"/>
                          <a:pt x="16969" y="7223"/>
                        </a:cubicBezTo>
                        <a:cubicBezTo>
                          <a:pt x="16969" y="7515"/>
                          <a:pt x="16969" y="7786"/>
                          <a:pt x="16969" y="8036"/>
                        </a:cubicBezTo>
                        <a:cubicBezTo>
                          <a:pt x="16906" y="9288"/>
                          <a:pt x="16781" y="10560"/>
                          <a:pt x="16677" y="11812"/>
                        </a:cubicBezTo>
                        <a:cubicBezTo>
                          <a:pt x="16677" y="12709"/>
                          <a:pt x="16114" y="14419"/>
                          <a:pt x="17177" y="14857"/>
                        </a:cubicBezTo>
                        <a:cubicBezTo>
                          <a:pt x="17211" y="14864"/>
                          <a:pt x="17242" y="14867"/>
                          <a:pt x="17271" y="14867"/>
                        </a:cubicBezTo>
                        <a:cubicBezTo>
                          <a:pt x="17788" y="14867"/>
                          <a:pt x="17661" y="13857"/>
                          <a:pt x="17740" y="13501"/>
                        </a:cubicBezTo>
                        <a:cubicBezTo>
                          <a:pt x="17824" y="12479"/>
                          <a:pt x="17886" y="11478"/>
                          <a:pt x="18012" y="10477"/>
                        </a:cubicBezTo>
                        <a:cubicBezTo>
                          <a:pt x="18158" y="8641"/>
                          <a:pt x="18742" y="5387"/>
                          <a:pt x="17198" y="4053"/>
                        </a:cubicBezTo>
                        <a:cubicBezTo>
                          <a:pt x="17013" y="3935"/>
                          <a:pt x="16815" y="3641"/>
                          <a:pt x="16580" y="3641"/>
                        </a:cubicBezTo>
                        <a:cubicBezTo>
                          <a:pt x="16524" y="3641"/>
                          <a:pt x="16466" y="3658"/>
                          <a:pt x="16406" y="3698"/>
                        </a:cubicBezTo>
                        <a:cubicBezTo>
                          <a:pt x="16239" y="3552"/>
                          <a:pt x="16072" y="3385"/>
                          <a:pt x="15842" y="3364"/>
                        </a:cubicBezTo>
                        <a:close/>
                        <a:moveTo>
                          <a:pt x="323" y="16167"/>
                        </a:moveTo>
                        <a:cubicBezTo>
                          <a:pt x="136" y="16167"/>
                          <a:pt x="1" y="16413"/>
                          <a:pt x="137" y="16588"/>
                        </a:cubicBezTo>
                        <a:cubicBezTo>
                          <a:pt x="34" y="17161"/>
                          <a:pt x="1178" y="18237"/>
                          <a:pt x="1772" y="18237"/>
                        </a:cubicBezTo>
                        <a:cubicBezTo>
                          <a:pt x="1783" y="18237"/>
                          <a:pt x="1794" y="18237"/>
                          <a:pt x="1805" y="18236"/>
                        </a:cubicBezTo>
                        <a:cubicBezTo>
                          <a:pt x="1840" y="18241"/>
                          <a:pt x="1877" y="18244"/>
                          <a:pt x="1915" y="18244"/>
                        </a:cubicBezTo>
                        <a:cubicBezTo>
                          <a:pt x="2488" y="18244"/>
                          <a:pt x="3341" y="17675"/>
                          <a:pt x="2911" y="17089"/>
                        </a:cubicBezTo>
                        <a:cubicBezTo>
                          <a:pt x="2761" y="16995"/>
                          <a:pt x="2586" y="16981"/>
                          <a:pt x="2405" y="16981"/>
                        </a:cubicBezTo>
                        <a:cubicBezTo>
                          <a:pt x="2329" y="16981"/>
                          <a:pt x="2251" y="16984"/>
                          <a:pt x="2174" y="16984"/>
                        </a:cubicBezTo>
                        <a:cubicBezTo>
                          <a:pt x="2026" y="16984"/>
                          <a:pt x="1879" y="16975"/>
                          <a:pt x="1743" y="16922"/>
                        </a:cubicBezTo>
                        <a:cubicBezTo>
                          <a:pt x="1221" y="16797"/>
                          <a:pt x="825" y="16442"/>
                          <a:pt x="366" y="16171"/>
                        </a:cubicBezTo>
                        <a:cubicBezTo>
                          <a:pt x="351" y="16168"/>
                          <a:pt x="337" y="16167"/>
                          <a:pt x="323" y="16167"/>
                        </a:cubicBezTo>
                        <a:close/>
                        <a:moveTo>
                          <a:pt x="6752" y="17123"/>
                        </a:moveTo>
                        <a:cubicBezTo>
                          <a:pt x="6638" y="17123"/>
                          <a:pt x="6555" y="17194"/>
                          <a:pt x="6540" y="17401"/>
                        </a:cubicBezTo>
                        <a:cubicBezTo>
                          <a:pt x="6269" y="17673"/>
                          <a:pt x="6811" y="18090"/>
                          <a:pt x="6957" y="18340"/>
                        </a:cubicBezTo>
                        <a:cubicBezTo>
                          <a:pt x="7207" y="18653"/>
                          <a:pt x="7583" y="18882"/>
                          <a:pt x="8021" y="18903"/>
                        </a:cubicBezTo>
                        <a:cubicBezTo>
                          <a:pt x="8074" y="18909"/>
                          <a:pt x="8127" y="18912"/>
                          <a:pt x="8180" y="18912"/>
                        </a:cubicBezTo>
                        <a:cubicBezTo>
                          <a:pt x="8501" y="18912"/>
                          <a:pt x="8813" y="18802"/>
                          <a:pt x="9064" y="18570"/>
                        </a:cubicBezTo>
                        <a:cubicBezTo>
                          <a:pt x="9272" y="18340"/>
                          <a:pt x="9773" y="17944"/>
                          <a:pt x="9481" y="17610"/>
                        </a:cubicBezTo>
                        <a:cubicBezTo>
                          <a:pt x="9422" y="17567"/>
                          <a:pt x="9343" y="17552"/>
                          <a:pt x="9253" y="17552"/>
                        </a:cubicBezTo>
                        <a:cubicBezTo>
                          <a:pt x="9035" y="17552"/>
                          <a:pt x="8751" y="17641"/>
                          <a:pt x="8519" y="17641"/>
                        </a:cubicBezTo>
                        <a:cubicBezTo>
                          <a:pt x="8476" y="17641"/>
                          <a:pt x="8435" y="17638"/>
                          <a:pt x="8396" y="17631"/>
                        </a:cubicBezTo>
                        <a:cubicBezTo>
                          <a:pt x="8063" y="17631"/>
                          <a:pt x="7750" y="17547"/>
                          <a:pt x="7437" y="17422"/>
                        </a:cubicBezTo>
                        <a:cubicBezTo>
                          <a:pt x="7262" y="17355"/>
                          <a:pt x="6957" y="17123"/>
                          <a:pt x="6752" y="17123"/>
                        </a:cubicBezTo>
                        <a:close/>
                        <a:moveTo>
                          <a:pt x="12558" y="18703"/>
                        </a:moveTo>
                        <a:cubicBezTo>
                          <a:pt x="12324" y="18703"/>
                          <a:pt x="12208" y="19027"/>
                          <a:pt x="12443" y="19320"/>
                        </a:cubicBezTo>
                        <a:cubicBezTo>
                          <a:pt x="12584" y="20027"/>
                          <a:pt x="13332" y="20636"/>
                          <a:pt x="14061" y="20636"/>
                        </a:cubicBezTo>
                        <a:cubicBezTo>
                          <a:pt x="14084" y="20636"/>
                          <a:pt x="14108" y="20636"/>
                          <a:pt x="14132" y="20634"/>
                        </a:cubicBezTo>
                        <a:cubicBezTo>
                          <a:pt x="14201" y="20646"/>
                          <a:pt x="14270" y="20651"/>
                          <a:pt x="14339" y="20651"/>
                        </a:cubicBezTo>
                        <a:cubicBezTo>
                          <a:pt x="14767" y="20651"/>
                          <a:pt x="15179" y="20434"/>
                          <a:pt x="15467" y="20092"/>
                        </a:cubicBezTo>
                        <a:cubicBezTo>
                          <a:pt x="15550" y="19988"/>
                          <a:pt x="15696" y="19863"/>
                          <a:pt x="15696" y="19717"/>
                        </a:cubicBezTo>
                        <a:cubicBezTo>
                          <a:pt x="15683" y="19565"/>
                          <a:pt x="15560" y="19486"/>
                          <a:pt x="15430" y="19486"/>
                        </a:cubicBezTo>
                        <a:cubicBezTo>
                          <a:pt x="15363" y="19486"/>
                          <a:pt x="15294" y="19507"/>
                          <a:pt x="15238" y="19550"/>
                        </a:cubicBezTo>
                        <a:cubicBezTo>
                          <a:pt x="15208" y="19535"/>
                          <a:pt x="15178" y="19528"/>
                          <a:pt x="15149" y="19528"/>
                        </a:cubicBezTo>
                        <a:cubicBezTo>
                          <a:pt x="15095" y="19528"/>
                          <a:pt x="15041" y="19551"/>
                          <a:pt x="14987" y="19592"/>
                        </a:cubicBezTo>
                        <a:lnTo>
                          <a:pt x="14966" y="19612"/>
                        </a:lnTo>
                        <a:cubicBezTo>
                          <a:pt x="14943" y="19613"/>
                          <a:pt x="14920" y="19613"/>
                          <a:pt x="14897" y="19613"/>
                        </a:cubicBezTo>
                        <a:cubicBezTo>
                          <a:pt x="14189" y="19613"/>
                          <a:pt x="13467" y="19307"/>
                          <a:pt x="12901" y="18903"/>
                        </a:cubicBezTo>
                        <a:cubicBezTo>
                          <a:pt x="12778" y="18761"/>
                          <a:pt x="12657" y="18703"/>
                          <a:pt x="12558" y="18703"/>
                        </a:cubicBezTo>
                        <a:close/>
                        <a:moveTo>
                          <a:pt x="19140" y="4339"/>
                        </a:moveTo>
                        <a:cubicBezTo>
                          <a:pt x="19049" y="4339"/>
                          <a:pt x="18966" y="4368"/>
                          <a:pt x="18909" y="4449"/>
                        </a:cubicBezTo>
                        <a:cubicBezTo>
                          <a:pt x="18700" y="4866"/>
                          <a:pt x="19451" y="4908"/>
                          <a:pt x="19680" y="5137"/>
                        </a:cubicBezTo>
                        <a:cubicBezTo>
                          <a:pt x="20389" y="5638"/>
                          <a:pt x="20723" y="6493"/>
                          <a:pt x="20953" y="7306"/>
                        </a:cubicBezTo>
                        <a:cubicBezTo>
                          <a:pt x="21265" y="8892"/>
                          <a:pt x="21495" y="10518"/>
                          <a:pt x="21557" y="12145"/>
                        </a:cubicBezTo>
                        <a:cubicBezTo>
                          <a:pt x="21557" y="13105"/>
                          <a:pt x="21537" y="14085"/>
                          <a:pt x="21495" y="15045"/>
                        </a:cubicBezTo>
                        <a:cubicBezTo>
                          <a:pt x="21370" y="16254"/>
                          <a:pt x="21140" y="17464"/>
                          <a:pt x="20786" y="18632"/>
                        </a:cubicBezTo>
                        <a:cubicBezTo>
                          <a:pt x="20598" y="19300"/>
                          <a:pt x="20097" y="19654"/>
                          <a:pt x="19722" y="19884"/>
                        </a:cubicBezTo>
                        <a:cubicBezTo>
                          <a:pt x="19096" y="20134"/>
                          <a:pt x="18533" y="20113"/>
                          <a:pt x="18470" y="20801"/>
                        </a:cubicBezTo>
                        <a:cubicBezTo>
                          <a:pt x="18408" y="24848"/>
                          <a:pt x="17240" y="28811"/>
                          <a:pt x="16030" y="32648"/>
                        </a:cubicBezTo>
                        <a:cubicBezTo>
                          <a:pt x="15425" y="34338"/>
                          <a:pt x="14820" y="36027"/>
                          <a:pt x="14070" y="37654"/>
                        </a:cubicBezTo>
                        <a:cubicBezTo>
                          <a:pt x="13944" y="37779"/>
                          <a:pt x="13819" y="37905"/>
                          <a:pt x="13694" y="38030"/>
                        </a:cubicBezTo>
                        <a:cubicBezTo>
                          <a:pt x="13632" y="38051"/>
                          <a:pt x="13590" y="38092"/>
                          <a:pt x="13548" y="38134"/>
                        </a:cubicBezTo>
                        <a:cubicBezTo>
                          <a:pt x="13044" y="38395"/>
                          <a:pt x="12468" y="38525"/>
                          <a:pt x="11879" y="38525"/>
                        </a:cubicBezTo>
                        <a:cubicBezTo>
                          <a:pt x="11761" y="38525"/>
                          <a:pt x="11643" y="38520"/>
                          <a:pt x="11525" y="38509"/>
                        </a:cubicBezTo>
                        <a:cubicBezTo>
                          <a:pt x="9898" y="38113"/>
                          <a:pt x="8375" y="37237"/>
                          <a:pt x="6853" y="36570"/>
                        </a:cubicBezTo>
                        <a:cubicBezTo>
                          <a:pt x="5580" y="35902"/>
                          <a:pt x="4371" y="35130"/>
                          <a:pt x="3244" y="34254"/>
                        </a:cubicBezTo>
                        <a:lnTo>
                          <a:pt x="3224" y="34254"/>
                        </a:lnTo>
                        <a:cubicBezTo>
                          <a:pt x="2806" y="33983"/>
                          <a:pt x="2389" y="33712"/>
                          <a:pt x="2014" y="33399"/>
                        </a:cubicBezTo>
                        <a:cubicBezTo>
                          <a:pt x="1910" y="33337"/>
                          <a:pt x="1805" y="33253"/>
                          <a:pt x="1701" y="33170"/>
                        </a:cubicBezTo>
                        <a:cubicBezTo>
                          <a:pt x="1659" y="33149"/>
                          <a:pt x="1618" y="33128"/>
                          <a:pt x="1597" y="33086"/>
                        </a:cubicBezTo>
                        <a:cubicBezTo>
                          <a:pt x="1513" y="33107"/>
                          <a:pt x="1451" y="33149"/>
                          <a:pt x="1409" y="33253"/>
                        </a:cubicBezTo>
                        <a:cubicBezTo>
                          <a:pt x="1367" y="33378"/>
                          <a:pt x="1430" y="33462"/>
                          <a:pt x="1534" y="33545"/>
                        </a:cubicBezTo>
                        <a:cubicBezTo>
                          <a:pt x="1513" y="33650"/>
                          <a:pt x="1555" y="33775"/>
                          <a:pt x="1680" y="33879"/>
                        </a:cubicBezTo>
                        <a:cubicBezTo>
                          <a:pt x="2744" y="34984"/>
                          <a:pt x="4079" y="35840"/>
                          <a:pt x="5372" y="36632"/>
                        </a:cubicBezTo>
                        <a:cubicBezTo>
                          <a:pt x="5330" y="36737"/>
                          <a:pt x="5372" y="36862"/>
                          <a:pt x="5476" y="36924"/>
                        </a:cubicBezTo>
                        <a:cubicBezTo>
                          <a:pt x="6164" y="37341"/>
                          <a:pt x="6853" y="37800"/>
                          <a:pt x="7583" y="38155"/>
                        </a:cubicBezTo>
                        <a:cubicBezTo>
                          <a:pt x="8834" y="38760"/>
                          <a:pt x="10086" y="39344"/>
                          <a:pt x="11421" y="39740"/>
                        </a:cubicBezTo>
                        <a:cubicBezTo>
                          <a:pt x="11851" y="39830"/>
                          <a:pt x="12405" y="40120"/>
                          <a:pt x="12870" y="40120"/>
                        </a:cubicBezTo>
                        <a:cubicBezTo>
                          <a:pt x="12946" y="40120"/>
                          <a:pt x="13019" y="40112"/>
                          <a:pt x="13089" y="40095"/>
                        </a:cubicBezTo>
                        <a:cubicBezTo>
                          <a:pt x="13235" y="40261"/>
                          <a:pt x="13506" y="40345"/>
                          <a:pt x="13778" y="40366"/>
                        </a:cubicBezTo>
                        <a:cubicBezTo>
                          <a:pt x="13965" y="40387"/>
                          <a:pt x="14174" y="40387"/>
                          <a:pt x="14382" y="40387"/>
                        </a:cubicBezTo>
                        <a:cubicBezTo>
                          <a:pt x="15175" y="40387"/>
                          <a:pt x="15988" y="40241"/>
                          <a:pt x="16718" y="39865"/>
                        </a:cubicBezTo>
                        <a:cubicBezTo>
                          <a:pt x="16718" y="39844"/>
                          <a:pt x="16739" y="39844"/>
                          <a:pt x="16760" y="39823"/>
                        </a:cubicBezTo>
                        <a:cubicBezTo>
                          <a:pt x="16823" y="39803"/>
                          <a:pt x="16885" y="39761"/>
                          <a:pt x="16927" y="39719"/>
                        </a:cubicBezTo>
                        <a:cubicBezTo>
                          <a:pt x="17469" y="39281"/>
                          <a:pt x="17782" y="38635"/>
                          <a:pt x="17991" y="37988"/>
                        </a:cubicBezTo>
                        <a:cubicBezTo>
                          <a:pt x="19013" y="35756"/>
                          <a:pt x="19931" y="33483"/>
                          <a:pt x="20786" y="31188"/>
                        </a:cubicBezTo>
                        <a:cubicBezTo>
                          <a:pt x="20890" y="30896"/>
                          <a:pt x="20994" y="30584"/>
                          <a:pt x="21099" y="30292"/>
                        </a:cubicBezTo>
                        <a:cubicBezTo>
                          <a:pt x="21099" y="30271"/>
                          <a:pt x="21099" y="30271"/>
                          <a:pt x="21099" y="30250"/>
                        </a:cubicBezTo>
                        <a:cubicBezTo>
                          <a:pt x="21516" y="29374"/>
                          <a:pt x="21849" y="28456"/>
                          <a:pt x="22079" y="27497"/>
                        </a:cubicBezTo>
                        <a:cubicBezTo>
                          <a:pt x="23163" y="23033"/>
                          <a:pt x="23268" y="18424"/>
                          <a:pt x="22871" y="13856"/>
                        </a:cubicBezTo>
                        <a:lnTo>
                          <a:pt x="22851" y="13856"/>
                        </a:lnTo>
                        <a:cubicBezTo>
                          <a:pt x="22830" y="13021"/>
                          <a:pt x="22788" y="12187"/>
                          <a:pt x="22705" y="11353"/>
                        </a:cubicBezTo>
                        <a:cubicBezTo>
                          <a:pt x="22746" y="11228"/>
                          <a:pt x="22705" y="11144"/>
                          <a:pt x="22642" y="11061"/>
                        </a:cubicBezTo>
                        <a:cubicBezTo>
                          <a:pt x="22621" y="10435"/>
                          <a:pt x="22579" y="9788"/>
                          <a:pt x="22538" y="9163"/>
                        </a:cubicBezTo>
                        <a:cubicBezTo>
                          <a:pt x="22538" y="9058"/>
                          <a:pt x="22496" y="8996"/>
                          <a:pt x="22433" y="8954"/>
                        </a:cubicBezTo>
                        <a:cubicBezTo>
                          <a:pt x="22371" y="8454"/>
                          <a:pt x="22308" y="7974"/>
                          <a:pt x="22204" y="7494"/>
                        </a:cubicBezTo>
                        <a:cubicBezTo>
                          <a:pt x="21995" y="6368"/>
                          <a:pt x="21286" y="5283"/>
                          <a:pt x="20285" y="4699"/>
                        </a:cubicBezTo>
                        <a:cubicBezTo>
                          <a:pt x="20221" y="4663"/>
                          <a:pt x="20161" y="4646"/>
                          <a:pt x="20109" y="4646"/>
                        </a:cubicBezTo>
                        <a:cubicBezTo>
                          <a:pt x="20041" y="4646"/>
                          <a:pt x="19987" y="4673"/>
                          <a:pt x="19951" y="4720"/>
                        </a:cubicBezTo>
                        <a:cubicBezTo>
                          <a:pt x="19931" y="4699"/>
                          <a:pt x="19910" y="4699"/>
                          <a:pt x="19889" y="4678"/>
                        </a:cubicBezTo>
                        <a:cubicBezTo>
                          <a:pt x="19695" y="4504"/>
                          <a:pt x="19520" y="4384"/>
                          <a:pt x="19396" y="4384"/>
                        </a:cubicBezTo>
                        <a:cubicBezTo>
                          <a:pt x="19386" y="4384"/>
                          <a:pt x="19377" y="4385"/>
                          <a:pt x="19367" y="4386"/>
                        </a:cubicBezTo>
                        <a:cubicBezTo>
                          <a:pt x="19293" y="4358"/>
                          <a:pt x="19214" y="4339"/>
                          <a:pt x="19140" y="4339"/>
                        </a:cubicBezTo>
                        <a:close/>
                      </a:path>
                    </a:pathLst>
                  </a:custGeom>
                  <a:solidFill>
                    <a:srgbClr val="DCA17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22" name="Google Shape;2622;p46"/>
                  <p:cNvSpPr/>
                  <p:nvPr/>
                </p:nvSpPr>
                <p:spPr>
                  <a:xfrm>
                    <a:off x="4985325" y="2062075"/>
                    <a:ext cx="368150" cy="203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726" h="8154" extrusionOk="0">
                        <a:moveTo>
                          <a:pt x="8706" y="615"/>
                        </a:moveTo>
                        <a:cubicBezTo>
                          <a:pt x="8558" y="615"/>
                          <a:pt x="8425" y="744"/>
                          <a:pt x="8302" y="937"/>
                        </a:cubicBezTo>
                        <a:cubicBezTo>
                          <a:pt x="8218" y="1124"/>
                          <a:pt x="8114" y="1333"/>
                          <a:pt x="8010" y="1542"/>
                        </a:cubicBezTo>
                        <a:cubicBezTo>
                          <a:pt x="7905" y="1792"/>
                          <a:pt x="7822" y="2000"/>
                          <a:pt x="7759" y="2105"/>
                        </a:cubicBezTo>
                        <a:cubicBezTo>
                          <a:pt x="7738" y="2126"/>
                          <a:pt x="7718" y="2126"/>
                          <a:pt x="7718" y="2147"/>
                        </a:cubicBezTo>
                        <a:cubicBezTo>
                          <a:pt x="7655" y="2251"/>
                          <a:pt x="7613" y="2334"/>
                          <a:pt x="7572" y="2439"/>
                        </a:cubicBezTo>
                        <a:cubicBezTo>
                          <a:pt x="7446" y="2751"/>
                          <a:pt x="7321" y="3085"/>
                          <a:pt x="7196" y="3398"/>
                        </a:cubicBezTo>
                        <a:cubicBezTo>
                          <a:pt x="7071" y="3732"/>
                          <a:pt x="6967" y="4045"/>
                          <a:pt x="6883" y="4357"/>
                        </a:cubicBezTo>
                        <a:lnTo>
                          <a:pt x="6883" y="4378"/>
                        </a:lnTo>
                        <a:cubicBezTo>
                          <a:pt x="6737" y="4900"/>
                          <a:pt x="6612" y="5442"/>
                          <a:pt x="6508" y="5963"/>
                        </a:cubicBezTo>
                        <a:cubicBezTo>
                          <a:pt x="6466" y="6235"/>
                          <a:pt x="6424" y="6506"/>
                          <a:pt x="6383" y="6777"/>
                        </a:cubicBezTo>
                        <a:cubicBezTo>
                          <a:pt x="6403" y="7069"/>
                          <a:pt x="6466" y="7277"/>
                          <a:pt x="6591" y="7319"/>
                        </a:cubicBezTo>
                        <a:cubicBezTo>
                          <a:pt x="6633" y="7340"/>
                          <a:pt x="6675" y="7361"/>
                          <a:pt x="6716" y="7361"/>
                        </a:cubicBezTo>
                        <a:cubicBezTo>
                          <a:pt x="7446" y="7361"/>
                          <a:pt x="7947" y="4357"/>
                          <a:pt x="8156" y="3815"/>
                        </a:cubicBezTo>
                        <a:cubicBezTo>
                          <a:pt x="8364" y="3064"/>
                          <a:pt x="8573" y="2313"/>
                          <a:pt x="8802" y="1562"/>
                        </a:cubicBezTo>
                        <a:cubicBezTo>
                          <a:pt x="8865" y="1291"/>
                          <a:pt x="9052" y="999"/>
                          <a:pt x="8948" y="728"/>
                        </a:cubicBezTo>
                        <a:cubicBezTo>
                          <a:pt x="8863" y="650"/>
                          <a:pt x="8782" y="615"/>
                          <a:pt x="8706" y="615"/>
                        </a:cubicBezTo>
                        <a:close/>
                        <a:moveTo>
                          <a:pt x="14270" y="2812"/>
                        </a:moveTo>
                        <a:cubicBezTo>
                          <a:pt x="14214" y="2812"/>
                          <a:pt x="14159" y="2830"/>
                          <a:pt x="14121" y="2856"/>
                        </a:cubicBezTo>
                        <a:cubicBezTo>
                          <a:pt x="14058" y="3002"/>
                          <a:pt x="14017" y="3148"/>
                          <a:pt x="13975" y="3273"/>
                        </a:cubicBezTo>
                        <a:cubicBezTo>
                          <a:pt x="13912" y="3440"/>
                          <a:pt x="13871" y="3586"/>
                          <a:pt x="13829" y="3732"/>
                        </a:cubicBezTo>
                        <a:cubicBezTo>
                          <a:pt x="13787" y="3919"/>
                          <a:pt x="13745" y="4086"/>
                          <a:pt x="13683" y="4274"/>
                        </a:cubicBezTo>
                        <a:cubicBezTo>
                          <a:pt x="13620" y="4587"/>
                          <a:pt x="13537" y="4921"/>
                          <a:pt x="13474" y="5233"/>
                        </a:cubicBezTo>
                        <a:cubicBezTo>
                          <a:pt x="13453" y="5379"/>
                          <a:pt x="13433" y="5525"/>
                          <a:pt x="13391" y="5671"/>
                        </a:cubicBezTo>
                        <a:cubicBezTo>
                          <a:pt x="13349" y="5963"/>
                          <a:pt x="13307" y="6276"/>
                          <a:pt x="13266" y="6568"/>
                        </a:cubicBezTo>
                        <a:cubicBezTo>
                          <a:pt x="13224" y="6839"/>
                          <a:pt x="13182" y="7111"/>
                          <a:pt x="13161" y="7382"/>
                        </a:cubicBezTo>
                        <a:cubicBezTo>
                          <a:pt x="13141" y="7528"/>
                          <a:pt x="13120" y="7674"/>
                          <a:pt x="13120" y="7820"/>
                        </a:cubicBezTo>
                        <a:lnTo>
                          <a:pt x="13099" y="7820"/>
                        </a:lnTo>
                        <a:cubicBezTo>
                          <a:pt x="13141" y="7924"/>
                          <a:pt x="13224" y="8007"/>
                          <a:pt x="13328" y="8049"/>
                        </a:cubicBezTo>
                        <a:cubicBezTo>
                          <a:pt x="14183" y="8049"/>
                          <a:pt x="14288" y="4837"/>
                          <a:pt x="14434" y="4128"/>
                        </a:cubicBezTo>
                        <a:cubicBezTo>
                          <a:pt x="14413" y="3711"/>
                          <a:pt x="14726" y="3148"/>
                          <a:pt x="14371" y="2835"/>
                        </a:cubicBezTo>
                        <a:cubicBezTo>
                          <a:pt x="14339" y="2819"/>
                          <a:pt x="14304" y="2812"/>
                          <a:pt x="14270" y="2812"/>
                        </a:cubicBezTo>
                        <a:close/>
                        <a:moveTo>
                          <a:pt x="3150" y="0"/>
                        </a:moveTo>
                        <a:cubicBezTo>
                          <a:pt x="2606" y="0"/>
                          <a:pt x="2219" y="1497"/>
                          <a:pt x="2003" y="1875"/>
                        </a:cubicBezTo>
                        <a:cubicBezTo>
                          <a:pt x="1481" y="3210"/>
                          <a:pt x="0" y="6756"/>
                          <a:pt x="355" y="8028"/>
                        </a:cubicBezTo>
                        <a:cubicBezTo>
                          <a:pt x="417" y="8112"/>
                          <a:pt x="501" y="8154"/>
                          <a:pt x="584" y="8154"/>
                        </a:cubicBezTo>
                        <a:cubicBezTo>
                          <a:pt x="1377" y="8154"/>
                          <a:pt x="2315" y="3544"/>
                          <a:pt x="2607" y="3023"/>
                        </a:cubicBezTo>
                        <a:cubicBezTo>
                          <a:pt x="2607" y="2918"/>
                          <a:pt x="2670" y="2772"/>
                          <a:pt x="2753" y="2564"/>
                        </a:cubicBezTo>
                        <a:cubicBezTo>
                          <a:pt x="2795" y="2418"/>
                          <a:pt x="2837" y="2272"/>
                          <a:pt x="2879" y="2126"/>
                        </a:cubicBezTo>
                        <a:cubicBezTo>
                          <a:pt x="2941" y="1875"/>
                          <a:pt x="3025" y="1604"/>
                          <a:pt x="3108" y="1354"/>
                        </a:cubicBezTo>
                        <a:cubicBezTo>
                          <a:pt x="3254" y="978"/>
                          <a:pt x="3379" y="603"/>
                          <a:pt x="3525" y="228"/>
                        </a:cubicBezTo>
                        <a:cubicBezTo>
                          <a:pt x="3504" y="186"/>
                          <a:pt x="3483" y="144"/>
                          <a:pt x="3421" y="123"/>
                        </a:cubicBezTo>
                        <a:cubicBezTo>
                          <a:pt x="3327" y="38"/>
                          <a:pt x="3236" y="0"/>
                          <a:pt x="3150" y="0"/>
                        </a:cubicBezTo>
                        <a:close/>
                      </a:path>
                    </a:pathLst>
                  </a:custGeom>
                  <a:solidFill>
                    <a:srgbClr val="F8D1B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23" name="Google Shape;2623;p46"/>
                  <p:cNvSpPr/>
                  <p:nvPr/>
                </p:nvSpPr>
                <p:spPr>
                  <a:xfrm>
                    <a:off x="4710050" y="3341025"/>
                    <a:ext cx="472400" cy="390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96" h="15606" extrusionOk="0">
                        <a:moveTo>
                          <a:pt x="3128" y="1"/>
                        </a:moveTo>
                        <a:cubicBezTo>
                          <a:pt x="2876" y="1"/>
                          <a:pt x="2678" y="362"/>
                          <a:pt x="2480" y="817"/>
                        </a:cubicBezTo>
                        <a:cubicBezTo>
                          <a:pt x="2022" y="1631"/>
                          <a:pt x="1584" y="2444"/>
                          <a:pt x="1292" y="3341"/>
                        </a:cubicBezTo>
                        <a:cubicBezTo>
                          <a:pt x="1283" y="3341"/>
                          <a:pt x="1274" y="3341"/>
                          <a:pt x="1266" y="3341"/>
                        </a:cubicBezTo>
                        <a:cubicBezTo>
                          <a:pt x="1" y="3341"/>
                          <a:pt x="3317" y="6451"/>
                          <a:pt x="3607" y="6824"/>
                        </a:cubicBezTo>
                        <a:cubicBezTo>
                          <a:pt x="4712" y="7972"/>
                          <a:pt x="5734" y="9181"/>
                          <a:pt x="6944" y="10245"/>
                        </a:cubicBezTo>
                        <a:cubicBezTo>
                          <a:pt x="8133" y="11309"/>
                          <a:pt x="9509" y="12122"/>
                          <a:pt x="10844" y="12977"/>
                        </a:cubicBezTo>
                        <a:cubicBezTo>
                          <a:pt x="12722" y="14250"/>
                          <a:pt x="14828" y="15293"/>
                          <a:pt x="17102" y="15605"/>
                        </a:cubicBezTo>
                        <a:lnTo>
                          <a:pt x="17102" y="15585"/>
                        </a:lnTo>
                        <a:cubicBezTo>
                          <a:pt x="17143" y="15605"/>
                          <a:pt x="17185" y="15605"/>
                          <a:pt x="17227" y="15605"/>
                        </a:cubicBezTo>
                        <a:cubicBezTo>
                          <a:pt x="17706" y="15605"/>
                          <a:pt x="17832" y="15063"/>
                          <a:pt x="17936" y="14667"/>
                        </a:cubicBezTo>
                        <a:cubicBezTo>
                          <a:pt x="18082" y="14104"/>
                          <a:pt x="18207" y="13561"/>
                          <a:pt x="18395" y="13019"/>
                        </a:cubicBezTo>
                        <a:cubicBezTo>
                          <a:pt x="18499" y="12665"/>
                          <a:pt x="18812" y="12039"/>
                          <a:pt x="18895" y="11497"/>
                        </a:cubicBezTo>
                        <a:cubicBezTo>
                          <a:pt x="18833" y="11455"/>
                          <a:pt x="18770" y="11434"/>
                          <a:pt x="18708" y="11413"/>
                        </a:cubicBezTo>
                        <a:cubicBezTo>
                          <a:pt x="18437" y="11288"/>
                          <a:pt x="18165" y="11184"/>
                          <a:pt x="17915" y="11059"/>
                        </a:cubicBezTo>
                        <a:cubicBezTo>
                          <a:pt x="17623" y="10913"/>
                          <a:pt x="17352" y="10787"/>
                          <a:pt x="17060" y="10641"/>
                        </a:cubicBezTo>
                        <a:cubicBezTo>
                          <a:pt x="16810" y="10516"/>
                          <a:pt x="16559" y="10370"/>
                          <a:pt x="16309" y="10245"/>
                        </a:cubicBezTo>
                        <a:cubicBezTo>
                          <a:pt x="16163" y="10162"/>
                          <a:pt x="16017" y="10099"/>
                          <a:pt x="15871" y="10016"/>
                        </a:cubicBezTo>
                        <a:lnTo>
                          <a:pt x="15829" y="10016"/>
                        </a:lnTo>
                        <a:cubicBezTo>
                          <a:pt x="15746" y="10016"/>
                          <a:pt x="15704" y="9974"/>
                          <a:pt x="15642" y="9953"/>
                        </a:cubicBezTo>
                        <a:cubicBezTo>
                          <a:pt x="15579" y="9911"/>
                          <a:pt x="15516" y="9890"/>
                          <a:pt x="15454" y="9870"/>
                        </a:cubicBezTo>
                        <a:cubicBezTo>
                          <a:pt x="15308" y="9807"/>
                          <a:pt x="15183" y="9724"/>
                          <a:pt x="15037" y="9661"/>
                        </a:cubicBezTo>
                        <a:cubicBezTo>
                          <a:pt x="14807" y="9557"/>
                          <a:pt x="14557" y="9432"/>
                          <a:pt x="14328" y="9306"/>
                        </a:cubicBezTo>
                        <a:cubicBezTo>
                          <a:pt x="13806" y="9035"/>
                          <a:pt x="13285" y="8764"/>
                          <a:pt x="12763" y="8493"/>
                        </a:cubicBezTo>
                        <a:cubicBezTo>
                          <a:pt x="12346" y="8264"/>
                          <a:pt x="11929" y="8055"/>
                          <a:pt x="11512" y="7805"/>
                        </a:cubicBezTo>
                        <a:cubicBezTo>
                          <a:pt x="11303" y="7680"/>
                          <a:pt x="11074" y="7554"/>
                          <a:pt x="10865" y="7429"/>
                        </a:cubicBezTo>
                        <a:lnTo>
                          <a:pt x="10594" y="7283"/>
                        </a:lnTo>
                        <a:cubicBezTo>
                          <a:pt x="10531" y="7242"/>
                          <a:pt x="10469" y="7200"/>
                          <a:pt x="10406" y="7158"/>
                        </a:cubicBezTo>
                        <a:cubicBezTo>
                          <a:pt x="10344" y="7116"/>
                          <a:pt x="10260" y="7075"/>
                          <a:pt x="10219" y="6991"/>
                        </a:cubicBezTo>
                        <a:cubicBezTo>
                          <a:pt x="10177" y="6950"/>
                          <a:pt x="10177" y="6908"/>
                          <a:pt x="10156" y="6866"/>
                        </a:cubicBezTo>
                        <a:cubicBezTo>
                          <a:pt x="10010" y="6762"/>
                          <a:pt x="9864" y="6658"/>
                          <a:pt x="9697" y="6553"/>
                        </a:cubicBezTo>
                        <a:cubicBezTo>
                          <a:pt x="9468" y="6407"/>
                          <a:pt x="9217" y="6220"/>
                          <a:pt x="8988" y="6053"/>
                        </a:cubicBezTo>
                        <a:cubicBezTo>
                          <a:pt x="8675" y="5844"/>
                          <a:pt x="8383" y="5615"/>
                          <a:pt x="8112" y="5385"/>
                        </a:cubicBezTo>
                        <a:cubicBezTo>
                          <a:pt x="7966" y="5302"/>
                          <a:pt x="7820" y="5218"/>
                          <a:pt x="7674" y="5114"/>
                        </a:cubicBezTo>
                        <a:cubicBezTo>
                          <a:pt x="7215" y="4801"/>
                          <a:pt x="6756" y="4488"/>
                          <a:pt x="6318" y="4134"/>
                        </a:cubicBezTo>
                        <a:cubicBezTo>
                          <a:pt x="6151" y="4009"/>
                          <a:pt x="5984" y="3863"/>
                          <a:pt x="5818" y="3717"/>
                        </a:cubicBezTo>
                        <a:cubicBezTo>
                          <a:pt x="5651" y="3550"/>
                          <a:pt x="5484" y="3383"/>
                          <a:pt x="5338" y="3216"/>
                        </a:cubicBezTo>
                        <a:cubicBezTo>
                          <a:pt x="5171" y="3070"/>
                          <a:pt x="5046" y="2882"/>
                          <a:pt x="4900" y="2715"/>
                        </a:cubicBezTo>
                        <a:cubicBezTo>
                          <a:pt x="4837" y="2632"/>
                          <a:pt x="4754" y="2549"/>
                          <a:pt x="4691" y="2444"/>
                        </a:cubicBezTo>
                        <a:cubicBezTo>
                          <a:pt x="4670" y="2403"/>
                          <a:pt x="4629" y="2361"/>
                          <a:pt x="4608" y="2319"/>
                        </a:cubicBezTo>
                        <a:cubicBezTo>
                          <a:pt x="4566" y="2257"/>
                          <a:pt x="4524" y="2194"/>
                          <a:pt x="4504" y="2131"/>
                        </a:cubicBezTo>
                        <a:cubicBezTo>
                          <a:pt x="4504" y="2131"/>
                          <a:pt x="4504" y="2111"/>
                          <a:pt x="4504" y="2111"/>
                        </a:cubicBezTo>
                        <a:cubicBezTo>
                          <a:pt x="4399" y="2006"/>
                          <a:pt x="4337" y="1902"/>
                          <a:pt x="4253" y="1798"/>
                        </a:cubicBezTo>
                        <a:cubicBezTo>
                          <a:pt x="4086" y="1568"/>
                          <a:pt x="3940" y="1360"/>
                          <a:pt x="3815" y="1130"/>
                        </a:cubicBezTo>
                        <a:cubicBezTo>
                          <a:pt x="3690" y="943"/>
                          <a:pt x="3586" y="755"/>
                          <a:pt x="3482" y="546"/>
                        </a:cubicBezTo>
                        <a:cubicBezTo>
                          <a:pt x="3377" y="379"/>
                          <a:pt x="3273" y="213"/>
                          <a:pt x="3190" y="25"/>
                        </a:cubicBezTo>
                        <a:cubicBezTo>
                          <a:pt x="3190" y="25"/>
                          <a:pt x="3169" y="4"/>
                          <a:pt x="3169" y="4"/>
                        </a:cubicBezTo>
                        <a:cubicBezTo>
                          <a:pt x="3155" y="2"/>
                          <a:pt x="3141" y="1"/>
                          <a:pt x="3128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24" name="Google Shape;2624;p46"/>
                  <p:cNvSpPr/>
                  <p:nvPr/>
                </p:nvSpPr>
                <p:spPr>
                  <a:xfrm>
                    <a:off x="4660450" y="3405775"/>
                    <a:ext cx="491750" cy="472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70" h="18907" extrusionOk="0">
                        <a:moveTo>
                          <a:pt x="3505" y="0"/>
                        </a:moveTo>
                        <a:cubicBezTo>
                          <a:pt x="3484" y="21"/>
                          <a:pt x="3484" y="21"/>
                          <a:pt x="3484" y="42"/>
                        </a:cubicBezTo>
                        <a:cubicBezTo>
                          <a:pt x="3401" y="167"/>
                          <a:pt x="3296" y="313"/>
                          <a:pt x="3213" y="459"/>
                        </a:cubicBezTo>
                        <a:cubicBezTo>
                          <a:pt x="3213" y="480"/>
                          <a:pt x="3213" y="480"/>
                          <a:pt x="3213" y="480"/>
                        </a:cubicBezTo>
                        <a:cubicBezTo>
                          <a:pt x="3213" y="543"/>
                          <a:pt x="3234" y="584"/>
                          <a:pt x="3255" y="626"/>
                        </a:cubicBezTo>
                        <a:cubicBezTo>
                          <a:pt x="3194" y="667"/>
                          <a:pt x="3153" y="727"/>
                          <a:pt x="3093" y="826"/>
                        </a:cubicBezTo>
                        <a:lnTo>
                          <a:pt x="3093" y="826"/>
                        </a:lnTo>
                        <a:cubicBezTo>
                          <a:pt x="3101" y="799"/>
                          <a:pt x="3113" y="773"/>
                          <a:pt x="3130" y="751"/>
                        </a:cubicBezTo>
                        <a:lnTo>
                          <a:pt x="3130" y="751"/>
                        </a:lnTo>
                        <a:cubicBezTo>
                          <a:pt x="3109" y="772"/>
                          <a:pt x="3088" y="814"/>
                          <a:pt x="3088" y="835"/>
                        </a:cubicBezTo>
                        <a:cubicBezTo>
                          <a:pt x="3090" y="832"/>
                          <a:pt x="3091" y="829"/>
                          <a:pt x="3093" y="826"/>
                        </a:cubicBezTo>
                        <a:lnTo>
                          <a:pt x="3093" y="826"/>
                        </a:lnTo>
                        <a:cubicBezTo>
                          <a:pt x="3073" y="900"/>
                          <a:pt x="3089" y="988"/>
                          <a:pt x="3150" y="1064"/>
                        </a:cubicBezTo>
                        <a:lnTo>
                          <a:pt x="3171" y="1085"/>
                        </a:lnTo>
                        <a:cubicBezTo>
                          <a:pt x="3171" y="1085"/>
                          <a:pt x="3171" y="1106"/>
                          <a:pt x="3171" y="1106"/>
                        </a:cubicBezTo>
                        <a:cubicBezTo>
                          <a:pt x="3103" y="1059"/>
                          <a:pt x="3044" y="1039"/>
                          <a:pt x="2992" y="1039"/>
                        </a:cubicBezTo>
                        <a:cubicBezTo>
                          <a:pt x="2744" y="1039"/>
                          <a:pt x="2663" y="1503"/>
                          <a:pt x="2525" y="1711"/>
                        </a:cubicBezTo>
                        <a:cubicBezTo>
                          <a:pt x="2274" y="2170"/>
                          <a:pt x="1982" y="2566"/>
                          <a:pt x="1669" y="2983"/>
                        </a:cubicBezTo>
                        <a:cubicBezTo>
                          <a:pt x="1273" y="3484"/>
                          <a:pt x="981" y="4047"/>
                          <a:pt x="647" y="4589"/>
                        </a:cubicBezTo>
                        <a:cubicBezTo>
                          <a:pt x="610" y="4570"/>
                          <a:pt x="572" y="4560"/>
                          <a:pt x="535" y="4560"/>
                        </a:cubicBezTo>
                        <a:cubicBezTo>
                          <a:pt x="489" y="4560"/>
                          <a:pt x="443" y="4575"/>
                          <a:pt x="397" y="4610"/>
                        </a:cubicBezTo>
                        <a:cubicBezTo>
                          <a:pt x="209" y="4902"/>
                          <a:pt x="1" y="5256"/>
                          <a:pt x="1" y="5611"/>
                        </a:cubicBezTo>
                        <a:cubicBezTo>
                          <a:pt x="272" y="6716"/>
                          <a:pt x="1065" y="7593"/>
                          <a:pt x="1711" y="8510"/>
                        </a:cubicBezTo>
                        <a:cubicBezTo>
                          <a:pt x="3317" y="10596"/>
                          <a:pt x="5132" y="12557"/>
                          <a:pt x="7301" y="14079"/>
                        </a:cubicBezTo>
                        <a:cubicBezTo>
                          <a:pt x="9011" y="15289"/>
                          <a:pt x="10701" y="16603"/>
                          <a:pt x="12599" y="17521"/>
                        </a:cubicBezTo>
                        <a:cubicBezTo>
                          <a:pt x="13767" y="18021"/>
                          <a:pt x="14956" y="18459"/>
                          <a:pt x="16166" y="18793"/>
                        </a:cubicBezTo>
                        <a:cubicBezTo>
                          <a:pt x="16465" y="18866"/>
                          <a:pt x="16698" y="18906"/>
                          <a:pt x="16882" y="18906"/>
                        </a:cubicBezTo>
                        <a:cubicBezTo>
                          <a:pt x="17379" y="18906"/>
                          <a:pt x="17519" y="18617"/>
                          <a:pt x="17626" y="17917"/>
                        </a:cubicBezTo>
                        <a:cubicBezTo>
                          <a:pt x="17751" y="17688"/>
                          <a:pt x="17813" y="17354"/>
                          <a:pt x="17918" y="17145"/>
                        </a:cubicBezTo>
                        <a:cubicBezTo>
                          <a:pt x="18251" y="16248"/>
                          <a:pt x="18564" y="15352"/>
                          <a:pt x="18898" y="14455"/>
                        </a:cubicBezTo>
                        <a:cubicBezTo>
                          <a:pt x="19148" y="13412"/>
                          <a:pt x="19670" y="13120"/>
                          <a:pt x="19252" y="12869"/>
                        </a:cubicBezTo>
                        <a:cubicBezTo>
                          <a:pt x="19252" y="12849"/>
                          <a:pt x="19252" y="12849"/>
                          <a:pt x="19273" y="12849"/>
                        </a:cubicBezTo>
                        <a:cubicBezTo>
                          <a:pt x="19357" y="12849"/>
                          <a:pt x="19440" y="12786"/>
                          <a:pt x="19482" y="12703"/>
                        </a:cubicBezTo>
                        <a:cubicBezTo>
                          <a:pt x="19628" y="12285"/>
                          <a:pt x="18689" y="12098"/>
                          <a:pt x="18376" y="11931"/>
                        </a:cubicBezTo>
                        <a:cubicBezTo>
                          <a:pt x="17021" y="11430"/>
                          <a:pt x="15644" y="10888"/>
                          <a:pt x="14372" y="10179"/>
                        </a:cubicBezTo>
                        <a:cubicBezTo>
                          <a:pt x="10284" y="7801"/>
                          <a:pt x="5841" y="4944"/>
                          <a:pt x="3755" y="522"/>
                        </a:cubicBezTo>
                        <a:cubicBezTo>
                          <a:pt x="3672" y="376"/>
                          <a:pt x="3714" y="167"/>
                          <a:pt x="3588" y="42"/>
                        </a:cubicBezTo>
                        <a:cubicBezTo>
                          <a:pt x="3547" y="21"/>
                          <a:pt x="3526" y="21"/>
                          <a:pt x="3505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25" name="Google Shape;2625;p46"/>
                  <p:cNvSpPr/>
                  <p:nvPr/>
                </p:nvSpPr>
                <p:spPr>
                  <a:xfrm>
                    <a:off x="4553575" y="3545000"/>
                    <a:ext cx="541800" cy="520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72" h="20829" extrusionOk="0">
                        <a:moveTo>
                          <a:pt x="4359" y="0"/>
                        </a:moveTo>
                        <a:cubicBezTo>
                          <a:pt x="4213" y="0"/>
                          <a:pt x="4130" y="42"/>
                          <a:pt x="4067" y="105"/>
                        </a:cubicBezTo>
                        <a:cubicBezTo>
                          <a:pt x="3796" y="146"/>
                          <a:pt x="3692" y="772"/>
                          <a:pt x="3504" y="960"/>
                        </a:cubicBezTo>
                        <a:cubicBezTo>
                          <a:pt x="3045" y="1711"/>
                          <a:pt x="2524" y="2420"/>
                          <a:pt x="2023" y="3150"/>
                        </a:cubicBezTo>
                        <a:cubicBezTo>
                          <a:pt x="1731" y="3546"/>
                          <a:pt x="1439" y="3922"/>
                          <a:pt x="1147" y="4318"/>
                        </a:cubicBezTo>
                        <a:cubicBezTo>
                          <a:pt x="772" y="4798"/>
                          <a:pt x="167" y="5173"/>
                          <a:pt x="0" y="5799"/>
                        </a:cubicBezTo>
                        <a:cubicBezTo>
                          <a:pt x="209" y="7134"/>
                          <a:pt x="1585" y="8531"/>
                          <a:pt x="2503" y="9491"/>
                        </a:cubicBezTo>
                        <a:cubicBezTo>
                          <a:pt x="3796" y="10888"/>
                          <a:pt x="4964" y="12515"/>
                          <a:pt x="6320" y="13871"/>
                        </a:cubicBezTo>
                        <a:cubicBezTo>
                          <a:pt x="7822" y="15414"/>
                          <a:pt x="9553" y="16749"/>
                          <a:pt x="11409" y="17854"/>
                        </a:cubicBezTo>
                        <a:cubicBezTo>
                          <a:pt x="12306" y="18397"/>
                          <a:pt x="13203" y="18939"/>
                          <a:pt x="14142" y="19419"/>
                        </a:cubicBezTo>
                        <a:cubicBezTo>
                          <a:pt x="15330" y="20024"/>
                          <a:pt x="16519" y="20649"/>
                          <a:pt x="17854" y="20816"/>
                        </a:cubicBezTo>
                        <a:cubicBezTo>
                          <a:pt x="17897" y="20824"/>
                          <a:pt x="17937" y="20828"/>
                          <a:pt x="17975" y="20828"/>
                        </a:cubicBezTo>
                        <a:cubicBezTo>
                          <a:pt x="18518" y="20828"/>
                          <a:pt x="18501" y="20020"/>
                          <a:pt x="18814" y="19669"/>
                        </a:cubicBezTo>
                        <a:cubicBezTo>
                          <a:pt x="19168" y="19022"/>
                          <a:pt x="19565" y="18397"/>
                          <a:pt x="19815" y="17688"/>
                        </a:cubicBezTo>
                        <a:cubicBezTo>
                          <a:pt x="19982" y="17250"/>
                          <a:pt x="20149" y="16791"/>
                          <a:pt x="20336" y="16332"/>
                        </a:cubicBezTo>
                        <a:cubicBezTo>
                          <a:pt x="20587" y="15685"/>
                          <a:pt x="20879" y="15060"/>
                          <a:pt x="21129" y="14413"/>
                        </a:cubicBezTo>
                        <a:cubicBezTo>
                          <a:pt x="21150" y="14246"/>
                          <a:pt x="21296" y="13954"/>
                          <a:pt x="21358" y="13704"/>
                        </a:cubicBezTo>
                        <a:cubicBezTo>
                          <a:pt x="21629" y="13683"/>
                          <a:pt x="21671" y="13245"/>
                          <a:pt x="21379" y="13203"/>
                        </a:cubicBezTo>
                        <a:cubicBezTo>
                          <a:pt x="20503" y="13099"/>
                          <a:pt x="19648" y="12828"/>
                          <a:pt x="18814" y="12536"/>
                        </a:cubicBezTo>
                        <a:cubicBezTo>
                          <a:pt x="17020" y="11910"/>
                          <a:pt x="15393" y="10867"/>
                          <a:pt x="13724" y="9929"/>
                        </a:cubicBezTo>
                        <a:cubicBezTo>
                          <a:pt x="13599" y="9887"/>
                          <a:pt x="13474" y="9741"/>
                          <a:pt x="13328" y="9699"/>
                        </a:cubicBezTo>
                        <a:cubicBezTo>
                          <a:pt x="9949" y="7384"/>
                          <a:pt x="6966" y="4422"/>
                          <a:pt x="4902" y="897"/>
                        </a:cubicBezTo>
                        <a:cubicBezTo>
                          <a:pt x="4776" y="689"/>
                          <a:pt x="4651" y="480"/>
                          <a:pt x="4547" y="251"/>
                        </a:cubicBezTo>
                        <a:cubicBezTo>
                          <a:pt x="4568" y="146"/>
                          <a:pt x="4484" y="21"/>
                          <a:pt x="4359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26" name="Google Shape;2626;p46"/>
                  <p:cNvSpPr/>
                  <p:nvPr/>
                </p:nvSpPr>
                <p:spPr>
                  <a:xfrm>
                    <a:off x="4459175" y="3685375"/>
                    <a:ext cx="551200" cy="547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48" h="21902" extrusionOk="0">
                        <a:moveTo>
                          <a:pt x="3834" y="1"/>
                        </a:moveTo>
                        <a:cubicBezTo>
                          <a:pt x="3774" y="1"/>
                          <a:pt x="3706" y="30"/>
                          <a:pt x="3630" y="100"/>
                        </a:cubicBezTo>
                        <a:cubicBezTo>
                          <a:pt x="3588" y="163"/>
                          <a:pt x="3588" y="225"/>
                          <a:pt x="3588" y="309"/>
                        </a:cubicBezTo>
                        <a:cubicBezTo>
                          <a:pt x="2712" y="1164"/>
                          <a:pt x="1878" y="2061"/>
                          <a:pt x="1169" y="3062"/>
                        </a:cubicBezTo>
                        <a:cubicBezTo>
                          <a:pt x="856" y="3479"/>
                          <a:pt x="481" y="3896"/>
                          <a:pt x="418" y="4418"/>
                        </a:cubicBezTo>
                        <a:cubicBezTo>
                          <a:pt x="1" y="8047"/>
                          <a:pt x="3088" y="10613"/>
                          <a:pt x="4944" y="13345"/>
                        </a:cubicBezTo>
                        <a:cubicBezTo>
                          <a:pt x="6216" y="15076"/>
                          <a:pt x="8031" y="16223"/>
                          <a:pt x="9616" y="17621"/>
                        </a:cubicBezTo>
                        <a:cubicBezTo>
                          <a:pt x="10868" y="18830"/>
                          <a:pt x="12286" y="19853"/>
                          <a:pt x="13892" y="20520"/>
                        </a:cubicBezTo>
                        <a:cubicBezTo>
                          <a:pt x="15269" y="21167"/>
                          <a:pt x="16687" y="21897"/>
                          <a:pt x="18251" y="21897"/>
                        </a:cubicBezTo>
                        <a:cubicBezTo>
                          <a:pt x="18314" y="21900"/>
                          <a:pt x="18377" y="21902"/>
                          <a:pt x="18440" y="21902"/>
                        </a:cubicBezTo>
                        <a:cubicBezTo>
                          <a:pt x="18799" y="21902"/>
                          <a:pt x="19152" y="21831"/>
                          <a:pt x="19294" y="21459"/>
                        </a:cubicBezTo>
                        <a:cubicBezTo>
                          <a:pt x="19565" y="20895"/>
                          <a:pt x="19753" y="20291"/>
                          <a:pt x="20003" y="19727"/>
                        </a:cubicBezTo>
                        <a:cubicBezTo>
                          <a:pt x="20587" y="18288"/>
                          <a:pt x="21171" y="16870"/>
                          <a:pt x="21964" y="15556"/>
                        </a:cubicBezTo>
                        <a:cubicBezTo>
                          <a:pt x="22026" y="15452"/>
                          <a:pt x="22006" y="15368"/>
                          <a:pt x="21964" y="15285"/>
                        </a:cubicBezTo>
                        <a:cubicBezTo>
                          <a:pt x="22047" y="15180"/>
                          <a:pt x="22047" y="14972"/>
                          <a:pt x="21880" y="14909"/>
                        </a:cubicBezTo>
                        <a:cubicBezTo>
                          <a:pt x="20963" y="14596"/>
                          <a:pt x="20045" y="14304"/>
                          <a:pt x="19169" y="13908"/>
                        </a:cubicBezTo>
                        <a:cubicBezTo>
                          <a:pt x="17959" y="13387"/>
                          <a:pt x="16770" y="12803"/>
                          <a:pt x="15665" y="12073"/>
                        </a:cubicBezTo>
                        <a:cubicBezTo>
                          <a:pt x="13037" y="10404"/>
                          <a:pt x="10722" y="8297"/>
                          <a:pt x="8552" y="6066"/>
                        </a:cubicBezTo>
                        <a:cubicBezTo>
                          <a:pt x="6926" y="4293"/>
                          <a:pt x="5215" y="2562"/>
                          <a:pt x="4131" y="371"/>
                        </a:cubicBezTo>
                        <a:cubicBezTo>
                          <a:pt x="4086" y="192"/>
                          <a:pt x="3987" y="1"/>
                          <a:pt x="3834" y="1"/>
                        </a:cubicBezTo>
                        <a:close/>
                      </a:path>
                    </a:pathLst>
                  </a:custGeom>
                  <a:solidFill>
                    <a:srgbClr val="A6B95E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27" name="Google Shape;2627;p46"/>
                  <p:cNvSpPr/>
                  <p:nvPr/>
                </p:nvSpPr>
                <p:spPr>
                  <a:xfrm>
                    <a:off x="4423200" y="3798825"/>
                    <a:ext cx="512075" cy="611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483" h="24474" extrusionOk="0">
                        <a:moveTo>
                          <a:pt x="1793" y="0"/>
                        </a:moveTo>
                        <a:cubicBezTo>
                          <a:pt x="1697" y="0"/>
                          <a:pt x="1602" y="49"/>
                          <a:pt x="1565" y="151"/>
                        </a:cubicBezTo>
                        <a:cubicBezTo>
                          <a:pt x="1565" y="172"/>
                          <a:pt x="1565" y="193"/>
                          <a:pt x="1565" y="214"/>
                        </a:cubicBezTo>
                        <a:cubicBezTo>
                          <a:pt x="1169" y="380"/>
                          <a:pt x="1085" y="1069"/>
                          <a:pt x="877" y="1423"/>
                        </a:cubicBezTo>
                        <a:cubicBezTo>
                          <a:pt x="105" y="3050"/>
                          <a:pt x="42" y="4886"/>
                          <a:pt x="21" y="6659"/>
                        </a:cubicBezTo>
                        <a:cubicBezTo>
                          <a:pt x="1" y="7701"/>
                          <a:pt x="105" y="8723"/>
                          <a:pt x="397" y="9725"/>
                        </a:cubicBezTo>
                        <a:cubicBezTo>
                          <a:pt x="668" y="10893"/>
                          <a:pt x="877" y="12123"/>
                          <a:pt x="1461" y="13208"/>
                        </a:cubicBezTo>
                        <a:cubicBezTo>
                          <a:pt x="2983" y="16295"/>
                          <a:pt x="12661" y="24221"/>
                          <a:pt x="15978" y="24471"/>
                        </a:cubicBezTo>
                        <a:lnTo>
                          <a:pt x="15957" y="24471"/>
                        </a:lnTo>
                        <a:cubicBezTo>
                          <a:pt x="15985" y="24473"/>
                          <a:pt x="16012" y="24474"/>
                          <a:pt x="16039" y="24474"/>
                        </a:cubicBezTo>
                        <a:cubicBezTo>
                          <a:pt x="17287" y="24474"/>
                          <a:pt x="17181" y="22598"/>
                          <a:pt x="17855" y="21822"/>
                        </a:cubicBezTo>
                        <a:cubicBezTo>
                          <a:pt x="18543" y="20946"/>
                          <a:pt x="18960" y="19924"/>
                          <a:pt x="19503" y="18985"/>
                        </a:cubicBezTo>
                        <a:cubicBezTo>
                          <a:pt x="19586" y="18714"/>
                          <a:pt x="20170" y="18068"/>
                          <a:pt x="20295" y="17609"/>
                        </a:cubicBezTo>
                        <a:cubicBezTo>
                          <a:pt x="20420" y="17567"/>
                          <a:pt x="20483" y="17463"/>
                          <a:pt x="20441" y="17296"/>
                        </a:cubicBezTo>
                        <a:cubicBezTo>
                          <a:pt x="20399" y="17185"/>
                          <a:pt x="20302" y="17138"/>
                          <a:pt x="20199" y="17138"/>
                        </a:cubicBezTo>
                        <a:cubicBezTo>
                          <a:pt x="20147" y="17138"/>
                          <a:pt x="20094" y="17150"/>
                          <a:pt x="20045" y="17171"/>
                        </a:cubicBezTo>
                        <a:cubicBezTo>
                          <a:pt x="19989" y="17176"/>
                          <a:pt x="19933" y="17179"/>
                          <a:pt x="19878" y="17179"/>
                        </a:cubicBezTo>
                        <a:cubicBezTo>
                          <a:pt x="19726" y="17179"/>
                          <a:pt x="19577" y="17160"/>
                          <a:pt x="19440" y="17129"/>
                        </a:cubicBezTo>
                        <a:cubicBezTo>
                          <a:pt x="18022" y="16754"/>
                          <a:pt x="16687" y="16107"/>
                          <a:pt x="15373" y="15440"/>
                        </a:cubicBezTo>
                        <a:cubicBezTo>
                          <a:pt x="14434" y="14939"/>
                          <a:pt x="13516" y="14418"/>
                          <a:pt x="12640" y="13813"/>
                        </a:cubicBezTo>
                        <a:cubicBezTo>
                          <a:pt x="11848" y="13208"/>
                          <a:pt x="11139" y="12478"/>
                          <a:pt x="10346" y="11852"/>
                        </a:cubicBezTo>
                        <a:cubicBezTo>
                          <a:pt x="8949" y="10726"/>
                          <a:pt x="7530" y="9620"/>
                          <a:pt x="6404" y="8202"/>
                        </a:cubicBezTo>
                        <a:cubicBezTo>
                          <a:pt x="4589" y="6116"/>
                          <a:pt x="2733" y="3822"/>
                          <a:pt x="2086" y="1069"/>
                        </a:cubicBezTo>
                        <a:cubicBezTo>
                          <a:pt x="2045" y="777"/>
                          <a:pt x="2024" y="506"/>
                          <a:pt x="2045" y="214"/>
                        </a:cubicBezTo>
                        <a:cubicBezTo>
                          <a:pt x="2033" y="75"/>
                          <a:pt x="1913" y="0"/>
                          <a:pt x="1793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28" name="Google Shape;2628;p46"/>
                  <p:cNvSpPr/>
                  <p:nvPr/>
                </p:nvSpPr>
                <p:spPr>
                  <a:xfrm>
                    <a:off x="4327775" y="3904150"/>
                    <a:ext cx="520425" cy="63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17" h="25541" extrusionOk="0">
                        <a:moveTo>
                          <a:pt x="3723" y="1"/>
                        </a:moveTo>
                        <a:cubicBezTo>
                          <a:pt x="3668" y="1"/>
                          <a:pt x="3603" y="22"/>
                          <a:pt x="3526" y="68"/>
                        </a:cubicBezTo>
                        <a:cubicBezTo>
                          <a:pt x="3374" y="34"/>
                          <a:pt x="3231" y="19"/>
                          <a:pt x="3096" y="19"/>
                        </a:cubicBezTo>
                        <a:cubicBezTo>
                          <a:pt x="438" y="19"/>
                          <a:pt x="825" y="6190"/>
                          <a:pt x="626" y="8035"/>
                        </a:cubicBezTo>
                        <a:cubicBezTo>
                          <a:pt x="1" y="12082"/>
                          <a:pt x="2045" y="15023"/>
                          <a:pt x="4402" y="18068"/>
                        </a:cubicBezTo>
                        <a:cubicBezTo>
                          <a:pt x="5757" y="19737"/>
                          <a:pt x="7447" y="21718"/>
                          <a:pt x="9366" y="23262"/>
                        </a:cubicBezTo>
                        <a:cubicBezTo>
                          <a:pt x="11139" y="24680"/>
                          <a:pt x="13683" y="25493"/>
                          <a:pt x="15811" y="25535"/>
                        </a:cubicBezTo>
                        <a:cubicBezTo>
                          <a:pt x="15863" y="25538"/>
                          <a:pt x="15914" y="25540"/>
                          <a:pt x="15963" y="25540"/>
                        </a:cubicBezTo>
                        <a:cubicBezTo>
                          <a:pt x="17082" y="25540"/>
                          <a:pt x="17327" y="24647"/>
                          <a:pt x="18126" y="23887"/>
                        </a:cubicBezTo>
                        <a:cubicBezTo>
                          <a:pt x="18314" y="23700"/>
                          <a:pt x="18501" y="23491"/>
                          <a:pt x="18668" y="23262"/>
                        </a:cubicBezTo>
                        <a:cubicBezTo>
                          <a:pt x="19377" y="22344"/>
                          <a:pt x="19857" y="21280"/>
                          <a:pt x="20545" y="20321"/>
                        </a:cubicBezTo>
                        <a:cubicBezTo>
                          <a:pt x="20817" y="19632"/>
                          <a:pt x="19482" y="19716"/>
                          <a:pt x="19065" y="19507"/>
                        </a:cubicBezTo>
                        <a:cubicBezTo>
                          <a:pt x="18460" y="19361"/>
                          <a:pt x="17917" y="19069"/>
                          <a:pt x="17375" y="18798"/>
                        </a:cubicBezTo>
                        <a:cubicBezTo>
                          <a:pt x="12557" y="15961"/>
                          <a:pt x="6467" y="11998"/>
                          <a:pt x="4652" y="6450"/>
                        </a:cubicBezTo>
                        <a:cubicBezTo>
                          <a:pt x="4214" y="4948"/>
                          <a:pt x="4005" y="3363"/>
                          <a:pt x="3943" y="1799"/>
                        </a:cubicBezTo>
                        <a:cubicBezTo>
                          <a:pt x="3924" y="1501"/>
                          <a:pt x="4189" y="1"/>
                          <a:pt x="3723" y="1"/>
                        </a:cubicBezTo>
                        <a:close/>
                      </a:path>
                    </a:pathLst>
                  </a:custGeom>
                  <a:solidFill>
                    <a:srgbClr val="6385B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29" name="Google Shape;2629;p46"/>
                  <p:cNvSpPr/>
                  <p:nvPr/>
                </p:nvSpPr>
                <p:spPr>
                  <a:xfrm>
                    <a:off x="4176550" y="3966500"/>
                    <a:ext cx="493100" cy="576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724" h="23068" extrusionOk="0">
                        <a:moveTo>
                          <a:pt x="18683" y="22793"/>
                        </a:moveTo>
                        <a:cubicBezTo>
                          <a:pt x="18599" y="22793"/>
                          <a:pt x="18533" y="22805"/>
                          <a:pt x="18502" y="22832"/>
                        </a:cubicBezTo>
                        <a:cubicBezTo>
                          <a:pt x="18489" y="22851"/>
                          <a:pt x="18506" y="22857"/>
                          <a:pt x="18535" y="22857"/>
                        </a:cubicBezTo>
                        <a:cubicBezTo>
                          <a:pt x="18582" y="22857"/>
                          <a:pt x="18662" y="22841"/>
                          <a:pt x="18697" y="22841"/>
                        </a:cubicBezTo>
                        <a:cubicBezTo>
                          <a:pt x="18713" y="22841"/>
                          <a:pt x="18719" y="22844"/>
                          <a:pt x="18710" y="22853"/>
                        </a:cubicBezTo>
                        <a:cubicBezTo>
                          <a:pt x="18686" y="22878"/>
                          <a:pt x="18681" y="22883"/>
                          <a:pt x="18678" y="22883"/>
                        </a:cubicBezTo>
                        <a:cubicBezTo>
                          <a:pt x="18676" y="22883"/>
                          <a:pt x="18676" y="22879"/>
                          <a:pt x="18670" y="22879"/>
                        </a:cubicBezTo>
                        <a:cubicBezTo>
                          <a:pt x="18664" y="22879"/>
                          <a:pt x="18652" y="22883"/>
                          <a:pt x="18627" y="22895"/>
                        </a:cubicBezTo>
                        <a:cubicBezTo>
                          <a:pt x="18596" y="22905"/>
                          <a:pt x="18648" y="22905"/>
                          <a:pt x="18700" y="22905"/>
                        </a:cubicBezTo>
                        <a:cubicBezTo>
                          <a:pt x="18752" y="22905"/>
                          <a:pt x="18804" y="22905"/>
                          <a:pt x="18773" y="22916"/>
                        </a:cubicBezTo>
                        <a:cubicBezTo>
                          <a:pt x="18739" y="22931"/>
                          <a:pt x="18717" y="22942"/>
                          <a:pt x="18702" y="22951"/>
                        </a:cubicBezTo>
                        <a:lnTo>
                          <a:pt x="18702" y="22951"/>
                        </a:lnTo>
                        <a:cubicBezTo>
                          <a:pt x="18994" y="22987"/>
                          <a:pt x="19183" y="23002"/>
                          <a:pt x="19295" y="23002"/>
                        </a:cubicBezTo>
                        <a:cubicBezTo>
                          <a:pt x="19723" y="23002"/>
                          <a:pt x="19043" y="22793"/>
                          <a:pt x="18683" y="22793"/>
                        </a:cubicBezTo>
                        <a:close/>
                        <a:moveTo>
                          <a:pt x="6500" y="1"/>
                        </a:moveTo>
                        <a:cubicBezTo>
                          <a:pt x="6356" y="1"/>
                          <a:pt x="6203" y="24"/>
                          <a:pt x="6091" y="35"/>
                        </a:cubicBezTo>
                        <a:cubicBezTo>
                          <a:pt x="5424" y="118"/>
                          <a:pt x="4798" y="369"/>
                          <a:pt x="4193" y="640"/>
                        </a:cubicBezTo>
                        <a:cubicBezTo>
                          <a:pt x="3547" y="953"/>
                          <a:pt x="2796" y="1161"/>
                          <a:pt x="2191" y="1558"/>
                        </a:cubicBezTo>
                        <a:cubicBezTo>
                          <a:pt x="502" y="1724"/>
                          <a:pt x="356" y="4561"/>
                          <a:pt x="168" y="5896"/>
                        </a:cubicBezTo>
                        <a:cubicBezTo>
                          <a:pt x="1" y="7752"/>
                          <a:pt x="230" y="9609"/>
                          <a:pt x="564" y="11444"/>
                        </a:cubicBezTo>
                        <a:cubicBezTo>
                          <a:pt x="981" y="13509"/>
                          <a:pt x="1378" y="15616"/>
                          <a:pt x="2233" y="17576"/>
                        </a:cubicBezTo>
                        <a:cubicBezTo>
                          <a:pt x="2754" y="18869"/>
                          <a:pt x="3296" y="19933"/>
                          <a:pt x="3922" y="20768"/>
                        </a:cubicBezTo>
                        <a:cubicBezTo>
                          <a:pt x="5111" y="22353"/>
                          <a:pt x="6634" y="22394"/>
                          <a:pt x="9053" y="22707"/>
                        </a:cubicBezTo>
                        <a:cubicBezTo>
                          <a:pt x="9199" y="22749"/>
                          <a:pt x="9345" y="22791"/>
                          <a:pt x="9491" y="22812"/>
                        </a:cubicBezTo>
                        <a:cubicBezTo>
                          <a:pt x="9762" y="22874"/>
                          <a:pt x="10033" y="22895"/>
                          <a:pt x="10284" y="22937"/>
                        </a:cubicBezTo>
                        <a:cubicBezTo>
                          <a:pt x="10534" y="22958"/>
                          <a:pt x="10764" y="22958"/>
                          <a:pt x="11014" y="22958"/>
                        </a:cubicBezTo>
                        <a:cubicBezTo>
                          <a:pt x="11285" y="22958"/>
                          <a:pt x="11577" y="22937"/>
                          <a:pt x="11869" y="22937"/>
                        </a:cubicBezTo>
                        <a:cubicBezTo>
                          <a:pt x="12140" y="22916"/>
                          <a:pt x="12411" y="22895"/>
                          <a:pt x="12682" y="22874"/>
                        </a:cubicBezTo>
                        <a:cubicBezTo>
                          <a:pt x="12954" y="22853"/>
                          <a:pt x="13204" y="22812"/>
                          <a:pt x="13454" y="22770"/>
                        </a:cubicBezTo>
                        <a:cubicBezTo>
                          <a:pt x="13502" y="22762"/>
                          <a:pt x="13545" y="22759"/>
                          <a:pt x="13583" y="22759"/>
                        </a:cubicBezTo>
                        <a:cubicBezTo>
                          <a:pt x="13909" y="22759"/>
                          <a:pt x="13925" y="22996"/>
                          <a:pt x="14184" y="22996"/>
                        </a:cubicBezTo>
                        <a:cubicBezTo>
                          <a:pt x="14240" y="22996"/>
                          <a:pt x="14308" y="22985"/>
                          <a:pt x="14393" y="22958"/>
                        </a:cubicBezTo>
                        <a:lnTo>
                          <a:pt x="14434" y="23041"/>
                        </a:lnTo>
                        <a:lnTo>
                          <a:pt x="14726" y="23041"/>
                        </a:lnTo>
                        <a:cubicBezTo>
                          <a:pt x="14726" y="23041"/>
                          <a:pt x="14560" y="22958"/>
                          <a:pt x="14628" y="22958"/>
                        </a:cubicBezTo>
                        <a:lnTo>
                          <a:pt x="14628" y="22958"/>
                        </a:lnTo>
                        <a:cubicBezTo>
                          <a:pt x="14662" y="22958"/>
                          <a:pt x="14754" y="22978"/>
                          <a:pt x="14956" y="23041"/>
                        </a:cubicBezTo>
                        <a:cubicBezTo>
                          <a:pt x="14960" y="23037"/>
                          <a:pt x="14970" y="23035"/>
                          <a:pt x="14984" y="23035"/>
                        </a:cubicBezTo>
                        <a:cubicBezTo>
                          <a:pt x="15038" y="23035"/>
                          <a:pt x="15148" y="23062"/>
                          <a:pt x="15164" y="23062"/>
                        </a:cubicBezTo>
                        <a:cubicBezTo>
                          <a:pt x="15214" y="23042"/>
                          <a:pt x="15425" y="23035"/>
                          <a:pt x="15719" y="23035"/>
                        </a:cubicBezTo>
                        <a:cubicBezTo>
                          <a:pt x="16363" y="23035"/>
                          <a:pt x="17408" y="23068"/>
                          <a:pt x="18051" y="23068"/>
                        </a:cubicBezTo>
                        <a:cubicBezTo>
                          <a:pt x="18346" y="23068"/>
                          <a:pt x="18556" y="23061"/>
                          <a:pt x="18606" y="23041"/>
                        </a:cubicBezTo>
                        <a:cubicBezTo>
                          <a:pt x="18802" y="22952"/>
                          <a:pt x="18618" y="23000"/>
                          <a:pt x="18702" y="22951"/>
                        </a:cubicBezTo>
                        <a:lnTo>
                          <a:pt x="18702" y="22951"/>
                        </a:lnTo>
                        <a:cubicBezTo>
                          <a:pt x="18622" y="22941"/>
                          <a:pt x="18535" y="22929"/>
                          <a:pt x="18439" y="22916"/>
                        </a:cubicBezTo>
                        <a:cubicBezTo>
                          <a:pt x="18460" y="22812"/>
                          <a:pt x="17021" y="21998"/>
                          <a:pt x="16937" y="21915"/>
                        </a:cubicBezTo>
                        <a:cubicBezTo>
                          <a:pt x="16875" y="21831"/>
                          <a:pt x="16791" y="21769"/>
                          <a:pt x="16708" y="21685"/>
                        </a:cubicBezTo>
                        <a:cubicBezTo>
                          <a:pt x="16625" y="21644"/>
                          <a:pt x="16562" y="21581"/>
                          <a:pt x="16499" y="21518"/>
                        </a:cubicBezTo>
                        <a:cubicBezTo>
                          <a:pt x="16332" y="21372"/>
                          <a:pt x="16186" y="21226"/>
                          <a:pt x="16040" y="21060"/>
                        </a:cubicBezTo>
                        <a:cubicBezTo>
                          <a:pt x="15957" y="20976"/>
                          <a:pt x="15853" y="20893"/>
                          <a:pt x="15769" y="20809"/>
                        </a:cubicBezTo>
                        <a:cubicBezTo>
                          <a:pt x="15748" y="20788"/>
                          <a:pt x="15748" y="20768"/>
                          <a:pt x="15728" y="20768"/>
                        </a:cubicBezTo>
                        <a:cubicBezTo>
                          <a:pt x="15686" y="20726"/>
                          <a:pt x="15665" y="20705"/>
                          <a:pt x="15623" y="20663"/>
                        </a:cubicBezTo>
                        <a:cubicBezTo>
                          <a:pt x="15623" y="20663"/>
                          <a:pt x="15602" y="20663"/>
                          <a:pt x="15602" y="20642"/>
                        </a:cubicBezTo>
                        <a:cubicBezTo>
                          <a:pt x="15561" y="20622"/>
                          <a:pt x="15540" y="20580"/>
                          <a:pt x="15498" y="20559"/>
                        </a:cubicBezTo>
                        <a:cubicBezTo>
                          <a:pt x="15144" y="20246"/>
                          <a:pt x="14768" y="19975"/>
                          <a:pt x="14414" y="19641"/>
                        </a:cubicBezTo>
                        <a:cubicBezTo>
                          <a:pt x="13976" y="19266"/>
                          <a:pt x="13538" y="18869"/>
                          <a:pt x="13120" y="18431"/>
                        </a:cubicBezTo>
                        <a:cubicBezTo>
                          <a:pt x="12766" y="18077"/>
                          <a:pt x="12453" y="17701"/>
                          <a:pt x="12119" y="17326"/>
                        </a:cubicBezTo>
                        <a:cubicBezTo>
                          <a:pt x="11786" y="16951"/>
                          <a:pt x="11452" y="16554"/>
                          <a:pt x="11118" y="16179"/>
                        </a:cubicBezTo>
                        <a:cubicBezTo>
                          <a:pt x="10868" y="15887"/>
                          <a:pt x="10638" y="15595"/>
                          <a:pt x="10430" y="15303"/>
                        </a:cubicBezTo>
                        <a:cubicBezTo>
                          <a:pt x="10200" y="15011"/>
                          <a:pt x="10013" y="14698"/>
                          <a:pt x="9804" y="14385"/>
                        </a:cubicBezTo>
                        <a:cubicBezTo>
                          <a:pt x="9762" y="14322"/>
                          <a:pt x="9700" y="14239"/>
                          <a:pt x="9658" y="14156"/>
                        </a:cubicBezTo>
                        <a:cubicBezTo>
                          <a:pt x="9512" y="13926"/>
                          <a:pt x="9387" y="13697"/>
                          <a:pt x="9262" y="13488"/>
                        </a:cubicBezTo>
                        <a:lnTo>
                          <a:pt x="8886" y="12800"/>
                        </a:lnTo>
                        <a:cubicBezTo>
                          <a:pt x="8615" y="12341"/>
                          <a:pt x="8386" y="11882"/>
                          <a:pt x="8156" y="11402"/>
                        </a:cubicBezTo>
                        <a:cubicBezTo>
                          <a:pt x="7969" y="11006"/>
                          <a:pt x="7802" y="10589"/>
                          <a:pt x="7635" y="10193"/>
                        </a:cubicBezTo>
                        <a:cubicBezTo>
                          <a:pt x="7489" y="9776"/>
                          <a:pt x="7343" y="9379"/>
                          <a:pt x="7197" y="8962"/>
                        </a:cubicBezTo>
                        <a:cubicBezTo>
                          <a:pt x="7155" y="8774"/>
                          <a:pt x="7093" y="8608"/>
                          <a:pt x="7051" y="8420"/>
                        </a:cubicBezTo>
                        <a:cubicBezTo>
                          <a:pt x="6988" y="8232"/>
                          <a:pt x="6967" y="8023"/>
                          <a:pt x="6926" y="7836"/>
                        </a:cubicBezTo>
                        <a:cubicBezTo>
                          <a:pt x="6905" y="7752"/>
                          <a:pt x="6905" y="7690"/>
                          <a:pt x="6884" y="7606"/>
                        </a:cubicBezTo>
                        <a:cubicBezTo>
                          <a:pt x="6801" y="7127"/>
                          <a:pt x="6759" y="6605"/>
                          <a:pt x="6738" y="6105"/>
                        </a:cubicBezTo>
                        <a:cubicBezTo>
                          <a:pt x="6717" y="5875"/>
                          <a:pt x="6717" y="5625"/>
                          <a:pt x="6696" y="5375"/>
                        </a:cubicBezTo>
                        <a:cubicBezTo>
                          <a:pt x="6696" y="5103"/>
                          <a:pt x="6675" y="4853"/>
                          <a:pt x="6655" y="4582"/>
                        </a:cubicBezTo>
                        <a:cubicBezTo>
                          <a:pt x="6655" y="4165"/>
                          <a:pt x="6655" y="3748"/>
                          <a:pt x="6655" y="3331"/>
                        </a:cubicBezTo>
                        <a:cubicBezTo>
                          <a:pt x="6675" y="2913"/>
                          <a:pt x="6675" y="2517"/>
                          <a:pt x="6717" y="2100"/>
                        </a:cubicBezTo>
                        <a:cubicBezTo>
                          <a:pt x="6738" y="1829"/>
                          <a:pt x="6780" y="1537"/>
                          <a:pt x="6821" y="1245"/>
                        </a:cubicBezTo>
                        <a:cubicBezTo>
                          <a:pt x="6842" y="1099"/>
                          <a:pt x="6863" y="953"/>
                          <a:pt x="6884" y="786"/>
                        </a:cubicBezTo>
                        <a:cubicBezTo>
                          <a:pt x="6905" y="661"/>
                          <a:pt x="6926" y="536"/>
                          <a:pt x="6947" y="410"/>
                        </a:cubicBezTo>
                        <a:cubicBezTo>
                          <a:pt x="6967" y="348"/>
                          <a:pt x="6967" y="285"/>
                          <a:pt x="6947" y="223"/>
                        </a:cubicBezTo>
                        <a:cubicBezTo>
                          <a:pt x="6926" y="160"/>
                          <a:pt x="6884" y="118"/>
                          <a:pt x="6821" y="77"/>
                        </a:cubicBezTo>
                        <a:cubicBezTo>
                          <a:pt x="6744" y="18"/>
                          <a:pt x="6625" y="1"/>
                          <a:pt x="6500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0" name="Google Shape;2630;p46"/>
                  <p:cNvSpPr/>
                  <p:nvPr/>
                </p:nvSpPr>
                <p:spPr>
                  <a:xfrm>
                    <a:off x="3975275" y="4011625"/>
                    <a:ext cx="364525" cy="531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581" h="21241" extrusionOk="0">
                        <a:moveTo>
                          <a:pt x="9632" y="1"/>
                        </a:moveTo>
                        <a:cubicBezTo>
                          <a:pt x="8998" y="1"/>
                          <a:pt x="7512" y="1176"/>
                          <a:pt x="6780" y="1380"/>
                        </a:cubicBezTo>
                        <a:cubicBezTo>
                          <a:pt x="5632" y="1776"/>
                          <a:pt x="4464" y="2047"/>
                          <a:pt x="3296" y="2360"/>
                        </a:cubicBezTo>
                        <a:cubicBezTo>
                          <a:pt x="3150" y="2422"/>
                          <a:pt x="2900" y="2464"/>
                          <a:pt x="2650" y="2506"/>
                        </a:cubicBezTo>
                        <a:cubicBezTo>
                          <a:pt x="2274" y="2589"/>
                          <a:pt x="481" y="2631"/>
                          <a:pt x="460" y="2944"/>
                        </a:cubicBezTo>
                        <a:cubicBezTo>
                          <a:pt x="251" y="4738"/>
                          <a:pt x="585" y="6010"/>
                          <a:pt x="376" y="7637"/>
                        </a:cubicBezTo>
                        <a:cubicBezTo>
                          <a:pt x="105" y="10828"/>
                          <a:pt x="1" y="13790"/>
                          <a:pt x="376" y="16981"/>
                        </a:cubicBezTo>
                        <a:cubicBezTo>
                          <a:pt x="543" y="18191"/>
                          <a:pt x="335" y="20297"/>
                          <a:pt x="481" y="21194"/>
                        </a:cubicBezTo>
                        <a:cubicBezTo>
                          <a:pt x="1816" y="21194"/>
                          <a:pt x="3688" y="21148"/>
                          <a:pt x="5363" y="21148"/>
                        </a:cubicBezTo>
                        <a:cubicBezTo>
                          <a:pt x="6200" y="21148"/>
                          <a:pt x="6988" y="21160"/>
                          <a:pt x="7635" y="21194"/>
                        </a:cubicBezTo>
                        <a:lnTo>
                          <a:pt x="8636" y="21194"/>
                        </a:lnTo>
                        <a:cubicBezTo>
                          <a:pt x="9456" y="21194"/>
                          <a:pt x="10110" y="21241"/>
                          <a:pt x="10819" y="21241"/>
                        </a:cubicBezTo>
                        <a:cubicBezTo>
                          <a:pt x="11174" y="21241"/>
                          <a:pt x="11542" y="21229"/>
                          <a:pt x="11952" y="21194"/>
                        </a:cubicBezTo>
                        <a:cubicBezTo>
                          <a:pt x="12163" y="21160"/>
                          <a:pt x="12401" y="21152"/>
                          <a:pt x="12651" y="21152"/>
                        </a:cubicBezTo>
                        <a:cubicBezTo>
                          <a:pt x="12859" y="21152"/>
                          <a:pt x="13075" y="21158"/>
                          <a:pt x="13290" y="21158"/>
                        </a:cubicBezTo>
                        <a:cubicBezTo>
                          <a:pt x="13762" y="21158"/>
                          <a:pt x="14226" y="21132"/>
                          <a:pt x="14580" y="20965"/>
                        </a:cubicBezTo>
                        <a:cubicBezTo>
                          <a:pt x="14560" y="20944"/>
                          <a:pt x="14539" y="20923"/>
                          <a:pt x="14539" y="20902"/>
                        </a:cubicBezTo>
                        <a:cubicBezTo>
                          <a:pt x="14351" y="20715"/>
                          <a:pt x="14163" y="20506"/>
                          <a:pt x="13976" y="20297"/>
                        </a:cubicBezTo>
                        <a:cubicBezTo>
                          <a:pt x="13788" y="20089"/>
                          <a:pt x="13600" y="19859"/>
                          <a:pt x="13433" y="19630"/>
                        </a:cubicBezTo>
                        <a:cubicBezTo>
                          <a:pt x="13058" y="19150"/>
                          <a:pt x="12724" y="18608"/>
                          <a:pt x="12453" y="18066"/>
                        </a:cubicBezTo>
                        <a:cubicBezTo>
                          <a:pt x="12182" y="17544"/>
                          <a:pt x="11931" y="17023"/>
                          <a:pt x="11681" y="16501"/>
                        </a:cubicBezTo>
                        <a:cubicBezTo>
                          <a:pt x="11452" y="15959"/>
                          <a:pt x="11222" y="15417"/>
                          <a:pt x="10993" y="14854"/>
                        </a:cubicBezTo>
                        <a:cubicBezTo>
                          <a:pt x="10805" y="14311"/>
                          <a:pt x="10597" y="13769"/>
                          <a:pt x="10409" y="13227"/>
                        </a:cubicBezTo>
                        <a:cubicBezTo>
                          <a:pt x="10221" y="12664"/>
                          <a:pt x="10054" y="12121"/>
                          <a:pt x="9887" y="11558"/>
                        </a:cubicBezTo>
                        <a:cubicBezTo>
                          <a:pt x="9721" y="10995"/>
                          <a:pt x="9575" y="10432"/>
                          <a:pt x="9429" y="9848"/>
                        </a:cubicBezTo>
                        <a:cubicBezTo>
                          <a:pt x="9303" y="9305"/>
                          <a:pt x="9178" y="8742"/>
                          <a:pt x="9074" y="8200"/>
                        </a:cubicBezTo>
                        <a:cubicBezTo>
                          <a:pt x="9011" y="7929"/>
                          <a:pt x="8970" y="7679"/>
                          <a:pt x="8928" y="7407"/>
                        </a:cubicBezTo>
                        <a:cubicBezTo>
                          <a:pt x="8886" y="7115"/>
                          <a:pt x="8845" y="6844"/>
                          <a:pt x="8824" y="6573"/>
                        </a:cubicBezTo>
                        <a:cubicBezTo>
                          <a:pt x="8782" y="6302"/>
                          <a:pt x="8740" y="6010"/>
                          <a:pt x="8740" y="5718"/>
                        </a:cubicBezTo>
                        <a:cubicBezTo>
                          <a:pt x="8740" y="5426"/>
                          <a:pt x="8761" y="5134"/>
                          <a:pt x="8782" y="4842"/>
                        </a:cubicBezTo>
                        <a:cubicBezTo>
                          <a:pt x="8803" y="4279"/>
                          <a:pt x="8824" y="3716"/>
                          <a:pt x="8907" y="3173"/>
                        </a:cubicBezTo>
                        <a:cubicBezTo>
                          <a:pt x="8949" y="2881"/>
                          <a:pt x="8991" y="2589"/>
                          <a:pt x="9032" y="2318"/>
                        </a:cubicBezTo>
                        <a:cubicBezTo>
                          <a:pt x="9095" y="2026"/>
                          <a:pt x="9157" y="1755"/>
                          <a:pt x="9241" y="1484"/>
                        </a:cubicBezTo>
                        <a:cubicBezTo>
                          <a:pt x="9345" y="1025"/>
                          <a:pt x="9470" y="587"/>
                          <a:pt x="9616" y="149"/>
                        </a:cubicBezTo>
                        <a:cubicBezTo>
                          <a:pt x="9637" y="86"/>
                          <a:pt x="9658" y="45"/>
                          <a:pt x="9679" y="3"/>
                        </a:cubicBezTo>
                        <a:cubicBezTo>
                          <a:pt x="9664" y="1"/>
                          <a:pt x="9648" y="1"/>
                          <a:pt x="9632" y="1"/>
                        </a:cubicBezTo>
                        <a:close/>
                      </a:path>
                    </a:pathLst>
                  </a:custGeom>
                  <a:solidFill>
                    <a:srgbClr val="AA67B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1" name="Google Shape;2631;p46"/>
                  <p:cNvSpPr/>
                  <p:nvPr/>
                </p:nvSpPr>
                <p:spPr>
                  <a:xfrm>
                    <a:off x="4771000" y="3342675"/>
                    <a:ext cx="414050" cy="393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562" h="15749" extrusionOk="0">
                        <a:moveTo>
                          <a:pt x="793" y="1"/>
                        </a:moveTo>
                        <a:cubicBezTo>
                          <a:pt x="689" y="42"/>
                          <a:pt x="606" y="147"/>
                          <a:pt x="543" y="251"/>
                        </a:cubicBezTo>
                        <a:cubicBezTo>
                          <a:pt x="480" y="376"/>
                          <a:pt x="355" y="501"/>
                          <a:pt x="293" y="647"/>
                        </a:cubicBezTo>
                        <a:cubicBezTo>
                          <a:pt x="272" y="626"/>
                          <a:pt x="251" y="626"/>
                          <a:pt x="230" y="626"/>
                        </a:cubicBezTo>
                        <a:cubicBezTo>
                          <a:pt x="230" y="626"/>
                          <a:pt x="230" y="647"/>
                          <a:pt x="230" y="647"/>
                        </a:cubicBezTo>
                        <a:lnTo>
                          <a:pt x="147" y="647"/>
                        </a:lnTo>
                        <a:cubicBezTo>
                          <a:pt x="126" y="710"/>
                          <a:pt x="105" y="751"/>
                          <a:pt x="84" y="793"/>
                        </a:cubicBezTo>
                        <a:cubicBezTo>
                          <a:pt x="42" y="835"/>
                          <a:pt x="22" y="877"/>
                          <a:pt x="1" y="939"/>
                        </a:cubicBezTo>
                        <a:cubicBezTo>
                          <a:pt x="376" y="1982"/>
                          <a:pt x="1294" y="2795"/>
                          <a:pt x="1982" y="3651"/>
                        </a:cubicBezTo>
                        <a:cubicBezTo>
                          <a:pt x="3254" y="4965"/>
                          <a:pt x="4631" y="6174"/>
                          <a:pt x="5903" y="7509"/>
                        </a:cubicBezTo>
                        <a:cubicBezTo>
                          <a:pt x="6821" y="8364"/>
                          <a:pt x="7697" y="9407"/>
                          <a:pt x="8135" y="10617"/>
                        </a:cubicBezTo>
                        <a:cubicBezTo>
                          <a:pt x="8260" y="10993"/>
                          <a:pt x="8365" y="11368"/>
                          <a:pt x="8448" y="11743"/>
                        </a:cubicBezTo>
                        <a:cubicBezTo>
                          <a:pt x="8803" y="11994"/>
                          <a:pt x="9136" y="12223"/>
                          <a:pt x="9491" y="12453"/>
                        </a:cubicBezTo>
                        <a:cubicBezTo>
                          <a:pt x="9866" y="12703"/>
                          <a:pt x="10242" y="12932"/>
                          <a:pt x="10617" y="13162"/>
                        </a:cubicBezTo>
                        <a:cubicBezTo>
                          <a:pt x="10784" y="13266"/>
                          <a:pt x="10888" y="13454"/>
                          <a:pt x="10888" y="13662"/>
                        </a:cubicBezTo>
                        <a:cubicBezTo>
                          <a:pt x="10993" y="13704"/>
                          <a:pt x="11097" y="13767"/>
                          <a:pt x="11201" y="13829"/>
                        </a:cubicBezTo>
                        <a:cubicBezTo>
                          <a:pt x="11326" y="13892"/>
                          <a:pt x="11389" y="14017"/>
                          <a:pt x="11431" y="14142"/>
                        </a:cubicBezTo>
                        <a:lnTo>
                          <a:pt x="11472" y="14142"/>
                        </a:lnTo>
                        <a:lnTo>
                          <a:pt x="11556" y="14184"/>
                        </a:lnTo>
                        <a:lnTo>
                          <a:pt x="11618" y="14225"/>
                        </a:lnTo>
                        <a:lnTo>
                          <a:pt x="11681" y="14267"/>
                        </a:lnTo>
                        <a:lnTo>
                          <a:pt x="11764" y="14288"/>
                        </a:lnTo>
                        <a:lnTo>
                          <a:pt x="11827" y="14330"/>
                        </a:lnTo>
                        <a:lnTo>
                          <a:pt x="11890" y="14351"/>
                        </a:lnTo>
                        <a:lnTo>
                          <a:pt x="11973" y="14392"/>
                        </a:lnTo>
                        <a:lnTo>
                          <a:pt x="12036" y="14434"/>
                        </a:lnTo>
                        <a:lnTo>
                          <a:pt x="12119" y="14455"/>
                        </a:lnTo>
                        <a:lnTo>
                          <a:pt x="12182" y="14497"/>
                        </a:lnTo>
                        <a:lnTo>
                          <a:pt x="12244" y="14538"/>
                        </a:lnTo>
                        <a:lnTo>
                          <a:pt x="12328" y="14559"/>
                        </a:lnTo>
                        <a:lnTo>
                          <a:pt x="12390" y="14601"/>
                        </a:lnTo>
                        <a:lnTo>
                          <a:pt x="12453" y="14622"/>
                        </a:lnTo>
                        <a:lnTo>
                          <a:pt x="12536" y="14663"/>
                        </a:lnTo>
                        <a:lnTo>
                          <a:pt x="12599" y="14705"/>
                        </a:lnTo>
                        <a:lnTo>
                          <a:pt x="12682" y="14726"/>
                        </a:lnTo>
                        <a:lnTo>
                          <a:pt x="12745" y="14768"/>
                        </a:lnTo>
                        <a:lnTo>
                          <a:pt x="12807" y="14809"/>
                        </a:lnTo>
                        <a:lnTo>
                          <a:pt x="12891" y="14830"/>
                        </a:lnTo>
                        <a:lnTo>
                          <a:pt x="12953" y="14872"/>
                        </a:lnTo>
                        <a:lnTo>
                          <a:pt x="13016" y="14893"/>
                        </a:lnTo>
                        <a:lnTo>
                          <a:pt x="13078" y="14935"/>
                        </a:lnTo>
                        <a:lnTo>
                          <a:pt x="13141" y="14955"/>
                        </a:lnTo>
                        <a:lnTo>
                          <a:pt x="13204" y="14997"/>
                        </a:lnTo>
                        <a:lnTo>
                          <a:pt x="13266" y="15018"/>
                        </a:lnTo>
                        <a:lnTo>
                          <a:pt x="13329" y="15060"/>
                        </a:lnTo>
                        <a:lnTo>
                          <a:pt x="13391" y="15081"/>
                        </a:lnTo>
                        <a:lnTo>
                          <a:pt x="13454" y="15122"/>
                        </a:lnTo>
                        <a:lnTo>
                          <a:pt x="13516" y="15143"/>
                        </a:lnTo>
                        <a:lnTo>
                          <a:pt x="13579" y="15164"/>
                        </a:lnTo>
                        <a:lnTo>
                          <a:pt x="13642" y="15206"/>
                        </a:lnTo>
                        <a:lnTo>
                          <a:pt x="13683" y="15227"/>
                        </a:lnTo>
                        <a:lnTo>
                          <a:pt x="13746" y="15247"/>
                        </a:lnTo>
                        <a:lnTo>
                          <a:pt x="13808" y="15268"/>
                        </a:lnTo>
                        <a:lnTo>
                          <a:pt x="13871" y="15310"/>
                        </a:lnTo>
                        <a:lnTo>
                          <a:pt x="13913" y="15331"/>
                        </a:lnTo>
                        <a:lnTo>
                          <a:pt x="13975" y="15352"/>
                        </a:lnTo>
                        <a:lnTo>
                          <a:pt x="14038" y="15373"/>
                        </a:lnTo>
                        <a:lnTo>
                          <a:pt x="14100" y="15393"/>
                        </a:lnTo>
                        <a:lnTo>
                          <a:pt x="14142" y="15414"/>
                        </a:lnTo>
                        <a:lnTo>
                          <a:pt x="14205" y="15435"/>
                        </a:lnTo>
                        <a:lnTo>
                          <a:pt x="14267" y="15456"/>
                        </a:lnTo>
                        <a:lnTo>
                          <a:pt x="14330" y="15498"/>
                        </a:lnTo>
                        <a:lnTo>
                          <a:pt x="14372" y="15519"/>
                        </a:lnTo>
                        <a:lnTo>
                          <a:pt x="14434" y="15539"/>
                        </a:lnTo>
                        <a:lnTo>
                          <a:pt x="14497" y="15560"/>
                        </a:lnTo>
                        <a:lnTo>
                          <a:pt x="14538" y="15581"/>
                        </a:lnTo>
                        <a:lnTo>
                          <a:pt x="14601" y="15602"/>
                        </a:lnTo>
                        <a:lnTo>
                          <a:pt x="14643" y="15623"/>
                        </a:lnTo>
                        <a:lnTo>
                          <a:pt x="14705" y="15644"/>
                        </a:lnTo>
                        <a:lnTo>
                          <a:pt x="14747" y="15665"/>
                        </a:lnTo>
                        <a:lnTo>
                          <a:pt x="14810" y="15685"/>
                        </a:lnTo>
                        <a:lnTo>
                          <a:pt x="14851" y="15706"/>
                        </a:lnTo>
                        <a:lnTo>
                          <a:pt x="14914" y="15727"/>
                        </a:lnTo>
                        <a:lnTo>
                          <a:pt x="14956" y="15748"/>
                        </a:lnTo>
                        <a:cubicBezTo>
                          <a:pt x="15227" y="14935"/>
                          <a:pt x="15498" y="14100"/>
                          <a:pt x="15727" y="13266"/>
                        </a:cubicBezTo>
                        <a:cubicBezTo>
                          <a:pt x="15811" y="12932"/>
                          <a:pt x="16562" y="11139"/>
                          <a:pt x="16019" y="11118"/>
                        </a:cubicBezTo>
                        <a:cubicBezTo>
                          <a:pt x="16003" y="11112"/>
                          <a:pt x="15986" y="11109"/>
                          <a:pt x="15969" y="11109"/>
                        </a:cubicBezTo>
                        <a:cubicBezTo>
                          <a:pt x="15923" y="11109"/>
                          <a:pt x="15877" y="11129"/>
                          <a:pt x="15832" y="11159"/>
                        </a:cubicBezTo>
                        <a:cubicBezTo>
                          <a:pt x="14893" y="10638"/>
                          <a:pt x="13934" y="10096"/>
                          <a:pt x="12953" y="9658"/>
                        </a:cubicBezTo>
                        <a:cubicBezTo>
                          <a:pt x="11410" y="8823"/>
                          <a:pt x="9866" y="7989"/>
                          <a:pt x="8406" y="7071"/>
                        </a:cubicBezTo>
                        <a:lnTo>
                          <a:pt x="8385" y="7050"/>
                        </a:lnTo>
                        <a:cubicBezTo>
                          <a:pt x="7906" y="6800"/>
                          <a:pt x="7426" y="6529"/>
                          <a:pt x="6967" y="6237"/>
                        </a:cubicBezTo>
                        <a:cubicBezTo>
                          <a:pt x="6717" y="6070"/>
                          <a:pt x="6487" y="5882"/>
                          <a:pt x="6258" y="5716"/>
                        </a:cubicBezTo>
                        <a:cubicBezTo>
                          <a:pt x="6154" y="5632"/>
                          <a:pt x="6049" y="5528"/>
                          <a:pt x="5945" y="5444"/>
                        </a:cubicBezTo>
                        <a:lnTo>
                          <a:pt x="5653" y="5215"/>
                        </a:lnTo>
                        <a:cubicBezTo>
                          <a:pt x="5465" y="5090"/>
                          <a:pt x="5257" y="4965"/>
                          <a:pt x="5069" y="4819"/>
                        </a:cubicBezTo>
                        <a:cubicBezTo>
                          <a:pt x="4902" y="4694"/>
                          <a:pt x="4756" y="4568"/>
                          <a:pt x="4589" y="4443"/>
                        </a:cubicBezTo>
                        <a:lnTo>
                          <a:pt x="4569" y="4443"/>
                        </a:lnTo>
                        <a:lnTo>
                          <a:pt x="4360" y="4256"/>
                        </a:lnTo>
                        <a:cubicBezTo>
                          <a:pt x="4339" y="4235"/>
                          <a:pt x="4297" y="4214"/>
                          <a:pt x="4277" y="4193"/>
                        </a:cubicBezTo>
                        <a:cubicBezTo>
                          <a:pt x="4277" y="4193"/>
                          <a:pt x="4277" y="4193"/>
                          <a:pt x="4256" y="4172"/>
                        </a:cubicBezTo>
                        <a:cubicBezTo>
                          <a:pt x="4110" y="4047"/>
                          <a:pt x="3964" y="3922"/>
                          <a:pt x="3818" y="3776"/>
                        </a:cubicBezTo>
                        <a:cubicBezTo>
                          <a:pt x="3692" y="3630"/>
                          <a:pt x="3546" y="3505"/>
                          <a:pt x="3421" y="3359"/>
                        </a:cubicBezTo>
                        <a:cubicBezTo>
                          <a:pt x="3171" y="3067"/>
                          <a:pt x="2921" y="2775"/>
                          <a:pt x="2670" y="2503"/>
                        </a:cubicBezTo>
                        <a:cubicBezTo>
                          <a:pt x="2504" y="2295"/>
                          <a:pt x="2337" y="2107"/>
                          <a:pt x="2170" y="1919"/>
                        </a:cubicBezTo>
                        <a:cubicBezTo>
                          <a:pt x="1982" y="1711"/>
                          <a:pt x="1815" y="1502"/>
                          <a:pt x="1648" y="1273"/>
                        </a:cubicBezTo>
                        <a:cubicBezTo>
                          <a:pt x="1502" y="1085"/>
                          <a:pt x="1356" y="877"/>
                          <a:pt x="1231" y="689"/>
                        </a:cubicBezTo>
                        <a:cubicBezTo>
                          <a:pt x="1148" y="647"/>
                          <a:pt x="1085" y="564"/>
                          <a:pt x="1044" y="480"/>
                        </a:cubicBezTo>
                        <a:cubicBezTo>
                          <a:pt x="1002" y="418"/>
                          <a:pt x="960" y="355"/>
                          <a:pt x="918" y="293"/>
                        </a:cubicBezTo>
                        <a:cubicBezTo>
                          <a:pt x="898" y="230"/>
                          <a:pt x="856" y="147"/>
                          <a:pt x="814" y="84"/>
                        </a:cubicBezTo>
                        <a:cubicBezTo>
                          <a:pt x="814" y="63"/>
                          <a:pt x="793" y="21"/>
                          <a:pt x="793" y="1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833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2" name="Google Shape;2632;p46"/>
                  <p:cNvSpPr/>
                  <p:nvPr/>
                </p:nvSpPr>
                <p:spPr>
                  <a:xfrm>
                    <a:off x="4129625" y="4447600"/>
                    <a:ext cx="231500" cy="96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60" h="3860" extrusionOk="0">
                        <a:moveTo>
                          <a:pt x="8611" y="3812"/>
                        </a:moveTo>
                        <a:cubicBezTo>
                          <a:pt x="8610" y="3814"/>
                          <a:pt x="8612" y="3816"/>
                          <a:pt x="8615" y="3818"/>
                        </a:cubicBezTo>
                        <a:cubicBezTo>
                          <a:pt x="8614" y="3816"/>
                          <a:pt x="8613" y="3814"/>
                          <a:pt x="8611" y="3812"/>
                        </a:cubicBezTo>
                        <a:close/>
                        <a:moveTo>
                          <a:pt x="5987" y="1"/>
                        </a:moveTo>
                        <a:cubicBezTo>
                          <a:pt x="5507" y="522"/>
                          <a:pt x="5007" y="1044"/>
                          <a:pt x="4485" y="1524"/>
                        </a:cubicBezTo>
                        <a:cubicBezTo>
                          <a:pt x="4318" y="1690"/>
                          <a:pt x="4131" y="1857"/>
                          <a:pt x="3922" y="2024"/>
                        </a:cubicBezTo>
                        <a:cubicBezTo>
                          <a:pt x="3234" y="2587"/>
                          <a:pt x="2483" y="3088"/>
                          <a:pt x="1669" y="3484"/>
                        </a:cubicBezTo>
                        <a:cubicBezTo>
                          <a:pt x="1085" y="3755"/>
                          <a:pt x="1" y="3505"/>
                          <a:pt x="1211" y="3860"/>
                        </a:cubicBezTo>
                        <a:cubicBezTo>
                          <a:pt x="1950" y="3812"/>
                          <a:pt x="2642" y="3799"/>
                          <a:pt x="3320" y="3799"/>
                        </a:cubicBezTo>
                        <a:cubicBezTo>
                          <a:pt x="4134" y="3799"/>
                          <a:pt x="4927" y="3818"/>
                          <a:pt x="5757" y="3818"/>
                        </a:cubicBezTo>
                        <a:cubicBezTo>
                          <a:pt x="6383" y="3818"/>
                          <a:pt x="7009" y="3818"/>
                          <a:pt x="7656" y="3797"/>
                        </a:cubicBezTo>
                        <a:cubicBezTo>
                          <a:pt x="8365" y="3797"/>
                          <a:pt x="7343" y="3818"/>
                          <a:pt x="8073" y="3818"/>
                        </a:cubicBezTo>
                        <a:cubicBezTo>
                          <a:pt x="8525" y="3804"/>
                          <a:pt x="8518" y="3646"/>
                          <a:pt x="8525" y="3646"/>
                        </a:cubicBezTo>
                        <a:lnTo>
                          <a:pt x="8525" y="3646"/>
                        </a:lnTo>
                        <a:cubicBezTo>
                          <a:pt x="8529" y="3646"/>
                          <a:pt x="8536" y="3688"/>
                          <a:pt x="8611" y="3812"/>
                        </a:cubicBezTo>
                        <a:lnTo>
                          <a:pt x="8611" y="3812"/>
                        </a:lnTo>
                        <a:cubicBezTo>
                          <a:pt x="8626" y="3780"/>
                          <a:pt x="9259" y="3815"/>
                          <a:pt x="9220" y="3755"/>
                        </a:cubicBezTo>
                        <a:cubicBezTo>
                          <a:pt x="8761" y="3255"/>
                          <a:pt x="8365" y="3088"/>
                          <a:pt x="7927" y="2566"/>
                        </a:cubicBezTo>
                        <a:cubicBezTo>
                          <a:pt x="7843" y="2483"/>
                          <a:pt x="7760" y="2379"/>
                          <a:pt x="7697" y="2274"/>
                        </a:cubicBezTo>
                        <a:cubicBezTo>
                          <a:pt x="7635" y="2233"/>
                          <a:pt x="7593" y="2191"/>
                          <a:pt x="7572" y="2149"/>
                        </a:cubicBezTo>
                        <a:cubicBezTo>
                          <a:pt x="7489" y="2045"/>
                          <a:pt x="7405" y="1941"/>
                          <a:pt x="7343" y="1836"/>
                        </a:cubicBezTo>
                        <a:cubicBezTo>
                          <a:pt x="7259" y="1732"/>
                          <a:pt x="7176" y="1628"/>
                          <a:pt x="7092" y="1524"/>
                        </a:cubicBezTo>
                        <a:cubicBezTo>
                          <a:pt x="6946" y="1336"/>
                          <a:pt x="6821" y="1148"/>
                          <a:pt x="6675" y="960"/>
                        </a:cubicBezTo>
                        <a:cubicBezTo>
                          <a:pt x="6487" y="689"/>
                          <a:pt x="6279" y="439"/>
                          <a:pt x="6091" y="168"/>
                        </a:cubicBezTo>
                        <a:cubicBezTo>
                          <a:pt x="6049" y="105"/>
                          <a:pt x="6029" y="43"/>
                          <a:pt x="5987" y="1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833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3" name="Google Shape;2633;p46"/>
                  <p:cNvSpPr/>
                  <p:nvPr/>
                </p:nvSpPr>
                <p:spPr>
                  <a:xfrm>
                    <a:off x="4278250" y="3966325"/>
                    <a:ext cx="393175" cy="576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27" h="23069" extrusionOk="0">
                        <a:moveTo>
                          <a:pt x="2253" y="0"/>
                        </a:moveTo>
                        <a:cubicBezTo>
                          <a:pt x="2190" y="84"/>
                          <a:pt x="2107" y="125"/>
                          <a:pt x="2003" y="167"/>
                        </a:cubicBezTo>
                        <a:lnTo>
                          <a:pt x="1940" y="167"/>
                        </a:lnTo>
                        <a:cubicBezTo>
                          <a:pt x="1815" y="230"/>
                          <a:pt x="1690" y="271"/>
                          <a:pt x="1565" y="313"/>
                        </a:cubicBezTo>
                        <a:cubicBezTo>
                          <a:pt x="1523" y="334"/>
                          <a:pt x="1460" y="355"/>
                          <a:pt x="1398" y="355"/>
                        </a:cubicBezTo>
                        <a:cubicBezTo>
                          <a:pt x="1314" y="522"/>
                          <a:pt x="1252" y="668"/>
                          <a:pt x="1210" y="751"/>
                        </a:cubicBezTo>
                        <a:cubicBezTo>
                          <a:pt x="1001" y="1252"/>
                          <a:pt x="981" y="1815"/>
                          <a:pt x="981" y="2336"/>
                        </a:cubicBezTo>
                        <a:cubicBezTo>
                          <a:pt x="939" y="3358"/>
                          <a:pt x="1064" y="4360"/>
                          <a:pt x="1356" y="5340"/>
                        </a:cubicBezTo>
                        <a:cubicBezTo>
                          <a:pt x="1523" y="6028"/>
                          <a:pt x="1731" y="6716"/>
                          <a:pt x="2003" y="7384"/>
                        </a:cubicBezTo>
                        <a:cubicBezTo>
                          <a:pt x="2128" y="7634"/>
                          <a:pt x="2149" y="7989"/>
                          <a:pt x="2378" y="8156"/>
                        </a:cubicBezTo>
                        <a:cubicBezTo>
                          <a:pt x="2420" y="8176"/>
                          <a:pt x="2461" y="8176"/>
                          <a:pt x="2503" y="8176"/>
                        </a:cubicBezTo>
                        <a:cubicBezTo>
                          <a:pt x="3025" y="8176"/>
                          <a:pt x="2649" y="7321"/>
                          <a:pt x="2670" y="6988"/>
                        </a:cubicBezTo>
                        <a:cubicBezTo>
                          <a:pt x="2545" y="5966"/>
                          <a:pt x="2461" y="4923"/>
                          <a:pt x="2461" y="3901"/>
                        </a:cubicBezTo>
                        <a:cubicBezTo>
                          <a:pt x="2461" y="3129"/>
                          <a:pt x="2607" y="2378"/>
                          <a:pt x="2733" y="1627"/>
                        </a:cubicBezTo>
                        <a:cubicBezTo>
                          <a:pt x="2753" y="1265"/>
                          <a:pt x="3122" y="225"/>
                          <a:pt x="2532" y="225"/>
                        </a:cubicBezTo>
                        <a:cubicBezTo>
                          <a:pt x="2510" y="225"/>
                          <a:pt x="2486" y="227"/>
                          <a:pt x="2461" y="230"/>
                        </a:cubicBezTo>
                        <a:cubicBezTo>
                          <a:pt x="2399" y="105"/>
                          <a:pt x="2336" y="42"/>
                          <a:pt x="2253" y="0"/>
                        </a:cubicBezTo>
                        <a:close/>
                        <a:moveTo>
                          <a:pt x="4633" y="13392"/>
                        </a:moveTo>
                        <a:cubicBezTo>
                          <a:pt x="4507" y="13392"/>
                          <a:pt x="4381" y="13430"/>
                          <a:pt x="4255" y="13516"/>
                        </a:cubicBezTo>
                        <a:cubicBezTo>
                          <a:pt x="3358" y="14309"/>
                          <a:pt x="3045" y="15581"/>
                          <a:pt x="2274" y="16499"/>
                        </a:cubicBezTo>
                        <a:cubicBezTo>
                          <a:pt x="1544" y="17458"/>
                          <a:pt x="793" y="18397"/>
                          <a:pt x="0" y="19273"/>
                        </a:cubicBezTo>
                        <a:cubicBezTo>
                          <a:pt x="42" y="19335"/>
                          <a:pt x="63" y="19398"/>
                          <a:pt x="104" y="19460"/>
                        </a:cubicBezTo>
                        <a:cubicBezTo>
                          <a:pt x="355" y="19857"/>
                          <a:pt x="584" y="20253"/>
                          <a:pt x="834" y="20649"/>
                        </a:cubicBezTo>
                        <a:lnTo>
                          <a:pt x="918" y="20775"/>
                        </a:lnTo>
                        <a:cubicBezTo>
                          <a:pt x="1147" y="21108"/>
                          <a:pt x="1377" y="21421"/>
                          <a:pt x="1606" y="21734"/>
                        </a:cubicBezTo>
                        <a:cubicBezTo>
                          <a:pt x="2190" y="22485"/>
                          <a:pt x="2065" y="22381"/>
                          <a:pt x="2733" y="23048"/>
                        </a:cubicBezTo>
                        <a:cubicBezTo>
                          <a:pt x="2743" y="23062"/>
                          <a:pt x="2773" y="23068"/>
                          <a:pt x="2815" y="23068"/>
                        </a:cubicBezTo>
                        <a:cubicBezTo>
                          <a:pt x="2973" y="23068"/>
                          <a:pt x="3309" y="22986"/>
                          <a:pt x="3476" y="22986"/>
                        </a:cubicBezTo>
                        <a:cubicBezTo>
                          <a:pt x="3520" y="22986"/>
                          <a:pt x="3552" y="22992"/>
                          <a:pt x="3567" y="23006"/>
                        </a:cubicBezTo>
                        <a:cubicBezTo>
                          <a:pt x="4262" y="23006"/>
                          <a:pt x="4939" y="22969"/>
                          <a:pt x="5622" y="22969"/>
                        </a:cubicBezTo>
                        <a:cubicBezTo>
                          <a:pt x="5963" y="22969"/>
                          <a:pt x="6306" y="22978"/>
                          <a:pt x="6654" y="23006"/>
                        </a:cubicBezTo>
                        <a:lnTo>
                          <a:pt x="7008" y="23006"/>
                        </a:lnTo>
                        <a:cubicBezTo>
                          <a:pt x="7300" y="23006"/>
                          <a:pt x="7405" y="23048"/>
                          <a:pt x="7697" y="23048"/>
                        </a:cubicBezTo>
                        <a:cubicBezTo>
                          <a:pt x="8607" y="23048"/>
                          <a:pt x="9486" y="23067"/>
                          <a:pt x="10368" y="23067"/>
                        </a:cubicBezTo>
                        <a:cubicBezTo>
                          <a:pt x="11103" y="23067"/>
                          <a:pt x="11840" y="23054"/>
                          <a:pt x="12598" y="23006"/>
                        </a:cubicBezTo>
                        <a:cubicBezTo>
                          <a:pt x="12705" y="23001"/>
                          <a:pt x="12807" y="22999"/>
                          <a:pt x="12905" y="22999"/>
                        </a:cubicBezTo>
                        <a:cubicBezTo>
                          <a:pt x="13412" y="22999"/>
                          <a:pt x="13821" y="23054"/>
                          <a:pt x="14279" y="23054"/>
                        </a:cubicBezTo>
                        <a:cubicBezTo>
                          <a:pt x="14495" y="23054"/>
                          <a:pt x="14722" y="23042"/>
                          <a:pt x="14976" y="23006"/>
                        </a:cubicBezTo>
                        <a:cubicBezTo>
                          <a:pt x="14976" y="22969"/>
                          <a:pt x="14997" y="22956"/>
                          <a:pt x="15029" y="22956"/>
                        </a:cubicBezTo>
                        <a:cubicBezTo>
                          <a:pt x="15113" y="22956"/>
                          <a:pt x="15276" y="23046"/>
                          <a:pt x="15360" y="23046"/>
                        </a:cubicBezTo>
                        <a:cubicBezTo>
                          <a:pt x="15390" y="23046"/>
                          <a:pt x="15410" y="23035"/>
                          <a:pt x="15414" y="23006"/>
                        </a:cubicBezTo>
                        <a:cubicBezTo>
                          <a:pt x="15419" y="22991"/>
                          <a:pt x="15438" y="22986"/>
                          <a:pt x="15463" y="22986"/>
                        </a:cubicBezTo>
                        <a:cubicBezTo>
                          <a:pt x="15525" y="22986"/>
                          <a:pt x="15629" y="23016"/>
                          <a:pt x="15688" y="23016"/>
                        </a:cubicBezTo>
                        <a:cubicBezTo>
                          <a:pt x="15706" y="23016"/>
                          <a:pt x="15720" y="23014"/>
                          <a:pt x="15727" y="23006"/>
                        </a:cubicBezTo>
                        <a:cubicBezTo>
                          <a:pt x="15477" y="22798"/>
                          <a:pt x="15164" y="22735"/>
                          <a:pt x="14934" y="22527"/>
                        </a:cubicBezTo>
                        <a:lnTo>
                          <a:pt x="14830" y="22443"/>
                        </a:lnTo>
                        <a:lnTo>
                          <a:pt x="14726" y="22381"/>
                        </a:lnTo>
                        <a:lnTo>
                          <a:pt x="14621" y="22318"/>
                        </a:lnTo>
                        <a:lnTo>
                          <a:pt x="14517" y="22255"/>
                        </a:lnTo>
                        <a:lnTo>
                          <a:pt x="14434" y="22193"/>
                        </a:lnTo>
                        <a:lnTo>
                          <a:pt x="14350" y="22109"/>
                        </a:lnTo>
                        <a:lnTo>
                          <a:pt x="14267" y="22047"/>
                        </a:lnTo>
                        <a:lnTo>
                          <a:pt x="14183" y="21984"/>
                        </a:lnTo>
                        <a:lnTo>
                          <a:pt x="14100" y="21922"/>
                        </a:lnTo>
                        <a:lnTo>
                          <a:pt x="14017" y="21859"/>
                        </a:lnTo>
                        <a:lnTo>
                          <a:pt x="13933" y="21797"/>
                        </a:lnTo>
                        <a:lnTo>
                          <a:pt x="13850" y="21734"/>
                        </a:lnTo>
                        <a:lnTo>
                          <a:pt x="13787" y="21671"/>
                        </a:lnTo>
                        <a:lnTo>
                          <a:pt x="13704" y="21609"/>
                        </a:lnTo>
                        <a:lnTo>
                          <a:pt x="13620" y="21546"/>
                        </a:lnTo>
                        <a:lnTo>
                          <a:pt x="13537" y="21484"/>
                        </a:lnTo>
                        <a:lnTo>
                          <a:pt x="13453" y="21421"/>
                        </a:lnTo>
                        <a:lnTo>
                          <a:pt x="13370" y="21359"/>
                        </a:lnTo>
                        <a:lnTo>
                          <a:pt x="13287" y="21296"/>
                        </a:lnTo>
                        <a:lnTo>
                          <a:pt x="13224" y="21213"/>
                        </a:lnTo>
                        <a:lnTo>
                          <a:pt x="13141" y="21150"/>
                        </a:lnTo>
                        <a:lnTo>
                          <a:pt x="13057" y="21087"/>
                        </a:lnTo>
                        <a:lnTo>
                          <a:pt x="12995" y="21046"/>
                        </a:lnTo>
                        <a:lnTo>
                          <a:pt x="12911" y="20983"/>
                        </a:lnTo>
                        <a:lnTo>
                          <a:pt x="12849" y="20921"/>
                        </a:lnTo>
                        <a:lnTo>
                          <a:pt x="12765" y="20879"/>
                        </a:lnTo>
                        <a:lnTo>
                          <a:pt x="12703" y="20816"/>
                        </a:lnTo>
                        <a:lnTo>
                          <a:pt x="12640" y="20775"/>
                        </a:lnTo>
                        <a:lnTo>
                          <a:pt x="12577" y="20712"/>
                        </a:lnTo>
                        <a:lnTo>
                          <a:pt x="12536" y="20670"/>
                        </a:lnTo>
                        <a:lnTo>
                          <a:pt x="12473" y="20629"/>
                        </a:lnTo>
                        <a:lnTo>
                          <a:pt x="12431" y="20587"/>
                        </a:lnTo>
                        <a:lnTo>
                          <a:pt x="12369" y="20545"/>
                        </a:lnTo>
                        <a:lnTo>
                          <a:pt x="12327" y="20524"/>
                        </a:lnTo>
                        <a:lnTo>
                          <a:pt x="12264" y="20483"/>
                        </a:lnTo>
                        <a:lnTo>
                          <a:pt x="12223" y="20441"/>
                        </a:lnTo>
                        <a:cubicBezTo>
                          <a:pt x="11972" y="20253"/>
                          <a:pt x="11701" y="20065"/>
                          <a:pt x="11451" y="19878"/>
                        </a:cubicBezTo>
                        <a:cubicBezTo>
                          <a:pt x="10950" y="19481"/>
                          <a:pt x="10450" y="19085"/>
                          <a:pt x="9970" y="18689"/>
                        </a:cubicBezTo>
                        <a:cubicBezTo>
                          <a:pt x="9908" y="18668"/>
                          <a:pt x="9845" y="18647"/>
                          <a:pt x="9782" y="18605"/>
                        </a:cubicBezTo>
                        <a:cubicBezTo>
                          <a:pt x="9490" y="18397"/>
                          <a:pt x="9219" y="18146"/>
                          <a:pt x="8948" y="17896"/>
                        </a:cubicBezTo>
                        <a:cubicBezTo>
                          <a:pt x="8719" y="17688"/>
                          <a:pt x="8489" y="17458"/>
                          <a:pt x="8281" y="17229"/>
                        </a:cubicBezTo>
                        <a:cubicBezTo>
                          <a:pt x="8114" y="17062"/>
                          <a:pt x="7968" y="16916"/>
                          <a:pt x="7801" y="16749"/>
                        </a:cubicBezTo>
                        <a:cubicBezTo>
                          <a:pt x="7592" y="16540"/>
                          <a:pt x="7384" y="16311"/>
                          <a:pt x="7175" y="16082"/>
                        </a:cubicBezTo>
                        <a:cubicBezTo>
                          <a:pt x="6696" y="15539"/>
                          <a:pt x="6237" y="14976"/>
                          <a:pt x="5799" y="14413"/>
                        </a:cubicBezTo>
                        <a:cubicBezTo>
                          <a:pt x="5736" y="14329"/>
                          <a:pt x="5694" y="14246"/>
                          <a:pt x="5632" y="14163"/>
                        </a:cubicBezTo>
                        <a:cubicBezTo>
                          <a:pt x="5590" y="14100"/>
                          <a:pt x="5548" y="14037"/>
                          <a:pt x="5507" y="13975"/>
                        </a:cubicBezTo>
                        <a:cubicBezTo>
                          <a:pt x="5486" y="13933"/>
                          <a:pt x="5465" y="13871"/>
                          <a:pt x="5444" y="13808"/>
                        </a:cubicBezTo>
                        <a:cubicBezTo>
                          <a:pt x="5174" y="13566"/>
                          <a:pt x="4903" y="13392"/>
                          <a:pt x="4633" y="13392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833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4" name="Google Shape;2634;p46"/>
                  <p:cNvSpPr/>
                  <p:nvPr/>
                </p:nvSpPr>
                <p:spPr>
                  <a:xfrm>
                    <a:off x="4385650" y="3905450"/>
                    <a:ext cx="457850" cy="637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14" h="25483" extrusionOk="0">
                        <a:moveTo>
                          <a:pt x="835" y="0"/>
                        </a:moveTo>
                        <a:cubicBezTo>
                          <a:pt x="809" y="0"/>
                          <a:pt x="783" y="5"/>
                          <a:pt x="752" y="16"/>
                        </a:cubicBezTo>
                        <a:cubicBezTo>
                          <a:pt x="710" y="16"/>
                          <a:pt x="647" y="37"/>
                          <a:pt x="627" y="78"/>
                        </a:cubicBezTo>
                        <a:lnTo>
                          <a:pt x="606" y="78"/>
                        </a:lnTo>
                        <a:cubicBezTo>
                          <a:pt x="538" y="35"/>
                          <a:pt x="480" y="15"/>
                          <a:pt x="429" y="15"/>
                        </a:cubicBezTo>
                        <a:cubicBezTo>
                          <a:pt x="213" y="15"/>
                          <a:pt x="135" y="370"/>
                          <a:pt x="84" y="725"/>
                        </a:cubicBezTo>
                        <a:cubicBezTo>
                          <a:pt x="1" y="1100"/>
                          <a:pt x="1" y="1518"/>
                          <a:pt x="22" y="1935"/>
                        </a:cubicBezTo>
                        <a:cubicBezTo>
                          <a:pt x="43" y="2602"/>
                          <a:pt x="126" y="3270"/>
                          <a:pt x="293" y="3937"/>
                        </a:cubicBezTo>
                        <a:cubicBezTo>
                          <a:pt x="647" y="5647"/>
                          <a:pt x="1336" y="7441"/>
                          <a:pt x="2650" y="8588"/>
                        </a:cubicBezTo>
                        <a:lnTo>
                          <a:pt x="2629" y="8588"/>
                        </a:lnTo>
                        <a:cubicBezTo>
                          <a:pt x="2669" y="8615"/>
                          <a:pt x="2712" y="8627"/>
                          <a:pt x="2754" y="8627"/>
                        </a:cubicBezTo>
                        <a:cubicBezTo>
                          <a:pt x="2842" y="8627"/>
                          <a:pt x="2927" y="8575"/>
                          <a:pt x="2984" y="8505"/>
                        </a:cubicBezTo>
                        <a:cubicBezTo>
                          <a:pt x="3067" y="8338"/>
                          <a:pt x="2963" y="8234"/>
                          <a:pt x="2858" y="8129"/>
                        </a:cubicBezTo>
                        <a:cubicBezTo>
                          <a:pt x="2879" y="7963"/>
                          <a:pt x="2775" y="7733"/>
                          <a:pt x="2692" y="7587"/>
                        </a:cubicBezTo>
                        <a:cubicBezTo>
                          <a:pt x="2525" y="7149"/>
                          <a:pt x="2358" y="6690"/>
                          <a:pt x="2212" y="6252"/>
                        </a:cubicBezTo>
                        <a:cubicBezTo>
                          <a:pt x="1961" y="5418"/>
                          <a:pt x="1732" y="4521"/>
                          <a:pt x="1565" y="3666"/>
                        </a:cubicBezTo>
                        <a:cubicBezTo>
                          <a:pt x="1419" y="2894"/>
                          <a:pt x="1419" y="2122"/>
                          <a:pt x="1482" y="1372"/>
                        </a:cubicBezTo>
                        <a:cubicBezTo>
                          <a:pt x="1501" y="978"/>
                          <a:pt x="1738" y="62"/>
                          <a:pt x="1226" y="62"/>
                        </a:cubicBezTo>
                        <a:cubicBezTo>
                          <a:pt x="1168" y="62"/>
                          <a:pt x="1101" y="74"/>
                          <a:pt x="1023" y="99"/>
                        </a:cubicBezTo>
                        <a:cubicBezTo>
                          <a:pt x="981" y="58"/>
                          <a:pt x="939" y="37"/>
                          <a:pt x="919" y="16"/>
                        </a:cubicBezTo>
                        <a:cubicBezTo>
                          <a:pt x="887" y="5"/>
                          <a:pt x="861" y="0"/>
                          <a:pt x="835" y="0"/>
                        </a:cubicBezTo>
                        <a:close/>
                        <a:moveTo>
                          <a:pt x="5067" y="11701"/>
                        </a:moveTo>
                        <a:cubicBezTo>
                          <a:pt x="4597" y="11701"/>
                          <a:pt x="4320" y="12048"/>
                          <a:pt x="4485" y="13052"/>
                        </a:cubicBezTo>
                        <a:cubicBezTo>
                          <a:pt x="4944" y="14804"/>
                          <a:pt x="5549" y="16535"/>
                          <a:pt x="5549" y="18371"/>
                        </a:cubicBezTo>
                        <a:cubicBezTo>
                          <a:pt x="5528" y="18892"/>
                          <a:pt x="5695" y="19810"/>
                          <a:pt x="4965" y="19935"/>
                        </a:cubicBezTo>
                        <a:cubicBezTo>
                          <a:pt x="3985" y="19893"/>
                          <a:pt x="3296" y="18934"/>
                          <a:pt x="2692" y="18245"/>
                        </a:cubicBezTo>
                        <a:cubicBezTo>
                          <a:pt x="2233" y="17828"/>
                          <a:pt x="1565" y="16493"/>
                          <a:pt x="856" y="16014"/>
                        </a:cubicBezTo>
                        <a:lnTo>
                          <a:pt x="856" y="16014"/>
                        </a:lnTo>
                        <a:cubicBezTo>
                          <a:pt x="1065" y="16347"/>
                          <a:pt x="1273" y="16702"/>
                          <a:pt x="1482" y="17036"/>
                        </a:cubicBezTo>
                        <a:cubicBezTo>
                          <a:pt x="1586" y="17161"/>
                          <a:pt x="1669" y="17307"/>
                          <a:pt x="1774" y="17453"/>
                        </a:cubicBezTo>
                        <a:cubicBezTo>
                          <a:pt x="2274" y="18120"/>
                          <a:pt x="2817" y="18788"/>
                          <a:pt x="3338" y="19476"/>
                        </a:cubicBezTo>
                        <a:cubicBezTo>
                          <a:pt x="3463" y="19622"/>
                          <a:pt x="3568" y="19768"/>
                          <a:pt x="3693" y="19914"/>
                        </a:cubicBezTo>
                        <a:cubicBezTo>
                          <a:pt x="3755" y="19977"/>
                          <a:pt x="3818" y="20039"/>
                          <a:pt x="3880" y="20102"/>
                        </a:cubicBezTo>
                        <a:cubicBezTo>
                          <a:pt x="4318" y="20561"/>
                          <a:pt x="4777" y="21019"/>
                          <a:pt x="5236" y="21457"/>
                        </a:cubicBezTo>
                        <a:cubicBezTo>
                          <a:pt x="5674" y="21895"/>
                          <a:pt x="6133" y="22333"/>
                          <a:pt x="6592" y="22751"/>
                        </a:cubicBezTo>
                        <a:cubicBezTo>
                          <a:pt x="6780" y="22918"/>
                          <a:pt x="6946" y="23064"/>
                          <a:pt x="7134" y="23210"/>
                        </a:cubicBezTo>
                        <a:cubicBezTo>
                          <a:pt x="7426" y="23481"/>
                          <a:pt x="7760" y="23731"/>
                          <a:pt x="8073" y="23981"/>
                        </a:cubicBezTo>
                        <a:cubicBezTo>
                          <a:pt x="8970" y="24690"/>
                          <a:pt x="9303" y="24816"/>
                          <a:pt x="10242" y="25483"/>
                        </a:cubicBezTo>
                        <a:lnTo>
                          <a:pt x="10555" y="25379"/>
                        </a:lnTo>
                        <a:cubicBezTo>
                          <a:pt x="10617" y="25420"/>
                          <a:pt x="10993" y="25379"/>
                          <a:pt x="11035" y="25441"/>
                        </a:cubicBezTo>
                        <a:cubicBezTo>
                          <a:pt x="11266" y="25410"/>
                          <a:pt x="11548" y="25402"/>
                          <a:pt x="11860" y="25402"/>
                        </a:cubicBezTo>
                        <a:cubicBezTo>
                          <a:pt x="12200" y="25402"/>
                          <a:pt x="12576" y="25412"/>
                          <a:pt x="12958" y="25412"/>
                        </a:cubicBezTo>
                        <a:cubicBezTo>
                          <a:pt x="13172" y="25412"/>
                          <a:pt x="13387" y="25409"/>
                          <a:pt x="13600" y="25400"/>
                        </a:cubicBezTo>
                        <a:cubicBezTo>
                          <a:pt x="14747" y="25316"/>
                          <a:pt x="15999" y="24044"/>
                          <a:pt x="15874" y="23585"/>
                        </a:cubicBezTo>
                        <a:lnTo>
                          <a:pt x="16145" y="23230"/>
                        </a:lnTo>
                        <a:lnTo>
                          <a:pt x="16207" y="23230"/>
                        </a:lnTo>
                        <a:cubicBezTo>
                          <a:pt x="16213" y="23236"/>
                          <a:pt x="16219" y="23239"/>
                          <a:pt x="16226" y="23239"/>
                        </a:cubicBezTo>
                        <a:cubicBezTo>
                          <a:pt x="16242" y="23239"/>
                          <a:pt x="16261" y="23224"/>
                          <a:pt x="16291" y="23210"/>
                        </a:cubicBezTo>
                        <a:cubicBezTo>
                          <a:pt x="16666" y="23001"/>
                          <a:pt x="17688" y="21624"/>
                          <a:pt x="17584" y="21416"/>
                        </a:cubicBezTo>
                        <a:cubicBezTo>
                          <a:pt x="17876" y="20873"/>
                          <a:pt x="18105" y="20310"/>
                          <a:pt x="18314" y="19726"/>
                        </a:cubicBezTo>
                        <a:lnTo>
                          <a:pt x="18314" y="19726"/>
                        </a:lnTo>
                        <a:cubicBezTo>
                          <a:pt x="18272" y="19747"/>
                          <a:pt x="18230" y="19747"/>
                          <a:pt x="18189" y="19747"/>
                        </a:cubicBezTo>
                        <a:cubicBezTo>
                          <a:pt x="18105" y="19747"/>
                          <a:pt x="18001" y="19726"/>
                          <a:pt x="17938" y="19685"/>
                        </a:cubicBezTo>
                        <a:cubicBezTo>
                          <a:pt x="16624" y="19038"/>
                          <a:pt x="15310" y="18371"/>
                          <a:pt x="14017" y="17682"/>
                        </a:cubicBezTo>
                        <a:cubicBezTo>
                          <a:pt x="13976" y="17661"/>
                          <a:pt x="13955" y="17641"/>
                          <a:pt x="13913" y="17620"/>
                        </a:cubicBezTo>
                        <a:cubicBezTo>
                          <a:pt x="13809" y="17620"/>
                          <a:pt x="13704" y="17578"/>
                          <a:pt x="13621" y="17536"/>
                        </a:cubicBezTo>
                        <a:cubicBezTo>
                          <a:pt x="13225" y="17265"/>
                          <a:pt x="12807" y="16994"/>
                          <a:pt x="12411" y="16723"/>
                        </a:cubicBezTo>
                        <a:cubicBezTo>
                          <a:pt x="12369" y="16702"/>
                          <a:pt x="12349" y="16702"/>
                          <a:pt x="12328" y="16681"/>
                        </a:cubicBezTo>
                        <a:cubicBezTo>
                          <a:pt x="11723" y="16285"/>
                          <a:pt x="11097" y="15888"/>
                          <a:pt x="10492" y="15471"/>
                        </a:cubicBezTo>
                        <a:cubicBezTo>
                          <a:pt x="10367" y="15388"/>
                          <a:pt x="10242" y="15304"/>
                          <a:pt x="10117" y="15221"/>
                        </a:cubicBezTo>
                        <a:cubicBezTo>
                          <a:pt x="9992" y="15221"/>
                          <a:pt x="9867" y="15158"/>
                          <a:pt x="9741" y="15075"/>
                        </a:cubicBezTo>
                        <a:lnTo>
                          <a:pt x="9470" y="14846"/>
                        </a:lnTo>
                        <a:cubicBezTo>
                          <a:pt x="9429" y="14846"/>
                          <a:pt x="9408" y="14866"/>
                          <a:pt x="9366" y="14866"/>
                        </a:cubicBezTo>
                        <a:cubicBezTo>
                          <a:pt x="9220" y="14866"/>
                          <a:pt x="9074" y="14804"/>
                          <a:pt x="8970" y="14720"/>
                        </a:cubicBezTo>
                        <a:cubicBezTo>
                          <a:pt x="8719" y="14491"/>
                          <a:pt x="8469" y="14262"/>
                          <a:pt x="8219" y="14011"/>
                        </a:cubicBezTo>
                        <a:cubicBezTo>
                          <a:pt x="8094" y="14011"/>
                          <a:pt x="7989" y="13949"/>
                          <a:pt x="7885" y="13865"/>
                        </a:cubicBezTo>
                        <a:cubicBezTo>
                          <a:pt x="7885" y="13865"/>
                          <a:pt x="7864" y="13844"/>
                          <a:pt x="7864" y="13844"/>
                        </a:cubicBezTo>
                        <a:cubicBezTo>
                          <a:pt x="7802" y="13824"/>
                          <a:pt x="7760" y="13782"/>
                          <a:pt x="7718" y="13740"/>
                        </a:cubicBezTo>
                        <a:cubicBezTo>
                          <a:pt x="7322" y="13406"/>
                          <a:pt x="6946" y="13052"/>
                          <a:pt x="6571" y="12697"/>
                        </a:cubicBezTo>
                        <a:cubicBezTo>
                          <a:pt x="6383" y="12530"/>
                          <a:pt x="6196" y="12343"/>
                          <a:pt x="6008" y="12155"/>
                        </a:cubicBezTo>
                        <a:cubicBezTo>
                          <a:pt x="5904" y="12051"/>
                          <a:pt x="5799" y="11946"/>
                          <a:pt x="5695" y="11842"/>
                        </a:cubicBezTo>
                        <a:cubicBezTo>
                          <a:pt x="5466" y="11754"/>
                          <a:pt x="5252" y="11701"/>
                          <a:pt x="5067" y="11701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833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5" name="Google Shape;2635;p46"/>
                  <p:cNvSpPr/>
                  <p:nvPr/>
                </p:nvSpPr>
                <p:spPr>
                  <a:xfrm>
                    <a:off x="4526975" y="4177500"/>
                    <a:ext cx="411950" cy="24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78" h="9658" extrusionOk="0">
                        <a:moveTo>
                          <a:pt x="10909" y="1"/>
                        </a:moveTo>
                        <a:cubicBezTo>
                          <a:pt x="10784" y="209"/>
                          <a:pt x="10679" y="418"/>
                          <a:pt x="10554" y="626"/>
                        </a:cubicBezTo>
                        <a:cubicBezTo>
                          <a:pt x="9553" y="2441"/>
                          <a:pt x="8218" y="4026"/>
                          <a:pt x="6007" y="4110"/>
                        </a:cubicBezTo>
                        <a:cubicBezTo>
                          <a:pt x="5979" y="4110"/>
                          <a:pt x="5950" y="4111"/>
                          <a:pt x="5921" y="4111"/>
                        </a:cubicBezTo>
                        <a:cubicBezTo>
                          <a:pt x="4542" y="4111"/>
                          <a:pt x="3399" y="3135"/>
                          <a:pt x="2315" y="2378"/>
                        </a:cubicBezTo>
                        <a:cubicBezTo>
                          <a:pt x="1836" y="2003"/>
                          <a:pt x="814" y="1231"/>
                          <a:pt x="0" y="939"/>
                        </a:cubicBezTo>
                        <a:lnTo>
                          <a:pt x="0" y="939"/>
                        </a:lnTo>
                        <a:cubicBezTo>
                          <a:pt x="21" y="981"/>
                          <a:pt x="63" y="1002"/>
                          <a:pt x="84" y="1044"/>
                        </a:cubicBezTo>
                        <a:cubicBezTo>
                          <a:pt x="438" y="1398"/>
                          <a:pt x="772" y="1753"/>
                          <a:pt x="1106" y="2107"/>
                        </a:cubicBezTo>
                        <a:cubicBezTo>
                          <a:pt x="1794" y="2837"/>
                          <a:pt x="2524" y="3546"/>
                          <a:pt x="3296" y="4193"/>
                        </a:cubicBezTo>
                        <a:cubicBezTo>
                          <a:pt x="3796" y="4610"/>
                          <a:pt x="4297" y="5006"/>
                          <a:pt x="4818" y="5424"/>
                        </a:cubicBezTo>
                        <a:cubicBezTo>
                          <a:pt x="5298" y="5799"/>
                          <a:pt x="5778" y="6195"/>
                          <a:pt x="6278" y="6571"/>
                        </a:cubicBezTo>
                        <a:cubicBezTo>
                          <a:pt x="6299" y="6592"/>
                          <a:pt x="6320" y="6592"/>
                          <a:pt x="6341" y="6613"/>
                        </a:cubicBezTo>
                        <a:cubicBezTo>
                          <a:pt x="6633" y="6821"/>
                          <a:pt x="6925" y="7009"/>
                          <a:pt x="7217" y="7217"/>
                        </a:cubicBezTo>
                        <a:cubicBezTo>
                          <a:pt x="7280" y="7259"/>
                          <a:pt x="7363" y="7301"/>
                          <a:pt x="7426" y="7343"/>
                        </a:cubicBezTo>
                        <a:cubicBezTo>
                          <a:pt x="8510" y="8031"/>
                          <a:pt x="9616" y="8657"/>
                          <a:pt x="10825" y="9115"/>
                        </a:cubicBezTo>
                        <a:lnTo>
                          <a:pt x="10805" y="9115"/>
                        </a:lnTo>
                        <a:cubicBezTo>
                          <a:pt x="11305" y="9324"/>
                          <a:pt x="11827" y="9491"/>
                          <a:pt x="12348" y="9658"/>
                        </a:cubicBezTo>
                        <a:cubicBezTo>
                          <a:pt x="12723" y="8740"/>
                          <a:pt x="13015" y="7760"/>
                          <a:pt x="13495" y="6863"/>
                        </a:cubicBezTo>
                        <a:cubicBezTo>
                          <a:pt x="13996" y="5987"/>
                          <a:pt x="14663" y="5236"/>
                          <a:pt x="15164" y="4381"/>
                        </a:cubicBezTo>
                        <a:cubicBezTo>
                          <a:pt x="15664" y="3567"/>
                          <a:pt x="16082" y="2712"/>
                          <a:pt x="16478" y="1857"/>
                        </a:cubicBezTo>
                        <a:lnTo>
                          <a:pt x="16374" y="1836"/>
                        </a:lnTo>
                        <a:lnTo>
                          <a:pt x="16207" y="1794"/>
                        </a:lnTo>
                        <a:lnTo>
                          <a:pt x="16040" y="1732"/>
                        </a:lnTo>
                        <a:lnTo>
                          <a:pt x="15894" y="1690"/>
                        </a:lnTo>
                        <a:lnTo>
                          <a:pt x="15727" y="1648"/>
                        </a:lnTo>
                        <a:lnTo>
                          <a:pt x="15581" y="1586"/>
                        </a:lnTo>
                        <a:lnTo>
                          <a:pt x="15435" y="1544"/>
                        </a:lnTo>
                        <a:lnTo>
                          <a:pt x="15289" y="1482"/>
                        </a:lnTo>
                        <a:lnTo>
                          <a:pt x="15143" y="1419"/>
                        </a:lnTo>
                        <a:lnTo>
                          <a:pt x="15018" y="1356"/>
                        </a:lnTo>
                        <a:lnTo>
                          <a:pt x="14872" y="1294"/>
                        </a:lnTo>
                        <a:lnTo>
                          <a:pt x="14747" y="1231"/>
                        </a:lnTo>
                        <a:lnTo>
                          <a:pt x="14622" y="1169"/>
                        </a:lnTo>
                        <a:lnTo>
                          <a:pt x="14496" y="1106"/>
                        </a:lnTo>
                        <a:lnTo>
                          <a:pt x="14371" y="1023"/>
                        </a:lnTo>
                        <a:lnTo>
                          <a:pt x="14246" y="939"/>
                        </a:lnTo>
                        <a:lnTo>
                          <a:pt x="14163" y="898"/>
                        </a:lnTo>
                        <a:cubicBezTo>
                          <a:pt x="14100" y="939"/>
                          <a:pt x="14038" y="981"/>
                          <a:pt x="13975" y="1002"/>
                        </a:cubicBezTo>
                        <a:cubicBezTo>
                          <a:pt x="13912" y="1023"/>
                          <a:pt x="13850" y="1044"/>
                          <a:pt x="13787" y="1044"/>
                        </a:cubicBezTo>
                        <a:cubicBezTo>
                          <a:pt x="13766" y="1044"/>
                          <a:pt x="13745" y="1023"/>
                          <a:pt x="13704" y="1023"/>
                        </a:cubicBezTo>
                        <a:cubicBezTo>
                          <a:pt x="13641" y="1044"/>
                          <a:pt x="13579" y="1064"/>
                          <a:pt x="13516" y="1064"/>
                        </a:cubicBezTo>
                        <a:cubicBezTo>
                          <a:pt x="13453" y="1064"/>
                          <a:pt x="13391" y="1064"/>
                          <a:pt x="13328" y="1023"/>
                        </a:cubicBezTo>
                        <a:cubicBezTo>
                          <a:pt x="12703" y="793"/>
                          <a:pt x="12077" y="522"/>
                          <a:pt x="11472" y="251"/>
                        </a:cubicBezTo>
                        <a:cubicBezTo>
                          <a:pt x="11284" y="168"/>
                          <a:pt x="11097" y="84"/>
                          <a:pt x="10909" y="1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833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6" name="Google Shape;2636;p46"/>
                  <p:cNvSpPr/>
                  <p:nvPr/>
                </p:nvSpPr>
                <p:spPr>
                  <a:xfrm>
                    <a:off x="4797600" y="4008550"/>
                    <a:ext cx="221625" cy="2372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65" h="9491" extrusionOk="0">
                        <a:moveTo>
                          <a:pt x="3838" y="168"/>
                        </a:moveTo>
                        <a:lnTo>
                          <a:pt x="3852" y="172"/>
                        </a:lnTo>
                        <a:lnTo>
                          <a:pt x="3852" y="172"/>
                        </a:lnTo>
                        <a:cubicBezTo>
                          <a:pt x="3849" y="170"/>
                          <a:pt x="3845" y="168"/>
                          <a:pt x="3838" y="168"/>
                        </a:cubicBezTo>
                        <a:close/>
                        <a:moveTo>
                          <a:pt x="4005" y="251"/>
                        </a:moveTo>
                        <a:cubicBezTo>
                          <a:pt x="4005" y="251"/>
                          <a:pt x="4022" y="251"/>
                          <a:pt x="4040" y="266"/>
                        </a:cubicBezTo>
                        <a:lnTo>
                          <a:pt x="4040" y="266"/>
                        </a:lnTo>
                        <a:cubicBezTo>
                          <a:pt x="4030" y="262"/>
                          <a:pt x="4019" y="258"/>
                          <a:pt x="4005" y="251"/>
                        </a:cubicBezTo>
                        <a:close/>
                        <a:moveTo>
                          <a:pt x="3484" y="1"/>
                        </a:moveTo>
                        <a:cubicBezTo>
                          <a:pt x="2441" y="2358"/>
                          <a:pt x="1314" y="4673"/>
                          <a:pt x="0" y="6905"/>
                        </a:cubicBezTo>
                        <a:cubicBezTo>
                          <a:pt x="272" y="7030"/>
                          <a:pt x="543" y="7155"/>
                          <a:pt x="814" y="7301"/>
                        </a:cubicBezTo>
                        <a:cubicBezTo>
                          <a:pt x="1419" y="7593"/>
                          <a:pt x="2003" y="7885"/>
                          <a:pt x="2608" y="8198"/>
                        </a:cubicBezTo>
                        <a:cubicBezTo>
                          <a:pt x="3254" y="8532"/>
                          <a:pt x="3922" y="8844"/>
                          <a:pt x="4589" y="9178"/>
                        </a:cubicBezTo>
                        <a:lnTo>
                          <a:pt x="4631" y="9199"/>
                        </a:lnTo>
                        <a:cubicBezTo>
                          <a:pt x="4798" y="9282"/>
                          <a:pt x="4965" y="9366"/>
                          <a:pt x="5131" y="9449"/>
                        </a:cubicBezTo>
                        <a:cubicBezTo>
                          <a:pt x="5173" y="9449"/>
                          <a:pt x="5215" y="9470"/>
                          <a:pt x="5236" y="9491"/>
                        </a:cubicBezTo>
                        <a:lnTo>
                          <a:pt x="5257" y="9491"/>
                        </a:lnTo>
                        <a:cubicBezTo>
                          <a:pt x="5549" y="8865"/>
                          <a:pt x="5841" y="8240"/>
                          <a:pt x="6153" y="7614"/>
                        </a:cubicBezTo>
                        <a:cubicBezTo>
                          <a:pt x="7092" y="5674"/>
                          <a:pt x="8010" y="3693"/>
                          <a:pt x="8865" y="1711"/>
                        </a:cubicBezTo>
                        <a:lnTo>
                          <a:pt x="8782" y="1711"/>
                        </a:lnTo>
                        <a:lnTo>
                          <a:pt x="8677" y="1690"/>
                        </a:lnTo>
                        <a:lnTo>
                          <a:pt x="8594" y="1669"/>
                        </a:lnTo>
                        <a:lnTo>
                          <a:pt x="8510" y="1649"/>
                        </a:lnTo>
                        <a:lnTo>
                          <a:pt x="8427" y="1628"/>
                        </a:lnTo>
                        <a:lnTo>
                          <a:pt x="8343" y="1607"/>
                        </a:lnTo>
                        <a:lnTo>
                          <a:pt x="8260" y="1586"/>
                        </a:lnTo>
                        <a:lnTo>
                          <a:pt x="8156" y="1565"/>
                        </a:lnTo>
                        <a:lnTo>
                          <a:pt x="8072" y="1544"/>
                        </a:lnTo>
                        <a:lnTo>
                          <a:pt x="7989" y="1523"/>
                        </a:lnTo>
                        <a:lnTo>
                          <a:pt x="7905" y="1503"/>
                        </a:lnTo>
                        <a:lnTo>
                          <a:pt x="7822" y="1482"/>
                        </a:lnTo>
                        <a:lnTo>
                          <a:pt x="7739" y="1461"/>
                        </a:lnTo>
                        <a:lnTo>
                          <a:pt x="7655" y="1440"/>
                        </a:lnTo>
                        <a:lnTo>
                          <a:pt x="7572" y="1419"/>
                        </a:lnTo>
                        <a:lnTo>
                          <a:pt x="7467" y="1377"/>
                        </a:lnTo>
                        <a:lnTo>
                          <a:pt x="7384" y="1357"/>
                        </a:lnTo>
                        <a:lnTo>
                          <a:pt x="7301" y="1336"/>
                        </a:lnTo>
                        <a:lnTo>
                          <a:pt x="7217" y="1315"/>
                        </a:lnTo>
                        <a:lnTo>
                          <a:pt x="7134" y="1273"/>
                        </a:lnTo>
                        <a:lnTo>
                          <a:pt x="7050" y="1252"/>
                        </a:lnTo>
                        <a:lnTo>
                          <a:pt x="6967" y="1231"/>
                        </a:lnTo>
                        <a:lnTo>
                          <a:pt x="6904" y="1211"/>
                        </a:lnTo>
                        <a:lnTo>
                          <a:pt x="6821" y="1169"/>
                        </a:lnTo>
                        <a:lnTo>
                          <a:pt x="6737" y="1148"/>
                        </a:lnTo>
                        <a:lnTo>
                          <a:pt x="6654" y="1127"/>
                        </a:lnTo>
                        <a:lnTo>
                          <a:pt x="6591" y="1106"/>
                        </a:lnTo>
                        <a:lnTo>
                          <a:pt x="6508" y="1065"/>
                        </a:lnTo>
                        <a:lnTo>
                          <a:pt x="6445" y="1044"/>
                        </a:lnTo>
                        <a:lnTo>
                          <a:pt x="6362" y="1023"/>
                        </a:lnTo>
                        <a:lnTo>
                          <a:pt x="6299" y="1002"/>
                        </a:lnTo>
                        <a:lnTo>
                          <a:pt x="6237" y="960"/>
                        </a:lnTo>
                        <a:lnTo>
                          <a:pt x="6174" y="939"/>
                        </a:lnTo>
                        <a:cubicBezTo>
                          <a:pt x="6070" y="1002"/>
                          <a:pt x="5966" y="1065"/>
                          <a:pt x="5841" y="1065"/>
                        </a:cubicBezTo>
                        <a:cubicBezTo>
                          <a:pt x="5757" y="1065"/>
                          <a:pt x="5695" y="1044"/>
                          <a:pt x="5611" y="1002"/>
                        </a:cubicBezTo>
                        <a:cubicBezTo>
                          <a:pt x="5111" y="772"/>
                          <a:pt x="4589" y="522"/>
                          <a:pt x="4068" y="272"/>
                        </a:cubicBezTo>
                        <a:lnTo>
                          <a:pt x="4068" y="272"/>
                        </a:lnTo>
                        <a:cubicBezTo>
                          <a:pt x="4070" y="274"/>
                          <a:pt x="4071" y="276"/>
                          <a:pt x="4073" y="277"/>
                        </a:cubicBezTo>
                        <a:lnTo>
                          <a:pt x="4073" y="277"/>
                        </a:lnTo>
                        <a:cubicBezTo>
                          <a:pt x="4062" y="273"/>
                          <a:pt x="4052" y="270"/>
                          <a:pt x="4041" y="266"/>
                        </a:cubicBezTo>
                        <a:lnTo>
                          <a:pt x="4041" y="266"/>
                        </a:lnTo>
                        <a:cubicBezTo>
                          <a:pt x="4043" y="268"/>
                          <a:pt x="4045" y="270"/>
                          <a:pt x="4047" y="272"/>
                        </a:cubicBezTo>
                        <a:cubicBezTo>
                          <a:pt x="4045" y="270"/>
                          <a:pt x="4043" y="268"/>
                          <a:pt x="4040" y="266"/>
                        </a:cubicBezTo>
                        <a:lnTo>
                          <a:pt x="4040" y="266"/>
                        </a:lnTo>
                        <a:cubicBezTo>
                          <a:pt x="4041" y="266"/>
                          <a:pt x="4041" y="266"/>
                          <a:pt x="4041" y="266"/>
                        </a:cubicBezTo>
                        <a:lnTo>
                          <a:pt x="4041" y="266"/>
                        </a:lnTo>
                        <a:cubicBezTo>
                          <a:pt x="4026" y="251"/>
                          <a:pt x="4024" y="251"/>
                          <a:pt x="4005" y="251"/>
                        </a:cubicBezTo>
                        <a:lnTo>
                          <a:pt x="3984" y="251"/>
                        </a:lnTo>
                        <a:cubicBezTo>
                          <a:pt x="3963" y="230"/>
                          <a:pt x="3963" y="230"/>
                          <a:pt x="3943" y="230"/>
                        </a:cubicBezTo>
                        <a:lnTo>
                          <a:pt x="3922" y="209"/>
                        </a:lnTo>
                        <a:lnTo>
                          <a:pt x="3901" y="209"/>
                        </a:lnTo>
                        <a:cubicBezTo>
                          <a:pt x="3901" y="209"/>
                          <a:pt x="3901" y="188"/>
                          <a:pt x="3901" y="188"/>
                        </a:cubicBezTo>
                        <a:lnTo>
                          <a:pt x="3852" y="172"/>
                        </a:lnTo>
                        <a:lnTo>
                          <a:pt x="3852" y="172"/>
                        </a:lnTo>
                        <a:cubicBezTo>
                          <a:pt x="3859" y="178"/>
                          <a:pt x="3859" y="188"/>
                          <a:pt x="3859" y="188"/>
                        </a:cubicBezTo>
                        <a:cubicBezTo>
                          <a:pt x="3734" y="126"/>
                          <a:pt x="3609" y="63"/>
                          <a:pt x="3484" y="1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833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7" name="Google Shape;2637;p46"/>
                  <p:cNvSpPr/>
                  <p:nvPr/>
                </p:nvSpPr>
                <p:spPr>
                  <a:xfrm>
                    <a:off x="4884675" y="3827100"/>
                    <a:ext cx="202875" cy="238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15" h="9533" extrusionOk="0">
                        <a:moveTo>
                          <a:pt x="2983" y="0"/>
                        </a:moveTo>
                        <a:cubicBezTo>
                          <a:pt x="2504" y="1752"/>
                          <a:pt x="1586" y="3317"/>
                          <a:pt x="939" y="5027"/>
                        </a:cubicBezTo>
                        <a:cubicBezTo>
                          <a:pt x="626" y="5757"/>
                          <a:pt x="334" y="6508"/>
                          <a:pt x="1" y="7238"/>
                        </a:cubicBezTo>
                        <a:cubicBezTo>
                          <a:pt x="251" y="7363"/>
                          <a:pt x="480" y="7467"/>
                          <a:pt x="710" y="7592"/>
                        </a:cubicBezTo>
                        <a:cubicBezTo>
                          <a:pt x="731" y="7592"/>
                          <a:pt x="731" y="7592"/>
                          <a:pt x="752" y="7613"/>
                        </a:cubicBezTo>
                        <a:lnTo>
                          <a:pt x="793" y="7613"/>
                        </a:lnTo>
                        <a:cubicBezTo>
                          <a:pt x="1377" y="7905"/>
                          <a:pt x="1982" y="8218"/>
                          <a:pt x="2587" y="8510"/>
                        </a:cubicBezTo>
                        <a:cubicBezTo>
                          <a:pt x="2650" y="8552"/>
                          <a:pt x="2712" y="8594"/>
                          <a:pt x="2754" y="8635"/>
                        </a:cubicBezTo>
                        <a:cubicBezTo>
                          <a:pt x="2942" y="8719"/>
                          <a:pt x="3129" y="8802"/>
                          <a:pt x="3317" y="8886"/>
                        </a:cubicBezTo>
                        <a:cubicBezTo>
                          <a:pt x="3859" y="9115"/>
                          <a:pt x="4402" y="9324"/>
                          <a:pt x="4965" y="9491"/>
                        </a:cubicBezTo>
                        <a:lnTo>
                          <a:pt x="5132" y="9532"/>
                        </a:lnTo>
                        <a:cubicBezTo>
                          <a:pt x="5903" y="7759"/>
                          <a:pt x="6654" y="5986"/>
                          <a:pt x="7343" y="4172"/>
                        </a:cubicBezTo>
                        <a:cubicBezTo>
                          <a:pt x="7593" y="3567"/>
                          <a:pt x="7864" y="2941"/>
                          <a:pt x="8114" y="2336"/>
                        </a:cubicBezTo>
                        <a:cubicBezTo>
                          <a:pt x="8093" y="2316"/>
                          <a:pt x="8052" y="2316"/>
                          <a:pt x="8031" y="2295"/>
                        </a:cubicBezTo>
                        <a:cubicBezTo>
                          <a:pt x="7885" y="2232"/>
                          <a:pt x="7718" y="2169"/>
                          <a:pt x="7551" y="2107"/>
                        </a:cubicBezTo>
                        <a:cubicBezTo>
                          <a:pt x="7238" y="2003"/>
                          <a:pt x="6925" y="1877"/>
                          <a:pt x="6613" y="1731"/>
                        </a:cubicBezTo>
                        <a:cubicBezTo>
                          <a:pt x="5966" y="1460"/>
                          <a:pt x="5319" y="1168"/>
                          <a:pt x="4673" y="876"/>
                        </a:cubicBezTo>
                        <a:cubicBezTo>
                          <a:pt x="4235" y="668"/>
                          <a:pt x="3797" y="459"/>
                          <a:pt x="3400" y="209"/>
                        </a:cubicBezTo>
                        <a:cubicBezTo>
                          <a:pt x="3254" y="146"/>
                          <a:pt x="3129" y="63"/>
                          <a:pt x="2983" y="0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833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8" name="Google Shape;2638;p46"/>
                  <p:cNvSpPr/>
                  <p:nvPr/>
                </p:nvSpPr>
                <p:spPr>
                  <a:xfrm>
                    <a:off x="4959250" y="3636250"/>
                    <a:ext cx="192950" cy="250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18" h="10033" extrusionOk="0">
                        <a:moveTo>
                          <a:pt x="918" y="0"/>
                        </a:moveTo>
                        <a:lnTo>
                          <a:pt x="918" y="0"/>
                        </a:lnTo>
                        <a:cubicBezTo>
                          <a:pt x="1419" y="2503"/>
                          <a:pt x="772" y="5069"/>
                          <a:pt x="42" y="7488"/>
                        </a:cubicBezTo>
                        <a:cubicBezTo>
                          <a:pt x="21" y="7551"/>
                          <a:pt x="0" y="7613"/>
                          <a:pt x="0" y="7676"/>
                        </a:cubicBezTo>
                        <a:cubicBezTo>
                          <a:pt x="522" y="7968"/>
                          <a:pt x="1085" y="8239"/>
                          <a:pt x="1627" y="8510"/>
                        </a:cubicBezTo>
                        <a:cubicBezTo>
                          <a:pt x="2232" y="8802"/>
                          <a:pt x="2858" y="9094"/>
                          <a:pt x="3484" y="9365"/>
                        </a:cubicBezTo>
                        <a:lnTo>
                          <a:pt x="3484" y="9345"/>
                        </a:lnTo>
                        <a:cubicBezTo>
                          <a:pt x="4026" y="9595"/>
                          <a:pt x="4568" y="9824"/>
                          <a:pt x="5110" y="10033"/>
                        </a:cubicBezTo>
                        <a:cubicBezTo>
                          <a:pt x="6049" y="7780"/>
                          <a:pt x="6967" y="5486"/>
                          <a:pt x="7718" y="3150"/>
                        </a:cubicBezTo>
                        <a:lnTo>
                          <a:pt x="7697" y="3150"/>
                        </a:lnTo>
                        <a:cubicBezTo>
                          <a:pt x="7029" y="2920"/>
                          <a:pt x="6383" y="2670"/>
                          <a:pt x="5736" y="2399"/>
                        </a:cubicBezTo>
                        <a:cubicBezTo>
                          <a:pt x="5069" y="2128"/>
                          <a:pt x="4443" y="1836"/>
                          <a:pt x="3796" y="1523"/>
                        </a:cubicBezTo>
                        <a:cubicBezTo>
                          <a:pt x="3171" y="1231"/>
                          <a:pt x="2566" y="897"/>
                          <a:pt x="1961" y="584"/>
                        </a:cubicBezTo>
                        <a:cubicBezTo>
                          <a:pt x="1606" y="397"/>
                          <a:pt x="1273" y="209"/>
                          <a:pt x="918" y="0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833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9" name="Google Shape;2639;p46"/>
                  <p:cNvSpPr/>
                  <p:nvPr/>
                </p:nvSpPr>
                <p:spPr>
                  <a:xfrm>
                    <a:off x="4583800" y="3594000"/>
                    <a:ext cx="160625" cy="208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25" h="8344" extrusionOk="0">
                        <a:moveTo>
                          <a:pt x="4423" y="1"/>
                        </a:moveTo>
                        <a:cubicBezTo>
                          <a:pt x="3567" y="1127"/>
                          <a:pt x="2671" y="2254"/>
                          <a:pt x="1836" y="3422"/>
                        </a:cubicBezTo>
                        <a:cubicBezTo>
                          <a:pt x="1628" y="3860"/>
                          <a:pt x="835" y="4756"/>
                          <a:pt x="1" y="5779"/>
                        </a:cubicBezTo>
                        <a:cubicBezTo>
                          <a:pt x="397" y="6258"/>
                          <a:pt x="793" y="6738"/>
                          <a:pt x="1211" y="7218"/>
                        </a:cubicBezTo>
                        <a:cubicBezTo>
                          <a:pt x="1523" y="7593"/>
                          <a:pt x="1857" y="7969"/>
                          <a:pt x="2191" y="8344"/>
                        </a:cubicBezTo>
                        <a:cubicBezTo>
                          <a:pt x="2942" y="7385"/>
                          <a:pt x="3630" y="6363"/>
                          <a:pt x="4214" y="5653"/>
                        </a:cubicBezTo>
                        <a:cubicBezTo>
                          <a:pt x="4965" y="4569"/>
                          <a:pt x="5737" y="3484"/>
                          <a:pt x="6425" y="2358"/>
                        </a:cubicBezTo>
                        <a:cubicBezTo>
                          <a:pt x="6404" y="2337"/>
                          <a:pt x="6383" y="2337"/>
                          <a:pt x="6383" y="2316"/>
                        </a:cubicBezTo>
                        <a:cubicBezTo>
                          <a:pt x="6321" y="2274"/>
                          <a:pt x="6258" y="2233"/>
                          <a:pt x="6216" y="2170"/>
                        </a:cubicBezTo>
                        <a:cubicBezTo>
                          <a:pt x="6008" y="1941"/>
                          <a:pt x="5799" y="1690"/>
                          <a:pt x="5591" y="1461"/>
                        </a:cubicBezTo>
                        <a:cubicBezTo>
                          <a:pt x="5382" y="1211"/>
                          <a:pt x="5194" y="981"/>
                          <a:pt x="5007" y="752"/>
                        </a:cubicBezTo>
                        <a:cubicBezTo>
                          <a:pt x="4819" y="502"/>
                          <a:pt x="4610" y="251"/>
                          <a:pt x="4423" y="1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2143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0" name="Google Shape;2640;p46"/>
                  <p:cNvSpPr/>
                  <p:nvPr/>
                </p:nvSpPr>
                <p:spPr>
                  <a:xfrm>
                    <a:off x="4493600" y="3735325"/>
                    <a:ext cx="147075" cy="130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83" h="5215" extrusionOk="0">
                        <a:moveTo>
                          <a:pt x="3713" y="0"/>
                        </a:moveTo>
                        <a:cubicBezTo>
                          <a:pt x="2003" y="2086"/>
                          <a:pt x="0" y="4777"/>
                          <a:pt x="2065" y="5215"/>
                        </a:cubicBezTo>
                        <a:lnTo>
                          <a:pt x="2086" y="5215"/>
                        </a:lnTo>
                        <a:cubicBezTo>
                          <a:pt x="3504" y="5215"/>
                          <a:pt x="4777" y="3963"/>
                          <a:pt x="5882" y="2587"/>
                        </a:cubicBezTo>
                        <a:cubicBezTo>
                          <a:pt x="5736" y="2420"/>
                          <a:pt x="5590" y="2253"/>
                          <a:pt x="5465" y="2086"/>
                        </a:cubicBezTo>
                        <a:cubicBezTo>
                          <a:pt x="5069" y="1648"/>
                          <a:pt x="4673" y="1189"/>
                          <a:pt x="4297" y="730"/>
                        </a:cubicBezTo>
                        <a:cubicBezTo>
                          <a:pt x="4089" y="480"/>
                          <a:pt x="3901" y="251"/>
                          <a:pt x="3713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2143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1" name="Google Shape;2641;p46"/>
                  <p:cNvSpPr/>
                  <p:nvPr/>
                </p:nvSpPr>
                <p:spPr>
                  <a:xfrm>
                    <a:off x="4692800" y="3518100"/>
                    <a:ext cx="104325" cy="14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3" h="5665" extrusionOk="0">
                        <a:moveTo>
                          <a:pt x="2971" y="1"/>
                        </a:moveTo>
                        <a:cubicBezTo>
                          <a:pt x="2705" y="1"/>
                          <a:pt x="2392" y="133"/>
                          <a:pt x="2044" y="451"/>
                        </a:cubicBezTo>
                        <a:cubicBezTo>
                          <a:pt x="1314" y="1160"/>
                          <a:pt x="834" y="2077"/>
                          <a:pt x="188" y="2870"/>
                        </a:cubicBezTo>
                        <a:cubicBezTo>
                          <a:pt x="125" y="2954"/>
                          <a:pt x="63" y="3058"/>
                          <a:pt x="0" y="3141"/>
                        </a:cubicBezTo>
                        <a:cubicBezTo>
                          <a:pt x="104" y="3329"/>
                          <a:pt x="229" y="3517"/>
                          <a:pt x="355" y="3684"/>
                        </a:cubicBezTo>
                        <a:cubicBezTo>
                          <a:pt x="501" y="3913"/>
                          <a:pt x="667" y="4142"/>
                          <a:pt x="834" y="4372"/>
                        </a:cubicBezTo>
                        <a:cubicBezTo>
                          <a:pt x="1001" y="4601"/>
                          <a:pt x="1189" y="4810"/>
                          <a:pt x="1377" y="5039"/>
                        </a:cubicBezTo>
                        <a:cubicBezTo>
                          <a:pt x="1544" y="5248"/>
                          <a:pt x="1710" y="5456"/>
                          <a:pt x="1898" y="5665"/>
                        </a:cubicBezTo>
                        <a:cubicBezTo>
                          <a:pt x="2586" y="4580"/>
                          <a:pt x="3191" y="3475"/>
                          <a:pt x="3650" y="2286"/>
                        </a:cubicBezTo>
                        <a:cubicBezTo>
                          <a:pt x="4172" y="1305"/>
                          <a:pt x="3806" y="1"/>
                          <a:pt x="2971" y="1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2143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2" name="Google Shape;2642;p46"/>
                  <p:cNvSpPr/>
                  <p:nvPr/>
                </p:nvSpPr>
                <p:spPr>
                  <a:xfrm>
                    <a:off x="4518625" y="1695925"/>
                    <a:ext cx="2307400" cy="2312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296" h="92485" extrusionOk="0">
                        <a:moveTo>
                          <a:pt x="46508" y="0"/>
                        </a:moveTo>
                        <a:cubicBezTo>
                          <a:pt x="46085" y="0"/>
                          <a:pt x="45663" y="7"/>
                          <a:pt x="45241" y="23"/>
                        </a:cubicBezTo>
                        <a:cubicBezTo>
                          <a:pt x="44553" y="44"/>
                          <a:pt x="43864" y="65"/>
                          <a:pt x="43176" y="106"/>
                        </a:cubicBezTo>
                        <a:cubicBezTo>
                          <a:pt x="43176" y="211"/>
                          <a:pt x="43197" y="315"/>
                          <a:pt x="43197" y="440"/>
                        </a:cubicBezTo>
                        <a:cubicBezTo>
                          <a:pt x="44261" y="365"/>
                          <a:pt x="45332" y="327"/>
                          <a:pt x="46402" y="327"/>
                        </a:cubicBezTo>
                        <a:cubicBezTo>
                          <a:pt x="47115" y="327"/>
                          <a:pt x="47827" y="344"/>
                          <a:pt x="48536" y="378"/>
                        </a:cubicBezTo>
                        <a:cubicBezTo>
                          <a:pt x="48557" y="294"/>
                          <a:pt x="48557" y="211"/>
                          <a:pt x="48557" y="127"/>
                        </a:cubicBezTo>
                        <a:cubicBezTo>
                          <a:pt x="48557" y="106"/>
                          <a:pt x="48557" y="86"/>
                          <a:pt x="48557" y="44"/>
                        </a:cubicBezTo>
                        <a:cubicBezTo>
                          <a:pt x="47874" y="18"/>
                          <a:pt x="47191" y="0"/>
                          <a:pt x="46508" y="0"/>
                        </a:cubicBezTo>
                        <a:close/>
                        <a:moveTo>
                          <a:pt x="50601" y="190"/>
                        </a:moveTo>
                        <a:cubicBezTo>
                          <a:pt x="50601" y="232"/>
                          <a:pt x="50601" y="273"/>
                          <a:pt x="50601" y="294"/>
                        </a:cubicBezTo>
                        <a:cubicBezTo>
                          <a:pt x="50601" y="378"/>
                          <a:pt x="50580" y="461"/>
                          <a:pt x="50580" y="524"/>
                        </a:cubicBezTo>
                        <a:cubicBezTo>
                          <a:pt x="52395" y="690"/>
                          <a:pt x="54210" y="962"/>
                          <a:pt x="55983" y="1358"/>
                        </a:cubicBezTo>
                        <a:cubicBezTo>
                          <a:pt x="56003" y="1254"/>
                          <a:pt x="56024" y="1128"/>
                          <a:pt x="56045" y="1024"/>
                        </a:cubicBezTo>
                        <a:cubicBezTo>
                          <a:pt x="54251" y="649"/>
                          <a:pt x="52437" y="357"/>
                          <a:pt x="50601" y="190"/>
                        </a:cubicBezTo>
                        <a:close/>
                        <a:moveTo>
                          <a:pt x="37982" y="732"/>
                        </a:moveTo>
                        <a:cubicBezTo>
                          <a:pt x="36501" y="1003"/>
                          <a:pt x="35041" y="1337"/>
                          <a:pt x="33623" y="1754"/>
                        </a:cubicBezTo>
                        <a:cubicBezTo>
                          <a:pt x="33623" y="1796"/>
                          <a:pt x="33644" y="1858"/>
                          <a:pt x="33665" y="1921"/>
                        </a:cubicBezTo>
                        <a:cubicBezTo>
                          <a:pt x="33665" y="1963"/>
                          <a:pt x="33686" y="2004"/>
                          <a:pt x="33707" y="2046"/>
                        </a:cubicBezTo>
                        <a:cubicBezTo>
                          <a:pt x="35125" y="1650"/>
                          <a:pt x="36564" y="1316"/>
                          <a:pt x="38024" y="1066"/>
                        </a:cubicBezTo>
                        <a:cubicBezTo>
                          <a:pt x="38003" y="1024"/>
                          <a:pt x="38003" y="962"/>
                          <a:pt x="38003" y="920"/>
                        </a:cubicBezTo>
                        <a:cubicBezTo>
                          <a:pt x="37982" y="857"/>
                          <a:pt x="37982" y="795"/>
                          <a:pt x="37982" y="732"/>
                        </a:cubicBezTo>
                        <a:close/>
                        <a:moveTo>
                          <a:pt x="31829" y="2296"/>
                        </a:moveTo>
                        <a:cubicBezTo>
                          <a:pt x="30411" y="2755"/>
                          <a:pt x="29034" y="3298"/>
                          <a:pt x="27679" y="3882"/>
                        </a:cubicBezTo>
                        <a:cubicBezTo>
                          <a:pt x="27720" y="3965"/>
                          <a:pt x="27762" y="4048"/>
                          <a:pt x="27825" y="4111"/>
                        </a:cubicBezTo>
                        <a:lnTo>
                          <a:pt x="27804" y="4111"/>
                        </a:lnTo>
                        <a:cubicBezTo>
                          <a:pt x="27825" y="4132"/>
                          <a:pt x="27825" y="4153"/>
                          <a:pt x="27825" y="4153"/>
                        </a:cubicBezTo>
                        <a:cubicBezTo>
                          <a:pt x="29180" y="3569"/>
                          <a:pt x="30536" y="3047"/>
                          <a:pt x="31934" y="2588"/>
                        </a:cubicBezTo>
                        <a:cubicBezTo>
                          <a:pt x="31892" y="2505"/>
                          <a:pt x="31871" y="2401"/>
                          <a:pt x="31829" y="2296"/>
                        </a:cubicBezTo>
                        <a:close/>
                        <a:moveTo>
                          <a:pt x="25822" y="4758"/>
                        </a:moveTo>
                        <a:cubicBezTo>
                          <a:pt x="24195" y="5550"/>
                          <a:pt x="22631" y="6447"/>
                          <a:pt x="21129" y="7427"/>
                        </a:cubicBezTo>
                        <a:cubicBezTo>
                          <a:pt x="21171" y="7490"/>
                          <a:pt x="21213" y="7553"/>
                          <a:pt x="21255" y="7615"/>
                        </a:cubicBezTo>
                        <a:cubicBezTo>
                          <a:pt x="21275" y="7636"/>
                          <a:pt x="21296" y="7657"/>
                          <a:pt x="21296" y="7678"/>
                        </a:cubicBezTo>
                        <a:cubicBezTo>
                          <a:pt x="22297" y="7052"/>
                          <a:pt x="23319" y="6426"/>
                          <a:pt x="24383" y="5863"/>
                        </a:cubicBezTo>
                        <a:cubicBezTo>
                          <a:pt x="24884" y="5571"/>
                          <a:pt x="25384" y="5321"/>
                          <a:pt x="25885" y="5071"/>
                        </a:cubicBezTo>
                        <a:cubicBezTo>
                          <a:pt x="25885" y="5029"/>
                          <a:pt x="25864" y="4987"/>
                          <a:pt x="25864" y="4945"/>
                        </a:cubicBezTo>
                        <a:cubicBezTo>
                          <a:pt x="25843" y="4883"/>
                          <a:pt x="25822" y="4820"/>
                          <a:pt x="25822" y="4758"/>
                        </a:cubicBezTo>
                        <a:close/>
                        <a:moveTo>
                          <a:pt x="19565" y="8491"/>
                        </a:moveTo>
                        <a:cubicBezTo>
                          <a:pt x="18355" y="9367"/>
                          <a:pt x="17166" y="10285"/>
                          <a:pt x="16040" y="11265"/>
                        </a:cubicBezTo>
                        <a:cubicBezTo>
                          <a:pt x="16103" y="11286"/>
                          <a:pt x="16144" y="11328"/>
                          <a:pt x="16186" y="11349"/>
                        </a:cubicBezTo>
                        <a:cubicBezTo>
                          <a:pt x="16228" y="11370"/>
                          <a:pt x="16270" y="11390"/>
                          <a:pt x="16311" y="11411"/>
                        </a:cubicBezTo>
                        <a:cubicBezTo>
                          <a:pt x="17417" y="10473"/>
                          <a:pt x="18543" y="9576"/>
                          <a:pt x="19732" y="8741"/>
                        </a:cubicBezTo>
                        <a:cubicBezTo>
                          <a:pt x="19690" y="8658"/>
                          <a:pt x="19628" y="8575"/>
                          <a:pt x="19565" y="8491"/>
                        </a:cubicBezTo>
                        <a:close/>
                        <a:moveTo>
                          <a:pt x="79927" y="14561"/>
                        </a:moveTo>
                        <a:lnTo>
                          <a:pt x="79865" y="14686"/>
                        </a:lnTo>
                        <a:cubicBezTo>
                          <a:pt x="79844" y="14748"/>
                          <a:pt x="79823" y="14790"/>
                          <a:pt x="79802" y="14853"/>
                        </a:cubicBezTo>
                        <a:cubicBezTo>
                          <a:pt x="80657" y="15791"/>
                          <a:pt x="81491" y="16751"/>
                          <a:pt x="82284" y="17752"/>
                        </a:cubicBezTo>
                        <a:cubicBezTo>
                          <a:pt x="82347" y="17669"/>
                          <a:pt x="82430" y="17606"/>
                          <a:pt x="82493" y="17543"/>
                        </a:cubicBezTo>
                        <a:cubicBezTo>
                          <a:pt x="81679" y="16521"/>
                          <a:pt x="80824" y="15520"/>
                          <a:pt x="79927" y="14561"/>
                        </a:cubicBezTo>
                        <a:close/>
                        <a:moveTo>
                          <a:pt x="83556" y="18920"/>
                        </a:moveTo>
                        <a:cubicBezTo>
                          <a:pt x="83473" y="18983"/>
                          <a:pt x="83410" y="19066"/>
                          <a:pt x="83348" y="19129"/>
                        </a:cubicBezTo>
                        <a:cubicBezTo>
                          <a:pt x="84245" y="20380"/>
                          <a:pt x="85100" y="21694"/>
                          <a:pt x="85872" y="23029"/>
                        </a:cubicBezTo>
                        <a:cubicBezTo>
                          <a:pt x="85976" y="22987"/>
                          <a:pt x="86080" y="22946"/>
                          <a:pt x="86164" y="22883"/>
                        </a:cubicBezTo>
                        <a:cubicBezTo>
                          <a:pt x="85371" y="21527"/>
                          <a:pt x="84495" y="20192"/>
                          <a:pt x="83556" y="18920"/>
                        </a:cubicBezTo>
                        <a:close/>
                        <a:moveTo>
                          <a:pt x="87123" y="24572"/>
                        </a:moveTo>
                        <a:cubicBezTo>
                          <a:pt x="87019" y="24635"/>
                          <a:pt x="86935" y="24677"/>
                          <a:pt x="86831" y="24718"/>
                        </a:cubicBezTo>
                        <a:cubicBezTo>
                          <a:pt x="87644" y="26262"/>
                          <a:pt x="88354" y="27826"/>
                          <a:pt x="88979" y="29411"/>
                        </a:cubicBezTo>
                        <a:cubicBezTo>
                          <a:pt x="89042" y="29391"/>
                          <a:pt x="89084" y="29370"/>
                          <a:pt x="89146" y="29349"/>
                        </a:cubicBezTo>
                        <a:lnTo>
                          <a:pt x="89292" y="29265"/>
                        </a:lnTo>
                        <a:cubicBezTo>
                          <a:pt x="88646" y="27659"/>
                          <a:pt x="87916" y="26095"/>
                          <a:pt x="87123" y="24572"/>
                        </a:cubicBezTo>
                        <a:close/>
                        <a:moveTo>
                          <a:pt x="90043" y="31309"/>
                        </a:moveTo>
                        <a:cubicBezTo>
                          <a:pt x="89960" y="31330"/>
                          <a:pt x="89897" y="31372"/>
                          <a:pt x="89814" y="31393"/>
                        </a:cubicBezTo>
                        <a:lnTo>
                          <a:pt x="89709" y="31414"/>
                        </a:lnTo>
                        <a:cubicBezTo>
                          <a:pt x="90210" y="32832"/>
                          <a:pt x="90606" y="34292"/>
                          <a:pt x="90961" y="35752"/>
                        </a:cubicBezTo>
                        <a:cubicBezTo>
                          <a:pt x="91065" y="35710"/>
                          <a:pt x="91169" y="35669"/>
                          <a:pt x="91274" y="35627"/>
                        </a:cubicBezTo>
                        <a:cubicBezTo>
                          <a:pt x="90940" y="34167"/>
                          <a:pt x="90523" y="32728"/>
                          <a:pt x="90043" y="31309"/>
                        </a:cubicBezTo>
                        <a:close/>
                        <a:moveTo>
                          <a:pt x="2337" y="31768"/>
                        </a:moveTo>
                        <a:cubicBezTo>
                          <a:pt x="1899" y="33145"/>
                          <a:pt x="1502" y="34542"/>
                          <a:pt x="1169" y="35982"/>
                        </a:cubicBezTo>
                        <a:cubicBezTo>
                          <a:pt x="1273" y="35982"/>
                          <a:pt x="1398" y="36002"/>
                          <a:pt x="1502" y="36002"/>
                        </a:cubicBezTo>
                        <a:cubicBezTo>
                          <a:pt x="1836" y="34584"/>
                          <a:pt x="2211" y="33187"/>
                          <a:pt x="2670" y="31810"/>
                        </a:cubicBezTo>
                        <a:cubicBezTo>
                          <a:pt x="2566" y="31810"/>
                          <a:pt x="2462" y="31789"/>
                          <a:pt x="2337" y="31768"/>
                        </a:cubicBezTo>
                        <a:close/>
                        <a:moveTo>
                          <a:pt x="91691" y="37567"/>
                        </a:moveTo>
                        <a:cubicBezTo>
                          <a:pt x="91587" y="37588"/>
                          <a:pt x="91461" y="37608"/>
                          <a:pt x="91357" y="37629"/>
                        </a:cubicBezTo>
                        <a:cubicBezTo>
                          <a:pt x="91566" y="38756"/>
                          <a:pt x="91753" y="39882"/>
                          <a:pt x="91879" y="41029"/>
                        </a:cubicBezTo>
                        <a:cubicBezTo>
                          <a:pt x="91983" y="41029"/>
                          <a:pt x="92087" y="41008"/>
                          <a:pt x="92212" y="41008"/>
                        </a:cubicBezTo>
                        <a:cubicBezTo>
                          <a:pt x="92066" y="39840"/>
                          <a:pt x="91899" y="38693"/>
                          <a:pt x="91691" y="37567"/>
                        </a:cubicBezTo>
                        <a:close/>
                        <a:moveTo>
                          <a:pt x="814" y="37734"/>
                        </a:moveTo>
                        <a:cubicBezTo>
                          <a:pt x="522" y="39256"/>
                          <a:pt x="313" y="40779"/>
                          <a:pt x="188" y="42343"/>
                        </a:cubicBezTo>
                        <a:cubicBezTo>
                          <a:pt x="293" y="42343"/>
                          <a:pt x="397" y="42322"/>
                          <a:pt x="522" y="42322"/>
                        </a:cubicBezTo>
                        <a:cubicBezTo>
                          <a:pt x="647" y="40800"/>
                          <a:pt x="856" y="39277"/>
                          <a:pt x="1148" y="37775"/>
                        </a:cubicBezTo>
                        <a:cubicBezTo>
                          <a:pt x="1085" y="37775"/>
                          <a:pt x="1043" y="37754"/>
                          <a:pt x="981" y="37754"/>
                        </a:cubicBezTo>
                        <a:cubicBezTo>
                          <a:pt x="918" y="37754"/>
                          <a:pt x="877" y="37734"/>
                          <a:pt x="814" y="37734"/>
                        </a:cubicBezTo>
                        <a:close/>
                        <a:moveTo>
                          <a:pt x="63" y="44491"/>
                        </a:moveTo>
                        <a:lnTo>
                          <a:pt x="63" y="44491"/>
                        </a:lnTo>
                        <a:cubicBezTo>
                          <a:pt x="1" y="46181"/>
                          <a:pt x="21" y="47891"/>
                          <a:pt x="147" y="49602"/>
                        </a:cubicBezTo>
                        <a:cubicBezTo>
                          <a:pt x="251" y="49581"/>
                          <a:pt x="355" y="49560"/>
                          <a:pt x="459" y="49539"/>
                        </a:cubicBezTo>
                        <a:cubicBezTo>
                          <a:pt x="334" y="47870"/>
                          <a:pt x="313" y="46181"/>
                          <a:pt x="376" y="44512"/>
                        </a:cubicBezTo>
                        <a:cubicBezTo>
                          <a:pt x="272" y="44512"/>
                          <a:pt x="167" y="44512"/>
                          <a:pt x="63" y="44491"/>
                        </a:cubicBezTo>
                        <a:close/>
                        <a:moveTo>
                          <a:pt x="92296" y="50498"/>
                        </a:moveTo>
                        <a:cubicBezTo>
                          <a:pt x="92191" y="50519"/>
                          <a:pt x="92087" y="50540"/>
                          <a:pt x="91983" y="50561"/>
                        </a:cubicBezTo>
                        <a:cubicBezTo>
                          <a:pt x="91858" y="51979"/>
                          <a:pt x="91649" y="53398"/>
                          <a:pt x="91378" y="54816"/>
                        </a:cubicBezTo>
                        <a:cubicBezTo>
                          <a:pt x="91482" y="54837"/>
                          <a:pt x="91587" y="54858"/>
                          <a:pt x="91691" y="54858"/>
                        </a:cubicBezTo>
                        <a:cubicBezTo>
                          <a:pt x="91962" y="53439"/>
                          <a:pt x="92171" y="51979"/>
                          <a:pt x="92296" y="50498"/>
                        </a:cubicBezTo>
                        <a:close/>
                        <a:moveTo>
                          <a:pt x="647" y="51541"/>
                        </a:moveTo>
                        <a:cubicBezTo>
                          <a:pt x="543" y="51583"/>
                          <a:pt x="439" y="51604"/>
                          <a:pt x="355" y="51604"/>
                        </a:cubicBezTo>
                        <a:lnTo>
                          <a:pt x="334" y="51625"/>
                        </a:lnTo>
                        <a:cubicBezTo>
                          <a:pt x="522" y="53127"/>
                          <a:pt x="751" y="54607"/>
                          <a:pt x="1064" y="56088"/>
                        </a:cubicBezTo>
                        <a:cubicBezTo>
                          <a:pt x="1169" y="56026"/>
                          <a:pt x="1273" y="55984"/>
                          <a:pt x="1377" y="55942"/>
                        </a:cubicBezTo>
                        <a:cubicBezTo>
                          <a:pt x="1064" y="54482"/>
                          <a:pt x="814" y="53022"/>
                          <a:pt x="647" y="51541"/>
                        </a:cubicBezTo>
                        <a:close/>
                        <a:moveTo>
                          <a:pt x="90877" y="57152"/>
                        </a:moveTo>
                        <a:cubicBezTo>
                          <a:pt x="90585" y="58341"/>
                          <a:pt x="90252" y="59551"/>
                          <a:pt x="89855" y="60740"/>
                        </a:cubicBezTo>
                        <a:lnTo>
                          <a:pt x="89897" y="60740"/>
                        </a:lnTo>
                        <a:cubicBezTo>
                          <a:pt x="89981" y="60760"/>
                          <a:pt x="90064" y="60802"/>
                          <a:pt x="90147" y="60823"/>
                        </a:cubicBezTo>
                        <a:cubicBezTo>
                          <a:pt x="90544" y="59613"/>
                          <a:pt x="90898" y="58404"/>
                          <a:pt x="91211" y="57173"/>
                        </a:cubicBezTo>
                        <a:lnTo>
                          <a:pt x="90877" y="57152"/>
                        </a:lnTo>
                        <a:close/>
                        <a:moveTo>
                          <a:pt x="1899" y="58111"/>
                        </a:moveTo>
                        <a:lnTo>
                          <a:pt x="1586" y="58216"/>
                        </a:lnTo>
                        <a:cubicBezTo>
                          <a:pt x="2003" y="59780"/>
                          <a:pt x="2503" y="61324"/>
                          <a:pt x="3088" y="62825"/>
                        </a:cubicBezTo>
                        <a:cubicBezTo>
                          <a:pt x="3192" y="62784"/>
                          <a:pt x="3296" y="62742"/>
                          <a:pt x="3400" y="62721"/>
                        </a:cubicBezTo>
                        <a:cubicBezTo>
                          <a:pt x="2816" y="61198"/>
                          <a:pt x="2316" y="59655"/>
                          <a:pt x="1899" y="58111"/>
                        </a:cubicBezTo>
                        <a:close/>
                        <a:moveTo>
                          <a:pt x="89042" y="62992"/>
                        </a:moveTo>
                        <a:cubicBezTo>
                          <a:pt x="88521" y="64306"/>
                          <a:pt x="87936" y="65599"/>
                          <a:pt x="87290" y="66872"/>
                        </a:cubicBezTo>
                        <a:cubicBezTo>
                          <a:pt x="87373" y="66913"/>
                          <a:pt x="87478" y="66976"/>
                          <a:pt x="87561" y="67018"/>
                        </a:cubicBezTo>
                        <a:cubicBezTo>
                          <a:pt x="88208" y="65745"/>
                          <a:pt x="88813" y="64431"/>
                          <a:pt x="89334" y="63076"/>
                        </a:cubicBezTo>
                        <a:cubicBezTo>
                          <a:pt x="89251" y="63055"/>
                          <a:pt x="89167" y="63034"/>
                          <a:pt x="89084" y="62992"/>
                        </a:cubicBezTo>
                        <a:close/>
                        <a:moveTo>
                          <a:pt x="4443" y="65203"/>
                        </a:moveTo>
                        <a:cubicBezTo>
                          <a:pt x="4360" y="65266"/>
                          <a:pt x="4256" y="65328"/>
                          <a:pt x="4172" y="65391"/>
                        </a:cubicBezTo>
                        <a:cubicBezTo>
                          <a:pt x="4881" y="66934"/>
                          <a:pt x="5653" y="68415"/>
                          <a:pt x="6508" y="69854"/>
                        </a:cubicBezTo>
                        <a:cubicBezTo>
                          <a:pt x="6571" y="69792"/>
                          <a:pt x="6612" y="69729"/>
                          <a:pt x="6675" y="69667"/>
                        </a:cubicBezTo>
                        <a:cubicBezTo>
                          <a:pt x="6696" y="69646"/>
                          <a:pt x="6717" y="69625"/>
                          <a:pt x="6738" y="69604"/>
                        </a:cubicBezTo>
                        <a:cubicBezTo>
                          <a:pt x="6675" y="69521"/>
                          <a:pt x="6633" y="69437"/>
                          <a:pt x="6571" y="69354"/>
                        </a:cubicBezTo>
                        <a:cubicBezTo>
                          <a:pt x="5778" y="67977"/>
                          <a:pt x="5069" y="66601"/>
                          <a:pt x="4443" y="65203"/>
                        </a:cubicBezTo>
                        <a:close/>
                        <a:moveTo>
                          <a:pt x="86581" y="68227"/>
                        </a:moveTo>
                        <a:cubicBezTo>
                          <a:pt x="85955" y="69375"/>
                          <a:pt x="85267" y="70522"/>
                          <a:pt x="84516" y="71627"/>
                        </a:cubicBezTo>
                        <a:lnTo>
                          <a:pt x="84599" y="71627"/>
                        </a:lnTo>
                        <a:cubicBezTo>
                          <a:pt x="84704" y="71627"/>
                          <a:pt x="84808" y="71606"/>
                          <a:pt x="84891" y="71606"/>
                        </a:cubicBezTo>
                        <a:cubicBezTo>
                          <a:pt x="85600" y="70564"/>
                          <a:pt x="86247" y="69500"/>
                          <a:pt x="86852" y="68394"/>
                        </a:cubicBezTo>
                        <a:cubicBezTo>
                          <a:pt x="86748" y="68332"/>
                          <a:pt x="86664" y="68290"/>
                          <a:pt x="86581" y="68227"/>
                        </a:cubicBezTo>
                        <a:close/>
                        <a:moveTo>
                          <a:pt x="24341" y="86582"/>
                        </a:moveTo>
                        <a:cubicBezTo>
                          <a:pt x="24300" y="86666"/>
                          <a:pt x="24279" y="86791"/>
                          <a:pt x="24237" y="86874"/>
                        </a:cubicBezTo>
                        <a:lnTo>
                          <a:pt x="24237" y="86895"/>
                        </a:lnTo>
                        <a:cubicBezTo>
                          <a:pt x="25760" y="87729"/>
                          <a:pt x="27345" y="88480"/>
                          <a:pt x="28972" y="89127"/>
                        </a:cubicBezTo>
                        <a:cubicBezTo>
                          <a:pt x="28972" y="89106"/>
                          <a:pt x="28993" y="89085"/>
                          <a:pt x="28993" y="89085"/>
                        </a:cubicBezTo>
                        <a:lnTo>
                          <a:pt x="29076" y="88814"/>
                        </a:lnTo>
                        <a:cubicBezTo>
                          <a:pt x="27449" y="88167"/>
                          <a:pt x="25864" y="87416"/>
                          <a:pt x="24341" y="86582"/>
                        </a:cubicBezTo>
                        <a:close/>
                        <a:moveTo>
                          <a:pt x="30870" y="89502"/>
                        </a:moveTo>
                        <a:lnTo>
                          <a:pt x="30786" y="89815"/>
                        </a:lnTo>
                        <a:cubicBezTo>
                          <a:pt x="32205" y="90316"/>
                          <a:pt x="33623" y="90754"/>
                          <a:pt x="35104" y="91129"/>
                        </a:cubicBezTo>
                        <a:cubicBezTo>
                          <a:pt x="35104" y="91004"/>
                          <a:pt x="35125" y="90900"/>
                          <a:pt x="35125" y="90795"/>
                        </a:cubicBezTo>
                        <a:cubicBezTo>
                          <a:pt x="33686" y="90441"/>
                          <a:pt x="32267" y="90003"/>
                          <a:pt x="30870" y="89502"/>
                        </a:cubicBezTo>
                        <a:close/>
                        <a:moveTo>
                          <a:pt x="37273" y="91275"/>
                        </a:moveTo>
                        <a:cubicBezTo>
                          <a:pt x="37273" y="91338"/>
                          <a:pt x="37273" y="91400"/>
                          <a:pt x="37252" y="91463"/>
                        </a:cubicBezTo>
                        <a:cubicBezTo>
                          <a:pt x="37252" y="91505"/>
                          <a:pt x="37252" y="91567"/>
                          <a:pt x="37252" y="91609"/>
                        </a:cubicBezTo>
                        <a:cubicBezTo>
                          <a:pt x="38650" y="91880"/>
                          <a:pt x="40089" y="92089"/>
                          <a:pt x="41528" y="92235"/>
                        </a:cubicBezTo>
                        <a:lnTo>
                          <a:pt x="41528" y="91922"/>
                        </a:lnTo>
                        <a:cubicBezTo>
                          <a:pt x="40089" y="91776"/>
                          <a:pt x="38671" y="91567"/>
                          <a:pt x="37273" y="91275"/>
                        </a:cubicBezTo>
                        <a:close/>
                        <a:moveTo>
                          <a:pt x="55190" y="91296"/>
                        </a:moveTo>
                        <a:cubicBezTo>
                          <a:pt x="53688" y="91588"/>
                          <a:pt x="52186" y="91817"/>
                          <a:pt x="50664" y="91963"/>
                        </a:cubicBezTo>
                        <a:cubicBezTo>
                          <a:pt x="50685" y="92068"/>
                          <a:pt x="50706" y="92172"/>
                          <a:pt x="50706" y="92276"/>
                        </a:cubicBezTo>
                        <a:cubicBezTo>
                          <a:pt x="52270" y="92109"/>
                          <a:pt x="53813" y="91901"/>
                          <a:pt x="55315" y="91588"/>
                        </a:cubicBezTo>
                        <a:cubicBezTo>
                          <a:pt x="55273" y="91484"/>
                          <a:pt x="55232" y="91400"/>
                          <a:pt x="55190" y="91296"/>
                        </a:cubicBezTo>
                        <a:close/>
                        <a:moveTo>
                          <a:pt x="48453" y="92109"/>
                        </a:moveTo>
                        <a:cubicBezTo>
                          <a:pt x="47903" y="92140"/>
                          <a:pt x="47354" y="92159"/>
                          <a:pt x="46804" y="92159"/>
                        </a:cubicBezTo>
                        <a:cubicBezTo>
                          <a:pt x="46603" y="92159"/>
                          <a:pt x="46401" y="92157"/>
                          <a:pt x="46200" y="92151"/>
                        </a:cubicBezTo>
                        <a:cubicBezTo>
                          <a:pt x="45554" y="92151"/>
                          <a:pt x="44907" y="92151"/>
                          <a:pt x="44261" y="92130"/>
                        </a:cubicBezTo>
                        <a:cubicBezTo>
                          <a:pt x="44240" y="92214"/>
                          <a:pt x="44240" y="92318"/>
                          <a:pt x="44240" y="92422"/>
                        </a:cubicBezTo>
                        <a:cubicBezTo>
                          <a:pt x="44949" y="92464"/>
                          <a:pt x="45637" y="92485"/>
                          <a:pt x="46346" y="92485"/>
                        </a:cubicBezTo>
                        <a:cubicBezTo>
                          <a:pt x="47076" y="92485"/>
                          <a:pt x="47785" y="92464"/>
                          <a:pt x="48474" y="92422"/>
                        </a:cubicBezTo>
                        <a:cubicBezTo>
                          <a:pt x="48474" y="92318"/>
                          <a:pt x="48474" y="92214"/>
                          <a:pt x="48453" y="9210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3" name="Google Shape;2643;p46"/>
                  <p:cNvSpPr/>
                  <p:nvPr/>
                </p:nvSpPr>
                <p:spPr>
                  <a:xfrm>
                    <a:off x="4931600" y="1966525"/>
                    <a:ext cx="255950" cy="846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38" h="33856" extrusionOk="0">
                        <a:moveTo>
                          <a:pt x="7561" y="0"/>
                        </a:moveTo>
                        <a:cubicBezTo>
                          <a:pt x="7256" y="0"/>
                          <a:pt x="6939" y="51"/>
                          <a:pt x="6613" y="149"/>
                        </a:cubicBezTo>
                        <a:cubicBezTo>
                          <a:pt x="6008" y="337"/>
                          <a:pt x="5403" y="608"/>
                          <a:pt x="4923" y="1025"/>
                        </a:cubicBezTo>
                        <a:cubicBezTo>
                          <a:pt x="4590" y="1317"/>
                          <a:pt x="4360" y="1714"/>
                          <a:pt x="4172" y="2089"/>
                        </a:cubicBezTo>
                        <a:cubicBezTo>
                          <a:pt x="3880" y="2673"/>
                          <a:pt x="3672" y="3299"/>
                          <a:pt x="3463" y="3904"/>
                        </a:cubicBezTo>
                        <a:cubicBezTo>
                          <a:pt x="3150" y="4780"/>
                          <a:pt x="2817" y="5656"/>
                          <a:pt x="2525" y="6532"/>
                        </a:cubicBezTo>
                        <a:cubicBezTo>
                          <a:pt x="1628" y="9097"/>
                          <a:pt x="773" y="11683"/>
                          <a:pt x="272" y="14353"/>
                        </a:cubicBezTo>
                        <a:cubicBezTo>
                          <a:pt x="63" y="15334"/>
                          <a:pt x="1" y="16314"/>
                          <a:pt x="43" y="17294"/>
                        </a:cubicBezTo>
                        <a:cubicBezTo>
                          <a:pt x="84" y="18942"/>
                          <a:pt x="189" y="20590"/>
                          <a:pt x="564" y="22196"/>
                        </a:cubicBezTo>
                        <a:cubicBezTo>
                          <a:pt x="856" y="23489"/>
                          <a:pt x="1273" y="24740"/>
                          <a:pt x="1586" y="26034"/>
                        </a:cubicBezTo>
                        <a:cubicBezTo>
                          <a:pt x="1878" y="27285"/>
                          <a:pt x="2233" y="28536"/>
                          <a:pt x="2525" y="29788"/>
                        </a:cubicBezTo>
                        <a:cubicBezTo>
                          <a:pt x="2754" y="30935"/>
                          <a:pt x="2963" y="32103"/>
                          <a:pt x="3171" y="33250"/>
                        </a:cubicBezTo>
                        <a:cubicBezTo>
                          <a:pt x="3192" y="33396"/>
                          <a:pt x="3213" y="33542"/>
                          <a:pt x="3255" y="33688"/>
                        </a:cubicBezTo>
                        <a:cubicBezTo>
                          <a:pt x="3255" y="33730"/>
                          <a:pt x="3275" y="33793"/>
                          <a:pt x="3296" y="33813"/>
                        </a:cubicBezTo>
                        <a:cubicBezTo>
                          <a:pt x="3338" y="33834"/>
                          <a:pt x="3380" y="33855"/>
                          <a:pt x="3422" y="33855"/>
                        </a:cubicBezTo>
                        <a:cubicBezTo>
                          <a:pt x="3547" y="33855"/>
                          <a:pt x="3609" y="33709"/>
                          <a:pt x="3547" y="33626"/>
                        </a:cubicBezTo>
                        <a:cubicBezTo>
                          <a:pt x="3401" y="32812"/>
                          <a:pt x="3255" y="31999"/>
                          <a:pt x="3109" y="31185"/>
                        </a:cubicBezTo>
                        <a:cubicBezTo>
                          <a:pt x="3004" y="30581"/>
                          <a:pt x="2900" y="29955"/>
                          <a:pt x="2754" y="29350"/>
                        </a:cubicBezTo>
                        <a:cubicBezTo>
                          <a:pt x="2587" y="28724"/>
                          <a:pt x="2420" y="28078"/>
                          <a:pt x="2253" y="27452"/>
                        </a:cubicBezTo>
                        <a:cubicBezTo>
                          <a:pt x="1941" y="26180"/>
                          <a:pt x="1628" y="24907"/>
                          <a:pt x="1252" y="23656"/>
                        </a:cubicBezTo>
                        <a:cubicBezTo>
                          <a:pt x="960" y="22613"/>
                          <a:pt x="710" y="21549"/>
                          <a:pt x="564" y="20485"/>
                        </a:cubicBezTo>
                        <a:cubicBezTo>
                          <a:pt x="439" y="19505"/>
                          <a:pt x="397" y="18525"/>
                          <a:pt x="355" y="17544"/>
                        </a:cubicBezTo>
                        <a:cubicBezTo>
                          <a:pt x="335" y="16689"/>
                          <a:pt x="335" y="15855"/>
                          <a:pt x="460" y="15021"/>
                        </a:cubicBezTo>
                        <a:cubicBezTo>
                          <a:pt x="939" y="12226"/>
                          <a:pt x="1815" y="9514"/>
                          <a:pt x="2733" y="6865"/>
                        </a:cubicBezTo>
                        <a:cubicBezTo>
                          <a:pt x="3025" y="5989"/>
                          <a:pt x="3359" y="5134"/>
                          <a:pt x="3651" y="4279"/>
                        </a:cubicBezTo>
                        <a:cubicBezTo>
                          <a:pt x="3901" y="3570"/>
                          <a:pt x="4152" y="2840"/>
                          <a:pt x="4485" y="2152"/>
                        </a:cubicBezTo>
                        <a:cubicBezTo>
                          <a:pt x="4652" y="1839"/>
                          <a:pt x="4840" y="1526"/>
                          <a:pt x="5111" y="1276"/>
                        </a:cubicBezTo>
                        <a:cubicBezTo>
                          <a:pt x="5653" y="817"/>
                          <a:pt x="6321" y="525"/>
                          <a:pt x="7009" y="379"/>
                        </a:cubicBezTo>
                        <a:cubicBezTo>
                          <a:pt x="7205" y="332"/>
                          <a:pt x="7393" y="309"/>
                          <a:pt x="7575" y="309"/>
                        </a:cubicBezTo>
                        <a:cubicBezTo>
                          <a:pt x="8285" y="309"/>
                          <a:pt x="8889" y="653"/>
                          <a:pt x="9387" y="1234"/>
                        </a:cubicBezTo>
                        <a:cubicBezTo>
                          <a:pt x="9637" y="1505"/>
                          <a:pt x="9846" y="1860"/>
                          <a:pt x="9908" y="2235"/>
                        </a:cubicBezTo>
                        <a:cubicBezTo>
                          <a:pt x="9933" y="2319"/>
                          <a:pt x="9996" y="2356"/>
                          <a:pt x="10058" y="2356"/>
                        </a:cubicBezTo>
                        <a:cubicBezTo>
                          <a:pt x="10149" y="2356"/>
                          <a:pt x="10238" y="2276"/>
                          <a:pt x="10200" y="2152"/>
                        </a:cubicBezTo>
                        <a:cubicBezTo>
                          <a:pt x="10117" y="1609"/>
                          <a:pt x="9783" y="1150"/>
                          <a:pt x="9387" y="775"/>
                        </a:cubicBezTo>
                        <a:cubicBezTo>
                          <a:pt x="8843" y="245"/>
                          <a:pt x="8229" y="0"/>
                          <a:pt x="756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4" name="Google Shape;2644;p46"/>
                  <p:cNvSpPr/>
                  <p:nvPr/>
                </p:nvSpPr>
                <p:spPr>
                  <a:xfrm>
                    <a:off x="5108500" y="2005125"/>
                    <a:ext cx="216825" cy="30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73" h="12226" extrusionOk="0">
                        <a:moveTo>
                          <a:pt x="5283" y="1"/>
                        </a:moveTo>
                        <a:cubicBezTo>
                          <a:pt x="4406" y="1"/>
                          <a:pt x="3412" y="264"/>
                          <a:pt x="2895" y="879"/>
                        </a:cubicBezTo>
                        <a:cubicBezTo>
                          <a:pt x="2457" y="1504"/>
                          <a:pt x="2269" y="2276"/>
                          <a:pt x="2019" y="2985"/>
                        </a:cubicBezTo>
                        <a:cubicBezTo>
                          <a:pt x="1831" y="3611"/>
                          <a:pt x="1622" y="4237"/>
                          <a:pt x="1456" y="4863"/>
                        </a:cubicBezTo>
                        <a:cubicBezTo>
                          <a:pt x="1059" y="6469"/>
                          <a:pt x="621" y="8054"/>
                          <a:pt x="288" y="9681"/>
                        </a:cubicBezTo>
                        <a:cubicBezTo>
                          <a:pt x="225" y="9952"/>
                          <a:pt x="183" y="10244"/>
                          <a:pt x="58" y="10494"/>
                        </a:cubicBezTo>
                        <a:cubicBezTo>
                          <a:pt x="0" y="10624"/>
                          <a:pt x="103" y="10734"/>
                          <a:pt x="206" y="10734"/>
                        </a:cubicBezTo>
                        <a:cubicBezTo>
                          <a:pt x="251" y="10734"/>
                          <a:pt x="297" y="10712"/>
                          <a:pt x="329" y="10661"/>
                        </a:cubicBezTo>
                        <a:cubicBezTo>
                          <a:pt x="475" y="10390"/>
                          <a:pt x="496" y="10098"/>
                          <a:pt x="559" y="9806"/>
                        </a:cubicBezTo>
                        <a:cubicBezTo>
                          <a:pt x="809" y="8575"/>
                          <a:pt x="1164" y="7324"/>
                          <a:pt x="1476" y="6093"/>
                        </a:cubicBezTo>
                        <a:cubicBezTo>
                          <a:pt x="1706" y="5134"/>
                          <a:pt x="1977" y="4174"/>
                          <a:pt x="2269" y="3236"/>
                        </a:cubicBezTo>
                        <a:cubicBezTo>
                          <a:pt x="2478" y="2610"/>
                          <a:pt x="2645" y="2005"/>
                          <a:pt x="2937" y="1400"/>
                        </a:cubicBezTo>
                        <a:cubicBezTo>
                          <a:pt x="3062" y="1150"/>
                          <a:pt x="3208" y="941"/>
                          <a:pt x="3437" y="795"/>
                        </a:cubicBezTo>
                        <a:cubicBezTo>
                          <a:pt x="3961" y="473"/>
                          <a:pt x="4631" y="306"/>
                          <a:pt x="5282" y="306"/>
                        </a:cubicBezTo>
                        <a:cubicBezTo>
                          <a:pt x="5642" y="306"/>
                          <a:pt x="5996" y="357"/>
                          <a:pt x="6315" y="462"/>
                        </a:cubicBezTo>
                        <a:cubicBezTo>
                          <a:pt x="7066" y="712"/>
                          <a:pt x="7755" y="1338"/>
                          <a:pt x="8151" y="2026"/>
                        </a:cubicBezTo>
                        <a:cubicBezTo>
                          <a:pt x="8422" y="2589"/>
                          <a:pt x="8276" y="3215"/>
                          <a:pt x="8172" y="3820"/>
                        </a:cubicBezTo>
                        <a:cubicBezTo>
                          <a:pt x="7650" y="6218"/>
                          <a:pt x="7233" y="8638"/>
                          <a:pt x="6858" y="11057"/>
                        </a:cubicBezTo>
                        <a:cubicBezTo>
                          <a:pt x="6795" y="11391"/>
                          <a:pt x="6753" y="11704"/>
                          <a:pt x="6691" y="12038"/>
                        </a:cubicBezTo>
                        <a:cubicBezTo>
                          <a:pt x="6670" y="12121"/>
                          <a:pt x="6733" y="12204"/>
                          <a:pt x="6816" y="12225"/>
                        </a:cubicBezTo>
                        <a:cubicBezTo>
                          <a:pt x="6899" y="12225"/>
                          <a:pt x="6983" y="12163"/>
                          <a:pt x="7004" y="12079"/>
                        </a:cubicBezTo>
                        <a:cubicBezTo>
                          <a:pt x="7275" y="10557"/>
                          <a:pt x="7504" y="9013"/>
                          <a:pt x="7776" y="7491"/>
                        </a:cubicBezTo>
                        <a:cubicBezTo>
                          <a:pt x="7984" y="6135"/>
                          <a:pt x="8297" y="4821"/>
                          <a:pt x="8547" y="3465"/>
                        </a:cubicBezTo>
                        <a:cubicBezTo>
                          <a:pt x="8652" y="2923"/>
                          <a:pt x="8672" y="2318"/>
                          <a:pt x="8401" y="1817"/>
                        </a:cubicBezTo>
                        <a:cubicBezTo>
                          <a:pt x="8214" y="1484"/>
                          <a:pt x="7942" y="1192"/>
                          <a:pt x="7671" y="941"/>
                        </a:cubicBezTo>
                        <a:cubicBezTo>
                          <a:pt x="7191" y="503"/>
                          <a:pt x="6607" y="190"/>
                          <a:pt x="6003" y="65"/>
                        </a:cubicBezTo>
                        <a:cubicBezTo>
                          <a:pt x="5782" y="23"/>
                          <a:pt x="5537" y="1"/>
                          <a:pt x="5283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5" name="Google Shape;2645;p46"/>
                  <p:cNvSpPr/>
                  <p:nvPr/>
                </p:nvSpPr>
                <p:spPr>
                  <a:xfrm>
                    <a:off x="5314650" y="2050850"/>
                    <a:ext cx="144150" cy="286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66" h="11443" extrusionOk="0">
                        <a:moveTo>
                          <a:pt x="2463" y="1"/>
                        </a:moveTo>
                        <a:cubicBezTo>
                          <a:pt x="2115" y="1"/>
                          <a:pt x="1762" y="66"/>
                          <a:pt x="1428" y="155"/>
                        </a:cubicBezTo>
                        <a:cubicBezTo>
                          <a:pt x="864" y="280"/>
                          <a:pt x="301" y="635"/>
                          <a:pt x="72" y="1198"/>
                        </a:cubicBezTo>
                        <a:cubicBezTo>
                          <a:pt x="0" y="1313"/>
                          <a:pt x="105" y="1427"/>
                          <a:pt x="212" y="1427"/>
                        </a:cubicBezTo>
                        <a:cubicBezTo>
                          <a:pt x="261" y="1427"/>
                          <a:pt x="310" y="1403"/>
                          <a:pt x="343" y="1344"/>
                        </a:cubicBezTo>
                        <a:cubicBezTo>
                          <a:pt x="426" y="1156"/>
                          <a:pt x="531" y="989"/>
                          <a:pt x="698" y="843"/>
                        </a:cubicBezTo>
                        <a:cubicBezTo>
                          <a:pt x="1164" y="455"/>
                          <a:pt x="1865" y="320"/>
                          <a:pt x="2481" y="320"/>
                        </a:cubicBezTo>
                        <a:cubicBezTo>
                          <a:pt x="2527" y="320"/>
                          <a:pt x="2572" y="321"/>
                          <a:pt x="2616" y="322"/>
                        </a:cubicBezTo>
                        <a:cubicBezTo>
                          <a:pt x="5766" y="551"/>
                          <a:pt x="4285" y="7288"/>
                          <a:pt x="4076" y="9374"/>
                        </a:cubicBezTo>
                        <a:cubicBezTo>
                          <a:pt x="3993" y="10000"/>
                          <a:pt x="3889" y="10626"/>
                          <a:pt x="3826" y="11272"/>
                        </a:cubicBezTo>
                        <a:cubicBezTo>
                          <a:pt x="3805" y="11356"/>
                          <a:pt x="3868" y="11439"/>
                          <a:pt x="3951" y="11439"/>
                        </a:cubicBezTo>
                        <a:cubicBezTo>
                          <a:pt x="3962" y="11441"/>
                          <a:pt x="3973" y="11442"/>
                          <a:pt x="3983" y="11442"/>
                        </a:cubicBezTo>
                        <a:cubicBezTo>
                          <a:pt x="4072" y="11442"/>
                          <a:pt x="4139" y="11366"/>
                          <a:pt x="4139" y="11272"/>
                        </a:cubicBezTo>
                        <a:cubicBezTo>
                          <a:pt x="4160" y="10959"/>
                          <a:pt x="4202" y="10647"/>
                          <a:pt x="4243" y="10334"/>
                        </a:cubicBezTo>
                        <a:cubicBezTo>
                          <a:pt x="4389" y="9395"/>
                          <a:pt x="4514" y="8456"/>
                          <a:pt x="4640" y="7497"/>
                        </a:cubicBezTo>
                        <a:cubicBezTo>
                          <a:pt x="4848" y="5495"/>
                          <a:pt x="5578" y="1219"/>
                          <a:pt x="3346" y="176"/>
                        </a:cubicBezTo>
                        <a:cubicBezTo>
                          <a:pt x="3065" y="50"/>
                          <a:pt x="2766" y="1"/>
                          <a:pt x="2463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6" name="Google Shape;2646;p46"/>
                  <p:cNvSpPr/>
                  <p:nvPr/>
                </p:nvSpPr>
                <p:spPr>
                  <a:xfrm>
                    <a:off x="5401950" y="2073750"/>
                    <a:ext cx="157500" cy="887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00" h="35511" extrusionOk="0">
                        <a:moveTo>
                          <a:pt x="1983" y="0"/>
                        </a:moveTo>
                        <a:cubicBezTo>
                          <a:pt x="1753" y="0"/>
                          <a:pt x="1522" y="30"/>
                          <a:pt x="1294" y="94"/>
                        </a:cubicBezTo>
                        <a:cubicBezTo>
                          <a:pt x="1148" y="115"/>
                          <a:pt x="1022" y="157"/>
                          <a:pt x="897" y="240"/>
                        </a:cubicBezTo>
                        <a:cubicBezTo>
                          <a:pt x="835" y="282"/>
                          <a:pt x="772" y="324"/>
                          <a:pt x="772" y="407"/>
                        </a:cubicBezTo>
                        <a:cubicBezTo>
                          <a:pt x="772" y="491"/>
                          <a:pt x="835" y="574"/>
                          <a:pt x="918" y="574"/>
                        </a:cubicBezTo>
                        <a:cubicBezTo>
                          <a:pt x="981" y="574"/>
                          <a:pt x="1022" y="532"/>
                          <a:pt x="1064" y="491"/>
                        </a:cubicBezTo>
                        <a:cubicBezTo>
                          <a:pt x="1106" y="470"/>
                          <a:pt x="1148" y="449"/>
                          <a:pt x="1189" y="449"/>
                        </a:cubicBezTo>
                        <a:cubicBezTo>
                          <a:pt x="1443" y="359"/>
                          <a:pt x="1706" y="317"/>
                          <a:pt x="1969" y="317"/>
                        </a:cubicBezTo>
                        <a:cubicBezTo>
                          <a:pt x="2376" y="317"/>
                          <a:pt x="2782" y="417"/>
                          <a:pt x="3150" y="595"/>
                        </a:cubicBezTo>
                        <a:cubicBezTo>
                          <a:pt x="4047" y="1033"/>
                          <a:pt x="4693" y="1909"/>
                          <a:pt x="5006" y="2848"/>
                        </a:cubicBezTo>
                        <a:cubicBezTo>
                          <a:pt x="5298" y="3703"/>
                          <a:pt x="5403" y="4600"/>
                          <a:pt x="5507" y="5476"/>
                        </a:cubicBezTo>
                        <a:cubicBezTo>
                          <a:pt x="5653" y="6936"/>
                          <a:pt x="5736" y="8417"/>
                          <a:pt x="5820" y="9897"/>
                        </a:cubicBezTo>
                        <a:cubicBezTo>
                          <a:pt x="5903" y="11337"/>
                          <a:pt x="5945" y="12776"/>
                          <a:pt x="5966" y="14215"/>
                        </a:cubicBezTo>
                        <a:cubicBezTo>
                          <a:pt x="5987" y="14924"/>
                          <a:pt x="5966" y="15654"/>
                          <a:pt x="5924" y="16363"/>
                        </a:cubicBezTo>
                        <a:cubicBezTo>
                          <a:pt x="5799" y="18032"/>
                          <a:pt x="5549" y="19701"/>
                          <a:pt x="5236" y="21327"/>
                        </a:cubicBezTo>
                        <a:cubicBezTo>
                          <a:pt x="4860" y="23059"/>
                          <a:pt x="4443" y="24811"/>
                          <a:pt x="3901" y="26500"/>
                        </a:cubicBezTo>
                        <a:cubicBezTo>
                          <a:pt x="3317" y="28210"/>
                          <a:pt x="2545" y="29879"/>
                          <a:pt x="1878" y="31548"/>
                        </a:cubicBezTo>
                        <a:cubicBezTo>
                          <a:pt x="1544" y="32465"/>
                          <a:pt x="1106" y="33321"/>
                          <a:pt x="668" y="34176"/>
                        </a:cubicBezTo>
                        <a:cubicBezTo>
                          <a:pt x="543" y="34468"/>
                          <a:pt x="418" y="34739"/>
                          <a:pt x="272" y="35010"/>
                        </a:cubicBezTo>
                        <a:cubicBezTo>
                          <a:pt x="230" y="35156"/>
                          <a:pt x="0" y="35365"/>
                          <a:pt x="188" y="35490"/>
                        </a:cubicBezTo>
                        <a:cubicBezTo>
                          <a:pt x="209" y="35504"/>
                          <a:pt x="235" y="35511"/>
                          <a:pt x="261" y="35511"/>
                        </a:cubicBezTo>
                        <a:cubicBezTo>
                          <a:pt x="313" y="35511"/>
                          <a:pt x="369" y="35483"/>
                          <a:pt x="397" y="35427"/>
                        </a:cubicBezTo>
                        <a:cubicBezTo>
                          <a:pt x="647" y="34968"/>
                          <a:pt x="876" y="34489"/>
                          <a:pt x="1106" y="34009"/>
                        </a:cubicBezTo>
                        <a:cubicBezTo>
                          <a:pt x="1398" y="33425"/>
                          <a:pt x="1690" y="32841"/>
                          <a:pt x="1940" y="32236"/>
                        </a:cubicBezTo>
                        <a:cubicBezTo>
                          <a:pt x="2441" y="30922"/>
                          <a:pt x="3025" y="29608"/>
                          <a:pt x="3546" y="28294"/>
                        </a:cubicBezTo>
                        <a:cubicBezTo>
                          <a:pt x="4089" y="26959"/>
                          <a:pt x="4547" y="25582"/>
                          <a:pt x="4881" y="24164"/>
                        </a:cubicBezTo>
                        <a:cubicBezTo>
                          <a:pt x="5361" y="22391"/>
                          <a:pt x="5736" y="20577"/>
                          <a:pt x="5966" y="18762"/>
                        </a:cubicBezTo>
                        <a:cubicBezTo>
                          <a:pt x="6133" y="17677"/>
                          <a:pt x="6258" y="16614"/>
                          <a:pt x="6279" y="15529"/>
                        </a:cubicBezTo>
                        <a:cubicBezTo>
                          <a:pt x="6299" y="13360"/>
                          <a:pt x="6216" y="11211"/>
                          <a:pt x="6070" y="9063"/>
                        </a:cubicBezTo>
                        <a:cubicBezTo>
                          <a:pt x="5987" y="7624"/>
                          <a:pt x="5924" y="6185"/>
                          <a:pt x="5736" y="4746"/>
                        </a:cubicBezTo>
                        <a:cubicBezTo>
                          <a:pt x="5569" y="3515"/>
                          <a:pt x="5298" y="2243"/>
                          <a:pt x="4485" y="1283"/>
                        </a:cubicBezTo>
                        <a:cubicBezTo>
                          <a:pt x="4151" y="866"/>
                          <a:pt x="3755" y="532"/>
                          <a:pt x="3275" y="303"/>
                        </a:cubicBezTo>
                        <a:cubicBezTo>
                          <a:pt x="2864" y="111"/>
                          <a:pt x="2425" y="0"/>
                          <a:pt x="198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7" name="Google Shape;2647;p46"/>
                  <p:cNvSpPr/>
                  <p:nvPr/>
                </p:nvSpPr>
                <p:spPr>
                  <a:xfrm>
                    <a:off x="5007750" y="2803400"/>
                    <a:ext cx="407325" cy="177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93" h="7096" extrusionOk="0">
                        <a:moveTo>
                          <a:pt x="339" y="1"/>
                        </a:moveTo>
                        <a:cubicBezTo>
                          <a:pt x="330" y="1"/>
                          <a:pt x="321" y="2"/>
                          <a:pt x="313" y="5"/>
                        </a:cubicBezTo>
                        <a:cubicBezTo>
                          <a:pt x="0" y="88"/>
                          <a:pt x="313" y="630"/>
                          <a:pt x="480" y="776"/>
                        </a:cubicBezTo>
                        <a:cubicBezTo>
                          <a:pt x="1189" y="1465"/>
                          <a:pt x="2065" y="1924"/>
                          <a:pt x="2837" y="2508"/>
                        </a:cubicBezTo>
                        <a:cubicBezTo>
                          <a:pt x="3921" y="3279"/>
                          <a:pt x="5027" y="4030"/>
                          <a:pt x="6174" y="4719"/>
                        </a:cubicBezTo>
                        <a:cubicBezTo>
                          <a:pt x="7050" y="5240"/>
                          <a:pt x="7968" y="5657"/>
                          <a:pt x="8906" y="6053"/>
                        </a:cubicBezTo>
                        <a:cubicBezTo>
                          <a:pt x="9970" y="6533"/>
                          <a:pt x="11096" y="6909"/>
                          <a:pt x="12264" y="7034"/>
                        </a:cubicBezTo>
                        <a:cubicBezTo>
                          <a:pt x="12600" y="7072"/>
                          <a:pt x="12945" y="7095"/>
                          <a:pt x="13291" y="7095"/>
                        </a:cubicBezTo>
                        <a:cubicBezTo>
                          <a:pt x="14279" y="7095"/>
                          <a:pt x="15273" y="6901"/>
                          <a:pt x="16060" y="6283"/>
                        </a:cubicBezTo>
                        <a:cubicBezTo>
                          <a:pt x="16072" y="6287"/>
                          <a:pt x="16083" y="6288"/>
                          <a:pt x="16095" y="6288"/>
                        </a:cubicBezTo>
                        <a:cubicBezTo>
                          <a:pt x="16151" y="6288"/>
                          <a:pt x="16210" y="6251"/>
                          <a:pt x="16227" y="6199"/>
                        </a:cubicBezTo>
                        <a:cubicBezTo>
                          <a:pt x="16292" y="6069"/>
                          <a:pt x="16167" y="5964"/>
                          <a:pt x="16049" y="5964"/>
                        </a:cubicBezTo>
                        <a:cubicBezTo>
                          <a:pt x="16016" y="5964"/>
                          <a:pt x="15984" y="5973"/>
                          <a:pt x="15956" y="5991"/>
                        </a:cubicBezTo>
                        <a:cubicBezTo>
                          <a:pt x="15414" y="6429"/>
                          <a:pt x="14746" y="6658"/>
                          <a:pt x="14058" y="6721"/>
                        </a:cubicBezTo>
                        <a:cubicBezTo>
                          <a:pt x="13783" y="6767"/>
                          <a:pt x="13507" y="6784"/>
                          <a:pt x="13232" y="6784"/>
                        </a:cubicBezTo>
                        <a:cubicBezTo>
                          <a:pt x="12882" y="6784"/>
                          <a:pt x="12531" y="6756"/>
                          <a:pt x="12181" y="6721"/>
                        </a:cubicBezTo>
                        <a:cubicBezTo>
                          <a:pt x="10804" y="6554"/>
                          <a:pt x="9511" y="6012"/>
                          <a:pt x="8260" y="5428"/>
                        </a:cubicBezTo>
                        <a:cubicBezTo>
                          <a:pt x="6278" y="4573"/>
                          <a:pt x="4505" y="3321"/>
                          <a:pt x="2753" y="2070"/>
                        </a:cubicBezTo>
                        <a:cubicBezTo>
                          <a:pt x="2253" y="1673"/>
                          <a:pt x="647" y="797"/>
                          <a:pt x="501" y="234"/>
                        </a:cubicBezTo>
                        <a:cubicBezTo>
                          <a:pt x="501" y="192"/>
                          <a:pt x="501" y="151"/>
                          <a:pt x="480" y="130"/>
                        </a:cubicBezTo>
                        <a:cubicBezTo>
                          <a:pt x="480" y="57"/>
                          <a:pt x="401" y="1"/>
                          <a:pt x="339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8" name="Google Shape;2648;p46"/>
                  <p:cNvSpPr/>
                  <p:nvPr/>
                </p:nvSpPr>
                <p:spPr>
                  <a:xfrm>
                    <a:off x="4895100" y="2780025"/>
                    <a:ext cx="203300" cy="347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32" h="13888" extrusionOk="0">
                        <a:moveTo>
                          <a:pt x="4609" y="0"/>
                        </a:moveTo>
                        <a:cubicBezTo>
                          <a:pt x="4569" y="0"/>
                          <a:pt x="4525" y="19"/>
                          <a:pt x="4485" y="64"/>
                        </a:cubicBezTo>
                        <a:cubicBezTo>
                          <a:pt x="3922" y="168"/>
                          <a:pt x="3401" y="356"/>
                          <a:pt x="2921" y="648"/>
                        </a:cubicBezTo>
                        <a:cubicBezTo>
                          <a:pt x="2504" y="898"/>
                          <a:pt x="2128" y="1169"/>
                          <a:pt x="1815" y="1545"/>
                        </a:cubicBezTo>
                        <a:cubicBezTo>
                          <a:pt x="1377" y="2045"/>
                          <a:pt x="1085" y="2671"/>
                          <a:pt x="835" y="3276"/>
                        </a:cubicBezTo>
                        <a:cubicBezTo>
                          <a:pt x="230" y="4861"/>
                          <a:pt x="1" y="6008"/>
                          <a:pt x="856" y="7572"/>
                        </a:cubicBezTo>
                        <a:cubicBezTo>
                          <a:pt x="1252" y="8302"/>
                          <a:pt x="1753" y="8991"/>
                          <a:pt x="2316" y="9637"/>
                        </a:cubicBezTo>
                        <a:cubicBezTo>
                          <a:pt x="2983" y="10367"/>
                          <a:pt x="3776" y="11014"/>
                          <a:pt x="4569" y="11640"/>
                        </a:cubicBezTo>
                        <a:cubicBezTo>
                          <a:pt x="5612" y="12453"/>
                          <a:pt x="6675" y="13246"/>
                          <a:pt x="7843" y="13871"/>
                        </a:cubicBezTo>
                        <a:cubicBezTo>
                          <a:pt x="7868" y="13882"/>
                          <a:pt x="7891" y="13887"/>
                          <a:pt x="7913" y="13887"/>
                        </a:cubicBezTo>
                        <a:cubicBezTo>
                          <a:pt x="8058" y="13887"/>
                          <a:pt x="8132" y="13673"/>
                          <a:pt x="7968" y="13600"/>
                        </a:cubicBezTo>
                        <a:cubicBezTo>
                          <a:pt x="7489" y="13308"/>
                          <a:pt x="7009" y="13037"/>
                          <a:pt x="6529" y="12703"/>
                        </a:cubicBezTo>
                        <a:cubicBezTo>
                          <a:pt x="5361" y="11911"/>
                          <a:pt x="4235" y="11035"/>
                          <a:pt x="3192" y="10075"/>
                        </a:cubicBezTo>
                        <a:cubicBezTo>
                          <a:pt x="2107" y="9053"/>
                          <a:pt x="585" y="7134"/>
                          <a:pt x="606" y="5591"/>
                        </a:cubicBezTo>
                        <a:cubicBezTo>
                          <a:pt x="585" y="5007"/>
                          <a:pt x="773" y="4402"/>
                          <a:pt x="960" y="3839"/>
                        </a:cubicBezTo>
                        <a:cubicBezTo>
                          <a:pt x="1211" y="3151"/>
                          <a:pt x="1503" y="2441"/>
                          <a:pt x="1961" y="1837"/>
                        </a:cubicBezTo>
                        <a:cubicBezTo>
                          <a:pt x="2399" y="1294"/>
                          <a:pt x="3025" y="898"/>
                          <a:pt x="3672" y="627"/>
                        </a:cubicBezTo>
                        <a:cubicBezTo>
                          <a:pt x="3859" y="543"/>
                          <a:pt x="4089" y="460"/>
                          <a:pt x="4318" y="418"/>
                        </a:cubicBezTo>
                        <a:cubicBezTo>
                          <a:pt x="4443" y="377"/>
                          <a:pt x="4589" y="377"/>
                          <a:pt x="4673" y="314"/>
                        </a:cubicBezTo>
                        <a:cubicBezTo>
                          <a:pt x="4831" y="187"/>
                          <a:pt x="4737" y="0"/>
                          <a:pt x="460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9" name="Google Shape;2649;p46"/>
                  <p:cNvSpPr/>
                  <p:nvPr/>
                </p:nvSpPr>
                <p:spPr>
                  <a:xfrm>
                    <a:off x="4829925" y="2955325"/>
                    <a:ext cx="151125" cy="277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5" h="11100" extrusionOk="0">
                        <a:moveTo>
                          <a:pt x="3369" y="1"/>
                        </a:moveTo>
                        <a:cubicBezTo>
                          <a:pt x="3310" y="1"/>
                          <a:pt x="3251" y="30"/>
                          <a:pt x="3192" y="60"/>
                        </a:cubicBezTo>
                        <a:cubicBezTo>
                          <a:pt x="2837" y="248"/>
                          <a:pt x="2483" y="477"/>
                          <a:pt x="2170" y="748"/>
                        </a:cubicBezTo>
                        <a:cubicBezTo>
                          <a:pt x="1607" y="1207"/>
                          <a:pt x="1043" y="1708"/>
                          <a:pt x="668" y="2313"/>
                        </a:cubicBezTo>
                        <a:cubicBezTo>
                          <a:pt x="293" y="2855"/>
                          <a:pt x="1" y="3481"/>
                          <a:pt x="21" y="4148"/>
                        </a:cubicBezTo>
                        <a:cubicBezTo>
                          <a:pt x="42" y="5045"/>
                          <a:pt x="459" y="5858"/>
                          <a:pt x="918" y="6588"/>
                        </a:cubicBezTo>
                        <a:cubicBezTo>
                          <a:pt x="1398" y="7360"/>
                          <a:pt x="2024" y="8028"/>
                          <a:pt x="2712" y="8632"/>
                        </a:cubicBezTo>
                        <a:cubicBezTo>
                          <a:pt x="3672" y="9508"/>
                          <a:pt x="4714" y="10301"/>
                          <a:pt x="5799" y="11073"/>
                        </a:cubicBezTo>
                        <a:lnTo>
                          <a:pt x="5778" y="11073"/>
                        </a:lnTo>
                        <a:cubicBezTo>
                          <a:pt x="5806" y="11092"/>
                          <a:pt x="5836" y="11100"/>
                          <a:pt x="5864" y="11100"/>
                        </a:cubicBezTo>
                        <a:cubicBezTo>
                          <a:pt x="5961" y="11100"/>
                          <a:pt x="6045" y="11003"/>
                          <a:pt x="6028" y="10906"/>
                        </a:cubicBezTo>
                        <a:cubicBezTo>
                          <a:pt x="6008" y="10864"/>
                          <a:pt x="5987" y="10822"/>
                          <a:pt x="5945" y="10802"/>
                        </a:cubicBezTo>
                        <a:cubicBezTo>
                          <a:pt x="5841" y="10718"/>
                          <a:pt x="5716" y="10635"/>
                          <a:pt x="5590" y="10551"/>
                        </a:cubicBezTo>
                        <a:cubicBezTo>
                          <a:pt x="5069" y="10176"/>
                          <a:pt x="4568" y="9780"/>
                          <a:pt x="4068" y="9383"/>
                        </a:cubicBezTo>
                        <a:cubicBezTo>
                          <a:pt x="2983" y="8486"/>
                          <a:pt x="1878" y="7569"/>
                          <a:pt x="1148" y="6359"/>
                        </a:cubicBezTo>
                        <a:cubicBezTo>
                          <a:pt x="814" y="5817"/>
                          <a:pt x="480" y="5212"/>
                          <a:pt x="376" y="4565"/>
                        </a:cubicBezTo>
                        <a:cubicBezTo>
                          <a:pt x="272" y="4023"/>
                          <a:pt x="376" y="3481"/>
                          <a:pt x="626" y="3001"/>
                        </a:cubicBezTo>
                        <a:cubicBezTo>
                          <a:pt x="939" y="2375"/>
                          <a:pt x="1377" y="1833"/>
                          <a:pt x="1899" y="1374"/>
                        </a:cubicBezTo>
                        <a:cubicBezTo>
                          <a:pt x="2232" y="1082"/>
                          <a:pt x="2587" y="769"/>
                          <a:pt x="2983" y="540"/>
                        </a:cubicBezTo>
                        <a:cubicBezTo>
                          <a:pt x="3088" y="477"/>
                          <a:pt x="3213" y="394"/>
                          <a:pt x="3338" y="331"/>
                        </a:cubicBezTo>
                        <a:cubicBezTo>
                          <a:pt x="3421" y="331"/>
                          <a:pt x="3505" y="268"/>
                          <a:pt x="3526" y="185"/>
                        </a:cubicBezTo>
                        <a:cubicBezTo>
                          <a:pt x="3526" y="122"/>
                          <a:pt x="3505" y="60"/>
                          <a:pt x="3442" y="18"/>
                        </a:cubicBezTo>
                        <a:cubicBezTo>
                          <a:pt x="3418" y="6"/>
                          <a:pt x="3393" y="1"/>
                          <a:pt x="3369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0" name="Google Shape;2650;p46"/>
                  <p:cNvSpPr/>
                  <p:nvPr/>
                </p:nvSpPr>
                <p:spPr>
                  <a:xfrm>
                    <a:off x="4790825" y="3100300"/>
                    <a:ext cx="161950" cy="267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78" h="10709" extrusionOk="0">
                        <a:moveTo>
                          <a:pt x="2256" y="1"/>
                        </a:moveTo>
                        <a:cubicBezTo>
                          <a:pt x="2200" y="1"/>
                          <a:pt x="2137" y="35"/>
                          <a:pt x="2107" y="80"/>
                        </a:cubicBezTo>
                        <a:cubicBezTo>
                          <a:pt x="1731" y="330"/>
                          <a:pt x="1419" y="706"/>
                          <a:pt x="1168" y="1081"/>
                        </a:cubicBezTo>
                        <a:cubicBezTo>
                          <a:pt x="793" y="1644"/>
                          <a:pt x="522" y="2270"/>
                          <a:pt x="313" y="2896"/>
                        </a:cubicBezTo>
                        <a:cubicBezTo>
                          <a:pt x="21" y="3689"/>
                          <a:pt x="0" y="4606"/>
                          <a:pt x="417" y="5357"/>
                        </a:cubicBezTo>
                        <a:cubicBezTo>
                          <a:pt x="918" y="6358"/>
                          <a:pt x="1752" y="7172"/>
                          <a:pt x="2607" y="7902"/>
                        </a:cubicBezTo>
                        <a:cubicBezTo>
                          <a:pt x="3108" y="8319"/>
                          <a:pt x="3630" y="8736"/>
                          <a:pt x="4130" y="9132"/>
                        </a:cubicBezTo>
                        <a:cubicBezTo>
                          <a:pt x="4818" y="9654"/>
                          <a:pt x="5465" y="10196"/>
                          <a:pt x="6174" y="10676"/>
                        </a:cubicBezTo>
                        <a:cubicBezTo>
                          <a:pt x="6208" y="10699"/>
                          <a:pt x="6241" y="10708"/>
                          <a:pt x="6270" y="10708"/>
                        </a:cubicBezTo>
                        <a:cubicBezTo>
                          <a:pt x="6405" y="10708"/>
                          <a:pt x="6478" y="10511"/>
                          <a:pt x="6341" y="10426"/>
                        </a:cubicBezTo>
                        <a:cubicBezTo>
                          <a:pt x="5882" y="10092"/>
                          <a:pt x="5423" y="9758"/>
                          <a:pt x="4985" y="9404"/>
                        </a:cubicBezTo>
                        <a:cubicBezTo>
                          <a:pt x="4214" y="8799"/>
                          <a:pt x="3421" y="8215"/>
                          <a:pt x="2691" y="7547"/>
                        </a:cubicBezTo>
                        <a:cubicBezTo>
                          <a:pt x="1794" y="6775"/>
                          <a:pt x="918" y="5920"/>
                          <a:pt x="501" y="4794"/>
                        </a:cubicBezTo>
                        <a:cubicBezTo>
                          <a:pt x="334" y="4189"/>
                          <a:pt x="397" y="3563"/>
                          <a:pt x="605" y="2979"/>
                        </a:cubicBezTo>
                        <a:cubicBezTo>
                          <a:pt x="751" y="2541"/>
                          <a:pt x="939" y="2124"/>
                          <a:pt x="1147" y="1707"/>
                        </a:cubicBezTo>
                        <a:cubicBezTo>
                          <a:pt x="1356" y="1311"/>
                          <a:pt x="1606" y="956"/>
                          <a:pt x="1919" y="622"/>
                        </a:cubicBezTo>
                        <a:cubicBezTo>
                          <a:pt x="2044" y="518"/>
                          <a:pt x="2169" y="414"/>
                          <a:pt x="2295" y="330"/>
                        </a:cubicBezTo>
                        <a:cubicBezTo>
                          <a:pt x="2399" y="268"/>
                          <a:pt x="2461" y="80"/>
                          <a:pt x="2315" y="18"/>
                        </a:cubicBezTo>
                        <a:cubicBezTo>
                          <a:pt x="2298" y="6"/>
                          <a:pt x="2277" y="1"/>
                          <a:pt x="225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1" name="Google Shape;2651;p46"/>
                  <p:cNvSpPr/>
                  <p:nvPr/>
                </p:nvSpPr>
                <p:spPr>
                  <a:xfrm>
                    <a:off x="4769950" y="3221700"/>
                    <a:ext cx="973575" cy="526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43" h="21073" extrusionOk="0">
                        <a:moveTo>
                          <a:pt x="1127" y="1"/>
                        </a:moveTo>
                        <a:cubicBezTo>
                          <a:pt x="1065" y="1"/>
                          <a:pt x="1002" y="21"/>
                          <a:pt x="981" y="63"/>
                        </a:cubicBezTo>
                        <a:cubicBezTo>
                          <a:pt x="627" y="376"/>
                          <a:pt x="356" y="793"/>
                          <a:pt x="210" y="1231"/>
                        </a:cubicBezTo>
                        <a:cubicBezTo>
                          <a:pt x="1" y="2045"/>
                          <a:pt x="64" y="2921"/>
                          <a:pt x="272" y="3734"/>
                        </a:cubicBezTo>
                        <a:cubicBezTo>
                          <a:pt x="502" y="4527"/>
                          <a:pt x="898" y="5278"/>
                          <a:pt x="1336" y="5966"/>
                        </a:cubicBezTo>
                        <a:cubicBezTo>
                          <a:pt x="2504" y="7760"/>
                          <a:pt x="4068" y="9241"/>
                          <a:pt x="5799" y="10471"/>
                        </a:cubicBezTo>
                        <a:cubicBezTo>
                          <a:pt x="7969" y="12077"/>
                          <a:pt x="10367" y="13391"/>
                          <a:pt x="12787" y="14601"/>
                        </a:cubicBezTo>
                        <a:cubicBezTo>
                          <a:pt x="13850" y="15122"/>
                          <a:pt x="14914" y="15623"/>
                          <a:pt x="15978" y="16124"/>
                        </a:cubicBezTo>
                        <a:cubicBezTo>
                          <a:pt x="17396" y="16791"/>
                          <a:pt x="18835" y="17479"/>
                          <a:pt x="20358" y="17938"/>
                        </a:cubicBezTo>
                        <a:cubicBezTo>
                          <a:pt x="21088" y="18147"/>
                          <a:pt x="21860" y="18355"/>
                          <a:pt x="22632" y="18480"/>
                        </a:cubicBezTo>
                        <a:cubicBezTo>
                          <a:pt x="23549" y="18626"/>
                          <a:pt x="24530" y="18710"/>
                          <a:pt x="25468" y="18793"/>
                        </a:cubicBezTo>
                        <a:cubicBezTo>
                          <a:pt x="26389" y="18883"/>
                          <a:pt x="27302" y="18894"/>
                          <a:pt x="28217" y="18894"/>
                        </a:cubicBezTo>
                        <a:cubicBezTo>
                          <a:pt x="28519" y="18894"/>
                          <a:pt x="28820" y="18893"/>
                          <a:pt x="29122" y="18893"/>
                        </a:cubicBezTo>
                        <a:cubicBezTo>
                          <a:pt x="29399" y="18893"/>
                          <a:pt x="29675" y="18894"/>
                          <a:pt x="29953" y="18898"/>
                        </a:cubicBezTo>
                        <a:cubicBezTo>
                          <a:pt x="30912" y="18918"/>
                          <a:pt x="31851" y="19023"/>
                          <a:pt x="32789" y="19190"/>
                        </a:cubicBezTo>
                        <a:cubicBezTo>
                          <a:pt x="34437" y="19461"/>
                          <a:pt x="36022" y="19982"/>
                          <a:pt x="37586" y="20587"/>
                        </a:cubicBezTo>
                        <a:cubicBezTo>
                          <a:pt x="37962" y="20733"/>
                          <a:pt x="38337" y="20921"/>
                          <a:pt x="38713" y="21067"/>
                        </a:cubicBezTo>
                        <a:cubicBezTo>
                          <a:pt x="38728" y="21070"/>
                          <a:pt x="38742" y="21072"/>
                          <a:pt x="38757" y="21072"/>
                        </a:cubicBezTo>
                        <a:cubicBezTo>
                          <a:pt x="38824" y="21072"/>
                          <a:pt x="38887" y="21035"/>
                          <a:pt x="38921" y="20983"/>
                        </a:cubicBezTo>
                        <a:cubicBezTo>
                          <a:pt x="38942" y="20900"/>
                          <a:pt x="38901" y="20796"/>
                          <a:pt x="38817" y="20775"/>
                        </a:cubicBezTo>
                        <a:cubicBezTo>
                          <a:pt x="38191" y="20524"/>
                          <a:pt x="37586" y="20212"/>
                          <a:pt x="36940" y="20003"/>
                        </a:cubicBezTo>
                        <a:cubicBezTo>
                          <a:pt x="35188" y="19377"/>
                          <a:pt x="33373" y="18877"/>
                          <a:pt x="31517" y="18689"/>
                        </a:cubicBezTo>
                        <a:cubicBezTo>
                          <a:pt x="30705" y="18588"/>
                          <a:pt x="29893" y="18571"/>
                          <a:pt x="29084" y="18571"/>
                        </a:cubicBezTo>
                        <a:cubicBezTo>
                          <a:pt x="28707" y="18571"/>
                          <a:pt x="28331" y="18575"/>
                          <a:pt x="27956" y="18575"/>
                        </a:cubicBezTo>
                        <a:cubicBezTo>
                          <a:pt x="27648" y="18575"/>
                          <a:pt x="27340" y="18573"/>
                          <a:pt x="27033" y="18564"/>
                        </a:cubicBezTo>
                        <a:cubicBezTo>
                          <a:pt x="26323" y="18543"/>
                          <a:pt x="25593" y="18480"/>
                          <a:pt x="24884" y="18418"/>
                        </a:cubicBezTo>
                        <a:cubicBezTo>
                          <a:pt x="23362" y="18314"/>
                          <a:pt x="21860" y="18084"/>
                          <a:pt x="20400" y="17625"/>
                        </a:cubicBezTo>
                        <a:cubicBezTo>
                          <a:pt x="18856" y="17166"/>
                          <a:pt x="17438" y="16457"/>
                          <a:pt x="15978" y="15769"/>
                        </a:cubicBezTo>
                        <a:cubicBezTo>
                          <a:pt x="14914" y="15289"/>
                          <a:pt x="13830" y="14789"/>
                          <a:pt x="12787" y="14246"/>
                        </a:cubicBezTo>
                        <a:cubicBezTo>
                          <a:pt x="10492" y="13099"/>
                          <a:pt x="8240" y="11869"/>
                          <a:pt x="6154" y="10346"/>
                        </a:cubicBezTo>
                        <a:cubicBezTo>
                          <a:pt x="4736" y="9345"/>
                          <a:pt x="3442" y="8198"/>
                          <a:pt x="2358" y="6863"/>
                        </a:cubicBezTo>
                        <a:cubicBezTo>
                          <a:pt x="1565" y="5841"/>
                          <a:pt x="835" y="4714"/>
                          <a:pt x="522" y="3442"/>
                        </a:cubicBezTo>
                        <a:cubicBezTo>
                          <a:pt x="376" y="2754"/>
                          <a:pt x="335" y="2003"/>
                          <a:pt x="502" y="1315"/>
                        </a:cubicBezTo>
                        <a:cubicBezTo>
                          <a:pt x="648" y="897"/>
                          <a:pt x="898" y="543"/>
                          <a:pt x="1211" y="272"/>
                        </a:cubicBezTo>
                        <a:cubicBezTo>
                          <a:pt x="1315" y="167"/>
                          <a:pt x="1252" y="1"/>
                          <a:pt x="112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2" name="Google Shape;2652;p46"/>
                  <p:cNvSpPr/>
                  <p:nvPr/>
                </p:nvSpPr>
                <p:spPr>
                  <a:xfrm>
                    <a:off x="5442450" y="2877000"/>
                    <a:ext cx="341225" cy="426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649" h="17079" extrusionOk="0">
                        <a:moveTo>
                          <a:pt x="228" y="0"/>
                        </a:moveTo>
                        <a:cubicBezTo>
                          <a:pt x="199" y="0"/>
                          <a:pt x="174" y="7"/>
                          <a:pt x="153" y="23"/>
                        </a:cubicBezTo>
                        <a:cubicBezTo>
                          <a:pt x="0" y="118"/>
                          <a:pt x="58" y="320"/>
                          <a:pt x="214" y="320"/>
                        </a:cubicBezTo>
                        <a:cubicBezTo>
                          <a:pt x="228" y="320"/>
                          <a:pt x="242" y="318"/>
                          <a:pt x="258" y="315"/>
                        </a:cubicBezTo>
                        <a:cubicBezTo>
                          <a:pt x="1467" y="1086"/>
                          <a:pt x="2343" y="2254"/>
                          <a:pt x="3136" y="3422"/>
                        </a:cubicBezTo>
                        <a:cubicBezTo>
                          <a:pt x="3887" y="4611"/>
                          <a:pt x="4638" y="5779"/>
                          <a:pt x="5305" y="7010"/>
                        </a:cubicBezTo>
                        <a:cubicBezTo>
                          <a:pt x="5639" y="7636"/>
                          <a:pt x="5952" y="8282"/>
                          <a:pt x="6286" y="8908"/>
                        </a:cubicBezTo>
                        <a:cubicBezTo>
                          <a:pt x="6640" y="9534"/>
                          <a:pt x="6995" y="10138"/>
                          <a:pt x="7349" y="10764"/>
                        </a:cubicBezTo>
                        <a:cubicBezTo>
                          <a:pt x="8142" y="12141"/>
                          <a:pt x="9039" y="13497"/>
                          <a:pt x="10228" y="14602"/>
                        </a:cubicBezTo>
                        <a:cubicBezTo>
                          <a:pt x="11187" y="15520"/>
                          <a:pt x="12313" y="16250"/>
                          <a:pt x="13377" y="17042"/>
                        </a:cubicBezTo>
                        <a:cubicBezTo>
                          <a:pt x="13410" y="17067"/>
                          <a:pt x="13443" y="17079"/>
                          <a:pt x="13475" y="17079"/>
                        </a:cubicBezTo>
                        <a:cubicBezTo>
                          <a:pt x="13523" y="17079"/>
                          <a:pt x="13569" y="17051"/>
                          <a:pt x="13607" y="17001"/>
                        </a:cubicBezTo>
                        <a:cubicBezTo>
                          <a:pt x="13648" y="16938"/>
                          <a:pt x="13627" y="16834"/>
                          <a:pt x="13565" y="16792"/>
                        </a:cubicBezTo>
                        <a:cubicBezTo>
                          <a:pt x="12877" y="16291"/>
                          <a:pt x="12188" y="15791"/>
                          <a:pt x="11500" y="15290"/>
                        </a:cubicBezTo>
                        <a:cubicBezTo>
                          <a:pt x="11020" y="14894"/>
                          <a:pt x="10499" y="14456"/>
                          <a:pt x="10061" y="13997"/>
                        </a:cubicBezTo>
                        <a:cubicBezTo>
                          <a:pt x="9122" y="13038"/>
                          <a:pt x="8392" y="11891"/>
                          <a:pt x="7704" y="10743"/>
                        </a:cubicBezTo>
                        <a:cubicBezTo>
                          <a:pt x="7162" y="9784"/>
                          <a:pt x="6598" y="8866"/>
                          <a:pt x="6119" y="7886"/>
                        </a:cubicBezTo>
                        <a:cubicBezTo>
                          <a:pt x="5222" y="6134"/>
                          <a:pt x="4200" y="4465"/>
                          <a:pt x="3094" y="2817"/>
                        </a:cubicBezTo>
                        <a:cubicBezTo>
                          <a:pt x="2489" y="1941"/>
                          <a:pt x="1801" y="1107"/>
                          <a:pt x="967" y="440"/>
                        </a:cubicBezTo>
                        <a:cubicBezTo>
                          <a:pt x="821" y="348"/>
                          <a:pt x="434" y="0"/>
                          <a:pt x="22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3" name="Google Shape;2653;p46"/>
                  <p:cNvSpPr/>
                  <p:nvPr/>
                </p:nvSpPr>
                <p:spPr>
                  <a:xfrm>
                    <a:off x="6233600" y="2910400"/>
                    <a:ext cx="224825" cy="1136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93" h="45471" extrusionOk="0">
                        <a:moveTo>
                          <a:pt x="3653" y="1"/>
                        </a:moveTo>
                        <a:cubicBezTo>
                          <a:pt x="3569" y="1"/>
                          <a:pt x="3507" y="84"/>
                          <a:pt x="3507" y="167"/>
                        </a:cubicBezTo>
                        <a:cubicBezTo>
                          <a:pt x="3486" y="2003"/>
                          <a:pt x="3527" y="3859"/>
                          <a:pt x="3986" y="5653"/>
                        </a:cubicBezTo>
                        <a:cubicBezTo>
                          <a:pt x="4299" y="6863"/>
                          <a:pt x="4695" y="8052"/>
                          <a:pt x="5196" y="9199"/>
                        </a:cubicBezTo>
                        <a:cubicBezTo>
                          <a:pt x="5551" y="10033"/>
                          <a:pt x="5947" y="10826"/>
                          <a:pt x="6260" y="11681"/>
                        </a:cubicBezTo>
                        <a:cubicBezTo>
                          <a:pt x="6447" y="12223"/>
                          <a:pt x="6614" y="12786"/>
                          <a:pt x="6781" y="13349"/>
                        </a:cubicBezTo>
                        <a:cubicBezTo>
                          <a:pt x="7261" y="15018"/>
                          <a:pt x="7553" y="16749"/>
                          <a:pt x="7678" y="18480"/>
                        </a:cubicBezTo>
                        <a:cubicBezTo>
                          <a:pt x="7741" y="19523"/>
                          <a:pt x="7720" y="20608"/>
                          <a:pt x="7761" y="21651"/>
                        </a:cubicBezTo>
                        <a:cubicBezTo>
                          <a:pt x="7845" y="24800"/>
                          <a:pt x="8199" y="27950"/>
                          <a:pt x="8429" y="31078"/>
                        </a:cubicBezTo>
                        <a:cubicBezTo>
                          <a:pt x="8512" y="32705"/>
                          <a:pt x="8596" y="34332"/>
                          <a:pt x="8617" y="35980"/>
                        </a:cubicBezTo>
                        <a:cubicBezTo>
                          <a:pt x="8638" y="37148"/>
                          <a:pt x="8617" y="38337"/>
                          <a:pt x="8492" y="39505"/>
                        </a:cubicBezTo>
                        <a:cubicBezTo>
                          <a:pt x="8408" y="40381"/>
                          <a:pt x="8199" y="41257"/>
                          <a:pt x="7845" y="42070"/>
                        </a:cubicBezTo>
                        <a:cubicBezTo>
                          <a:pt x="7490" y="42988"/>
                          <a:pt x="6844" y="43718"/>
                          <a:pt x="6135" y="44386"/>
                        </a:cubicBezTo>
                        <a:cubicBezTo>
                          <a:pt x="5530" y="44949"/>
                          <a:pt x="4654" y="45157"/>
                          <a:pt x="3840" y="45157"/>
                        </a:cubicBezTo>
                        <a:cubicBezTo>
                          <a:pt x="3811" y="45158"/>
                          <a:pt x="3782" y="45158"/>
                          <a:pt x="3753" y="45158"/>
                        </a:cubicBezTo>
                        <a:cubicBezTo>
                          <a:pt x="2799" y="45158"/>
                          <a:pt x="2131" y="44824"/>
                          <a:pt x="1462" y="44135"/>
                        </a:cubicBezTo>
                        <a:cubicBezTo>
                          <a:pt x="1066" y="43676"/>
                          <a:pt x="858" y="43072"/>
                          <a:pt x="649" y="42508"/>
                        </a:cubicBezTo>
                        <a:cubicBezTo>
                          <a:pt x="524" y="42154"/>
                          <a:pt x="440" y="41799"/>
                          <a:pt x="378" y="41424"/>
                        </a:cubicBezTo>
                        <a:cubicBezTo>
                          <a:pt x="399" y="41403"/>
                          <a:pt x="399" y="41382"/>
                          <a:pt x="399" y="41340"/>
                        </a:cubicBezTo>
                        <a:cubicBezTo>
                          <a:pt x="399" y="41278"/>
                          <a:pt x="378" y="41236"/>
                          <a:pt x="315" y="41215"/>
                        </a:cubicBezTo>
                        <a:cubicBezTo>
                          <a:pt x="297" y="41121"/>
                          <a:pt x="227" y="41078"/>
                          <a:pt x="160" y="41078"/>
                        </a:cubicBezTo>
                        <a:cubicBezTo>
                          <a:pt x="78" y="41078"/>
                          <a:pt x="0" y="41142"/>
                          <a:pt x="23" y="41257"/>
                        </a:cubicBezTo>
                        <a:cubicBezTo>
                          <a:pt x="148" y="41904"/>
                          <a:pt x="294" y="42529"/>
                          <a:pt x="545" y="43134"/>
                        </a:cubicBezTo>
                        <a:cubicBezTo>
                          <a:pt x="837" y="43948"/>
                          <a:pt x="1337" y="44594"/>
                          <a:pt x="2088" y="45032"/>
                        </a:cubicBezTo>
                        <a:cubicBezTo>
                          <a:pt x="2568" y="45345"/>
                          <a:pt x="3152" y="45470"/>
                          <a:pt x="3736" y="45470"/>
                        </a:cubicBezTo>
                        <a:lnTo>
                          <a:pt x="3715" y="45470"/>
                        </a:lnTo>
                        <a:cubicBezTo>
                          <a:pt x="3747" y="45471"/>
                          <a:pt x="3779" y="45471"/>
                          <a:pt x="3811" y="45471"/>
                        </a:cubicBezTo>
                        <a:cubicBezTo>
                          <a:pt x="5174" y="45471"/>
                          <a:pt x="6051" y="45029"/>
                          <a:pt x="6948" y="43989"/>
                        </a:cubicBezTo>
                        <a:cubicBezTo>
                          <a:pt x="7365" y="43551"/>
                          <a:pt x="7741" y="43051"/>
                          <a:pt x="7991" y="42488"/>
                        </a:cubicBezTo>
                        <a:cubicBezTo>
                          <a:pt x="8366" y="41674"/>
                          <a:pt x="8638" y="40798"/>
                          <a:pt x="8742" y="39922"/>
                        </a:cubicBezTo>
                        <a:cubicBezTo>
                          <a:pt x="8992" y="37961"/>
                          <a:pt x="8950" y="36001"/>
                          <a:pt x="8888" y="34040"/>
                        </a:cubicBezTo>
                        <a:cubicBezTo>
                          <a:pt x="8804" y="31808"/>
                          <a:pt x="8638" y="29598"/>
                          <a:pt x="8429" y="27366"/>
                        </a:cubicBezTo>
                        <a:cubicBezTo>
                          <a:pt x="8304" y="25885"/>
                          <a:pt x="8199" y="24383"/>
                          <a:pt x="8116" y="22881"/>
                        </a:cubicBezTo>
                        <a:cubicBezTo>
                          <a:pt x="8012" y="21150"/>
                          <a:pt x="8074" y="19419"/>
                          <a:pt x="7928" y="17688"/>
                        </a:cubicBezTo>
                        <a:cubicBezTo>
                          <a:pt x="7741" y="15665"/>
                          <a:pt x="7282" y="13683"/>
                          <a:pt x="6614" y="11764"/>
                        </a:cubicBezTo>
                        <a:cubicBezTo>
                          <a:pt x="6260" y="10701"/>
                          <a:pt x="5738" y="9699"/>
                          <a:pt x="5321" y="8677"/>
                        </a:cubicBezTo>
                        <a:cubicBezTo>
                          <a:pt x="4695" y="7113"/>
                          <a:pt x="4174" y="5507"/>
                          <a:pt x="3965" y="3838"/>
                        </a:cubicBezTo>
                        <a:cubicBezTo>
                          <a:pt x="3819" y="2608"/>
                          <a:pt x="3819" y="1398"/>
                          <a:pt x="3819" y="167"/>
                        </a:cubicBezTo>
                        <a:cubicBezTo>
                          <a:pt x="3819" y="84"/>
                          <a:pt x="3736" y="1"/>
                          <a:pt x="3653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4" name="Google Shape;2654;p46"/>
                  <p:cNvSpPr/>
                  <p:nvPr/>
                </p:nvSpPr>
                <p:spPr>
                  <a:xfrm>
                    <a:off x="6236250" y="3783150"/>
                    <a:ext cx="26625" cy="159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5" h="6369" extrusionOk="0">
                        <a:moveTo>
                          <a:pt x="273" y="1"/>
                        </a:moveTo>
                        <a:cubicBezTo>
                          <a:pt x="259" y="1"/>
                          <a:pt x="244" y="3"/>
                          <a:pt x="230" y="6"/>
                        </a:cubicBezTo>
                        <a:cubicBezTo>
                          <a:pt x="147" y="27"/>
                          <a:pt x="84" y="111"/>
                          <a:pt x="105" y="194"/>
                        </a:cubicBezTo>
                        <a:cubicBezTo>
                          <a:pt x="188" y="465"/>
                          <a:pt x="251" y="736"/>
                          <a:pt x="314" y="1007"/>
                        </a:cubicBezTo>
                        <a:cubicBezTo>
                          <a:pt x="460" y="1758"/>
                          <a:pt x="647" y="2509"/>
                          <a:pt x="710" y="3260"/>
                        </a:cubicBezTo>
                        <a:cubicBezTo>
                          <a:pt x="752" y="4115"/>
                          <a:pt x="626" y="4970"/>
                          <a:pt x="251" y="5742"/>
                        </a:cubicBezTo>
                        <a:cubicBezTo>
                          <a:pt x="188" y="5867"/>
                          <a:pt x="126" y="5972"/>
                          <a:pt x="63" y="6076"/>
                        </a:cubicBezTo>
                        <a:cubicBezTo>
                          <a:pt x="22" y="6138"/>
                          <a:pt x="1" y="6201"/>
                          <a:pt x="22" y="6264"/>
                        </a:cubicBezTo>
                        <a:cubicBezTo>
                          <a:pt x="57" y="6335"/>
                          <a:pt x="123" y="6368"/>
                          <a:pt x="186" y="6368"/>
                        </a:cubicBezTo>
                        <a:cubicBezTo>
                          <a:pt x="269" y="6368"/>
                          <a:pt x="346" y="6308"/>
                          <a:pt x="334" y="6201"/>
                        </a:cubicBezTo>
                        <a:cubicBezTo>
                          <a:pt x="856" y="5346"/>
                          <a:pt x="1064" y="4324"/>
                          <a:pt x="1023" y="3343"/>
                        </a:cubicBezTo>
                        <a:cubicBezTo>
                          <a:pt x="960" y="2530"/>
                          <a:pt x="772" y="1737"/>
                          <a:pt x="606" y="945"/>
                        </a:cubicBezTo>
                        <a:cubicBezTo>
                          <a:pt x="543" y="653"/>
                          <a:pt x="480" y="382"/>
                          <a:pt x="418" y="111"/>
                        </a:cubicBezTo>
                        <a:cubicBezTo>
                          <a:pt x="401" y="41"/>
                          <a:pt x="340" y="1"/>
                          <a:pt x="273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5" name="Google Shape;2655;p46"/>
                  <p:cNvSpPr/>
                  <p:nvPr/>
                </p:nvSpPr>
                <p:spPr>
                  <a:xfrm>
                    <a:off x="6028725" y="3778325"/>
                    <a:ext cx="216200" cy="24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48" h="9636" extrusionOk="0">
                        <a:moveTo>
                          <a:pt x="8345" y="0"/>
                        </a:moveTo>
                        <a:cubicBezTo>
                          <a:pt x="8289" y="0"/>
                          <a:pt x="8235" y="27"/>
                          <a:pt x="8197" y="95"/>
                        </a:cubicBezTo>
                        <a:cubicBezTo>
                          <a:pt x="7843" y="1034"/>
                          <a:pt x="7551" y="2035"/>
                          <a:pt x="7342" y="3015"/>
                        </a:cubicBezTo>
                        <a:cubicBezTo>
                          <a:pt x="7196" y="3787"/>
                          <a:pt x="7092" y="4538"/>
                          <a:pt x="6925" y="5309"/>
                        </a:cubicBezTo>
                        <a:cubicBezTo>
                          <a:pt x="6779" y="6081"/>
                          <a:pt x="6529" y="6832"/>
                          <a:pt x="6174" y="7541"/>
                        </a:cubicBezTo>
                        <a:cubicBezTo>
                          <a:pt x="5632" y="8542"/>
                          <a:pt x="5027" y="9231"/>
                          <a:pt x="3817" y="9314"/>
                        </a:cubicBezTo>
                        <a:cubicBezTo>
                          <a:pt x="3640" y="9324"/>
                          <a:pt x="3463" y="9330"/>
                          <a:pt x="3285" y="9330"/>
                        </a:cubicBezTo>
                        <a:cubicBezTo>
                          <a:pt x="3108" y="9330"/>
                          <a:pt x="2931" y="9324"/>
                          <a:pt x="2754" y="9314"/>
                        </a:cubicBezTo>
                        <a:cubicBezTo>
                          <a:pt x="2357" y="9293"/>
                          <a:pt x="1982" y="9168"/>
                          <a:pt x="1606" y="9043"/>
                        </a:cubicBezTo>
                        <a:cubicBezTo>
                          <a:pt x="1398" y="8980"/>
                          <a:pt x="1148" y="8876"/>
                          <a:pt x="960" y="8730"/>
                        </a:cubicBezTo>
                        <a:cubicBezTo>
                          <a:pt x="480" y="8292"/>
                          <a:pt x="397" y="7604"/>
                          <a:pt x="334" y="6999"/>
                        </a:cubicBezTo>
                        <a:cubicBezTo>
                          <a:pt x="313" y="6457"/>
                          <a:pt x="355" y="5914"/>
                          <a:pt x="397" y="5372"/>
                        </a:cubicBezTo>
                        <a:cubicBezTo>
                          <a:pt x="438" y="4392"/>
                          <a:pt x="543" y="3370"/>
                          <a:pt x="605" y="2389"/>
                        </a:cubicBezTo>
                        <a:cubicBezTo>
                          <a:pt x="647" y="2014"/>
                          <a:pt x="668" y="1659"/>
                          <a:pt x="689" y="1284"/>
                        </a:cubicBezTo>
                        <a:cubicBezTo>
                          <a:pt x="689" y="1180"/>
                          <a:pt x="605" y="1117"/>
                          <a:pt x="522" y="1117"/>
                        </a:cubicBezTo>
                        <a:cubicBezTo>
                          <a:pt x="438" y="1117"/>
                          <a:pt x="376" y="1200"/>
                          <a:pt x="376" y="1284"/>
                        </a:cubicBezTo>
                        <a:cubicBezTo>
                          <a:pt x="355" y="1451"/>
                          <a:pt x="355" y="1638"/>
                          <a:pt x="334" y="1826"/>
                        </a:cubicBezTo>
                        <a:cubicBezTo>
                          <a:pt x="230" y="3370"/>
                          <a:pt x="84" y="4913"/>
                          <a:pt x="21" y="6457"/>
                        </a:cubicBezTo>
                        <a:cubicBezTo>
                          <a:pt x="0" y="7562"/>
                          <a:pt x="146" y="8897"/>
                          <a:pt x="1377" y="9293"/>
                        </a:cubicBezTo>
                        <a:cubicBezTo>
                          <a:pt x="1815" y="9460"/>
                          <a:pt x="2295" y="9606"/>
                          <a:pt x="2754" y="9627"/>
                        </a:cubicBezTo>
                        <a:cubicBezTo>
                          <a:pt x="2927" y="9631"/>
                          <a:pt x="3102" y="9636"/>
                          <a:pt x="3278" y="9636"/>
                        </a:cubicBezTo>
                        <a:cubicBezTo>
                          <a:pt x="3925" y="9636"/>
                          <a:pt x="4573" y="9575"/>
                          <a:pt x="5131" y="9231"/>
                        </a:cubicBezTo>
                        <a:cubicBezTo>
                          <a:pt x="6299" y="8542"/>
                          <a:pt x="6904" y="6811"/>
                          <a:pt x="7196" y="5539"/>
                        </a:cubicBezTo>
                        <a:cubicBezTo>
                          <a:pt x="7384" y="4705"/>
                          <a:pt x="7488" y="3849"/>
                          <a:pt x="7676" y="3015"/>
                        </a:cubicBezTo>
                        <a:cubicBezTo>
                          <a:pt x="7843" y="2118"/>
                          <a:pt x="8135" y="1263"/>
                          <a:pt x="8406" y="387"/>
                        </a:cubicBezTo>
                        <a:cubicBezTo>
                          <a:pt x="8423" y="393"/>
                          <a:pt x="8440" y="395"/>
                          <a:pt x="8456" y="395"/>
                        </a:cubicBezTo>
                        <a:cubicBezTo>
                          <a:pt x="8561" y="395"/>
                          <a:pt x="8648" y="287"/>
                          <a:pt x="8594" y="178"/>
                        </a:cubicBezTo>
                        <a:cubicBezTo>
                          <a:pt x="8554" y="85"/>
                          <a:pt x="8446" y="0"/>
                          <a:pt x="834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6" name="Google Shape;2656;p46"/>
                  <p:cNvSpPr/>
                  <p:nvPr/>
                </p:nvSpPr>
                <p:spPr>
                  <a:xfrm>
                    <a:off x="5875950" y="3756600"/>
                    <a:ext cx="168950" cy="21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58" h="8577" extrusionOk="0">
                        <a:moveTo>
                          <a:pt x="552" y="0"/>
                        </a:moveTo>
                        <a:cubicBezTo>
                          <a:pt x="485" y="0"/>
                          <a:pt x="435" y="57"/>
                          <a:pt x="417" y="130"/>
                        </a:cubicBezTo>
                        <a:cubicBezTo>
                          <a:pt x="355" y="568"/>
                          <a:pt x="292" y="1006"/>
                          <a:pt x="230" y="1444"/>
                        </a:cubicBezTo>
                        <a:cubicBezTo>
                          <a:pt x="63" y="2737"/>
                          <a:pt x="0" y="4030"/>
                          <a:pt x="104" y="5344"/>
                        </a:cubicBezTo>
                        <a:cubicBezTo>
                          <a:pt x="146" y="5928"/>
                          <a:pt x="209" y="6575"/>
                          <a:pt x="459" y="7117"/>
                        </a:cubicBezTo>
                        <a:cubicBezTo>
                          <a:pt x="1001" y="8139"/>
                          <a:pt x="2232" y="8494"/>
                          <a:pt x="3296" y="8577"/>
                        </a:cubicBezTo>
                        <a:lnTo>
                          <a:pt x="3296" y="8556"/>
                        </a:lnTo>
                        <a:cubicBezTo>
                          <a:pt x="3337" y="8557"/>
                          <a:pt x="3378" y="8558"/>
                          <a:pt x="3418" y="8558"/>
                        </a:cubicBezTo>
                        <a:cubicBezTo>
                          <a:pt x="5401" y="8558"/>
                          <a:pt x="5890" y="7062"/>
                          <a:pt x="6278" y="5365"/>
                        </a:cubicBezTo>
                        <a:cubicBezTo>
                          <a:pt x="6383" y="4885"/>
                          <a:pt x="6508" y="4405"/>
                          <a:pt x="6591" y="3905"/>
                        </a:cubicBezTo>
                        <a:cubicBezTo>
                          <a:pt x="6591" y="3738"/>
                          <a:pt x="6758" y="3404"/>
                          <a:pt x="6487" y="3383"/>
                        </a:cubicBezTo>
                        <a:cubicBezTo>
                          <a:pt x="6403" y="3383"/>
                          <a:pt x="6320" y="3467"/>
                          <a:pt x="6320" y="3550"/>
                        </a:cubicBezTo>
                        <a:cubicBezTo>
                          <a:pt x="6320" y="3634"/>
                          <a:pt x="6299" y="3780"/>
                          <a:pt x="6278" y="3884"/>
                        </a:cubicBezTo>
                        <a:cubicBezTo>
                          <a:pt x="6216" y="4155"/>
                          <a:pt x="6174" y="4426"/>
                          <a:pt x="6111" y="4718"/>
                        </a:cubicBezTo>
                        <a:cubicBezTo>
                          <a:pt x="6028" y="5031"/>
                          <a:pt x="5965" y="5344"/>
                          <a:pt x="5882" y="5657"/>
                        </a:cubicBezTo>
                        <a:cubicBezTo>
                          <a:pt x="5736" y="6241"/>
                          <a:pt x="5590" y="6846"/>
                          <a:pt x="5235" y="7367"/>
                        </a:cubicBezTo>
                        <a:cubicBezTo>
                          <a:pt x="4801" y="8026"/>
                          <a:pt x="4129" y="8262"/>
                          <a:pt x="3423" y="8262"/>
                        </a:cubicBezTo>
                        <a:cubicBezTo>
                          <a:pt x="2944" y="8262"/>
                          <a:pt x="2449" y="8153"/>
                          <a:pt x="2002" y="7993"/>
                        </a:cubicBezTo>
                        <a:cubicBezTo>
                          <a:pt x="688" y="7513"/>
                          <a:pt x="501" y="6658"/>
                          <a:pt x="417" y="5365"/>
                        </a:cubicBezTo>
                        <a:cubicBezTo>
                          <a:pt x="355" y="4572"/>
                          <a:pt x="334" y="3759"/>
                          <a:pt x="396" y="2966"/>
                        </a:cubicBezTo>
                        <a:cubicBezTo>
                          <a:pt x="459" y="2028"/>
                          <a:pt x="605" y="1110"/>
                          <a:pt x="730" y="171"/>
                        </a:cubicBezTo>
                        <a:cubicBezTo>
                          <a:pt x="730" y="88"/>
                          <a:pt x="668" y="5"/>
                          <a:pt x="584" y="5"/>
                        </a:cubicBezTo>
                        <a:cubicBezTo>
                          <a:pt x="573" y="2"/>
                          <a:pt x="563" y="0"/>
                          <a:pt x="55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7" name="Google Shape;2657;p46"/>
                  <p:cNvSpPr/>
                  <p:nvPr/>
                </p:nvSpPr>
                <p:spPr>
                  <a:xfrm>
                    <a:off x="5738800" y="2871725"/>
                    <a:ext cx="177325" cy="1011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93" h="40472" extrusionOk="0">
                        <a:moveTo>
                          <a:pt x="6913" y="0"/>
                        </a:moveTo>
                        <a:cubicBezTo>
                          <a:pt x="6842" y="0"/>
                          <a:pt x="6779" y="57"/>
                          <a:pt x="6779" y="129"/>
                        </a:cubicBezTo>
                        <a:cubicBezTo>
                          <a:pt x="6675" y="1527"/>
                          <a:pt x="6237" y="2862"/>
                          <a:pt x="5757" y="4155"/>
                        </a:cubicBezTo>
                        <a:cubicBezTo>
                          <a:pt x="5424" y="5010"/>
                          <a:pt x="5048" y="5823"/>
                          <a:pt x="4631" y="6616"/>
                        </a:cubicBezTo>
                        <a:cubicBezTo>
                          <a:pt x="4318" y="7263"/>
                          <a:pt x="3943" y="7867"/>
                          <a:pt x="3671" y="8535"/>
                        </a:cubicBezTo>
                        <a:cubicBezTo>
                          <a:pt x="3233" y="9640"/>
                          <a:pt x="2941" y="10787"/>
                          <a:pt x="2670" y="11935"/>
                        </a:cubicBezTo>
                        <a:cubicBezTo>
                          <a:pt x="2337" y="13290"/>
                          <a:pt x="2065" y="14688"/>
                          <a:pt x="1878" y="16064"/>
                        </a:cubicBezTo>
                        <a:cubicBezTo>
                          <a:pt x="1773" y="16857"/>
                          <a:pt x="1690" y="17650"/>
                          <a:pt x="1586" y="18421"/>
                        </a:cubicBezTo>
                        <a:cubicBezTo>
                          <a:pt x="1461" y="19214"/>
                          <a:pt x="1377" y="20027"/>
                          <a:pt x="1315" y="20820"/>
                        </a:cubicBezTo>
                        <a:cubicBezTo>
                          <a:pt x="1148" y="22447"/>
                          <a:pt x="1043" y="24095"/>
                          <a:pt x="918" y="25722"/>
                        </a:cubicBezTo>
                        <a:cubicBezTo>
                          <a:pt x="731" y="28099"/>
                          <a:pt x="501" y="30456"/>
                          <a:pt x="313" y="32834"/>
                        </a:cubicBezTo>
                        <a:cubicBezTo>
                          <a:pt x="230" y="34169"/>
                          <a:pt x="1" y="35525"/>
                          <a:pt x="147" y="36860"/>
                        </a:cubicBezTo>
                        <a:cubicBezTo>
                          <a:pt x="251" y="37819"/>
                          <a:pt x="501" y="38820"/>
                          <a:pt x="1169" y="39571"/>
                        </a:cubicBezTo>
                        <a:cubicBezTo>
                          <a:pt x="1669" y="40113"/>
                          <a:pt x="2420" y="40364"/>
                          <a:pt x="3129" y="40468"/>
                        </a:cubicBezTo>
                        <a:lnTo>
                          <a:pt x="3129" y="40447"/>
                        </a:lnTo>
                        <a:cubicBezTo>
                          <a:pt x="3253" y="40462"/>
                          <a:pt x="3379" y="40471"/>
                          <a:pt x="3505" y="40471"/>
                        </a:cubicBezTo>
                        <a:cubicBezTo>
                          <a:pt x="3740" y="40471"/>
                          <a:pt x="3975" y="40438"/>
                          <a:pt x="4193" y="40343"/>
                        </a:cubicBezTo>
                        <a:cubicBezTo>
                          <a:pt x="4714" y="40197"/>
                          <a:pt x="5152" y="39780"/>
                          <a:pt x="5361" y="39258"/>
                        </a:cubicBezTo>
                        <a:cubicBezTo>
                          <a:pt x="5549" y="38778"/>
                          <a:pt x="5674" y="38257"/>
                          <a:pt x="5820" y="37736"/>
                        </a:cubicBezTo>
                        <a:cubicBezTo>
                          <a:pt x="5882" y="37506"/>
                          <a:pt x="5966" y="37298"/>
                          <a:pt x="5987" y="37068"/>
                        </a:cubicBezTo>
                        <a:cubicBezTo>
                          <a:pt x="5976" y="36964"/>
                          <a:pt x="5898" y="36912"/>
                          <a:pt x="5822" y="36912"/>
                        </a:cubicBezTo>
                        <a:cubicBezTo>
                          <a:pt x="5747" y="36912"/>
                          <a:pt x="5674" y="36964"/>
                          <a:pt x="5674" y="37068"/>
                        </a:cubicBezTo>
                        <a:cubicBezTo>
                          <a:pt x="5611" y="37402"/>
                          <a:pt x="5486" y="37736"/>
                          <a:pt x="5403" y="38069"/>
                        </a:cubicBezTo>
                        <a:cubicBezTo>
                          <a:pt x="5215" y="38653"/>
                          <a:pt x="5131" y="39321"/>
                          <a:pt x="4652" y="39759"/>
                        </a:cubicBezTo>
                        <a:cubicBezTo>
                          <a:pt x="4401" y="39967"/>
                          <a:pt x="4068" y="40051"/>
                          <a:pt x="3776" y="40134"/>
                        </a:cubicBezTo>
                        <a:cubicBezTo>
                          <a:pt x="3655" y="40154"/>
                          <a:pt x="3537" y="40164"/>
                          <a:pt x="3420" y="40164"/>
                        </a:cubicBezTo>
                        <a:cubicBezTo>
                          <a:pt x="3173" y="40164"/>
                          <a:pt x="2932" y="40122"/>
                          <a:pt x="2691" y="40051"/>
                        </a:cubicBezTo>
                        <a:cubicBezTo>
                          <a:pt x="2274" y="39946"/>
                          <a:pt x="1857" y="39780"/>
                          <a:pt x="1523" y="39488"/>
                        </a:cubicBezTo>
                        <a:cubicBezTo>
                          <a:pt x="459" y="38445"/>
                          <a:pt x="334" y="36547"/>
                          <a:pt x="439" y="35128"/>
                        </a:cubicBezTo>
                        <a:cubicBezTo>
                          <a:pt x="668" y="32208"/>
                          <a:pt x="939" y="29267"/>
                          <a:pt x="1169" y="26347"/>
                        </a:cubicBezTo>
                        <a:cubicBezTo>
                          <a:pt x="1419" y="23511"/>
                          <a:pt x="1565" y="20695"/>
                          <a:pt x="1961" y="17879"/>
                        </a:cubicBezTo>
                        <a:cubicBezTo>
                          <a:pt x="2170" y="15939"/>
                          <a:pt x="2483" y="14000"/>
                          <a:pt x="2941" y="12081"/>
                        </a:cubicBezTo>
                        <a:cubicBezTo>
                          <a:pt x="3254" y="10892"/>
                          <a:pt x="3525" y="9703"/>
                          <a:pt x="4005" y="8556"/>
                        </a:cubicBezTo>
                        <a:cubicBezTo>
                          <a:pt x="4360" y="7721"/>
                          <a:pt x="4860" y="6929"/>
                          <a:pt x="5257" y="6095"/>
                        </a:cubicBezTo>
                        <a:cubicBezTo>
                          <a:pt x="6028" y="4468"/>
                          <a:pt x="6696" y="2736"/>
                          <a:pt x="6988" y="943"/>
                        </a:cubicBezTo>
                        <a:cubicBezTo>
                          <a:pt x="7030" y="692"/>
                          <a:pt x="7071" y="442"/>
                          <a:pt x="7092" y="171"/>
                        </a:cubicBezTo>
                        <a:cubicBezTo>
                          <a:pt x="7092" y="108"/>
                          <a:pt x="7030" y="25"/>
                          <a:pt x="6946" y="4"/>
                        </a:cubicBezTo>
                        <a:cubicBezTo>
                          <a:pt x="6935" y="1"/>
                          <a:pt x="6924" y="0"/>
                          <a:pt x="691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8" name="Google Shape;2658;p46"/>
                  <p:cNvSpPr/>
                  <p:nvPr/>
                </p:nvSpPr>
                <p:spPr>
                  <a:xfrm>
                    <a:off x="6200650" y="3920025"/>
                    <a:ext cx="43450" cy="20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38" h="831" extrusionOk="0">
                        <a:moveTo>
                          <a:pt x="231" y="0"/>
                        </a:moveTo>
                        <a:cubicBezTo>
                          <a:pt x="101" y="0"/>
                          <a:pt x="0" y="109"/>
                          <a:pt x="69" y="246"/>
                        </a:cubicBezTo>
                        <a:cubicBezTo>
                          <a:pt x="101" y="295"/>
                          <a:pt x="171" y="343"/>
                          <a:pt x="240" y="343"/>
                        </a:cubicBezTo>
                        <a:cubicBezTo>
                          <a:pt x="260" y="343"/>
                          <a:pt x="280" y="339"/>
                          <a:pt x="298" y="330"/>
                        </a:cubicBezTo>
                        <a:cubicBezTo>
                          <a:pt x="695" y="434"/>
                          <a:pt x="1112" y="622"/>
                          <a:pt x="1487" y="809"/>
                        </a:cubicBezTo>
                        <a:cubicBezTo>
                          <a:pt x="1508" y="823"/>
                          <a:pt x="1534" y="830"/>
                          <a:pt x="1560" y="830"/>
                        </a:cubicBezTo>
                        <a:cubicBezTo>
                          <a:pt x="1612" y="830"/>
                          <a:pt x="1668" y="802"/>
                          <a:pt x="1696" y="747"/>
                        </a:cubicBezTo>
                        <a:cubicBezTo>
                          <a:pt x="1738" y="663"/>
                          <a:pt x="1696" y="580"/>
                          <a:pt x="1633" y="538"/>
                        </a:cubicBezTo>
                        <a:cubicBezTo>
                          <a:pt x="1216" y="309"/>
                          <a:pt x="778" y="142"/>
                          <a:pt x="319" y="17"/>
                        </a:cubicBezTo>
                        <a:cubicBezTo>
                          <a:pt x="289" y="6"/>
                          <a:pt x="259" y="0"/>
                          <a:pt x="23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9" name="Google Shape;2659;p46"/>
                  <p:cNvSpPr/>
                  <p:nvPr/>
                </p:nvSpPr>
                <p:spPr>
                  <a:xfrm>
                    <a:off x="6409725" y="3995950"/>
                    <a:ext cx="160350" cy="53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14" h="2120" extrusionOk="0">
                        <a:moveTo>
                          <a:pt x="217" y="0"/>
                        </a:moveTo>
                        <a:cubicBezTo>
                          <a:pt x="24" y="0"/>
                          <a:pt x="1" y="277"/>
                          <a:pt x="216" y="296"/>
                        </a:cubicBezTo>
                        <a:cubicBezTo>
                          <a:pt x="1593" y="630"/>
                          <a:pt x="2927" y="1026"/>
                          <a:pt x="4283" y="1485"/>
                        </a:cubicBezTo>
                        <a:cubicBezTo>
                          <a:pt x="4888" y="1694"/>
                          <a:pt x="5514" y="1923"/>
                          <a:pt x="6139" y="2111"/>
                        </a:cubicBezTo>
                        <a:lnTo>
                          <a:pt x="6119" y="2111"/>
                        </a:lnTo>
                        <a:cubicBezTo>
                          <a:pt x="6139" y="2117"/>
                          <a:pt x="6158" y="2120"/>
                          <a:pt x="6176" y="2120"/>
                        </a:cubicBezTo>
                        <a:cubicBezTo>
                          <a:pt x="6345" y="2120"/>
                          <a:pt x="6414" y="1875"/>
                          <a:pt x="6244" y="1819"/>
                        </a:cubicBezTo>
                        <a:cubicBezTo>
                          <a:pt x="5764" y="1673"/>
                          <a:pt x="5305" y="1527"/>
                          <a:pt x="4846" y="1360"/>
                        </a:cubicBezTo>
                        <a:cubicBezTo>
                          <a:pt x="4116" y="1089"/>
                          <a:pt x="3365" y="838"/>
                          <a:pt x="2615" y="630"/>
                        </a:cubicBezTo>
                        <a:cubicBezTo>
                          <a:pt x="1843" y="400"/>
                          <a:pt x="1050" y="171"/>
                          <a:pt x="258" y="4"/>
                        </a:cubicBezTo>
                        <a:cubicBezTo>
                          <a:pt x="243" y="2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0" name="Google Shape;2660;p46"/>
                  <p:cNvSpPr/>
                  <p:nvPr/>
                </p:nvSpPr>
                <p:spPr>
                  <a:xfrm>
                    <a:off x="5777900" y="3296800"/>
                    <a:ext cx="13000" cy="8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0" h="343" extrusionOk="0">
                        <a:moveTo>
                          <a:pt x="293" y="0"/>
                        </a:moveTo>
                        <a:cubicBezTo>
                          <a:pt x="251" y="0"/>
                          <a:pt x="209" y="0"/>
                          <a:pt x="168" y="21"/>
                        </a:cubicBezTo>
                        <a:cubicBezTo>
                          <a:pt x="105" y="21"/>
                          <a:pt x="22" y="84"/>
                          <a:pt x="22" y="146"/>
                        </a:cubicBezTo>
                        <a:cubicBezTo>
                          <a:pt x="1" y="230"/>
                          <a:pt x="43" y="313"/>
                          <a:pt x="126" y="334"/>
                        </a:cubicBezTo>
                        <a:cubicBezTo>
                          <a:pt x="148" y="340"/>
                          <a:pt x="169" y="342"/>
                          <a:pt x="190" y="342"/>
                        </a:cubicBezTo>
                        <a:cubicBezTo>
                          <a:pt x="387" y="342"/>
                          <a:pt x="519" y="94"/>
                          <a:pt x="29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1" name="Google Shape;2661;p46"/>
                  <p:cNvSpPr/>
                  <p:nvPr/>
                </p:nvSpPr>
                <p:spPr>
                  <a:xfrm>
                    <a:off x="6431575" y="3489100"/>
                    <a:ext cx="214250" cy="502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70" h="2011" extrusionOk="0">
                        <a:moveTo>
                          <a:pt x="220" y="0"/>
                        </a:moveTo>
                        <a:cubicBezTo>
                          <a:pt x="44" y="0"/>
                          <a:pt x="1" y="258"/>
                          <a:pt x="176" y="297"/>
                        </a:cubicBezTo>
                        <a:cubicBezTo>
                          <a:pt x="1636" y="609"/>
                          <a:pt x="3055" y="964"/>
                          <a:pt x="4515" y="1256"/>
                        </a:cubicBezTo>
                        <a:cubicBezTo>
                          <a:pt x="5787" y="1485"/>
                          <a:pt x="7059" y="1757"/>
                          <a:pt x="8332" y="2007"/>
                        </a:cubicBezTo>
                        <a:cubicBezTo>
                          <a:pt x="8344" y="2010"/>
                          <a:pt x="8356" y="2011"/>
                          <a:pt x="8367" y="2011"/>
                        </a:cubicBezTo>
                        <a:cubicBezTo>
                          <a:pt x="8526" y="2011"/>
                          <a:pt x="8569" y="1754"/>
                          <a:pt x="8394" y="1715"/>
                        </a:cubicBezTo>
                        <a:lnTo>
                          <a:pt x="7894" y="1611"/>
                        </a:lnTo>
                        <a:cubicBezTo>
                          <a:pt x="6934" y="1423"/>
                          <a:pt x="5996" y="1193"/>
                          <a:pt x="5036" y="1027"/>
                        </a:cubicBezTo>
                        <a:cubicBezTo>
                          <a:pt x="3430" y="755"/>
                          <a:pt x="1845" y="317"/>
                          <a:pt x="260" y="5"/>
                        </a:cubicBezTo>
                        <a:cubicBezTo>
                          <a:pt x="246" y="2"/>
                          <a:pt x="233" y="0"/>
                          <a:pt x="22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2" name="Google Shape;2662;p46"/>
                  <p:cNvSpPr/>
                  <p:nvPr/>
                </p:nvSpPr>
                <p:spPr>
                  <a:xfrm>
                    <a:off x="6563200" y="3531200"/>
                    <a:ext cx="100150" cy="516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6" h="20667" extrusionOk="0">
                        <a:moveTo>
                          <a:pt x="3101" y="1"/>
                        </a:moveTo>
                        <a:cubicBezTo>
                          <a:pt x="3083" y="1"/>
                          <a:pt x="3064" y="4"/>
                          <a:pt x="3046" y="10"/>
                        </a:cubicBezTo>
                        <a:lnTo>
                          <a:pt x="3087" y="10"/>
                        </a:lnTo>
                        <a:cubicBezTo>
                          <a:pt x="2900" y="10"/>
                          <a:pt x="2879" y="281"/>
                          <a:pt x="3046" y="323"/>
                        </a:cubicBezTo>
                        <a:cubicBezTo>
                          <a:pt x="4005" y="1929"/>
                          <a:pt x="3505" y="5621"/>
                          <a:pt x="3338" y="7519"/>
                        </a:cubicBezTo>
                        <a:cubicBezTo>
                          <a:pt x="3004" y="11169"/>
                          <a:pt x="1919" y="14673"/>
                          <a:pt x="960" y="18198"/>
                        </a:cubicBezTo>
                        <a:cubicBezTo>
                          <a:pt x="772" y="18844"/>
                          <a:pt x="584" y="19491"/>
                          <a:pt x="292" y="20096"/>
                        </a:cubicBezTo>
                        <a:cubicBezTo>
                          <a:pt x="230" y="20221"/>
                          <a:pt x="146" y="20325"/>
                          <a:pt x="63" y="20430"/>
                        </a:cubicBezTo>
                        <a:cubicBezTo>
                          <a:pt x="0" y="20492"/>
                          <a:pt x="21" y="20597"/>
                          <a:pt x="84" y="20659"/>
                        </a:cubicBezTo>
                        <a:lnTo>
                          <a:pt x="84" y="20638"/>
                        </a:lnTo>
                        <a:cubicBezTo>
                          <a:pt x="113" y="20657"/>
                          <a:pt x="142" y="20666"/>
                          <a:pt x="172" y="20666"/>
                        </a:cubicBezTo>
                        <a:cubicBezTo>
                          <a:pt x="770" y="20666"/>
                          <a:pt x="1573" y="17047"/>
                          <a:pt x="1732" y="16550"/>
                        </a:cubicBezTo>
                        <a:cubicBezTo>
                          <a:pt x="2274" y="14610"/>
                          <a:pt x="2816" y="12671"/>
                          <a:pt x="3192" y="10689"/>
                        </a:cubicBezTo>
                        <a:cubicBezTo>
                          <a:pt x="3442" y="9396"/>
                          <a:pt x="3588" y="8103"/>
                          <a:pt x="3713" y="6810"/>
                        </a:cubicBezTo>
                        <a:cubicBezTo>
                          <a:pt x="3817" y="5704"/>
                          <a:pt x="3922" y="4599"/>
                          <a:pt x="3922" y="3493"/>
                        </a:cubicBezTo>
                        <a:cubicBezTo>
                          <a:pt x="3922" y="2638"/>
                          <a:pt x="3880" y="1762"/>
                          <a:pt x="3651" y="928"/>
                        </a:cubicBezTo>
                        <a:cubicBezTo>
                          <a:pt x="3572" y="732"/>
                          <a:pt x="3383" y="1"/>
                          <a:pt x="310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3" name="Google Shape;2663;p46"/>
                  <p:cNvSpPr/>
                  <p:nvPr/>
                </p:nvSpPr>
                <p:spPr>
                  <a:xfrm>
                    <a:off x="6613775" y="3508500"/>
                    <a:ext cx="242325" cy="44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93" h="1796" extrusionOk="0">
                        <a:moveTo>
                          <a:pt x="1878" y="0"/>
                        </a:moveTo>
                        <a:cubicBezTo>
                          <a:pt x="1565" y="0"/>
                          <a:pt x="1231" y="63"/>
                          <a:pt x="918" y="146"/>
                        </a:cubicBezTo>
                        <a:cubicBezTo>
                          <a:pt x="585" y="209"/>
                          <a:pt x="251" y="376"/>
                          <a:pt x="63" y="668"/>
                        </a:cubicBezTo>
                        <a:cubicBezTo>
                          <a:pt x="42" y="730"/>
                          <a:pt x="1" y="814"/>
                          <a:pt x="22" y="897"/>
                        </a:cubicBezTo>
                        <a:cubicBezTo>
                          <a:pt x="22" y="993"/>
                          <a:pt x="103" y="1053"/>
                          <a:pt x="188" y="1053"/>
                        </a:cubicBezTo>
                        <a:cubicBezTo>
                          <a:pt x="233" y="1053"/>
                          <a:pt x="278" y="1037"/>
                          <a:pt x="314" y="1001"/>
                        </a:cubicBezTo>
                        <a:cubicBezTo>
                          <a:pt x="334" y="960"/>
                          <a:pt x="355" y="897"/>
                          <a:pt x="334" y="855"/>
                        </a:cubicBezTo>
                        <a:cubicBezTo>
                          <a:pt x="543" y="501"/>
                          <a:pt x="960" y="459"/>
                          <a:pt x="1336" y="376"/>
                        </a:cubicBezTo>
                        <a:cubicBezTo>
                          <a:pt x="1517" y="328"/>
                          <a:pt x="1702" y="311"/>
                          <a:pt x="1889" y="311"/>
                        </a:cubicBezTo>
                        <a:cubicBezTo>
                          <a:pt x="2195" y="311"/>
                          <a:pt x="2506" y="358"/>
                          <a:pt x="2816" y="397"/>
                        </a:cubicBezTo>
                        <a:cubicBezTo>
                          <a:pt x="3129" y="438"/>
                          <a:pt x="3463" y="480"/>
                          <a:pt x="3776" y="543"/>
                        </a:cubicBezTo>
                        <a:cubicBezTo>
                          <a:pt x="4735" y="709"/>
                          <a:pt x="5674" y="939"/>
                          <a:pt x="6613" y="1189"/>
                        </a:cubicBezTo>
                        <a:cubicBezTo>
                          <a:pt x="7551" y="1398"/>
                          <a:pt x="8490" y="1690"/>
                          <a:pt x="9449" y="1794"/>
                        </a:cubicBezTo>
                        <a:cubicBezTo>
                          <a:pt x="9456" y="1795"/>
                          <a:pt x="9463" y="1795"/>
                          <a:pt x="9470" y="1795"/>
                        </a:cubicBezTo>
                        <a:cubicBezTo>
                          <a:pt x="9660" y="1795"/>
                          <a:pt x="9692" y="1521"/>
                          <a:pt x="9491" y="1481"/>
                        </a:cubicBezTo>
                        <a:cubicBezTo>
                          <a:pt x="9199" y="1460"/>
                          <a:pt x="8928" y="1398"/>
                          <a:pt x="8636" y="1356"/>
                        </a:cubicBezTo>
                        <a:cubicBezTo>
                          <a:pt x="8010" y="1210"/>
                          <a:pt x="7405" y="1064"/>
                          <a:pt x="6779" y="918"/>
                        </a:cubicBezTo>
                        <a:cubicBezTo>
                          <a:pt x="5903" y="668"/>
                          <a:pt x="5007" y="438"/>
                          <a:pt x="4089" y="271"/>
                        </a:cubicBezTo>
                        <a:cubicBezTo>
                          <a:pt x="3359" y="146"/>
                          <a:pt x="2629" y="21"/>
                          <a:pt x="187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4" name="Google Shape;2664;p46"/>
                  <p:cNvSpPr/>
                  <p:nvPr/>
                </p:nvSpPr>
                <p:spPr>
                  <a:xfrm>
                    <a:off x="6529400" y="4034775"/>
                    <a:ext cx="207150" cy="922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86" h="3691" extrusionOk="0">
                        <a:moveTo>
                          <a:pt x="219" y="0"/>
                        </a:moveTo>
                        <a:cubicBezTo>
                          <a:pt x="110" y="0"/>
                          <a:pt x="0" y="90"/>
                          <a:pt x="38" y="328"/>
                        </a:cubicBezTo>
                        <a:cubicBezTo>
                          <a:pt x="59" y="495"/>
                          <a:pt x="101" y="641"/>
                          <a:pt x="164" y="766"/>
                        </a:cubicBezTo>
                        <a:cubicBezTo>
                          <a:pt x="643" y="1538"/>
                          <a:pt x="2249" y="1851"/>
                          <a:pt x="3084" y="2101"/>
                        </a:cubicBezTo>
                        <a:cubicBezTo>
                          <a:pt x="3939" y="2310"/>
                          <a:pt x="4773" y="2602"/>
                          <a:pt x="5607" y="2915"/>
                        </a:cubicBezTo>
                        <a:cubicBezTo>
                          <a:pt x="5983" y="3061"/>
                          <a:pt x="6358" y="3165"/>
                          <a:pt x="6734" y="3269"/>
                        </a:cubicBezTo>
                        <a:cubicBezTo>
                          <a:pt x="7172" y="3394"/>
                          <a:pt x="7589" y="3561"/>
                          <a:pt x="8027" y="3686"/>
                        </a:cubicBezTo>
                        <a:cubicBezTo>
                          <a:pt x="8039" y="3689"/>
                          <a:pt x="8051" y="3691"/>
                          <a:pt x="8063" y="3691"/>
                        </a:cubicBezTo>
                        <a:cubicBezTo>
                          <a:pt x="8225" y="3691"/>
                          <a:pt x="8286" y="3433"/>
                          <a:pt x="8110" y="3394"/>
                        </a:cubicBezTo>
                        <a:cubicBezTo>
                          <a:pt x="7610" y="3248"/>
                          <a:pt x="7130" y="3061"/>
                          <a:pt x="6629" y="2915"/>
                        </a:cubicBezTo>
                        <a:cubicBezTo>
                          <a:pt x="5566" y="2623"/>
                          <a:pt x="4544" y="2164"/>
                          <a:pt x="3459" y="1872"/>
                        </a:cubicBezTo>
                        <a:cubicBezTo>
                          <a:pt x="2646" y="1642"/>
                          <a:pt x="1811" y="1476"/>
                          <a:pt x="1060" y="1121"/>
                        </a:cubicBezTo>
                        <a:cubicBezTo>
                          <a:pt x="706" y="933"/>
                          <a:pt x="351" y="704"/>
                          <a:pt x="351" y="287"/>
                        </a:cubicBezTo>
                        <a:cubicBezTo>
                          <a:pt x="476" y="128"/>
                          <a:pt x="348" y="0"/>
                          <a:pt x="21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5" name="Google Shape;2665;p46"/>
                  <p:cNvSpPr/>
                  <p:nvPr/>
                </p:nvSpPr>
                <p:spPr>
                  <a:xfrm>
                    <a:off x="6732675" y="3547075"/>
                    <a:ext cx="148625" cy="582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45" h="23309" extrusionOk="0">
                        <a:moveTo>
                          <a:pt x="4797" y="1"/>
                        </a:moveTo>
                        <a:cubicBezTo>
                          <a:pt x="4735" y="1"/>
                          <a:pt x="4651" y="42"/>
                          <a:pt x="4631" y="126"/>
                        </a:cubicBezTo>
                        <a:cubicBezTo>
                          <a:pt x="4610" y="209"/>
                          <a:pt x="4672" y="272"/>
                          <a:pt x="4714" y="334"/>
                        </a:cubicBezTo>
                        <a:cubicBezTo>
                          <a:pt x="4923" y="856"/>
                          <a:pt x="5110" y="1377"/>
                          <a:pt x="5256" y="1899"/>
                        </a:cubicBezTo>
                        <a:cubicBezTo>
                          <a:pt x="5444" y="2650"/>
                          <a:pt x="5507" y="3421"/>
                          <a:pt x="5569" y="4193"/>
                        </a:cubicBezTo>
                        <a:cubicBezTo>
                          <a:pt x="5694" y="7071"/>
                          <a:pt x="5548" y="9950"/>
                          <a:pt x="4943" y="12766"/>
                        </a:cubicBezTo>
                        <a:cubicBezTo>
                          <a:pt x="4464" y="14851"/>
                          <a:pt x="3755" y="16875"/>
                          <a:pt x="2879" y="18835"/>
                        </a:cubicBezTo>
                        <a:cubicBezTo>
                          <a:pt x="2524" y="19607"/>
                          <a:pt x="2149" y="20358"/>
                          <a:pt x="1731" y="21088"/>
                        </a:cubicBezTo>
                        <a:cubicBezTo>
                          <a:pt x="1335" y="21693"/>
                          <a:pt x="981" y="22318"/>
                          <a:pt x="438" y="22798"/>
                        </a:cubicBezTo>
                        <a:cubicBezTo>
                          <a:pt x="355" y="22861"/>
                          <a:pt x="271" y="22923"/>
                          <a:pt x="188" y="22986"/>
                        </a:cubicBezTo>
                        <a:cubicBezTo>
                          <a:pt x="167" y="22986"/>
                          <a:pt x="146" y="22986"/>
                          <a:pt x="125" y="23007"/>
                        </a:cubicBezTo>
                        <a:cubicBezTo>
                          <a:pt x="42" y="23028"/>
                          <a:pt x="0" y="23132"/>
                          <a:pt x="42" y="23215"/>
                        </a:cubicBezTo>
                        <a:lnTo>
                          <a:pt x="21" y="23215"/>
                        </a:lnTo>
                        <a:cubicBezTo>
                          <a:pt x="58" y="23283"/>
                          <a:pt x="109" y="23309"/>
                          <a:pt x="167" y="23309"/>
                        </a:cubicBezTo>
                        <a:cubicBezTo>
                          <a:pt x="307" y="23309"/>
                          <a:pt x="487" y="23158"/>
                          <a:pt x="605" y="23069"/>
                        </a:cubicBezTo>
                        <a:cubicBezTo>
                          <a:pt x="939" y="22798"/>
                          <a:pt x="1189" y="22444"/>
                          <a:pt x="1439" y="22089"/>
                        </a:cubicBezTo>
                        <a:cubicBezTo>
                          <a:pt x="1961" y="21359"/>
                          <a:pt x="2399" y="20566"/>
                          <a:pt x="2795" y="19753"/>
                        </a:cubicBezTo>
                        <a:cubicBezTo>
                          <a:pt x="4714" y="15832"/>
                          <a:pt x="5840" y="11535"/>
                          <a:pt x="5882" y="7176"/>
                        </a:cubicBezTo>
                        <a:cubicBezTo>
                          <a:pt x="5924" y="5465"/>
                          <a:pt x="5945" y="3755"/>
                          <a:pt x="5632" y="2087"/>
                        </a:cubicBezTo>
                        <a:cubicBezTo>
                          <a:pt x="5507" y="1544"/>
                          <a:pt x="5319" y="1064"/>
                          <a:pt x="5131" y="543"/>
                        </a:cubicBezTo>
                        <a:cubicBezTo>
                          <a:pt x="5048" y="397"/>
                          <a:pt x="4985" y="42"/>
                          <a:pt x="479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6" name="Google Shape;2666;p46"/>
                  <p:cNvSpPr/>
                  <p:nvPr/>
                </p:nvSpPr>
                <p:spPr>
                  <a:xfrm>
                    <a:off x="6734890" y="4120065"/>
                    <a:ext cx="607850" cy="212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314" h="8501" extrusionOk="0">
                        <a:moveTo>
                          <a:pt x="204" y="0"/>
                        </a:moveTo>
                        <a:cubicBezTo>
                          <a:pt x="60" y="0"/>
                          <a:pt x="1" y="195"/>
                          <a:pt x="56" y="324"/>
                        </a:cubicBezTo>
                        <a:cubicBezTo>
                          <a:pt x="98" y="470"/>
                          <a:pt x="181" y="616"/>
                          <a:pt x="244" y="741"/>
                        </a:cubicBezTo>
                        <a:cubicBezTo>
                          <a:pt x="411" y="1075"/>
                          <a:pt x="682" y="1346"/>
                          <a:pt x="932" y="1617"/>
                        </a:cubicBezTo>
                        <a:cubicBezTo>
                          <a:pt x="1516" y="2264"/>
                          <a:pt x="2142" y="2764"/>
                          <a:pt x="2872" y="3244"/>
                        </a:cubicBezTo>
                        <a:cubicBezTo>
                          <a:pt x="5208" y="4787"/>
                          <a:pt x="7899" y="5747"/>
                          <a:pt x="10610" y="6435"/>
                        </a:cubicBezTo>
                        <a:cubicBezTo>
                          <a:pt x="12091" y="6831"/>
                          <a:pt x="13593" y="7123"/>
                          <a:pt x="15115" y="7353"/>
                        </a:cubicBezTo>
                        <a:cubicBezTo>
                          <a:pt x="16617" y="7603"/>
                          <a:pt x="18098" y="7874"/>
                          <a:pt x="19600" y="8041"/>
                        </a:cubicBezTo>
                        <a:cubicBezTo>
                          <a:pt x="21101" y="8229"/>
                          <a:pt x="22582" y="8438"/>
                          <a:pt x="24084" y="8500"/>
                        </a:cubicBezTo>
                        <a:cubicBezTo>
                          <a:pt x="24293" y="8500"/>
                          <a:pt x="24314" y="8208"/>
                          <a:pt x="24105" y="8187"/>
                        </a:cubicBezTo>
                        <a:cubicBezTo>
                          <a:pt x="23646" y="8166"/>
                          <a:pt x="23187" y="8145"/>
                          <a:pt x="22728" y="8104"/>
                        </a:cubicBezTo>
                        <a:cubicBezTo>
                          <a:pt x="21498" y="7979"/>
                          <a:pt x="20267" y="7812"/>
                          <a:pt x="19037" y="7666"/>
                        </a:cubicBezTo>
                        <a:cubicBezTo>
                          <a:pt x="17681" y="7478"/>
                          <a:pt x="16325" y="7228"/>
                          <a:pt x="14969" y="7019"/>
                        </a:cubicBezTo>
                        <a:cubicBezTo>
                          <a:pt x="11820" y="6498"/>
                          <a:pt x="8670" y="5747"/>
                          <a:pt x="5750" y="4454"/>
                        </a:cubicBezTo>
                        <a:cubicBezTo>
                          <a:pt x="4958" y="4099"/>
                          <a:pt x="4186" y="3682"/>
                          <a:pt x="3435" y="3223"/>
                        </a:cubicBezTo>
                        <a:cubicBezTo>
                          <a:pt x="2622" y="2723"/>
                          <a:pt x="1829" y="2138"/>
                          <a:pt x="1182" y="1429"/>
                        </a:cubicBezTo>
                        <a:cubicBezTo>
                          <a:pt x="849" y="1075"/>
                          <a:pt x="515" y="699"/>
                          <a:pt x="348" y="220"/>
                        </a:cubicBezTo>
                        <a:cubicBezTo>
                          <a:pt x="390" y="136"/>
                          <a:pt x="348" y="32"/>
                          <a:pt x="265" y="11"/>
                        </a:cubicBezTo>
                        <a:cubicBezTo>
                          <a:pt x="243" y="4"/>
                          <a:pt x="223" y="0"/>
                          <a:pt x="204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7" name="Google Shape;2667;p46"/>
                  <p:cNvSpPr/>
                  <p:nvPr/>
                </p:nvSpPr>
                <p:spPr>
                  <a:xfrm>
                    <a:off x="6844250" y="3499325"/>
                    <a:ext cx="491225" cy="52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49" h="2080" extrusionOk="0">
                        <a:moveTo>
                          <a:pt x="5974" y="0"/>
                        </a:moveTo>
                        <a:cubicBezTo>
                          <a:pt x="5693" y="0"/>
                          <a:pt x="5413" y="4"/>
                          <a:pt x="5132" y="13"/>
                        </a:cubicBezTo>
                        <a:cubicBezTo>
                          <a:pt x="4318" y="54"/>
                          <a:pt x="3484" y="117"/>
                          <a:pt x="2671" y="284"/>
                        </a:cubicBezTo>
                        <a:cubicBezTo>
                          <a:pt x="1690" y="492"/>
                          <a:pt x="710" y="889"/>
                          <a:pt x="168" y="1786"/>
                        </a:cubicBezTo>
                        <a:cubicBezTo>
                          <a:pt x="1" y="1848"/>
                          <a:pt x="63" y="2078"/>
                          <a:pt x="209" y="2078"/>
                        </a:cubicBezTo>
                        <a:cubicBezTo>
                          <a:pt x="218" y="2079"/>
                          <a:pt x="226" y="2079"/>
                          <a:pt x="234" y="2079"/>
                        </a:cubicBezTo>
                        <a:cubicBezTo>
                          <a:pt x="383" y="2079"/>
                          <a:pt x="443" y="1905"/>
                          <a:pt x="522" y="1806"/>
                        </a:cubicBezTo>
                        <a:cubicBezTo>
                          <a:pt x="626" y="1660"/>
                          <a:pt x="752" y="1535"/>
                          <a:pt x="877" y="1410"/>
                        </a:cubicBezTo>
                        <a:cubicBezTo>
                          <a:pt x="1690" y="701"/>
                          <a:pt x="2817" y="555"/>
                          <a:pt x="3839" y="409"/>
                        </a:cubicBezTo>
                        <a:cubicBezTo>
                          <a:pt x="4588" y="339"/>
                          <a:pt x="5337" y="309"/>
                          <a:pt x="6085" y="309"/>
                        </a:cubicBezTo>
                        <a:cubicBezTo>
                          <a:pt x="9131" y="309"/>
                          <a:pt x="12172" y="808"/>
                          <a:pt x="15185" y="1160"/>
                        </a:cubicBezTo>
                        <a:cubicBezTo>
                          <a:pt x="16603" y="1368"/>
                          <a:pt x="18022" y="1556"/>
                          <a:pt x="19440" y="1786"/>
                        </a:cubicBezTo>
                        <a:cubicBezTo>
                          <a:pt x="19454" y="1789"/>
                          <a:pt x="19469" y="1791"/>
                          <a:pt x="19483" y="1791"/>
                        </a:cubicBezTo>
                        <a:cubicBezTo>
                          <a:pt x="19550" y="1791"/>
                          <a:pt x="19611" y="1750"/>
                          <a:pt x="19628" y="1681"/>
                        </a:cubicBezTo>
                        <a:cubicBezTo>
                          <a:pt x="19649" y="1598"/>
                          <a:pt x="19586" y="1514"/>
                          <a:pt x="19503" y="1494"/>
                        </a:cubicBezTo>
                        <a:cubicBezTo>
                          <a:pt x="18230" y="1264"/>
                          <a:pt x="16937" y="1097"/>
                          <a:pt x="15644" y="910"/>
                        </a:cubicBezTo>
                        <a:cubicBezTo>
                          <a:pt x="12419" y="526"/>
                          <a:pt x="9212" y="0"/>
                          <a:pt x="5974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8" name="Google Shape;2668;p46"/>
                  <p:cNvSpPr/>
                  <p:nvPr/>
                </p:nvSpPr>
                <p:spPr>
                  <a:xfrm>
                    <a:off x="6563700" y="4038700"/>
                    <a:ext cx="203975" cy="72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59" h="2893" extrusionOk="0">
                        <a:moveTo>
                          <a:pt x="246" y="0"/>
                        </a:moveTo>
                        <a:cubicBezTo>
                          <a:pt x="90" y="0"/>
                          <a:pt x="1" y="221"/>
                          <a:pt x="210" y="317"/>
                        </a:cubicBezTo>
                        <a:cubicBezTo>
                          <a:pt x="1253" y="839"/>
                          <a:pt x="2358" y="1173"/>
                          <a:pt x="3464" y="1485"/>
                        </a:cubicBezTo>
                        <a:cubicBezTo>
                          <a:pt x="4945" y="1923"/>
                          <a:pt x="6426" y="2341"/>
                          <a:pt x="7865" y="2883"/>
                        </a:cubicBezTo>
                        <a:cubicBezTo>
                          <a:pt x="7886" y="2889"/>
                          <a:pt x="7906" y="2892"/>
                          <a:pt x="7925" y="2892"/>
                        </a:cubicBezTo>
                        <a:cubicBezTo>
                          <a:pt x="8091" y="2892"/>
                          <a:pt x="8158" y="2666"/>
                          <a:pt x="7990" y="2591"/>
                        </a:cubicBezTo>
                        <a:cubicBezTo>
                          <a:pt x="7010" y="2215"/>
                          <a:pt x="6008" y="1944"/>
                          <a:pt x="5007" y="1611"/>
                        </a:cubicBezTo>
                        <a:cubicBezTo>
                          <a:pt x="3464" y="1152"/>
                          <a:pt x="1879" y="776"/>
                          <a:pt x="398" y="67"/>
                        </a:cubicBezTo>
                        <a:cubicBezTo>
                          <a:pt x="345" y="19"/>
                          <a:pt x="293" y="0"/>
                          <a:pt x="24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9" name="Google Shape;2669;p46"/>
                  <p:cNvSpPr/>
                  <p:nvPr/>
                </p:nvSpPr>
                <p:spPr>
                  <a:xfrm>
                    <a:off x="6591200" y="3984050"/>
                    <a:ext cx="206875" cy="67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75" h="2696" extrusionOk="0">
                        <a:moveTo>
                          <a:pt x="190" y="0"/>
                        </a:moveTo>
                        <a:cubicBezTo>
                          <a:pt x="97" y="0"/>
                          <a:pt x="1" y="87"/>
                          <a:pt x="28" y="209"/>
                        </a:cubicBezTo>
                        <a:cubicBezTo>
                          <a:pt x="49" y="272"/>
                          <a:pt x="111" y="334"/>
                          <a:pt x="195" y="376"/>
                        </a:cubicBezTo>
                        <a:cubicBezTo>
                          <a:pt x="299" y="418"/>
                          <a:pt x="403" y="480"/>
                          <a:pt x="507" y="522"/>
                        </a:cubicBezTo>
                        <a:cubicBezTo>
                          <a:pt x="1112" y="814"/>
                          <a:pt x="1759" y="1064"/>
                          <a:pt x="2405" y="1273"/>
                        </a:cubicBezTo>
                        <a:cubicBezTo>
                          <a:pt x="4220" y="1919"/>
                          <a:pt x="6118" y="2295"/>
                          <a:pt x="8016" y="2691"/>
                        </a:cubicBezTo>
                        <a:cubicBezTo>
                          <a:pt x="8030" y="2694"/>
                          <a:pt x="8043" y="2695"/>
                          <a:pt x="8056" y="2695"/>
                        </a:cubicBezTo>
                        <a:cubicBezTo>
                          <a:pt x="8232" y="2695"/>
                          <a:pt x="8275" y="2437"/>
                          <a:pt x="8100" y="2378"/>
                        </a:cubicBezTo>
                        <a:cubicBezTo>
                          <a:pt x="7474" y="2232"/>
                          <a:pt x="6827" y="2128"/>
                          <a:pt x="6202" y="1982"/>
                        </a:cubicBezTo>
                        <a:cubicBezTo>
                          <a:pt x="4908" y="1732"/>
                          <a:pt x="3657" y="1377"/>
                          <a:pt x="2426" y="960"/>
                        </a:cubicBezTo>
                        <a:cubicBezTo>
                          <a:pt x="1696" y="710"/>
                          <a:pt x="987" y="459"/>
                          <a:pt x="320" y="84"/>
                        </a:cubicBezTo>
                        <a:cubicBezTo>
                          <a:pt x="290" y="25"/>
                          <a:pt x="241" y="0"/>
                          <a:pt x="19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0" name="Google Shape;2670;p46"/>
                  <p:cNvSpPr/>
                  <p:nvPr/>
                </p:nvSpPr>
                <p:spPr>
                  <a:xfrm>
                    <a:off x="6609200" y="3924550"/>
                    <a:ext cx="214425" cy="68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77" h="2740" extrusionOk="0">
                        <a:moveTo>
                          <a:pt x="198" y="0"/>
                        </a:moveTo>
                        <a:cubicBezTo>
                          <a:pt x="86" y="0"/>
                          <a:pt x="1" y="115"/>
                          <a:pt x="59" y="211"/>
                        </a:cubicBezTo>
                        <a:cubicBezTo>
                          <a:pt x="121" y="357"/>
                          <a:pt x="309" y="399"/>
                          <a:pt x="455" y="462"/>
                        </a:cubicBezTo>
                        <a:cubicBezTo>
                          <a:pt x="1185" y="795"/>
                          <a:pt x="1957" y="1066"/>
                          <a:pt x="2728" y="1317"/>
                        </a:cubicBezTo>
                        <a:cubicBezTo>
                          <a:pt x="4564" y="1859"/>
                          <a:pt x="6462" y="2234"/>
                          <a:pt x="8318" y="2735"/>
                        </a:cubicBezTo>
                        <a:cubicBezTo>
                          <a:pt x="8331" y="2738"/>
                          <a:pt x="8343" y="2739"/>
                          <a:pt x="8354" y="2739"/>
                        </a:cubicBezTo>
                        <a:cubicBezTo>
                          <a:pt x="8516" y="2739"/>
                          <a:pt x="8577" y="2481"/>
                          <a:pt x="8402" y="2422"/>
                        </a:cubicBezTo>
                        <a:cubicBezTo>
                          <a:pt x="7984" y="2339"/>
                          <a:pt x="7588" y="2234"/>
                          <a:pt x="7171" y="2130"/>
                        </a:cubicBezTo>
                        <a:cubicBezTo>
                          <a:pt x="4877" y="1546"/>
                          <a:pt x="2520" y="1108"/>
                          <a:pt x="351" y="86"/>
                        </a:cubicBezTo>
                        <a:cubicBezTo>
                          <a:pt x="309" y="44"/>
                          <a:pt x="288" y="3"/>
                          <a:pt x="225" y="3"/>
                        </a:cubicBezTo>
                        <a:cubicBezTo>
                          <a:pt x="216" y="1"/>
                          <a:pt x="207" y="0"/>
                          <a:pt x="19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1" name="Google Shape;2671;p46"/>
                  <p:cNvSpPr/>
                  <p:nvPr/>
                </p:nvSpPr>
                <p:spPr>
                  <a:xfrm>
                    <a:off x="6625600" y="3854975"/>
                    <a:ext cx="227200" cy="63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88" h="2540" extrusionOk="0">
                        <a:moveTo>
                          <a:pt x="227" y="0"/>
                        </a:moveTo>
                        <a:cubicBezTo>
                          <a:pt x="164" y="0"/>
                          <a:pt x="107" y="19"/>
                          <a:pt x="70" y="74"/>
                        </a:cubicBezTo>
                        <a:cubicBezTo>
                          <a:pt x="1" y="178"/>
                          <a:pt x="89" y="324"/>
                          <a:pt x="193" y="324"/>
                        </a:cubicBezTo>
                        <a:cubicBezTo>
                          <a:pt x="214" y="324"/>
                          <a:pt x="236" y="318"/>
                          <a:pt x="258" y="304"/>
                        </a:cubicBezTo>
                        <a:cubicBezTo>
                          <a:pt x="1885" y="804"/>
                          <a:pt x="3511" y="1221"/>
                          <a:pt x="5159" y="1618"/>
                        </a:cubicBezTo>
                        <a:cubicBezTo>
                          <a:pt x="6390" y="1910"/>
                          <a:pt x="7620" y="2160"/>
                          <a:pt x="8830" y="2535"/>
                        </a:cubicBezTo>
                        <a:cubicBezTo>
                          <a:pt x="8843" y="2538"/>
                          <a:pt x="8855" y="2539"/>
                          <a:pt x="8866" y="2539"/>
                        </a:cubicBezTo>
                        <a:cubicBezTo>
                          <a:pt x="9028" y="2539"/>
                          <a:pt x="9088" y="2281"/>
                          <a:pt x="8893" y="2223"/>
                        </a:cubicBezTo>
                        <a:cubicBezTo>
                          <a:pt x="7912" y="1910"/>
                          <a:pt x="6870" y="1701"/>
                          <a:pt x="5848" y="1451"/>
                        </a:cubicBezTo>
                        <a:cubicBezTo>
                          <a:pt x="4200" y="1054"/>
                          <a:pt x="2552" y="679"/>
                          <a:pt x="946" y="199"/>
                        </a:cubicBezTo>
                        <a:cubicBezTo>
                          <a:pt x="779" y="137"/>
                          <a:pt x="633" y="95"/>
                          <a:pt x="466" y="53"/>
                        </a:cubicBezTo>
                        <a:cubicBezTo>
                          <a:pt x="396" y="30"/>
                          <a:pt x="307" y="0"/>
                          <a:pt x="22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2" name="Google Shape;2672;p46"/>
                  <p:cNvSpPr/>
                  <p:nvPr/>
                </p:nvSpPr>
                <p:spPr>
                  <a:xfrm>
                    <a:off x="6639325" y="3791125"/>
                    <a:ext cx="230675" cy="53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27" h="2132" extrusionOk="0">
                        <a:moveTo>
                          <a:pt x="230" y="0"/>
                        </a:moveTo>
                        <a:cubicBezTo>
                          <a:pt x="42" y="0"/>
                          <a:pt x="1" y="250"/>
                          <a:pt x="188" y="292"/>
                        </a:cubicBezTo>
                        <a:cubicBezTo>
                          <a:pt x="501" y="292"/>
                          <a:pt x="814" y="355"/>
                          <a:pt x="1127" y="396"/>
                        </a:cubicBezTo>
                        <a:cubicBezTo>
                          <a:pt x="1878" y="522"/>
                          <a:pt x="2608" y="688"/>
                          <a:pt x="3359" y="855"/>
                        </a:cubicBezTo>
                        <a:cubicBezTo>
                          <a:pt x="5215" y="1293"/>
                          <a:pt x="7092" y="1710"/>
                          <a:pt x="8969" y="2128"/>
                        </a:cubicBezTo>
                        <a:cubicBezTo>
                          <a:pt x="8982" y="2130"/>
                          <a:pt x="8994" y="2132"/>
                          <a:pt x="9005" y="2132"/>
                        </a:cubicBezTo>
                        <a:cubicBezTo>
                          <a:pt x="9167" y="2132"/>
                          <a:pt x="9227" y="1875"/>
                          <a:pt x="9032" y="1836"/>
                        </a:cubicBezTo>
                        <a:cubicBezTo>
                          <a:pt x="8657" y="1752"/>
                          <a:pt x="8281" y="1648"/>
                          <a:pt x="7885" y="1564"/>
                        </a:cubicBezTo>
                        <a:cubicBezTo>
                          <a:pt x="5987" y="1147"/>
                          <a:pt x="4089" y="668"/>
                          <a:pt x="2170" y="271"/>
                        </a:cubicBezTo>
                        <a:cubicBezTo>
                          <a:pt x="1523" y="167"/>
                          <a:pt x="877" y="0"/>
                          <a:pt x="23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3" name="Google Shape;2673;p46"/>
                  <p:cNvSpPr/>
                  <p:nvPr/>
                </p:nvSpPr>
                <p:spPr>
                  <a:xfrm>
                    <a:off x="6650875" y="3720025"/>
                    <a:ext cx="225400" cy="4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16" h="1681" extrusionOk="0">
                        <a:moveTo>
                          <a:pt x="253" y="1"/>
                        </a:moveTo>
                        <a:cubicBezTo>
                          <a:pt x="60" y="1"/>
                          <a:pt x="0" y="342"/>
                          <a:pt x="249" y="342"/>
                        </a:cubicBezTo>
                        <a:cubicBezTo>
                          <a:pt x="256" y="342"/>
                          <a:pt x="262" y="342"/>
                          <a:pt x="269" y="341"/>
                        </a:cubicBezTo>
                        <a:cubicBezTo>
                          <a:pt x="1103" y="341"/>
                          <a:pt x="1896" y="445"/>
                          <a:pt x="2709" y="550"/>
                        </a:cubicBezTo>
                        <a:cubicBezTo>
                          <a:pt x="4732" y="842"/>
                          <a:pt x="6755" y="1176"/>
                          <a:pt x="8758" y="1676"/>
                        </a:cubicBezTo>
                        <a:cubicBezTo>
                          <a:pt x="8770" y="1679"/>
                          <a:pt x="8782" y="1680"/>
                          <a:pt x="8794" y="1680"/>
                        </a:cubicBezTo>
                        <a:cubicBezTo>
                          <a:pt x="8955" y="1680"/>
                          <a:pt x="9015" y="1422"/>
                          <a:pt x="8820" y="1363"/>
                        </a:cubicBezTo>
                        <a:cubicBezTo>
                          <a:pt x="8111" y="1196"/>
                          <a:pt x="7423" y="1030"/>
                          <a:pt x="6693" y="904"/>
                        </a:cubicBezTo>
                        <a:cubicBezTo>
                          <a:pt x="5212" y="633"/>
                          <a:pt x="3710" y="362"/>
                          <a:pt x="2229" y="174"/>
                        </a:cubicBezTo>
                        <a:cubicBezTo>
                          <a:pt x="1604" y="91"/>
                          <a:pt x="978" y="28"/>
                          <a:pt x="352" y="28"/>
                        </a:cubicBezTo>
                        <a:cubicBezTo>
                          <a:pt x="316" y="9"/>
                          <a:pt x="283" y="1"/>
                          <a:pt x="253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4" name="Google Shape;2674;p46"/>
                  <p:cNvSpPr/>
                  <p:nvPr/>
                </p:nvSpPr>
                <p:spPr>
                  <a:xfrm>
                    <a:off x="6656125" y="3651875"/>
                    <a:ext cx="221750" cy="37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70" h="1487" extrusionOk="0">
                        <a:moveTo>
                          <a:pt x="636" y="0"/>
                        </a:moveTo>
                        <a:cubicBezTo>
                          <a:pt x="479" y="0"/>
                          <a:pt x="321" y="7"/>
                          <a:pt x="163" y="22"/>
                        </a:cubicBezTo>
                        <a:cubicBezTo>
                          <a:pt x="100" y="22"/>
                          <a:pt x="38" y="85"/>
                          <a:pt x="17" y="147"/>
                        </a:cubicBezTo>
                        <a:cubicBezTo>
                          <a:pt x="0" y="263"/>
                          <a:pt x="89" y="327"/>
                          <a:pt x="179" y="327"/>
                        </a:cubicBezTo>
                        <a:cubicBezTo>
                          <a:pt x="202" y="327"/>
                          <a:pt x="225" y="323"/>
                          <a:pt x="246" y="314"/>
                        </a:cubicBezTo>
                        <a:cubicBezTo>
                          <a:pt x="325" y="311"/>
                          <a:pt x="403" y="310"/>
                          <a:pt x="480" y="310"/>
                        </a:cubicBezTo>
                        <a:cubicBezTo>
                          <a:pt x="981" y="310"/>
                          <a:pt x="1469" y="364"/>
                          <a:pt x="1957" y="418"/>
                        </a:cubicBezTo>
                        <a:cubicBezTo>
                          <a:pt x="2937" y="543"/>
                          <a:pt x="3917" y="669"/>
                          <a:pt x="4877" y="835"/>
                        </a:cubicBezTo>
                        <a:cubicBezTo>
                          <a:pt x="6128" y="1065"/>
                          <a:pt x="7401" y="1169"/>
                          <a:pt x="8610" y="1482"/>
                        </a:cubicBezTo>
                        <a:cubicBezTo>
                          <a:pt x="8624" y="1485"/>
                          <a:pt x="8637" y="1486"/>
                          <a:pt x="8650" y="1486"/>
                        </a:cubicBezTo>
                        <a:cubicBezTo>
                          <a:pt x="8826" y="1486"/>
                          <a:pt x="8869" y="1229"/>
                          <a:pt x="8694" y="1190"/>
                        </a:cubicBezTo>
                        <a:cubicBezTo>
                          <a:pt x="7818" y="940"/>
                          <a:pt x="6900" y="835"/>
                          <a:pt x="6003" y="689"/>
                        </a:cubicBezTo>
                        <a:cubicBezTo>
                          <a:pt x="4689" y="502"/>
                          <a:pt x="3396" y="272"/>
                          <a:pt x="2103" y="126"/>
                        </a:cubicBezTo>
                        <a:cubicBezTo>
                          <a:pt x="1614" y="63"/>
                          <a:pt x="1125" y="0"/>
                          <a:pt x="63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5" name="Google Shape;2675;p46"/>
                  <p:cNvSpPr/>
                  <p:nvPr/>
                </p:nvSpPr>
                <p:spPr>
                  <a:xfrm>
                    <a:off x="6654500" y="3561575"/>
                    <a:ext cx="217950" cy="44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18" h="1799" extrusionOk="0">
                        <a:moveTo>
                          <a:pt x="851" y="0"/>
                        </a:moveTo>
                        <a:cubicBezTo>
                          <a:pt x="649" y="0"/>
                          <a:pt x="448" y="14"/>
                          <a:pt x="249" y="46"/>
                        </a:cubicBezTo>
                        <a:cubicBezTo>
                          <a:pt x="145" y="67"/>
                          <a:pt x="19" y="109"/>
                          <a:pt x="19" y="213"/>
                        </a:cubicBezTo>
                        <a:cubicBezTo>
                          <a:pt x="0" y="289"/>
                          <a:pt x="68" y="383"/>
                          <a:pt x="144" y="383"/>
                        </a:cubicBezTo>
                        <a:cubicBezTo>
                          <a:pt x="151" y="383"/>
                          <a:pt x="158" y="382"/>
                          <a:pt x="165" y="380"/>
                        </a:cubicBezTo>
                        <a:cubicBezTo>
                          <a:pt x="371" y="329"/>
                          <a:pt x="595" y="308"/>
                          <a:pt x="829" y="308"/>
                        </a:cubicBezTo>
                        <a:cubicBezTo>
                          <a:pt x="1546" y="308"/>
                          <a:pt x="2352" y="505"/>
                          <a:pt x="2981" y="630"/>
                        </a:cubicBezTo>
                        <a:cubicBezTo>
                          <a:pt x="4817" y="1027"/>
                          <a:pt x="6652" y="1527"/>
                          <a:pt x="8529" y="1799"/>
                        </a:cubicBezTo>
                        <a:cubicBezTo>
                          <a:pt x="8613" y="1799"/>
                          <a:pt x="8696" y="1757"/>
                          <a:pt x="8696" y="1653"/>
                        </a:cubicBezTo>
                        <a:cubicBezTo>
                          <a:pt x="8717" y="1569"/>
                          <a:pt x="8655" y="1507"/>
                          <a:pt x="8571" y="1486"/>
                        </a:cubicBezTo>
                        <a:cubicBezTo>
                          <a:pt x="8383" y="1465"/>
                          <a:pt x="8196" y="1444"/>
                          <a:pt x="7987" y="1402"/>
                        </a:cubicBezTo>
                        <a:cubicBezTo>
                          <a:pt x="7257" y="1277"/>
                          <a:pt x="6527" y="1110"/>
                          <a:pt x="5797" y="943"/>
                        </a:cubicBezTo>
                        <a:cubicBezTo>
                          <a:pt x="4858" y="735"/>
                          <a:pt x="3899" y="526"/>
                          <a:pt x="2960" y="318"/>
                        </a:cubicBezTo>
                        <a:cubicBezTo>
                          <a:pt x="2279" y="172"/>
                          <a:pt x="1559" y="0"/>
                          <a:pt x="85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6" name="Google Shape;2676;p46"/>
                  <p:cNvSpPr/>
                  <p:nvPr/>
                </p:nvSpPr>
                <p:spPr>
                  <a:xfrm>
                    <a:off x="4420075" y="3342675"/>
                    <a:ext cx="369725" cy="781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789" h="31267" extrusionOk="0">
                        <a:moveTo>
                          <a:pt x="14643" y="1"/>
                        </a:moveTo>
                        <a:cubicBezTo>
                          <a:pt x="14455" y="1"/>
                          <a:pt x="14392" y="188"/>
                          <a:pt x="14309" y="313"/>
                        </a:cubicBezTo>
                        <a:cubicBezTo>
                          <a:pt x="13933" y="1023"/>
                          <a:pt x="13537" y="1690"/>
                          <a:pt x="13099" y="2399"/>
                        </a:cubicBezTo>
                        <a:cubicBezTo>
                          <a:pt x="11430" y="5194"/>
                          <a:pt x="9532" y="7864"/>
                          <a:pt x="7634" y="10534"/>
                        </a:cubicBezTo>
                        <a:cubicBezTo>
                          <a:pt x="6174" y="12536"/>
                          <a:pt x="4589" y="14434"/>
                          <a:pt x="3046" y="16395"/>
                        </a:cubicBezTo>
                        <a:cubicBezTo>
                          <a:pt x="2128" y="17584"/>
                          <a:pt x="1210" y="18814"/>
                          <a:pt x="647" y="20212"/>
                        </a:cubicBezTo>
                        <a:cubicBezTo>
                          <a:pt x="209" y="21254"/>
                          <a:pt x="21" y="22402"/>
                          <a:pt x="21" y="23528"/>
                        </a:cubicBezTo>
                        <a:cubicBezTo>
                          <a:pt x="0" y="24487"/>
                          <a:pt x="42" y="25468"/>
                          <a:pt x="209" y="26427"/>
                        </a:cubicBezTo>
                        <a:cubicBezTo>
                          <a:pt x="438" y="28033"/>
                          <a:pt x="1043" y="29577"/>
                          <a:pt x="1481" y="31141"/>
                        </a:cubicBezTo>
                        <a:cubicBezTo>
                          <a:pt x="1502" y="31204"/>
                          <a:pt x="1565" y="31266"/>
                          <a:pt x="1627" y="31266"/>
                        </a:cubicBezTo>
                        <a:cubicBezTo>
                          <a:pt x="1732" y="31266"/>
                          <a:pt x="1815" y="31162"/>
                          <a:pt x="1794" y="31078"/>
                        </a:cubicBezTo>
                        <a:cubicBezTo>
                          <a:pt x="1440" y="29723"/>
                          <a:pt x="918" y="28450"/>
                          <a:pt x="647" y="27074"/>
                        </a:cubicBezTo>
                        <a:cubicBezTo>
                          <a:pt x="313" y="25530"/>
                          <a:pt x="251" y="23924"/>
                          <a:pt x="397" y="22360"/>
                        </a:cubicBezTo>
                        <a:cubicBezTo>
                          <a:pt x="584" y="20733"/>
                          <a:pt x="1356" y="19231"/>
                          <a:pt x="2295" y="17917"/>
                        </a:cubicBezTo>
                        <a:cubicBezTo>
                          <a:pt x="3817" y="15811"/>
                          <a:pt x="5507" y="13850"/>
                          <a:pt x="7071" y="11785"/>
                        </a:cubicBezTo>
                        <a:cubicBezTo>
                          <a:pt x="9824" y="8093"/>
                          <a:pt x="12432" y="4297"/>
                          <a:pt x="14684" y="293"/>
                        </a:cubicBezTo>
                        <a:cubicBezTo>
                          <a:pt x="14747" y="272"/>
                          <a:pt x="14789" y="230"/>
                          <a:pt x="14789" y="167"/>
                        </a:cubicBezTo>
                        <a:cubicBezTo>
                          <a:pt x="14789" y="84"/>
                          <a:pt x="14726" y="1"/>
                          <a:pt x="14643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7" name="Google Shape;2677;p46"/>
                  <p:cNvSpPr/>
                  <p:nvPr/>
                </p:nvSpPr>
                <p:spPr>
                  <a:xfrm>
                    <a:off x="4339775" y="3902125"/>
                    <a:ext cx="92550" cy="273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02" h="10957" extrusionOk="0">
                        <a:moveTo>
                          <a:pt x="2744" y="1"/>
                        </a:moveTo>
                        <a:cubicBezTo>
                          <a:pt x="2724" y="1"/>
                          <a:pt x="2706" y="1"/>
                          <a:pt x="2691" y="3"/>
                        </a:cubicBezTo>
                        <a:cubicBezTo>
                          <a:pt x="2667" y="2"/>
                          <a:pt x="2644" y="1"/>
                          <a:pt x="2620" y="1"/>
                        </a:cubicBezTo>
                        <a:cubicBezTo>
                          <a:pt x="2122" y="1"/>
                          <a:pt x="1633" y="210"/>
                          <a:pt x="1314" y="608"/>
                        </a:cubicBezTo>
                        <a:cubicBezTo>
                          <a:pt x="856" y="1129"/>
                          <a:pt x="605" y="1776"/>
                          <a:pt x="459" y="2443"/>
                        </a:cubicBezTo>
                        <a:cubicBezTo>
                          <a:pt x="126" y="3757"/>
                          <a:pt x="42" y="5113"/>
                          <a:pt x="21" y="6448"/>
                        </a:cubicBezTo>
                        <a:cubicBezTo>
                          <a:pt x="0" y="7574"/>
                          <a:pt x="21" y="8680"/>
                          <a:pt x="21" y="9785"/>
                        </a:cubicBezTo>
                        <a:cubicBezTo>
                          <a:pt x="21" y="10119"/>
                          <a:pt x="21" y="10452"/>
                          <a:pt x="21" y="10807"/>
                        </a:cubicBezTo>
                        <a:cubicBezTo>
                          <a:pt x="21" y="10890"/>
                          <a:pt x="63" y="10953"/>
                          <a:pt x="167" y="10953"/>
                        </a:cubicBezTo>
                        <a:cubicBezTo>
                          <a:pt x="176" y="10955"/>
                          <a:pt x="185" y="10956"/>
                          <a:pt x="194" y="10956"/>
                        </a:cubicBezTo>
                        <a:cubicBezTo>
                          <a:pt x="267" y="10956"/>
                          <a:pt x="334" y="10882"/>
                          <a:pt x="334" y="10807"/>
                        </a:cubicBezTo>
                        <a:cubicBezTo>
                          <a:pt x="334" y="10473"/>
                          <a:pt x="313" y="10140"/>
                          <a:pt x="313" y="9806"/>
                        </a:cubicBezTo>
                        <a:cubicBezTo>
                          <a:pt x="313" y="8617"/>
                          <a:pt x="313" y="7407"/>
                          <a:pt x="334" y="6218"/>
                        </a:cubicBezTo>
                        <a:cubicBezTo>
                          <a:pt x="355" y="4883"/>
                          <a:pt x="480" y="3549"/>
                          <a:pt x="835" y="2235"/>
                        </a:cubicBezTo>
                        <a:cubicBezTo>
                          <a:pt x="981" y="1671"/>
                          <a:pt x="1231" y="1129"/>
                          <a:pt x="1648" y="691"/>
                        </a:cubicBezTo>
                        <a:cubicBezTo>
                          <a:pt x="1919" y="441"/>
                          <a:pt x="2295" y="316"/>
                          <a:pt x="2670" y="316"/>
                        </a:cubicBezTo>
                        <a:cubicBezTo>
                          <a:pt x="2816" y="316"/>
                          <a:pt x="2962" y="316"/>
                          <a:pt x="3108" y="357"/>
                        </a:cubicBezTo>
                        <a:cubicBezTo>
                          <a:pt x="3150" y="378"/>
                          <a:pt x="3212" y="399"/>
                          <a:pt x="3254" y="420"/>
                        </a:cubicBezTo>
                        <a:cubicBezTo>
                          <a:pt x="3296" y="441"/>
                          <a:pt x="3338" y="483"/>
                          <a:pt x="3379" y="503"/>
                        </a:cubicBezTo>
                        <a:cubicBezTo>
                          <a:pt x="3442" y="503"/>
                          <a:pt x="3504" y="483"/>
                          <a:pt x="3546" y="420"/>
                        </a:cubicBezTo>
                        <a:cubicBezTo>
                          <a:pt x="3701" y="129"/>
                          <a:pt x="3010" y="1"/>
                          <a:pt x="274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8" name="Google Shape;2678;p46"/>
                  <p:cNvSpPr/>
                  <p:nvPr/>
                </p:nvSpPr>
                <p:spPr>
                  <a:xfrm>
                    <a:off x="3986750" y="3964875"/>
                    <a:ext cx="370200" cy="120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808" h="4802" extrusionOk="0">
                        <a:moveTo>
                          <a:pt x="13888" y="0"/>
                        </a:moveTo>
                        <a:cubicBezTo>
                          <a:pt x="13001" y="0"/>
                          <a:pt x="12147" y="369"/>
                          <a:pt x="11326" y="705"/>
                        </a:cubicBezTo>
                        <a:cubicBezTo>
                          <a:pt x="10722" y="976"/>
                          <a:pt x="10117" y="1289"/>
                          <a:pt x="9512" y="1581"/>
                        </a:cubicBezTo>
                        <a:cubicBezTo>
                          <a:pt x="8594" y="1977"/>
                          <a:pt x="7676" y="2394"/>
                          <a:pt x="6779" y="2791"/>
                        </a:cubicBezTo>
                        <a:cubicBezTo>
                          <a:pt x="5278" y="3416"/>
                          <a:pt x="3734" y="3938"/>
                          <a:pt x="2149" y="4251"/>
                        </a:cubicBezTo>
                        <a:cubicBezTo>
                          <a:pt x="1815" y="4313"/>
                          <a:pt x="1482" y="4376"/>
                          <a:pt x="1148" y="4418"/>
                        </a:cubicBezTo>
                        <a:cubicBezTo>
                          <a:pt x="814" y="4459"/>
                          <a:pt x="480" y="4480"/>
                          <a:pt x="147" y="4501"/>
                        </a:cubicBezTo>
                        <a:cubicBezTo>
                          <a:pt x="68" y="4501"/>
                          <a:pt x="8" y="4575"/>
                          <a:pt x="1" y="4653"/>
                        </a:cubicBezTo>
                        <a:lnTo>
                          <a:pt x="1" y="4653"/>
                        </a:lnTo>
                        <a:cubicBezTo>
                          <a:pt x="1" y="4651"/>
                          <a:pt x="1" y="4649"/>
                          <a:pt x="1" y="4647"/>
                        </a:cubicBezTo>
                        <a:lnTo>
                          <a:pt x="1" y="4668"/>
                        </a:lnTo>
                        <a:cubicBezTo>
                          <a:pt x="1" y="4663"/>
                          <a:pt x="1" y="4658"/>
                          <a:pt x="1" y="4653"/>
                        </a:cubicBezTo>
                        <a:lnTo>
                          <a:pt x="1" y="4653"/>
                        </a:lnTo>
                        <a:cubicBezTo>
                          <a:pt x="17" y="4778"/>
                          <a:pt x="118" y="4802"/>
                          <a:pt x="222" y="4802"/>
                        </a:cubicBezTo>
                        <a:cubicBezTo>
                          <a:pt x="286" y="4802"/>
                          <a:pt x="350" y="4793"/>
                          <a:pt x="397" y="4793"/>
                        </a:cubicBezTo>
                        <a:cubicBezTo>
                          <a:pt x="752" y="4772"/>
                          <a:pt x="1064" y="4751"/>
                          <a:pt x="1398" y="4689"/>
                        </a:cubicBezTo>
                        <a:cubicBezTo>
                          <a:pt x="3713" y="4334"/>
                          <a:pt x="5945" y="3542"/>
                          <a:pt x="8073" y="2561"/>
                        </a:cubicBezTo>
                        <a:cubicBezTo>
                          <a:pt x="8970" y="2144"/>
                          <a:pt x="9887" y="1748"/>
                          <a:pt x="10784" y="1310"/>
                        </a:cubicBezTo>
                        <a:cubicBezTo>
                          <a:pt x="11637" y="911"/>
                          <a:pt x="12867" y="307"/>
                          <a:pt x="13887" y="307"/>
                        </a:cubicBezTo>
                        <a:cubicBezTo>
                          <a:pt x="14040" y="307"/>
                          <a:pt x="14188" y="320"/>
                          <a:pt x="14330" y="350"/>
                        </a:cubicBezTo>
                        <a:cubicBezTo>
                          <a:pt x="14389" y="423"/>
                          <a:pt x="14454" y="452"/>
                          <a:pt x="14510" y="452"/>
                        </a:cubicBezTo>
                        <a:cubicBezTo>
                          <a:pt x="14710" y="452"/>
                          <a:pt x="14808" y="82"/>
                          <a:pt x="14205" y="17"/>
                        </a:cubicBezTo>
                        <a:cubicBezTo>
                          <a:pt x="14099" y="6"/>
                          <a:pt x="13993" y="0"/>
                          <a:pt x="1388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9" name="Google Shape;2679;p46"/>
                  <p:cNvSpPr/>
                  <p:nvPr/>
                </p:nvSpPr>
                <p:spPr>
                  <a:xfrm>
                    <a:off x="4724075" y="3622675"/>
                    <a:ext cx="459425" cy="929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77" h="37170" extrusionOk="0">
                        <a:moveTo>
                          <a:pt x="18194" y="0"/>
                        </a:moveTo>
                        <a:cubicBezTo>
                          <a:pt x="18143" y="0"/>
                          <a:pt x="18090" y="23"/>
                          <a:pt x="18063" y="64"/>
                        </a:cubicBezTo>
                        <a:cubicBezTo>
                          <a:pt x="17959" y="251"/>
                          <a:pt x="17917" y="481"/>
                          <a:pt x="17855" y="669"/>
                        </a:cubicBezTo>
                        <a:cubicBezTo>
                          <a:pt x="17813" y="856"/>
                          <a:pt x="17750" y="1044"/>
                          <a:pt x="17709" y="1232"/>
                        </a:cubicBezTo>
                        <a:cubicBezTo>
                          <a:pt x="17396" y="2358"/>
                          <a:pt x="17020" y="3463"/>
                          <a:pt x="16603" y="4569"/>
                        </a:cubicBezTo>
                        <a:cubicBezTo>
                          <a:pt x="16186" y="5674"/>
                          <a:pt x="15811" y="6801"/>
                          <a:pt x="15414" y="7906"/>
                        </a:cubicBezTo>
                        <a:cubicBezTo>
                          <a:pt x="14622" y="10034"/>
                          <a:pt x="13767" y="12119"/>
                          <a:pt x="12891" y="14226"/>
                        </a:cubicBezTo>
                        <a:cubicBezTo>
                          <a:pt x="11827" y="16750"/>
                          <a:pt x="10659" y="19211"/>
                          <a:pt x="9512" y="21714"/>
                        </a:cubicBezTo>
                        <a:cubicBezTo>
                          <a:pt x="8823" y="23132"/>
                          <a:pt x="8177" y="24571"/>
                          <a:pt x="7405" y="25969"/>
                        </a:cubicBezTo>
                        <a:cubicBezTo>
                          <a:pt x="7071" y="26574"/>
                          <a:pt x="6654" y="27179"/>
                          <a:pt x="6258" y="27783"/>
                        </a:cubicBezTo>
                        <a:cubicBezTo>
                          <a:pt x="5757" y="28555"/>
                          <a:pt x="5257" y="29348"/>
                          <a:pt x="4902" y="30203"/>
                        </a:cubicBezTo>
                        <a:cubicBezTo>
                          <a:pt x="4693" y="30724"/>
                          <a:pt x="4527" y="31246"/>
                          <a:pt x="4318" y="31767"/>
                        </a:cubicBezTo>
                        <a:cubicBezTo>
                          <a:pt x="4089" y="32289"/>
                          <a:pt x="3838" y="32768"/>
                          <a:pt x="3525" y="33269"/>
                        </a:cubicBezTo>
                        <a:cubicBezTo>
                          <a:pt x="2816" y="34375"/>
                          <a:pt x="1982" y="35417"/>
                          <a:pt x="939" y="36252"/>
                        </a:cubicBezTo>
                        <a:cubicBezTo>
                          <a:pt x="668" y="36481"/>
                          <a:pt x="397" y="36690"/>
                          <a:pt x="126" y="36898"/>
                        </a:cubicBezTo>
                        <a:cubicBezTo>
                          <a:pt x="0" y="36982"/>
                          <a:pt x="84" y="37169"/>
                          <a:pt x="209" y="37169"/>
                        </a:cubicBezTo>
                        <a:cubicBezTo>
                          <a:pt x="251" y="37169"/>
                          <a:pt x="293" y="37169"/>
                          <a:pt x="313" y="37128"/>
                        </a:cubicBezTo>
                        <a:cubicBezTo>
                          <a:pt x="585" y="36940"/>
                          <a:pt x="856" y="36731"/>
                          <a:pt x="1127" y="36523"/>
                        </a:cubicBezTo>
                        <a:cubicBezTo>
                          <a:pt x="2483" y="35417"/>
                          <a:pt x="3567" y="33957"/>
                          <a:pt x="4360" y="32414"/>
                        </a:cubicBezTo>
                        <a:cubicBezTo>
                          <a:pt x="4714" y="31746"/>
                          <a:pt x="4902" y="31016"/>
                          <a:pt x="5173" y="30328"/>
                        </a:cubicBezTo>
                        <a:cubicBezTo>
                          <a:pt x="5361" y="29911"/>
                          <a:pt x="5569" y="29515"/>
                          <a:pt x="5778" y="29139"/>
                        </a:cubicBezTo>
                        <a:cubicBezTo>
                          <a:pt x="6320" y="28180"/>
                          <a:pt x="6988" y="27283"/>
                          <a:pt x="7551" y="26344"/>
                        </a:cubicBezTo>
                        <a:cubicBezTo>
                          <a:pt x="7947" y="25677"/>
                          <a:pt x="8281" y="25009"/>
                          <a:pt x="8615" y="24300"/>
                        </a:cubicBezTo>
                        <a:cubicBezTo>
                          <a:pt x="9470" y="22548"/>
                          <a:pt x="10304" y="20754"/>
                          <a:pt x="11118" y="18982"/>
                        </a:cubicBezTo>
                        <a:cubicBezTo>
                          <a:pt x="13308" y="14330"/>
                          <a:pt x="15185" y="9554"/>
                          <a:pt x="16895" y="4694"/>
                        </a:cubicBezTo>
                        <a:cubicBezTo>
                          <a:pt x="17312" y="3589"/>
                          <a:pt x="17688" y="2483"/>
                          <a:pt x="18001" y="1357"/>
                        </a:cubicBezTo>
                        <a:cubicBezTo>
                          <a:pt x="18105" y="1002"/>
                          <a:pt x="18168" y="648"/>
                          <a:pt x="18293" y="293"/>
                        </a:cubicBezTo>
                        <a:cubicBezTo>
                          <a:pt x="18293" y="293"/>
                          <a:pt x="18314" y="272"/>
                          <a:pt x="18314" y="251"/>
                        </a:cubicBezTo>
                        <a:cubicBezTo>
                          <a:pt x="18376" y="168"/>
                          <a:pt x="18355" y="85"/>
                          <a:pt x="18272" y="22"/>
                        </a:cubicBezTo>
                        <a:cubicBezTo>
                          <a:pt x="18250" y="7"/>
                          <a:pt x="18222" y="0"/>
                          <a:pt x="18194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0" name="Google Shape;2680;p46"/>
                  <p:cNvSpPr/>
                  <p:nvPr/>
                </p:nvSpPr>
                <p:spPr>
                  <a:xfrm>
                    <a:off x="5910350" y="2708500"/>
                    <a:ext cx="519900" cy="205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96" h="8223" extrusionOk="0">
                        <a:moveTo>
                          <a:pt x="209" y="6533"/>
                        </a:moveTo>
                        <a:cubicBezTo>
                          <a:pt x="188" y="6533"/>
                          <a:pt x="168" y="6554"/>
                          <a:pt x="147" y="6554"/>
                        </a:cubicBezTo>
                        <a:cubicBezTo>
                          <a:pt x="168" y="6554"/>
                          <a:pt x="168" y="6533"/>
                          <a:pt x="188" y="6533"/>
                        </a:cubicBezTo>
                        <a:close/>
                        <a:moveTo>
                          <a:pt x="12858" y="1"/>
                        </a:moveTo>
                        <a:cubicBezTo>
                          <a:pt x="12787" y="1"/>
                          <a:pt x="12724" y="57"/>
                          <a:pt x="12724" y="130"/>
                        </a:cubicBezTo>
                        <a:cubicBezTo>
                          <a:pt x="12724" y="213"/>
                          <a:pt x="12786" y="297"/>
                          <a:pt x="12870" y="297"/>
                        </a:cubicBezTo>
                        <a:cubicBezTo>
                          <a:pt x="13016" y="318"/>
                          <a:pt x="13183" y="359"/>
                          <a:pt x="13329" y="380"/>
                        </a:cubicBezTo>
                        <a:cubicBezTo>
                          <a:pt x="14100" y="505"/>
                          <a:pt x="14872" y="672"/>
                          <a:pt x="15623" y="881"/>
                        </a:cubicBezTo>
                        <a:cubicBezTo>
                          <a:pt x="16541" y="1131"/>
                          <a:pt x="17438" y="1444"/>
                          <a:pt x="18251" y="1924"/>
                        </a:cubicBezTo>
                        <a:cubicBezTo>
                          <a:pt x="19211" y="2549"/>
                          <a:pt x="20107" y="3550"/>
                          <a:pt x="20066" y="4781"/>
                        </a:cubicBezTo>
                        <a:cubicBezTo>
                          <a:pt x="20024" y="5761"/>
                          <a:pt x="19357" y="6783"/>
                          <a:pt x="18585" y="7367"/>
                        </a:cubicBezTo>
                        <a:cubicBezTo>
                          <a:pt x="18069" y="7750"/>
                          <a:pt x="17439" y="7894"/>
                          <a:pt x="16805" y="7894"/>
                        </a:cubicBezTo>
                        <a:cubicBezTo>
                          <a:pt x="16541" y="7894"/>
                          <a:pt x="16277" y="7869"/>
                          <a:pt x="16019" y="7826"/>
                        </a:cubicBezTo>
                        <a:cubicBezTo>
                          <a:pt x="15122" y="7722"/>
                          <a:pt x="14205" y="7555"/>
                          <a:pt x="13329" y="7388"/>
                        </a:cubicBezTo>
                        <a:cubicBezTo>
                          <a:pt x="12119" y="7096"/>
                          <a:pt x="10909" y="6763"/>
                          <a:pt x="9699" y="6429"/>
                        </a:cubicBezTo>
                        <a:cubicBezTo>
                          <a:pt x="8886" y="6220"/>
                          <a:pt x="8073" y="6033"/>
                          <a:pt x="7217" y="5887"/>
                        </a:cubicBezTo>
                        <a:cubicBezTo>
                          <a:pt x="6404" y="5782"/>
                          <a:pt x="5570" y="5720"/>
                          <a:pt x="4756" y="5657"/>
                        </a:cubicBezTo>
                        <a:cubicBezTo>
                          <a:pt x="4521" y="5642"/>
                          <a:pt x="4153" y="5627"/>
                          <a:pt x="3725" y="5627"/>
                        </a:cubicBezTo>
                        <a:cubicBezTo>
                          <a:pt x="2370" y="5627"/>
                          <a:pt x="411" y="5777"/>
                          <a:pt x="126" y="6554"/>
                        </a:cubicBezTo>
                        <a:cubicBezTo>
                          <a:pt x="1" y="6637"/>
                          <a:pt x="63" y="6846"/>
                          <a:pt x="188" y="6846"/>
                        </a:cubicBezTo>
                        <a:cubicBezTo>
                          <a:pt x="251" y="6846"/>
                          <a:pt x="314" y="6825"/>
                          <a:pt x="355" y="6763"/>
                        </a:cubicBezTo>
                        <a:cubicBezTo>
                          <a:pt x="397" y="6721"/>
                          <a:pt x="418" y="6679"/>
                          <a:pt x="439" y="6617"/>
                        </a:cubicBezTo>
                        <a:cubicBezTo>
                          <a:pt x="480" y="6554"/>
                          <a:pt x="522" y="6512"/>
                          <a:pt x="585" y="6471"/>
                        </a:cubicBezTo>
                        <a:cubicBezTo>
                          <a:pt x="856" y="6304"/>
                          <a:pt x="1148" y="6220"/>
                          <a:pt x="1440" y="6137"/>
                        </a:cubicBezTo>
                        <a:cubicBezTo>
                          <a:pt x="2166" y="5986"/>
                          <a:pt x="2901" y="5934"/>
                          <a:pt x="3645" y="5934"/>
                        </a:cubicBezTo>
                        <a:cubicBezTo>
                          <a:pt x="4034" y="5934"/>
                          <a:pt x="4425" y="5948"/>
                          <a:pt x="4819" y="5970"/>
                        </a:cubicBezTo>
                        <a:cubicBezTo>
                          <a:pt x="5632" y="6033"/>
                          <a:pt x="6467" y="6095"/>
                          <a:pt x="7280" y="6220"/>
                        </a:cubicBezTo>
                        <a:cubicBezTo>
                          <a:pt x="8344" y="6408"/>
                          <a:pt x="9407" y="6658"/>
                          <a:pt x="10450" y="6950"/>
                        </a:cubicBezTo>
                        <a:cubicBezTo>
                          <a:pt x="11055" y="7138"/>
                          <a:pt x="11660" y="7305"/>
                          <a:pt x="12286" y="7430"/>
                        </a:cubicBezTo>
                        <a:cubicBezTo>
                          <a:pt x="12870" y="7597"/>
                          <a:pt x="13454" y="7743"/>
                          <a:pt x="14059" y="7847"/>
                        </a:cubicBezTo>
                        <a:cubicBezTo>
                          <a:pt x="14976" y="7993"/>
                          <a:pt x="15894" y="8181"/>
                          <a:pt x="16812" y="8223"/>
                        </a:cubicBezTo>
                        <a:cubicBezTo>
                          <a:pt x="17396" y="8202"/>
                          <a:pt x="18022" y="8097"/>
                          <a:pt x="18522" y="7785"/>
                        </a:cubicBezTo>
                        <a:cubicBezTo>
                          <a:pt x="19357" y="7284"/>
                          <a:pt x="19961" y="6429"/>
                          <a:pt x="20253" y="5511"/>
                        </a:cubicBezTo>
                        <a:cubicBezTo>
                          <a:pt x="20796" y="3842"/>
                          <a:pt x="19586" y="2320"/>
                          <a:pt x="18209" y="1527"/>
                        </a:cubicBezTo>
                        <a:cubicBezTo>
                          <a:pt x="17459" y="1152"/>
                          <a:pt x="16666" y="839"/>
                          <a:pt x="15853" y="630"/>
                        </a:cubicBezTo>
                        <a:cubicBezTo>
                          <a:pt x="14893" y="359"/>
                          <a:pt x="13892" y="130"/>
                          <a:pt x="12891" y="5"/>
                        </a:cubicBezTo>
                        <a:cubicBezTo>
                          <a:pt x="12880" y="2"/>
                          <a:pt x="12869" y="1"/>
                          <a:pt x="1285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1" name="Google Shape;2681;p46"/>
                  <p:cNvSpPr/>
                  <p:nvPr/>
                </p:nvSpPr>
                <p:spPr>
                  <a:xfrm>
                    <a:off x="6248250" y="2553075"/>
                    <a:ext cx="204950" cy="213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98" h="8549" extrusionOk="0">
                        <a:moveTo>
                          <a:pt x="147" y="1"/>
                        </a:moveTo>
                        <a:cubicBezTo>
                          <a:pt x="79" y="1"/>
                          <a:pt x="21" y="44"/>
                          <a:pt x="21" y="131"/>
                        </a:cubicBezTo>
                        <a:cubicBezTo>
                          <a:pt x="0" y="194"/>
                          <a:pt x="63" y="277"/>
                          <a:pt x="146" y="298"/>
                        </a:cubicBezTo>
                        <a:cubicBezTo>
                          <a:pt x="397" y="340"/>
                          <a:pt x="647" y="402"/>
                          <a:pt x="897" y="465"/>
                        </a:cubicBezTo>
                        <a:cubicBezTo>
                          <a:pt x="1732" y="674"/>
                          <a:pt x="2566" y="924"/>
                          <a:pt x="3379" y="1195"/>
                        </a:cubicBezTo>
                        <a:cubicBezTo>
                          <a:pt x="4193" y="1466"/>
                          <a:pt x="4985" y="1716"/>
                          <a:pt x="5778" y="2092"/>
                        </a:cubicBezTo>
                        <a:cubicBezTo>
                          <a:pt x="6195" y="2300"/>
                          <a:pt x="6633" y="2509"/>
                          <a:pt x="6967" y="2822"/>
                        </a:cubicBezTo>
                        <a:cubicBezTo>
                          <a:pt x="7509" y="3364"/>
                          <a:pt x="7822" y="4094"/>
                          <a:pt x="7822" y="4866"/>
                        </a:cubicBezTo>
                        <a:cubicBezTo>
                          <a:pt x="7843" y="5575"/>
                          <a:pt x="7718" y="6326"/>
                          <a:pt x="7363" y="6973"/>
                        </a:cubicBezTo>
                        <a:cubicBezTo>
                          <a:pt x="6883" y="7849"/>
                          <a:pt x="6362" y="7932"/>
                          <a:pt x="5486" y="8245"/>
                        </a:cubicBezTo>
                        <a:cubicBezTo>
                          <a:pt x="5466" y="8239"/>
                          <a:pt x="5447" y="8236"/>
                          <a:pt x="5430" y="8236"/>
                        </a:cubicBezTo>
                        <a:cubicBezTo>
                          <a:pt x="5264" y="8236"/>
                          <a:pt x="5212" y="8480"/>
                          <a:pt x="5382" y="8537"/>
                        </a:cubicBezTo>
                        <a:cubicBezTo>
                          <a:pt x="5414" y="8545"/>
                          <a:pt x="5444" y="8548"/>
                          <a:pt x="5473" y="8548"/>
                        </a:cubicBezTo>
                        <a:cubicBezTo>
                          <a:pt x="5597" y="8548"/>
                          <a:pt x="5702" y="8487"/>
                          <a:pt x="5820" y="8453"/>
                        </a:cubicBezTo>
                        <a:cubicBezTo>
                          <a:pt x="6007" y="8391"/>
                          <a:pt x="6195" y="8328"/>
                          <a:pt x="6383" y="8245"/>
                        </a:cubicBezTo>
                        <a:cubicBezTo>
                          <a:pt x="7363" y="7932"/>
                          <a:pt x="7864" y="6931"/>
                          <a:pt x="8052" y="5992"/>
                        </a:cubicBezTo>
                        <a:cubicBezTo>
                          <a:pt x="8177" y="5200"/>
                          <a:pt x="8198" y="4344"/>
                          <a:pt x="7885" y="3614"/>
                        </a:cubicBezTo>
                        <a:cubicBezTo>
                          <a:pt x="7509" y="2759"/>
                          <a:pt x="6925" y="2280"/>
                          <a:pt x="6112" y="1904"/>
                        </a:cubicBezTo>
                        <a:cubicBezTo>
                          <a:pt x="4923" y="1320"/>
                          <a:pt x="3651" y="966"/>
                          <a:pt x="2399" y="569"/>
                        </a:cubicBezTo>
                        <a:cubicBezTo>
                          <a:pt x="1669" y="340"/>
                          <a:pt x="939" y="110"/>
                          <a:pt x="188" y="6"/>
                        </a:cubicBezTo>
                        <a:cubicBezTo>
                          <a:pt x="174" y="3"/>
                          <a:pt x="160" y="1"/>
                          <a:pt x="14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2" name="Google Shape;2682;p46"/>
                  <p:cNvSpPr/>
                  <p:nvPr/>
                </p:nvSpPr>
                <p:spPr>
                  <a:xfrm>
                    <a:off x="6273800" y="2420125"/>
                    <a:ext cx="22975" cy="141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9" h="5664" extrusionOk="0">
                        <a:moveTo>
                          <a:pt x="570" y="1"/>
                        </a:moveTo>
                        <a:cubicBezTo>
                          <a:pt x="468" y="1"/>
                          <a:pt x="367" y="88"/>
                          <a:pt x="418" y="214"/>
                        </a:cubicBezTo>
                        <a:cubicBezTo>
                          <a:pt x="522" y="819"/>
                          <a:pt x="584" y="1445"/>
                          <a:pt x="605" y="2049"/>
                        </a:cubicBezTo>
                        <a:cubicBezTo>
                          <a:pt x="605" y="2905"/>
                          <a:pt x="459" y="3739"/>
                          <a:pt x="272" y="4573"/>
                        </a:cubicBezTo>
                        <a:cubicBezTo>
                          <a:pt x="188" y="4865"/>
                          <a:pt x="126" y="5157"/>
                          <a:pt x="21" y="5449"/>
                        </a:cubicBezTo>
                        <a:cubicBezTo>
                          <a:pt x="0" y="5533"/>
                          <a:pt x="42" y="5637"/>
                          <a:pt x="126" y="5658"/>
                        </a:cubicBezTo>
                        <a:cubicBezTo>
                          <a:pt x="136" y="5661"/>
                          <a:pt x="148" y="5663"/>
                          <a:pt x="161" y="5663"/>
                        </a:cubicBezTo>
                        <a:cubicBezTo>
                          <a:pt x="222" y="5663"/>
                          <a:pt x="296" y="5623"/>
                          <a:pt x="313" y="5554"/>
                        </a:cubicBezTo>
                        <a:cubicBezTo>
                          <a:pt x="418" y="5261"/>
                          <a:pt x="501" y="4949"/>
                          <a:pt x="564" y="4657"/>
                        </a:cubicBezTo>
                        <a:cubicBezTo>
                          <a:pt x="751" y="3885"/>
                          <a:pt x="876" y="3071"/>
                          <a:pt x="918" y="2300"/>
                        </a:cubicBezTo>
                        <a:cubicBezTo>
                          <a:pt x="918" y="1570"/>
                          <a:pt x="835" y="840"/>
                          <a:pt x="730" y="131"/>
                        </a:cubicBezTo>
                        <a:cubicBezTo>
                          <a:pt x="706" y="39"/>
                          <a:pt x="638" y="1"/>
                          <a:pt x="57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3" name="Google Shape;2683;p46"/>
                  <p:cNvSpPr/>
                  <p:nvPr/>
                </p:nvSpPr>
                <p:spPr>
                  <a:xfrm>
                    <a:off x="6283650" y="2418775"/>
                    <a:ext cx="46500" cy="152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60" h="6102" extrusionOk="0">
                        <a:moveTo>
                          <a:pt x="289" y="0"/>
                        </a:moveTo>
                        <a:cubicBezTo>
                          <a:pt x="134" y="0"/>
                          <a:pt x="0" y="51"/>
                          <a:pt x="24" y="226"/>
                        </a:cubicBezTo>
                        <a:cubicBezTo>
                          <a:pt x="54" y="287"/>
                          <a:pt x="118" y="326"/>
                          <a:pt x="183" y="326"/>
                        </a:cubicBezTo>
                        <a:cubicBezTo>
                          <a:pt x="207" y="326"/>
                          <a:pt x="231" y="321"/>
                          <a:pt x="253" y="310"/>
                        </a:cubicBezTo>
                        <a:cubicBezTo>
                          <a:pt x="271" y="304"/>
                          <a:pt x="292" y="301"/>
                          <a:pt x="312" y="301"/>
                        </a:cubicBezTo>
                        <a:cubicBezTo>
                          <a:pt x="363" y="301"/>
                          <a:pt x="417" y="316"/>
                          <a:pt x="462" y="331"/>
                        </a:cubicBezTo>
                        <a:cubicBezTo>
                          <a:pt x="733" y="414"/>
                          <a:pt x="1317" y="581"/>
                          <a:pt x="1379" y="894"/>
                        </a:cubicBezTo>
                        <a:cubicBezTo>
                          <a:pt x="1546" y="1582"/>
                          <a:pt x="1546" y="2312"/>
                          <a:pt x="1484" y="3042"/>
                        </a:cubicBezTo>
                        <a:cubicBezTo>
                          <a:pt x="1463" y="3897"/>
                          <a:pt x="1338" y="4731"/>
                          <a:pt x="1087" y="5566"/>
                        </a:cubicBezTo>
                        <a:cubicBezTo>
                          <a:pt x="1067" y="5649"/>
                          <a:pt x="1046" y="5733"/>
                          <a:pt x="1025" y="5816"/>
                        </a:cubicBezTo>
                        <a:cubicBezTo>
                          <a:pt x="941" y="5900"/>
                          <a:pt x="962" y="6025"/>
                          <a:pt x="1046" y="6066"/>
                        </a:cubicBezTo>
                        <a:cubicBezTo>
                          <a:pt x="1076" y="6091"/>
                          <a:pt x="1106" y="6102"/>
                          <a:pt x="1134" y="6102"/>
                        </a:cubicBezTo>
                        <a:cubicBezTo>
                          <a:pt x="1225" y="6102"/>
                          <a:pt x="1301" y="5995"/>
                          <a:pt x="1317" y="5900"/>
                        </a:cubicBezTo>
                        <a:cubicBezTo>
                          <a:pt x="1421" y="5608"/>
                          <a:pt x="1484" y="5295"/>
                          <a:pt x="1567" y="5003"/>
                        </a:cubicBezTo>
                        <a:cubicBezTo>
                          <a:pt x="1713" y="4377"/>
                          <a:pt x="1776" y="3730"/>
                          <a:pt x="1797" y="3105"/>
                        </a:cubicBezTo>
                        <a:cubicBezTo>
                          <a:pt x="1859" y="2354"/>
                          <a:pt x="1859" y="1582"/>
                          <a:pt x="1692" y="852"/>
                        </a:cubicBezTo>
                        <a:cubicBezTo>
                          <a:pt x="1588" y="351"/>
                          <a:pt x="1046" y="205"/>
                          <a:pt x="628" y="59"/>
                        </a:cubicBezTo>
                        <a:cubicBezTo>
                          <a:pt x="546" y="32"/>
                          <a:pt x="410" y="0"/>
                          <a:pt x="28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4" name="Google Shape;2684;p46"/>
                  <p:cNvSpPr/>
                  <p:nvPr/>
                </p:nvSpPr>
                <p:spPr>
                  <a:xfrm>
                    <a:off x="6319175" y="2437800"/>
                    <a:ext cx="130375" cy="194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15" h="7793" extrusionOk="0">
                        <a:moveTo>
                          <a:pt x="189" y="0"/>
                        </a:moveTo>
                        <a:cubicBezTo>
                          <a:pt x="122" y="0"/>
                          <a:pt x="58" y="27"/>
                          <a:pt x="42" y="91"/>
                        </a:cubicBezTo>
                        <a:cubicBezTo>
                          <a:pt x="0" y="174"/>
                          <a:pt x="42" y="258"/>
                          <a:pt x="104" y="300"/>
                        </a:cubicBezTo>
                        <a:cubicBezTo>
                          <a:pt x="230" y="362"/>
                          <a:pt x="376" y="425"/>
                          <a:pt x="501" y="466"/>
                        </a:cubicBezTo>
                        <a:cubicBezTo>
                          <a:pt x="793" y="592"/>
                          <a:pt x="1085" y="696"/>
                          <a:pt x="1377" y="800"/>
                        </a:cubicBezTo>
                        <a:cubicBezTo>
                          <a:pt x="2628" y="1238"/>
                          <a:pt x="3963" y="1760"/>
                          <a:pt x="4526" y="3074"/>
                        </a:cubicBezTo>
                        <a:cubicBezTo>
                          <a:pt x="4818" y="3741"/>
                          <a:pt x="4860" y="4471"/>
                          <a:pt x="4881" y="5201"/>
                        </a:cubicBezTo>
                        <a:cubicBezTo>
                          <a:pt x="4902" y="5618"/>
                          <a:pt x="4839" y="6035"/>
                          <a:pt x="4756" y="6432"/>
                        </a:cubicBezTo>
                        <a:cubicBezTo>
                          <a:pt x="4693" y="6640"/>
                          <a:pt x="4630" y="6870"/>
                          <a:pt x="4547" y="7078"/>
                        </a:cubicBezTo>
                        <a:cubicBezTo>
                          <a:pt x="4526" y="7266"/>
                          <a:pt x="4297" y="7683"/>
                          <a:pt x="4526" y="7787"/>
                        </a:cubicBezTo>
                        <a:cubicBezTo>
                          <a:pt x="4541" y="7791"/>
                          <a:pt x="4555" y="7793"/>
                          <a:pt x="4569" y="7793"/>
                        </a:cubicBezTo>
                        <a:cubicBezTo>
                          <a:pt x="4637" y="7793"/>
                          <a:pt x="4700" y="7752"/>
                          <a:pt x="4735" y="7683"/>
                        </a:cubicBezTo>
                        <a:cubicBezTo>
                          <a:pt x="4756" y="7641"/>
                          <a:pt x="4735" y="7579"/>
                          <a:pt x="4735" y="7537"/>
                        </a:cubicBezTo>
                        <a:cubicBezTo>
                          <a:pt x="4922" y="6932"/>
                          <a:pt x="5152" y="6327"/>
                          <a:pt x="5173" y="5681"/>
                        </a:cubicBezTo>
                        <a:cubicBezTo>
                          <a:pt x="5215" y="5055"/>
                          <a:pt x="5173" y="4429"/>
                          <a:pt x="5069" y="3804"/>
                        </a:cubicBezTo>
                        <a:cubicBezTo>
                          <a:pt x="4714" y="1947"/>
                          <a:pt x="3358" y="1155"/>
                          <a:pt x="1690" y="592"/>
                        </a:cubicBezTo>
                        <a:cubicBezTo>
                          <a:pt x="1418" y="487"/>
                          <a:pt x="1126" y="383"/>
                          <a:pt x="855" y="279"/>
                        </a:cubicBezTo>
                        <a:cubicBezTo>
                          <a:pt x="647" y="195"/>
                          <a:pt x="438" y="112"/>
                          <a:pt x="250" y="8"/>
                        </a:cubicBezTo>
                        <a:cubicBezTo>
                          <a:pt x="231" y="3"/>
                          <a:pt x="210" y="0"/>
                          <a:pt x="18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5" name="Google Shape;2685;p46"/>
                  <p:cNvSpPr/>
                  <p:nvPr/>
                </p:nvSpPr>
                <p:spPr>
                  <a:xfrm>
                    <a:off x="6233750" y="2399000"/>
                    <a:ext cx="56400" cy="30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6" h="1213" extrusionOk="0">
                        <a:moveTo>
                          <a:pt x="219" y="0"/>
                        </a:moveTo>
                        <a:cubicBezTo>
                          <a:pt x="73" y="0"/>
                          <a:pt x="0" y="215"/>
                          <a:pt x="163" y="287"/>
                        </a:cubicBezTo>
                        <a:cubicBezTo>
                          <a:pt x="455" y="433"/>
                          <a:pt x="747" y="579"/>
                          <a:pt x="1039" y="746"/>
                        </a:cubicBezTo>
                        <a:cubicBezTo>
                          <a:pt x="1331" y="892"/>
                          <a:pt x="1644" y="1017"/>
                          <a:pt x="1936" y="1163"/>
                        </a:cubicBezTo>
                        <a:cubicBezTo>
                          <a:pt x="1971" y="1198"/>
                          <a:pt x="2010" y="1213"/>
                          <a:pt x="2046" y="1213"/>
                        </a:cubicBezTo>
                        <a:cubicBezTo>
                          <a:pt x="2162" y="1213"/>
                          <a:pt x="2256" y="1066"/>
                          <a:pt x="2145" y="955"/>
                        </a:cubicBezTo>
                        <a:cubicBezTo>
                          <a:pt x="1999" y="809"/>
                          <a:pt x="1769" y="767"/>
                          <a:pt x="1602" y="663"/>
                        </a:cubicBezTo>
                        <a:cubicBezTo>
                          <a:pt x="1164" y="454"/>
                          <a:pt x="726" y="225"/>
                          <a:pt x="288" y="16"/>
                        </a:cubicBezTo>
                        <a:cubicBezTo>
                          <a:pt x="264" y="5"/>
                          <a:pt x="240" y="0"/>
                          <a:pt x="21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6" name="Google Shape;2686;p46"/>
                  <p:cNvSpPr/>
                  <p:nvPr/>
                </p:nvSpPr>
                <p:spPr>
                  <a:xfrm>
                    <a:off x="5543250" y="2169325"/>
                    <a:ext cx="907875" cy="330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315" h="13208" extrusionOk="0">
                        <a:moveTo>
                          <a:pt x="156" y="1"/>
                        </a:moveTo>
                        <a:cubicBezTo>
                          <a:pt x="85" y="1"/>
                          <a:pt x="22" y="58"/>
                          <a:pt x="22" y="130"/>
                        </a:cubicBezTo>
                        <a:cubicBezTo>
                          <a:pt x="1" y="213"/>
                          <a:pt x="63" y="297"/>
                          <a:pt x="147" y="318"/>
                        </a:cubicBezTo>
                        <a:lnTo>
                          <a:pt x="230" y="318"/>
                        </a:lnTo>
                        <a:cubicBezTo>
                          <a:pt x="460" y="359"/>
                          <a:pt x="710" y="380"/>
                          <a:pt x="939" y="422"/>
                        </a:cubicBezTo>
                        <a:cubicBezTo>
                          <a:pt x="1252" y="464"/>
                          <a:pt x="1565" y="505"/>
                          <a:pt x="1857" y="547"/>
                        </a:cubicBezTo>
                        <a:cubicBezTo>
                          <a:pt x="2546" y="651"/>
                          <a:pt x="3213" y="714"/>
                          <a:pt x="3880" y="777"/>
                        </a:cubicBezTo>
                        <a:cubicBezTo>
                          <a:pt x="4006" y="797"/>
                          <a:pt x="4172" y="818"/>
                          <a:pt x="4318" y="818"/>
                        </a:cubicBezTo>
                        <a:cubicBezTo>
                          <a:pt x="5028" y="902"/>
                          <a:pt x="5758" y="1006"/>
                          <a:pt x="6467" y="1069"/>
                        </a:cubicBezTo>
                        <a:cubicBezTo>
                          <a:pt x="6821" y="1089"/>
                          <a:pt x="7176" y="1131"/>
                          <a:pt x="7551" y="1152"/>
                        </a:cubicBezTo>
                        <a:cubicBezTo>
                          <a:pt x="7906" y="1173"/>
                          <a:pt x="8261" y="1194"/>
                          <a:pt x="8615" y="1194"/>
                        </a:cubicBezTo>
                        <a:cubicBezTo>
                          <a:pt x="8970" y="1194"/>
                          <a:pt x="9345" y="1194"/>
                          <a:pt x="9700" y="1173"/>
                        </a:cubicBezTo>
                        <a:cubicBezTo>
                          <a:pt x="10075" y="1173"/>
                          <a:pt x="10430" y="1131"/>
                          <a:pt x="10805" y="1110"/>
                        </a:cubicBezTo>
                        <a:cubicBezTo>
                          <a:pt x="11181" y="1069"/>
                          <a:pt x="11535" y="1027"/>
                          <a:pt x="11911" y="985"/>
                        </a:cubicBezTo>
                        <a:cubicBezTo>
                          <a:pt x="12244" y="943"/>
                          <a:pt x="12599" y="902"/>
                          <a:pt x="12933" y="860"/>
                        </a:cubicBezTo>
                        <a:cubicBezTo>
                          <a:pt x="13287" y="797"/>
                          <a:pt x="13642" y="756"/>
                          <a:pt x="13996" y="714"/>
                        </a:cubicBezTo>
                        <a:cubicBezTo>
                          <a:pt x="14351" y="651"/>
                          <a:pt x="14706" y="610"/>
                          <a:pt x="15081" y="589"/>
                        </a:cubicBezTo>
                        <a:cubicBezTo>
                          <a:pt x="15248" y="568"/>
                          <a:pt x="15436" y="568"/>
                          <a:pt x="15602" y="547"/>
                        </a:cubicBezTo>
                        <a:lnTo>
                          <a:pt x="16186" y="547"/>
                        </a:lnTo>
                        <a:cubicBezTo>
                          <a:pt x="16291" y="537"/>
                          <a:pt x="16400" y="531"/>
                          <a:pt x="16510" y="531"/>
                        </a:cubicBezTo>
                        <a:cubicBezTo>
                          <a:pt x="16619" y="531"/>
                          <a:pt x="16729" y="537"/>
                          <a:pt x="16833" y="547"/>
                        </a:cubicBezTo>
                        <a:cubicBezTo>
                          <a:pt x="17042" y="547"/>
                          <a:pt x="17229" y="568"/>
                          <a:pt x="17438" y="589"/>
                        </a:cubicBezTo>
                        <a:cubicBezTo>
                          <a:pt x="17938" y="651"/>
                          <a:pt x="18439" y="735"/>
                          <a:pt x="18940" y="860"/>
                        </a:cubicBezTo>
                        <a:cubicBezTo>
                          <a:pt x="19565" y="1006"/>
                          <a:pt x="20170" y="1215"/>
                          <a:pt x="20754" y="1423"/>
                        </a:cubicBezTo>
                        <a:cubicBezTo>
                          <a:pt x="21463" y="1673"/>
                          <a:pt x="22152" y="1924"/>
                          <a:pt x="22840" y="2195"/>
                        </a:cubicBezTo>
                        <a:cubicBezTo>
                          <a:pt x="23487" y="2466"/>
                          <a:pt x="24154" y="2737"/>
                          <a:pt x="24801" y="2987"/>
                        </a:cubicBezTo>
                        <a:cubicBezTo>
                          <a:pt x="25364" y="3217"/>
                          <a:pt x="25927" y="3425"/>
                          <a:pt x="26490" y="3676"/>
                        </a:cubicBezTo>
                        <a:cubicBezTo>
                          <a:pt x="26761" y="3801"/>
                          <a:pt x="27053" y="3926"/>
                          <a:pt x="27324" y="4051"/>
                        </a:cubicBezTo>
                        <a:cubicBezTo>
                          <a:pt x="27616" y="4197"/>
                          <a:pt x="27888" y="4322"/>
                          <a:pt x="28180" y="4468"/>
                        </a:cubicBezTo>
                        <a:cubicBezTo>
                          <a:pt x="28826" y="4781"/>
                          <a:pt x="29473" y="5115"/>
                          <a:pt x="30119" y="5449"/>
                        </a:cubicBezTo>
                        <a:cubicBezTo>
                          <a:pt x="30745" y="5803"/>
                          <a:pt x="31371" y="6137"/>
                          <a:pt x="31997" y="6492"/>
                        </a:cubicBezTo>
                        <a:cubicBezTo>
                          <a:pt x="31997" y="6492"/>
                          <a:pt x="32017" y="6512"/>
                          <a:pt x="32017" y="6512"/>
                        </a:cubicBezTo>
                        <a:cubicBezTo>
                          <a:pt x="32038" y="6512"/>
                          <a:pt x="32038" y="6512"/>
                          <a:pt x="32038" y="6533"/>
                        </a:cubicBezTo>
                        <a:cubicBezTo>
                          <a:pt x="32059" y="6533"/>
                          <a:pt x="32080" y="6533"/>
                          <a:pt x="32080" y="6554"/>
                        </a:cubicBezTo>
                        <a:cubicBezTo>
                          <a:pt x="32435" y="6742"/>
                          <a:pt x="32789" y="6950"/>
                          <a:pt x="33123" y="7159"/>
                        </a:cubicBezTo>
                        <a:cubicBezTo>
                          <a:pt x="33498" y="7388"/>
                          <a:pt x="33832" y="7639"/>
                          <a:pt x="34166" y="7889"/>
                        </a:cubicBezTo>
                        <a:cubicBezTo>
                          <a:pt x="34291" y="7972"/>
                          <a:pt x="34416" y="8077"/>
                          <a:pt x="34520" y="8181"/>
                        </a:cubicBezTo>
                        <a:cubicBezTo>
                          <a:pt x="34645" y="8264"/>
                          <a:pt x="34750" y="8369"/>
                          <a:pt x="34854" y="8473"/>
                        </a:cubicBezTo>
                        <a:cubicBezTo>
                          <a:pt x="34896" y="8515"/>
                          <a:pt x="34958" y="8577"/>
                          <a:pt x="35000" y="8640"/>
                        </a:cubicBezTo>
                        <a:cubicBezTo>
                          <a:pt x="35042" y="8682"/>
                          <a:pt x="35104" y="8744"/>
                          <a:pt x="35146" y="8786"/>
                        </a:cubicBezTo>
                        <a:cubicBezTo>
                          <a:pt x="35250" y="8953"/>
                          <a:pt x="35375" y="9120"/>
                          <a:pt x="35480" y="9286"/>
                        </a:cubicBezTo>
                        <a:cubicBezTo>
                          <a:pt x="35542" y="9412"/>
                          <a:pt x="35626" y="9537"/>
                          <a:pt x="35688" y="9683"/>
                        </a:cubicBezTo>
                        <a:cubicBezTo>
                          <a:pt x="35751" y="9850"/>
                          <a:pt x="35813" y="10017"/>
                          <a:pt x="35855" y="10183"/>
                        </a:cubicBezTo>
                        <a:cubicBezTo>
                          <a:pt x="35897" y="10309"/>
                          <a:pt x="35918" y="10434"/>
                          <a:pt x="35939" y="10580"/>
                        </a:cubicBezTo>
                        <a:cubicBezTo>
                          <a:pt x="35959" y="10747"/>
                          <a:pt x="36001" y="10934"/>
                          <a:pt x="36001" y="11122"/>
                        </a:cubicBezTo>
                        <a:cubicBezTo>
                          <a:pt x="36001" y="11268"/>
                          <a:pt x="36001" y="11414"/>
                          <a:pt x="35980" y="11560"/>
                        </a:cubicBezTo>
                        <a:cubicBezTo>
                          <a:pt x="35980" y="11643"/>
                          <a:pt x="35959" y="11706"/>
                          <a:pt x="35939" y="11789"/>
                        </a:cubicBezTo>
                        <a:cubicBezTo>
                          <a:pt x="35918" y="11873"/>
                          <a:pt x="35897" y="11977"/>
                          <a:pt x="35855" y="12061"/>
                        </a:cubicBezTo>
                        <a:cubicBezTo>
                          <a:pt x="35834" y="12144"/>
                          <a:pt x="35793" y="12227"/>
                          <a:pt x="35751" y="12311"/>
                        </a:cubicBezTo>
                        <a:cubicBezTo>
                          <a:pt x="35688" y="12415"/>
                          <a:pt x="35626" y="12519"/>
                          <a:pt x="35563" y="12603"/>
                        </a:cubicBezTo>
                        <a:cubicBezTo>
                          <a:pt x="35480" y="12707"/>
                          <a:pt x="35417" y="12791"/>
                          <a:pt x="35334" y="12874"/>
                        </a:cubicBezTo>
                        <a:cubicBezTo>
                          <a:pt x="35323" y="12870"/>
                          <a:pt x="35312" y="12869"/>
                          <a:pt x="35300" y="12869"/>
                        </a:cubicBezTo>
                        <a:cubicBezTo>
                          <a:pt x="35244" y="12869"/>
                          <a:pt x="35184" y="12909"/>
                          <a:pt x="35167" y="12978"/>
                        </a:cubicBezTo>
                        <a:cubicBezTo>
                          <a:pt x="35125" y="13083"/>
                          <a:pt x="35209" y="13208"/>
                          <a:pt x="35334" y="13208"/>
                        </a:cubicBezTo>
                        <a:lnTo>
                          <a:pt x="35355" y="13208"/>
                        </a:lnTo>
                        <a:cubicBezTo>
                          <a:pt x="35438" y="13208"/>
                          <a:pt x="35521" y="13124"/>
                          <a:pt x="35563" y="13062"/>
                        </a:cubicBezTo>
                        <a:cubicBezTo>
                          <a:pt x="35667" y="12957"/>
                          <a:pt x="35751" y="12853"/>
                          <a:pt x="35834" y="12749"/>
                        </a:cubicBezTo>
                        <a:cubicBezTo>
                          <a:pt x="35939" y="12603"/>
                          <a:pt x="36022" y="12457"/>
                          <a:pt x="36106" y="12290"/>
                        </a:cubicBezTo>
                        <a:cubicBezTo>
                          <a:pt x="36168" y="12144"/>
                          <a:pt x="36210" y="11977"/>
                          <a:pt x="36252" y="11810"/>
                        </a:cubicBezTo>
                        <a:cubicBezTo>
                          <a:pt x="36293" y="11643"/>
                          <a:pt x="36314" y="11477"/>
                          <a:pt x="36314" y="11310"/>
                        </a:cubicBezTo>
                        <a:cubicBezTo>
                          <a:pt x="36314" y="11143"/>
                          <a:pt x="36314" y="10955"/>
                          <a:pt x="36293" y="10767"/>
                        </a:cubicBezTo>
                        <a:cubicBezTo>
                          <a:pt x="36272" y="10601"/>
                          <a:pt x="36231" y="10413"/>
                          <a:pt x="36189" y="10246"/>
                        </a:cubicBezTo>
                        <a:cubicBezTo>
                          <a:pt x="36147" y="10079"/>
                          <a:pt x="36106" y="9912"/>
                          <a:pt x="36043" y="9766"/>
                        </a:cubicBezTo>
                        <a:cubicBezTo>
                          <a:pt x="35918" y="9412"/>
                          <a:pt x="35730" y="9099"/>
                          <a:pt x="35521" y="8807"/>
                        </a:cubicBezTo>
                        <a:cubicBezTo>
                          <a:pt x="35417" y="8661"/>
                          <a:pt x="35313" y="8515"/>
                          <a:pt x="35209" y="8390"/>
                        </a:cubicBezTo>
                        <a:cubicBezTo>
                          <a:pt x="35125" y="8306"/>
                          <a:pt x="35063" y="8244"/>
                          <a:pt x="35000" y="8181"/>
                        </a:cubicBezTo>
                        <a:cubicBezTo>
                          <a:pt x="34937" y="8118"/>
                          <a:pt x="34896" y="8077"/>
                          <a:pt x="34833" y="8035"/>
                        </a:cubicBezTo>
                        <a:cubicBezTo>
                          <a:pt x="34708" y="7910"/>
                          <a:pt x="34562" y="7806"/>
                          <a:pt x="34437" y="7701"/>
                        </a:cubicBezTo>
                        <a:cubicBezTo>
                          <a:pt x="34291" y="7597"/>
                          <a:pt x="34145" y="7472"/>
                          <a:pt x="33999" y="7368"/>
                        </a:cubicBezTo>
                        <a:cubicBezTo>
                          <a:pt x="33436" y="6971"/>
                          <a:pt x="32831" y="6617"/>
                          <a:pt x="32205" y="6262"/>
                        </a:cubicBezTo>
                        <a:lnTo>
                          <a:pt x="32184" y="6262"/>
                        </a:lnTo>
                        <a:cubicBezTo>
                          <a:pt x="32184" y="6241"/>
                          <a:pt x="32163" y="6241"/>
                          <a:pt x="32163" y="6241"/>
                        </a:cubicBezTo>
                        <a:cubicBezTo>
                          <a:pt x="32163" y="6241"/>
                          <a:pt x="32143" y="6241"/>
                          <a:pt x="32143" y="6220"/>
                        </a:cubicBezTo>
                        <a:cubicBezTo>
                          <a:pt x="31809" y="6054"/>
                          <a:pt x="31496" y="5866"/>
                          <a:pt x="31183" y="5699"/>
                        </a:cubicBezTo>
                        <a:cubicBezTo>
                          <a:pt x="30557" y="5344"/>
                          <a:pt x="29911" y="4990"/>
                          <a:pt x="29264" y="4656"/>
                        </a:cubicBezTo>
                        <a:cubicBezTo>
                          <a:pt x="28951" y="4510"/>
                          <a:pt x="28618" y="4343"/>
                          <a:pt x="28305" y="4176"/>
                        </a:cubicBezTo>
                        <a:cubicBezTo>
                          <a:pt x="27971" y="4030"/>
                          <a:pt x="27616" y="3864"/>
                          <a:pt x="27283" y="3697"/>
                        </a:cubicBezTo>
                        <a:cubicBezTo>
                          <a:pt x="26928" y="3530"/>
                          <a:pt x="26574" y="3363"/>
                          <a:pt x="26219" y="3217"/>
                        </a:cubicBezTo>
                        <a:cubicBezTo>
                          <a:pt x="25864" y="3071"/>
                          <a:pt x="25510" y="2946"/>
                          <a:pt x="25176" y="2800"/>
                        </a:cubicBezTo>
                        <a:cubicBezTo>
                          <a:pt x="24509" y="2529"/>
                          <a:pt x="23841" y="2278"/>
                          <a:pt x="23174" y="2007"/>
                        </a:cubicBezTo>
                        <a:cubicBezTo>
                          <a:pt x="22506" y="1736"/>
                          <a:pt x="21797" y="1465"/>
                          <a:pt x="21109" y="1215"/>
                        </a:cubicBezTo>
                        <a:cubicBezTo>
                          <a:pt x="20421" y="964"/>
                          <a:pt x="19732" y="735"/>
                          <a:pt x="19023" y="568"/>
                        </a:cubicBezTo>
                        <a:cubicBezTo>
                          <a:pt x="18689" y="464"/>
                          <a:pt x="18335" y="401"/>
                          <a:pt x="17980" y="359"/>
                        </a:cubicBezTo>
                        <a:cubicBezTo>
                          <a:pt x="17605" y="297"/>
                          <a:pt x="17229" y="255"/>
                          <a:pt x="16854" y="234"/>
                        </a:cubicBezTo>
                        <a:lnTo>
                          <a:pt x="15707" y="234"/>
                        </a:lnTo>
                        <a:cubicBezTo>
                          <a:pt x="15352" y="255"/>
                          <a:pt x="14977" y="255"/>
                          <a:pt x="14622" y="297"/>
                        </a:cubicBezTo>
                        <a:cubicBezTo>
                          <a:pt x="14268" y="339"/>
                          <a:pt x="13913" y="401"/>
                          <a:pt x="13558" y="443"/>
                        </a:cubicBezTo>
                        <a:cubicBezTo>
                          <a:pt x="12870" y="547"/>
                          <a:pt x="12161" y="651"/>
                          <a:pt x="11452" y="714"/>
                        </a:cubicBezTo>
                        <a:cubicBezTo>
                          <a:pt x="11097" y="756"/>
                          <a:pt x="10722" y="797"/>
                          <a:pt x="10346" y="818"/>
                        </a:cubicBezTo>
                        <a:cubicBezTo>
                          <a:pt x="9992" y="860"/>
                          <a:pt x="9637" y="860"/>
                          <a:pt x="9283" y="881"/>
                        </a:cubicBezTo>
                        <a:lnTo>
                          <a:pt x="8344" y="881"/>
                        </a:lnTo>
                        <a:cubicBezTo>
                          <a:pt x="8031" y="860"/>
                          <a:pt x="7739" y="860"/>
                          <a:pt x="7447" y="818"/>
                        </a:cubicBezTo>
                        <a:cubicBezTo>
                          <a:pt x="6821" y="777"/>
                          <a:pt x="6216" y="735"/>
                          <a:pt x="5632" y="672"/>
                        </a:cubicBezTo>
                        <a:cubicBezTo>
                          <a:pt x="5132" y="610"/>
                          <a:pt x="4610" y="547"/>
                          <a:pt x="4110" y="485"/>
                        </a:cubicBezTo>
                        <a:cubicBezTo>
                          <a:pt x="3609" y="443"/>
                          <a:pt x="3130" y="380"/>
                          <a:pt x="2650" y="339"/>
                        </a:cubicBezTo>
                        <a:cubicBezTo>
                          <a:pt x="2420" y="318"/>
                          <a:pt x="2170" y="276"/>
                          <a:pt x="1941" y="255"/>
                        </a:cubicBezTo>
                        <a:cubicBezTo>
                          <a:pt x="1711" y="213"/>
                          <a:pt x="1482" y="193"/>
                          <a:pt x="1252" y="151"/>
                        </a:cubicBezTo>
                        <a:cubicBezTo>
                          <a:pt x="898" y="88"/>
                          <a:pt x="543" y="67"/>
                          <a:pt x="189" y="5"/>
                        </a:cubicBezTo>
                        <a:cubicBezTo>
                          <a:pt x="178" y="2"/>
                          <a:pt x="167" y="1"/>
                          <a:pt x="15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7" name="Google Shape;2687;p46"/>
                  <p:cNvSpPr/>
                  <p:nvPr/>
                </p:nvSpPr>
                <p:spPr>
                  <a:xfrm>
                    <a:off x="5536475" y="2168625"/>
                    <a:ext cx="18275" cy="8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1" h="359" extrusionOk="0">
                        <a:moveTo>
                          <a:pt x="197" y="0"/>
                        </a:moveTo>
                        <a:cubicBezTo>
                          <a:pt x="117" y="0"/>
                          <a:pt x="45" y="21"/>
                          <a:pt x="22" y="116"/>
                        </a:cubicBezTo>
                        <a:cubicBezTo>
                          <a:pt x="1" y="200"/>
                          <a:pt x="63" y="283"/>
                          <a:pt x="147" y="304"/>
                        </a:cubicBezTo>
                        <a:cubicBezTo>
                          <a:pt x="251" y="325"/>
                          <a:pt x="376" y="325"/>
                          <a:pt x="480" y="346"/>
                        </a:cubicBezTo>
                        <a:cubicBezTo>
                          <a:pt x="499" y="355"/>
                          <a:pt x="517" y="359"/>
                          <a:pt x="535" y="359"/>
                        </a:cubicBezTo>
                        <a:cubicBezTo>
                          <a:pt x="598" y="359"/>
                          <a:pt x="656" y="307"/>
                          <a:pt x="689" y="241"/>
                        </a:cubicBezTo>
                        <a:cubicBezTo>
                          <a:pt x="731" y="75"/>
                          <a:pt x="522" y="12"/>
                          <a:pt x="376" y="12"/>
                        </a:cubicBezTo>
                        <a:cubicBezTo>
                          <a:pt x="323" y="12"/>
                          <a:pt x="257" y="0"/>
                          <a:pt x="197" y="0"/>
                        </a:cubicBezTo>
                        <a:close/>
                      </a:path>
                    </a:pathLst>
                  </a:custGeom>
                  <a:solidFill>
                    <a:srgbClr val="572A2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8" name="Google Shape;2688;p46"/>
                  <p:cNvSpPr/>
                  <p:nvPr/>
                </p:nvSpPr>
                <p:spPr>
                  <a:xfrm>
                    <a:off x="5540650" y="2570800"/>
                    <a:ext cx="362950" cy="354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518" h="14173" extrusionOk="0">
                        <a:moveTo>
                          <a:pt x="187" y="1"/>
                        </a:moveTo>
                        <a:cubicBezTo>
                          <a:pt x="119" y="1"/>
                          <a:pt x="56" y="41"/>
                          <a:pt x="21" y="111"/>
                        </a:cubicBezTo>
                        <a:cubicBezTo>
                          <a:pt x="1" y="194"/>
                          <a:pt x="42" y="277"/>
                          <a:pt x="126" y="298"/>
                        </a:cubicBezTo>
                        <a:cubicBezTo>
                          <a:pt x="313" y="382"/>
                          <a:pt x="501" y="465"/>
                          <a:pt x="689" y="549"/>
                        </a:cubicBezTo>
                        <a:cubicBezTo>
                          <a:pt x="1002" y="674"/>
                          <a:pt x="1294" y="820"/>
                          <a:pt x="1586" y="1007"/>
                        </a:cubicBezTo>
                        <a:cubicBezTo>
                          <a:pt x="2587" y="1591"/>
                          <a:pt x="3526" y="2363"/>
                          <a:pt x="4256" y="3281"/>
                        </a:cubicBezTo>
                        <a:cubicBezTo>
                          <a:pt x="5090" y="4240"/>
                          <a:pt x="5695" y="5346"/>
                          <a:pt x="6341" y="6451"/>
                        </a:cubicBezTo>
                        <a:cubicBezTo>
                          <a:pt x="7050" y="7536"/>
                          <a:pt x="7676" y="8662"/>
                          <a:pt x="8385" y="9747"/>
                        </a:cubicBezTo>
                        <a:cubicBezTo>
                          <a:pt x="8907" y="10581"/>
                          <a:pt x="9491" y="11374"/>
                          <a:pt x="10200" y="12083"/>
                        </a:cubicBezTo>
                        <a:cubicBezTo>
                          <a:pt x="10680" y="12542"/>
                          <a:pt x="11243" y="12938"/>
                          <a:pt x="11806" y="13293"/>
                        </a:cubicBezTo>
                        <a:cubicBezTo>
                          <a:pt x="12557" y="13751"/>
                          <a:pt x="13454" y="13960"/>
                          <a:pt x="14309" y="14169"/>
                        </a:cubicBezTo>
                        <a:cubicBezTo>
                          <a:pt x="14320" y="14171"/>
                          <a:pt x="14331" y="14173"/>
                          <a:pt x="14342" y="14173"/>
                        </a:cubicBezTo>
                        <a:cubicBezTo>
                          <a:pt x="14413" y="14173"/>
                          <a:pt x="14479" y="14116"/>
                          <a:pt x="14497" y="14043"/>
                        </a:cubicBezTo>
                        <a:cubicBezTo>
                          <a:pt x="14518" y="13877"/>
                          <a:pt x="14330" y="13856"/>
                          <a:pt x="14205" y="13814"/>
                        </a:cubicBezTo>
                        <a:cubicBezTo>
                          <a:pt x="13975" y="13772"/>
                          <a:pt x="13746" y="13710"/>
                          <a:pt x="13516" y="13647"/>
                        </a:cubicBezTo>
                        <a:cubicBezTo>
                          <a:pt x="12974" y="13480"/>
                          <a:pt x="12432" y="13293"/>
                          <a:pt x="11931" y="13001"/>
                        </a:cubicBezTo>
                        <a:cubicBezTo>
                          <a:pt x="11431" y="12688"/>
                          <a:pt x="10930" y="12333"/>
                          <a:pt x="10492" y="11937"/>
                        </a:cubicBezTo>
                        <a:cubicBezTo>
                          <a:pt x="9407" y="10894"/>
                          <a:pt x="8636" y="9580"/>
                          <a:pt x="7864" y="8308"/>
                        </a:cubicBezTo>
                        <a:cubicBezTo>
                          <a:pt x="7363" y="7473"/>
                          <a:pt x="6821" y="6660"/>
                          <a:pt x="6320" y="5826"/>
                        </a:cubicBezTo>
                        <a:cubicBezTo>
                          <a:pt x="5549" y="4407"/>
                          <a:pt x="4631" y="3031"/>
                          <a:pt x="3421" y="1946"/>
                        </a:cubicBezTo>
                        <a:cubicBezTo>
                          <a:pt x="2691" y="1320"/>
                          <a:pt x="1899" y="778"/>
                          <a:pt x="1043" y="361"/>
                        </a:cubicBezTo>
                        <a:cubicBezTo>
                          <a:pt x="772" y="236"/>
                          <a:pt x="501" y="111"/>
                          <a:pt x="230" y="6"/>
                        </a:cubicBezTo>
                        <a:cubicBezTo>
                          <a:pt x="216" y="3"/>
                          <a:pt x="201" y="1"/>
                          <a:pt x="18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9" name="Google Shape;2689;p46"/>
                  <p:cNvSpPr/>
                  <p:nvPr/>
                </p:nvSpPr>
                <p:spPr>
                  <a:xfrm>
                    <a:off x="4832475" y="1978900"/>
                    <a:ext cx="202975" cy="6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19" h="2436" extrusionOk="0">
                        <a:moveTo>
                          <a:pt x="202" y="0"/>
                        </a:moveTo>
                        <a:cubicBezTo>
                          <a:pt x="52" y="0"/>
                          <a:pt x="0" y="244"/>
                          <a:pt x="170" y="301"/>
                        </a:cubicBezTo>
                        <a:cubicBezTo>
                          <a:pt x="1525" y="739"/>
                          <a:pt x="2923" y="1073"/>
                          <a:pt x="4279" y="1448"/>
                        </a:cubicBezTo>
                        <a:cubicBezTo>
                          <a:pt x="5468" y="1782"/>
                          <a:pt x="6636" y="2136"/>
                          <a:pt x="7825" y="2428"/>
                        </a:cubicBezTo>
                        <a:cubicBezTo>
                          <a:pt x="7844" y="2433"/>
                          <a:pt x="7862" y="2435"/>
                          <a:pt x="7879" y="2435"/>
                        </a:cubicBezTo>
                        <a:cubicBezTo>
                          <a:pt x="8083" y="2435"/>
                          <a:pt x="8118" y="2115"/>
                          <a:pt x="7887" y="2115"/>
                        </a:cubicBezTo>
                        <a:cubicBezTo>
                          <a:pt x="7199" y="1969"/>
                          <a:pt x="6552" y="1761"/>
                          <a:pt x="5864" y="1573"/>
                        </a:cubicBezTo>
                        <a:cubicBezTo>
                          <a:pt x="4008" y="1031"/>
                          <a:pt x="2110" y="572"/>
                          <a:pt x="253" y="9"/>
                        </a:cubicBezTo>
                        <a:cubicBezTo>
                          <a:pt x="235" y="3"/>
                          <a:pt x="218" y="0"/>
                          <a:pt x="20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0" name="Google Shape;2690;p46"/>
                  <p:cNvSpPr/>
                  <p:nvPr/>
                </p:nvSpPr>
                <p:spPr>
                  <a:xfrm>
                    <a:off x="4737950" y="2406075"/>
                    <a:ext cx="200975" cy="43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39" h="1723" extrusionOk="0">
                        <a:moveTo>
                          <a:pt x="199" y="0"/>
                        </a:moveTo>
                        <a:cubicBezTo>
                          <a:pt x="25" y="0"/>
                          <a:pt x="0" y="257"/>
                          <a:pt x="176" y="296"/>
                        </a:cubicBezTo>
                        <a:cubicBezTo>
                          <a:pt x="1719" y="588"/>
                          <a:pt x="3262" y="797"/>
                          <a:pt x="4785" y="1047"/>
                        </a:cubicBezTo>
                        <a:cubicBezTo>
                          <a:pt x="5432" y="1172"/>
                          <a:pt x="6078" y="1339"/>
                          <a:pt x="6725" y="1485"/>
                        </a:cubicBezTo>
                        <a:cubicBezTo>
                          <a:pt x="7079" y="1548"/>
                          <a:pt x="7434" y="1610"/>
                          <a:pt x="7768" y="1715"/>
                        </a:cubicBezTo>
                        <a:cubicBezTo>
                          <a:pt x="7787" y="1719"/>
                          <a:pt x="7807" y="1722"/>
                          <a:pt x="7826" y="1722"/>
                        </a:cubicBezTo>
                        <a:cubicBezTo>
                          <a:pt x="7888" y="1722"/>
                          <a:pt x="7944" y="1695"/>
                          <a:pt x="7976" y="1631"/>
                        </a:cubicBezTo>
                        <a:cubicBezTo>
                          <a:pt x="8039" y="1485"/>
                          <a:pt x="7893" y="1402"/>
                          <a:pt x="7768" y="1381"/>
                        </a:cubicBezTo>
                        <a:cubicBezTo>
                          <a:pt x="7455" y="1297"/>
                          <a:pt x="7142" y="1256"/>
                          <a:pt x="6829" y="1172"/>
                        </a:cubicBezTo>
                        <a:cubicBezTo>
                          <a:pt x="6183" y="1047"/>
                          <a:pt x="5536" y="880"/>
                          <a:pt x="4889" y="755"/>
                        </a:cubicBezTo>
                        <a:cubicBezTo>
                          <a:pt x="3346" y="484"/>
                          <a:pt x="1782" y="296"/>
                          <a:pt x="238" y="4"/>
                        </a:cubicBezTo>
                        <a:cubicBezTo>
                          <a:pt x="224" y="1"/>
                          <a:pt x="211" y="0"/>
                          <a:pt x="19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1" name="Google Shape;2691;p46"/>
                  <p:cNvSpPr/>
                  <p:nvPr/>
                </p:nvSpPr>
                <p:spPr>
                  <a:xfrm>
                    <a:off x="4728775" y="1977525"/>
                    <a:ext cx="114525" cy="506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81" h="20270" extrusionOk="0">
                        <a:moveTo>
                          <a:pt x="4341" y="0"/>
                        </a:moveTo>
                        <a:cubicBezTo>
                          <a:pt x="4333" y="0"/>
                          <a:pt x="4326" y="1"/>
                          <a:pt x="4318" y="1"/>
                        </a:cubicBezTo>
                        <a:cubicBezTo>
                          <a:pt x="4067" y="1"/>
                          <a:pt x="3817" y="690"/>
                          <a:pt x="3650" y="919"/>
                        </a:cubicBezTo>
                        <a:cubicBezTo>
                          <a:pt x="3337" y="1482"/>
                          <a:pt x="3045" y="2045"/>
                          <a:pt x="2816" y="2629"/>
                        </a:cubicBezTo>
                        <a:cubicBezTo>
                          <a:pt x="2128" y="4402"/>
                          <a:pt x="1648" y="6238"/>
                          <a:pt x="1210" y="8094"/>
                        </a:cubicBezTo>
                        <a:cubicBezTo>
                          <a:pt x="772" y="9929"/>
                          <a:pt x="543" y="11786"/>
                          <a:pt x="292" y="13663"/>
                        </a:cubicBezTo>
                        <a:cubicBezTo>
                          <a:pt x="209" y="14476"/>
                          <a:pt x="188" y="15311"/>
                          <a:pt x="146" y="16124"/>
                        </a:cubicBezTo>
                        <a:cubicBezTo>
                          <a:pt x="84" y="17250"/>
                          <a:pt x="0" y="18439"/>
                          <a:pt x="563" y="19461"/>
                        </a:cubicBezTo>
                        <a:cubicBezTo>
                          <a:pt x="709" y="19795"/>
                          <a:pt x="960" y="20087"/>
                          <a:pt x="1314" y="20254"/>
                        </a:cubicBezTo>
                        <a:cubicBezTo>
                          <a:pt x="1339" y="20265"/>
                          <a:pt x="1362" y="20270"/>
                          <a:pt x="1384" y="20270"/>
                        </a:cubicBezTo>
                        <a:cubicBezTo>
                          <a:pt x="1530" y="20270"/>
                          <a:pt x="1605" y="20055"/>
                          <a:pt x="1460" y="19983"/>
                        </a:cubicBezTo>
                        <a:cubicBezTo>
                          <a:pt x="1022" y="19795"/>
                          <a:pt x="814" y="19336"/>
                          <a:pt x="647" y="18919"/>
                        </a:cubicBezTo>
                        <a:cubicBezTo>
                          <a:pt x="417" y="18293"/>
                          <a:pt x="397" y="17584"/>
                          <a:pt x="417" y="16917"/>
                        </a:cubicBezTo>
                        <a:cubicBezTo>
                          <a:pt x="480" y="15707"/>
                          <a:pt x="501" y="14497"/>
                          <a:pt x="647" y="13288"/>
                        </a:cubicBezTo>
                        <a:cubicBezTo>
                          <a:pt x="939" y="10993"/>
                          <a:pt x="1293" y="8720"/>
                          <a:pt x="1919" y="6488"/>
                        </a:cubicBezTo>
                        <a:cubicBezTo>
                          <a:pt x="2315" y="5111"/>
                          <a:pt x="2670" y="3693"/>
                          <a:pt x="3254" y="2358"/>
                        </a:cubicBezTo>
                        <a:cubicBezTo>
                          <a:pt x="3504" y="1858"/>
                          <a:pt x="3755" y="1357"/>
                          <a:pt x="4047" y="877"/>
                        </a:cubicBezTo>
                        <a:cubicBezTo>
                          <a:pt x="4151" y="690"/>
                          <a:pt x="4234" y="481"/>
                          <a:pt x="4359" y="314"/>
                        </a:cubicBezTo>
                        <a:cubicBezTo>
                          <a:pt x="4581" y="274"/>
                          <a:pt x="4550" y="0"/>
                          <a:pt x="434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2" name="Google Shape;2692;p46"/>
                  <p:cNvSpPr/>
                  <p:nvPr/>
                </p:nvSpPr>
                <p:spPr>
                  <a:xfrm>
                    <a:off x="4755875" y="1941475"/>
                    <a:ext cx="100150" cy="45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6" h="1804" extrusionOk="0">
                        <a:moveTo>
                          <a:pt x="162" y="1"/>
                        </a:moveTo>
                        <a:cubicBezTo>
                          <a:pt x="88" y="1"/>
                          <a:pt x="22" y="75"/>
                          <a:pt x="22" y="150"/>
                        </a:cubicBezTo>
                        <a:cubicBezTo>
                          <a:pt x="1" y="275"/>
                          <a:pt x="147" y="317"/>
                          <a:pt x="251" y="317"/>
                        </a:cubicBezTo>
                        <a:cubicBezTo>
                          <a:pt x="627" y="400"/>
                          <a:pt x="1044" y="505"/>
                          <a:pt x="1440" y="588"/>
                        </a:cubicBezTo>
                        <a:cubicBezTo>
                          <a:pt x="1732" y="651"/>
                          <a:pt x="2003" y="734"/>
                          <a:pt x="2295" y="797"/>
                        </a:cubicBezTo>
                        <a:cubicBezTo>
                          <a:pt x="2691" y="901"/>
                          <a:pt x="3109" y="943"/>
                          <a:pt x="3484" y="1151"/>
                        </a:cubicBezTo>
                        <a:cubicBezTo>
                          <a:pt x="3755" y="1297"/>
                          <a:pt x="3567" y="1568"/>
                          <a:pt x="3734" y="1756"/>
                        </a:cubicBezTo>
                        <a:lnTo>
                          <a:pt x="3713" y="1756"/>
                        </a:lnTo>
                        <a:cubicBezTo>
                          <a:pt x="3745" y="1787"/>
                          <a:pt x="3786" y="1803"/>
                          <a:pt x="3828" y="1803"/>
                        </a:cubicBezTo>
                        <a:cubicBezTo>
                          <a:pt x="3870" y="1803"/>
                          <a:pt x="3912" y="1787"/>
                          <a:pt x="3943" y="1756"/>
                        </a:cubicBezTo>
                        <a:cubicBezTo>
                          <a:pt x="3985" y="1714"/>
                          <a:pt x="4005" y="1631"/>
                          <a:pt x="3964" y="1568"/>
                        </a:cubicBezTo>
                        <a:cubicBezTo>
                          <a:pt x="3964" y="1485"/>
                          <a:pt x="3964" y="1381"/>
                          <a:pt x="3943" y="1297"/>
                        </a:cubicBezTo>
                        <a:cubicBezTo>
                          <a:pt x="3839" y="651"/>
                          <a:pt x="2420" y="546"/>
                          <a:pt x="1878" y="379"/>
                        </a:cubicBezTo>
                        <a:cubicBezTo>
                          <a:pt x="1315" y="254"/>
                          <a:pt x="752" y="87"/>
                          <a:pt x="189" y="4"/>
                        </a:cubicBezTo>
                        <a:cubicBezTo>
                          <a:pt x="180" y="2"/>
                          <a:pt x="171" y="1"/>
                          <a:pt x="16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3" name="Google Shape;2693;p46"/>
                  <p:cNvSpPr/>
                  <p:nvPr/>
                </p:nvSpPr>
                <p:spPr>
                  <a:xfrm>
                    <a:off x="4639075" y="1943100"/>
                    <a:ext cx="126225" cy="527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49" h="21110" extrusionOk="0">
                        <a:moveTo>
                          <a:pt x="4850" y="0"/>
                        </a:moveTo>
                        <a:cubicBezTo>
                          <a:pt x="4617" y="0"/>
                          <a:pt x="4458" y="217"/>
                          <a:pt x="4318" y="377"/>
                        </a:cubicBezTo>
                        <a:cubicBezTo>
                          <a:pt x="4005" y="711"/>
                          <a:pt x="3776" y="1107"/>
                          <a:pt x="3567" y="1524"/>
                        </a:cubicBezTo>
                        <a:cubicBezTo>
                          <a:pt x="3296" y="2108"/>
                          <a:pt x="3025" y="2692"/>
                          <a:pt x="2796" y="3297"/>
                        </a:cubicBezTo>
                        <a:cubicBezTo>
                          <a:pt x="2504" y="4111"/>
                          <a:pt x="2316" y="4987"/>
                          <a:pt x="2086" y="5821"/>
                        </a:cubicBezTo>
                        <a:cubicBezTo>
                          <a:pt x="1899" y="6467"/>
                          <a:pt x="1711" y="7072"/>
                          <a:pt x="1565" y="7719"/>
                        </a:cubicBezTo>
                        <a:cubicBezTo>
                          <a:pt x="981" y="10201"/>
                          <a:pt x="501" y="12871"/>
                          <a:pt x="314" y="15415"/>
                        </a:cubicBezTo>
                        <a:cubicBezTo>
                          <a:pt x="251" y="16625"/>
                          <a:pt x="1" y="20338"/>
                          <a:pt x="898" y="21110"/>
                        </a:cubicBezTo>
                        <a:lnTo>
                          <a:pt x="918" y="21089"/>
                        </a:lnTo>
                        <a:cubicBezTo>
                          <a:pt x="933" y="21094"/>
                          <a:pt x="948" y="21096"/>
                          <a:pt x="962" y="21096"/>
                        </a:cubicBezTo>
                        <a:cubicBezTo>
                          <a:pt x="1066" y="21096"/>
                          <a:pt x="1140" y="20970"/>
                          <a:pt x="1085" y="20859"/>
                        </a:cubicBezTo>
                        <a:cubicBezTo>
                          <a:pt x="1002" y="20755"/>
                          <a:pt x="939" y="20630"/>
                          <a:pt x="877" y="20505"/>
                        </a:cubicBezTo>
                        <a:cubicBezTo>
                          <a:pt x="731" y="20088"/>
                          <a:pt x="668" y="19650"/>
                          <a:pt x="606" y="19191"/>
                        </a:cubicBezTo>
                        <a:cubicBezTo>
                          <a:pt x="522" y="18315"/>
                          <a:pt x="543" y="17418"/>
                          <a:pt x="564" y="16542"/>
                        </a:cubicBezTo>
                        <a:cubicBezTo>
                          <a:pt x="585" y="15895"/>
                          <a:pt x="626" y="15228"/>
                          <a:pt x="710" y="14581"/>
                        </a:cubicBezTo>
                        <a:cubicBezTo>
                          <a:pt x="835" y="13100"/>
                          <a:pt x="1085" y="11619"/>
                          <a:pt x="1356" y="10159"/>
                        </a:cubicBezTo>
                        <a:cubicBezTo>
                          <a:pt x="1607" y="8866"/>
                          <a:pt x="1899" y="7573"/>
                          <a:pt x="2274" y="6321"/>
                        </a:cubicBezTo>
                        <a:cubicBezTo>
                          <a:pt x="2691" y="4715"/>
                          <a:pt x="3088" y="3089"/>
                          <a:pt x="3880" y="1629"/>
                        </a:cubicBezTo>
                        <a:cubicBezTo>
                          <a:pt x="4026" y="1295"/>
                          <a:pt x="4214" y="982"/>
                          <a:pt x="4443" y="690"/>
                        </a:cubicBezTo>
                        <a:cubicBezTo>
                          <a:pt x="4589" y="544"/>
                          <a:pt x="4694" y="377"/>
                          <a:pt x="4881" y="294"/>
                        </a:cubicBezTo>
                        <a:cubicBezTo>
                          <a:pt x="5048" y="273"/>
                          <a:pt x="5048" y="22"/>
                          <a:pt x="4881" y="2"/>
                        </a:cubicBezTo>
                        <a:cubicBezTo>
                          <a:pt x="4871" y="1"/>
                          <a:pt x="4860" y="0"/>
                          <a:pt x="485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4" name="Google Shape;2694;p46"/>
                  <p:cNvSpPr/>
                  <p:nvPr/>
                </p:nvSpPr>
                <p:spPr>
                  <a:xfrm>
                    <a:off x="4658900" y="2466650"/>
                    <a:ext cx="116300" cy="32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2" h="1294" extrusionOk="0">
                        <a:moveTo>
                          <a:pt x="167" y="1"/>
                        </a:moveTo>
                        <a:cubicBezTo>
                          <a:pt x="84" y="1"/>
                          <a:pt x="21" y="42"/>
                          <a:pt x="0" y="105"/>
                        </a:cubicBezTo>
                        <a:lnTo>
                          <a:pt x="271" y="439"/>
                        </a:lnTo>
                        <a:cubicBezTo>
                          <a:pt x="271" y="460"/>
                          <a:pt x="271" y="460"/>
                          <a:pt x="292" y="460"/>
                        </a:cubicBezTo>
                        <a:cubicBezTo>
                          <a:pt x="334" y="501"/>
                          <a:pt x="397" y="543"/>
                          <a:pt x="459" y="585"/>
                        </a:cubicBezTo>
                        <a:cubicBezTo>
                          <a:pt x="1022" y="939"/>
                          <a:pt x="1669" y="1127"/>
                          <a:pt x="2315" y="1231"/>
                        </a:cubicBezTo>
                        <a:cubicBezTo>
                          <a:pt x="2587" y="1273"/>
                          <a:pt x="2858" y="1294"/>
                          <a:pt x="3150" y="1294"/>
                        </a:cubicBezTo>
                        <a:cubicBezTo>
                          <a:pt x="3338" y="1294"/>
                          <a:pt x="3504" y="1294"/>
                          <a:pt x="3692" y="1273"/>
                        </a:cubicBezTo>
                        <a:cubicBezTo>
                          <a:pt x="4047" y="1231"/>
                          <a:pt x="4485" y="1190"/>
                          <a:pt x="4610" y="814"/>
                        </a:cubicBezTo>
                        <a:cubicBezTo>
                          <a:pt x="4652" y="731"/>
                          <a:pt x="4610" y="647"/>
                          <a:pt x="4526" y="606"/>
                        </a:cubicBezTo>
                        <a:cubicBezTo>
                          <a:pt x="4512" y="602"/>
                          <a:pt x="4497" y="600"/>
                          <a:pt x="4482" y="600"/>
                        </a:cubicBezTo>
                        <a:cubicBezTo>
                          <a:pt x="4415" y="600"/>
                          <a:pt x="4352" y="638"/>
                          <a:pt x="4318" y="689"/>
                        </a:cubicBezTo>
                        <a:cubicBezTo>
                          <a:pt x="4297" y="752"/>
                          <a:pt x="4276" y="793"/>
                          <a:pt x="4234" y="835"/>
                        </a:cubicBezTo>
                        <a:cubicBezTo>
                          <a:pt x="4047" y="939"/>
                          <a:pt x="3859" y="939"/>
                          <a:pt x="3671" y="960"/>
                        </a:cubicBezTo>
                        <a:cubicBezTo>
                          <a:pt x="3499" y="981"/>
                          <a:pt x="3325" y="991"/>
                          <a:pt x="3152" y="991"/>
                        </a:cubicBezTo>
                        <a:cubicBezTo>
                          <a:pt x="2467" y="991"/>
                          <a:pt x="1784" y="834"/>
                          <a:pt x="1168" y="585"/>
                        </a:cubicBezTo>
                        <a:cubicBezTo>
                          <a:pt x="960" y="501"/>
                          <a:pt x="751" y="397"/>
                          <a:pt x="543" y="272"/>
                        </a:cubicBezTo>
                        <a:cubicBezTo>
                          <a:pt x="417" y="188"/>
                          <a:pt x="313" y="42"/>
                          <a:pt x="16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5" name="Google Shape;2695;p46"/>
                  <p:cNvSpPr/>
                  <p:nvPr/>
                </p:nvSpPr>
                <p:spPr>
                  <a:xfrm>
                    <a:off x="4765800" y="2415550"/>
                    <a:ext cx="34700" cy="73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88" h="2947" extrusionOk="0">
                        <a:moveTo>
                          <a:pt x="1235" y="0"/>
                        </a:moveTo>
                        <a:cubicBezTo>
                          <a:pt x="1166" y="0"/>
                          <a:pt x="1095" y="48"/>
                          <a:pt x="1085" y="147"/>
                        </a:cubicBezTo>
                        <a:cubicBezTo>
                          <a:pt x="1001" y="960"/>
                          <a:pt x="668" y="1753"/>
                          <a:pt x="230" y="2441"/>
                        </a:cubicBezTo>
                        <a:cubicBezTo>
                          <a:pt x="167" y="2545"/>
                          <a:pt x="63" y="2629"/>
                          <a:pt x="21" y="2754"/>
                        </a:cubicBezTo>
                        <a:cubicBezTo>
                          <a:pt x="0" y="2837"/>
                          <a:pt x="42" y="2921"/>
                          <a:pt x="125" y="2942"/>
                        </a:cubicBezTo>
                        <a:cubicBezTo>
                          <a:pt x="136" y="2945"/>
                          <a:pt x="148" y="2947"/>
                          <a:pt x="160" y="2947"/>
                        </a:cubicBezTo>
                        <a:cubicBezTo>
                          <a:pt x="216" y="2947"/>
                          <a:pt x="279" y="2910"/>
                          <a:pt x="313" y="2858"/>
                        </a:cubicBezTo>
                        <a:cubicBezTo>
                          <a:pt x="311" y="2858"/>
                          <a:pt x="309" y="2858"/>
                          <a:pt x="307" y="2859"/>
                        </a:cubicBezTo>
                        <a:lnTo>
                          <a:pt x="307" y="2859"/>
                        </a:lnTo>
                        <a:cubicBezTo>
                          <a:pt x="883" y="2071"/>
                          <a:pt x="1294" y="1140"/>
                          <a:pt x="1377" y="168"/>
                        </a:cubicBezTo>
                        <a:cubicBezTo>
                          <a:pt x="1388" y="58"/>
                          <a:pt x="1312" y="0"/>
                          <a:pt x="123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6" name="Google Shape;2696;p46"/>
                  <p:cNvSpPr/>
                  <p:nvPr/>
                </p:nvSpPr>
                <p:spPr>
                  <a:xfrm>
                    <a:off x="4605175" y="1938450"/>
                    <a:ext cx="118600" cy="507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44" h="20316" extrusionOk="0">
                        <a:moveTo>
                          <a:pt x="4590" y="42"/>
                        </a:moveTo>
                        <a:cubicBezTo>
                          <a:pt x="4596" y="44"/>
                          <a:pt x="4602" y="47"/>
                          <a:pt x="4607" y="50"/>
                        </a:cubicBezTo>
                        <a:lnTo>
                          <a:pt x="4607" y="50"/>
                        </a:lnTo>
                        <a:cubicBezTo>
                          <a:pt x="4604" y="46"/>
                          <a:pt x="4599" y="42"/>
                          <a:pt x="4590" y="42"/>
                        </a:cubicBezTo>
                        <a:close/>
                        <a:moveTo>
                          <a:pt x="4451" y="0"/>
                        </a:moveTo>
                        <a:cubicBezTo>
                          <a:pt x="4109" y="0"/>
                          <a:pt x="3732" y="746"/>
                          <a:pt x="3588" y="980"/>
                        </a:cubicBezTo>
                        <a:cubicBezTo>
                          <a:pt x="3380" y="1314"/>
                          <a:pt x="3213" y="1669"/>
                          <a:pt x="3067" y="2023"/>
                        </a:cubicBezTo>
                        <a:cubicBezTo>
                          <a:pt x="2504" y="3379"/>
                          <a:pt x="2003" y="4735"/>
                          <a:pt x="1649" y="6153"/>
                        </a:cubicBezTo>
                        <a:cubicBezTo>
                          <a:pt x="1232" y="7759"/>
                          <a:pt x="814" y="9344"/>
                          <a:pt x="522" y="10992"/>
                        </a:cubicBezTo>
                        <a:cubicBezTo>
                          <a:pt x="210" y="12619"/>
                          <a:pt x="64" y="14287"/>
                          <a:pt x="43" y="15956"/>
                        </a:cubicBezTo>
                        <a:cubicBezTo>
                          <a:pt x="22" y="16978"/>
                          <a:pt x="1" y="19752"/>
                          <a:pt x="919" y="20294"/>
                        </a:cubicBezTo>
                        <a:cubicBezTo>
                          <a:pt x="940" y="20308"/>
                          <a:pt x="965" y="20315"/>
                          <a:pt x="991" y="20315"/>
                        </a:cubicBezTo>
                        <a:cubicBezTo>
                          <a:pt x="1044" y="20315"/>
                          <a:pt x="1099" y="20287"/>
                          <a:pt x="1127" y="20232"/>
                        </a:cubicBezTo>
                        <a:cubicBezTo>
                          <a:pt x="1169" y="20148"/>
                          <a:pt x="1127" y="20065"/>
                          <a:pt x="1065" y="20023"/>
                        </a:cubicBezTo>
                        <a:cubicBezTo>
                          <a:pt x="1023" y="20002"/>
                          <a:pt x="981" y="19982"/>
                          <a:pt x="960" y="19940"/>
                        </a:cubicBezTo>
                        <a:cubicBezTo>
                          <a:pt x="314" y="18980"/>
                          <a:pt x="356" y="17145"/>
                          <a:pt x="356" y="15977"/>
                        </a:cubicBezTo>
                        <a:cubicBezTo>
                          <a:pt x="376" y="13912"/>
                          <a:pt x="627" y="11826"/>
                          <a:pt x="1086" y="9803"/>
                        </a:cubicBezTo>
                        <a:cubicBezTo>
                          <a:pt x="1252" y="8990"/>
                          <a:pt x="1440" y="8176"/>
                          <a:pt x="1670" y="7384"/>
                        </a:cubicBezTo>
                        <a:cubicBezTo>
                          <a:pt x="2024" y="5944"/>
                          <a:pt x="2400" y="4505"/>
                          <a:pt x="2963" y="3129"/>
                        </a:cubicBezTo>
                        <a:cubicBezTo>
                          <a:pt x="3192" y="2545"/>
                          <a:pt x="3401" y="1961"/>
                          <a:pt x="3714" y="1397"/>
                        </a:cubicBezTo>
                        <a:cubicBezTo>
                          <a:pt x="3922" y="1022"/>
                          <a:pt x="4110" y="605"/>
                          <a:pt x="4444" y="313"/>
                        </a:cubicBezTo>
                        <a:cubicBezTo>
                          <a:pt x="4471" y="328"/>
                          <a:pt x="4498" y="335"/>
                          <a:pt x="4523" y="335"/>
                        </a:cubicBezTo>
                        <a:cubicBezTo>
                          <a:pt x="4662" y="335"/>
                          <a:pt x="4743" y="129"/>
                          <a:pt x="4607" y="50"/>
                        </a:cubicBezTo>
                        <a:lnTo>
                          <a:pt x="4607" y="50"/>
                        </a:lnTo>
                        <a:cubicBezTo>
                          <a:pt x="4610" y="56"/>
                          <a:pt x="4610" y="62"/>
                          <a:pt x="4610" y="62"/>
                        </a:cubicBezTo>
                        <a:cubicBezTo>
                          <a:pt x="4559" y="19"/>
                          <a:pt x="4505" y="0"/>
                          <a:pt x="445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7" name="Google Shape;2697;p46"/>
                  <p:cNvSpPr/>
                  <p:nvPr/>
                </p:nvSpPr>
                <p:spPr>
                  <a:xfrm>
                    <a:off x="4643775" y="1910975"/>
                    <a:ext cx="91800" cy="41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72" h="1647" extrusionOk="0">
                        <a:moveTo>
                          <a:pt x="199" y="1"/>
                        </a:moveTo>
                        <a:cubicBezTo>
                          <a:pt x="174" y="1"/>
                          <a:pt x="150" y="11"/>
                          <a:pt x="126" y="35"/>
                        </a:cubicBezTo>
                        <a:cubicBezTo>
                          <a:pt x="0" y="98"/>
                          <a:pt x="42" y="285"/>
                          <a:pt x="167" y="306"/>
                        </a:cubicBezTo>
                        <a:cubicBezTo>
                          <a:pt x="501" y="348"/>
                          <a:pt x="856" y="369"/>
                          <a:pt x="1189" y="431"/>
                        </a:cubicBezTo>
                        <a:cubicBezTo>
                          <a:pt x="1648" y="536"/>
                          <a:pt x="3212" y="703"/>
                          <a:pt x="3338" y="1161"/>
                        </a:cubicBezTo>
                        <a:cubicBezTo>
                          <a:pt x="3379" y="1328"/>
                          <a:pt x="3192" y="1579"/>
                          <a:pt x="3421" y="1641"/>
                        </a:cubicBezTo>
                        <a:cubicBezTo>
                          <a:pt x="3435" y="1645"/>
                          <a:pt x="3450" y="1647"/>
                          <a:pt x="3464" y="1647"/>
                        </a:cubicBezTo>
                        <a:cubicBezTo>
                          <a:pt x="3531" y="1647"/>
                          <a:pt x="3592" y="1606"/>
                          <a:pt x="3609" y="1537"/>
                        </a:cubicBezTo>
                        <a:cubicBezTo>
                          <a:pt x="3630" y="1412"/>
                          <a:pt x="3671" y="1266"/>
                          <a:pt x="3651" y="1141"/>
                        </a:cubicBezTo>
                        <a:cubicBezTo>
                          <a:pt x="3505" y="494"/>
                          <a:pt x="2503" y="390"/>
                          <a:pt x="1982" y="265"/>
                        </a:cubicBezTo>
                        <a:cubicBezTo>
                          <a:pt x="1544" y="181"/>
                          <a:pt x="1106" y="98"/>
                          <a:pt x="668" y="56"/>
                        </a:cubicBezTo>
                        <a:cubicBezTo>
                          <a:pt x="543" y="35"/>
                          <a:pt x="397" y="35"/>
                          <a:pt x="251" y="14"/>
                        </a:cubicBezTo>
                        <a:cubicBezTo>
                          <a:pt x="233" y="6"/>
                          <a:pt x="216" y="1"/>
                          <a:pt x="199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8" name="Google Shape;2698;p46"/>
                  <p:cNvSpPr/>
                  <p:nvPr/>
                </p:nvSpPr>
                <p:spPr>
                  <a:xfrm>
                    <a:off x="4530625" y="1910200"/>
                    <a:ext cx="122025" cy="544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81" h="21765" extrusionOk="0">
                        <a:moveTo>
                          <a:pt x="4661" y="1"/>
                        </a:moveTo>
                        <a:cubicBezTo>
                          <a:pt x="4550" y="1"/>
                          <a:pt x="4457" y="96"/>
                          <a:pt x="4380" y="191"/>
                        </a:cubicBezTo>
                        <a:cubicBezTo>
                          <a:pt x="4193" y="421"/>
                          <a:pt x="4026" y="650"/>
                          <a:pt x="3880" y="900"/>
                        </a:cubicBezTo>
                        <a:cubicBezTo>
                          <a:pt x="3066" y="2110"/>
                          <a:pt x="2503" y="3466"/>
                          <a:pt x="2086" y="4843"/>
                        </a:cubicBezTo>
                        <a:cubicBezTo>
                          <a:pt x="1523" y="6553"/>
                          <a:pt x="1127" y="8326"/>
                          <a:pt x="793" y="10099"/>
                        </a:cubicBezTo>
                        <a:cubicBezTo>
                          <a:pt x="459" y="11851"/>
                          <a:pt x="292" y="13644"/>
                          <a:pt x="125" y="15438"/>
                        </a:cubicBezTo>
                        <a:cubicBezTo>
                          <a:pt x="63" y="16106"/>
                          <a:pt x="42" y="16752"/>
                          <a:pt x="21" y="17399"/>
                        </a:cubicBezTo>
                        <a:cubicBezTo>
                          <a:pt x="0" y="18254"/>
                          <a:pt x="0" y="19109"/>
                          <a:pt x="167" y="19964"/>
                        </a:cubicBezTo>
                        <a:cubicBezTo>
                          <a:pt x="334" y="20966"/>
                          <a:pt x="960" y="21237"/>
                          <a:pt x="1877" y="21424"/>
                        </a:cubicBezTo>
                        <a:cubicBezTo>
                          <a:pt x="2336" y="21487"/>
                          <a:pt x="2754" y="21654"/>
                          <a:pt x="3192" y="21758"/>
                        </a:cubicBezTo>
                        <a:lnTo>
                          <a:pt x="3192" y="21737"/>
                        </a:lnTo>
                        <a:cubicBezTo>
                          <a:pt x="3302" y="21755"/>
                          <a:pt x="3411" y="21764"/>
                          <a:pt x="3518" y="21764"/>
                        </a:cubicBezTo>
                        <a:cubicBezTo>
                          <a:pt x="4040" y="21764"/>
                          <a:pt x="4506" y="21544"/>
                          <a:pt x="4714" y="21007"/>
                        </a:cubicBezTo>
                        <a:cubicBezTo>
                          <a:pt x="4751" y="20872"/>
                          <a:pt x="4658" y="20788"/>
                          <a:pt x="4562" y="20788"/>
                        </a:cubicBezTo>
                        <a:cubicBezTo>
                          <a:pt x="4495" y="20788"/>
                          <a:pt x="4427" y="20829"/>
                          <a:pt x="4401" y="20924"/>
                        </a:cubicBezTo>
                        <a:cubicBezTo>
                          <a:pt x="4234" y="21341"/>
                          <a:pt x="3880" y="21466"/>
                          <a:pt x="3463" y="21466"/>
                        </a:cubicBezTo>
                        <a:cubicBezTo>
                          <a:pt x="3108" y="21445"/>
                          <a:pt x="2774" y="21299"/>
                          <a:pt x="2441" y="21216"/>
                        </a:cubicBezTo>
                        <a:cubicBezTo>
                          <a:pt x="1773" y="21028"/>
                          <a:pt x="835" y="21028"/>
                          <a:pt x="563" y="20256"/>
                        </a:cubicBezTo>
                        <a:cubicBezTo>
                          <a:pt x="313" y="19443"/>
                          <a:pt x="334" y="18588"/>
                          <a:pt x="334" y="17753"/>
                        </a:cubicBezTo>
                        <a:cubicBezTo>
                          <a:pt x="355" y="16877"/>
                          <a:pt x="376" y="16001"/>
                          <a:pt x="459" y="15125"/>
                        </a:cubicBezTo>
                        <a:cubicBezTo>
                          <a:pt x="709" y="12059"/>
                          <a:pt x="1189" y="9014"/>
                          <a:pt x="2044" y="6052"/>
                        </a:cubicBezTo>
                        <a:cubicBezTo>
                          <a:pt x="2462" y="4676"/>
                          <a:pt x="2858" y="3278"/>
                          <a:pt x="3567" y="2006"/>
                        </a:cubicBezTo>
                        <a:cubicBezTo>
                          <a:pt x="3922" y="1422"/>
                          <a:pt x="4255" y="817"/>
                          <a:pt x="4693" y="296"/>
                        </a:cubicBezTo>
                        <a:cubicBezTo>
                          <a:pt x="4881" y="275"/>
                          <a:pt x="4881" y="24"/>
                          <a:pt x="4693" y="4"/>
                        </a:cubicBezTo>
                        <a:cubicBezTo>
                          <a:pt x="4682" y="2"/>
                          <a:pt x="4672" y="1"/>
                          <a:pt x="466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9" name="Google Shape;2699;p46"/>
                  <p:cNvSpPr/>
                  <p:nvPr/>
                </p:nvSpPr>
                <p:spPr>
                  <a:xfrm>
                    <a:off x="4030550" y="2312900"/>
                    <a:ext cx="505550" cy="76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22" h="3068" extrusionOk="0">
                        <a:moveTo>
                          <a:pt x="2560" y="1"/>
                        </a:moveTo>
                        <a:cubicBezTo>
                          <a:pt x="2124" y="1"/>
                          <a:pt x="1688" y="13"/>
                          <a:pt x="1252" y="39"/>
                        </a:cubicBezTo>
                        <a:cubicBezTo>
                          <a:pt x="939" y="81"/>
                          <a:pt x="627" y="102"/>
                          <a:pt x="335" y="144"/>
                        </a:cubicBezTo>
                        <a:cubicBezTo>
                          <a:pt x="230" y="144"/>
                          <a:pt x="126" y="144"/>
                          <a:pt x="63" y="206"/>
                        </a:cubicBezTo>
                        <a:cubicBezTo>
                          <a:pt x="1" y="269"/>
                          <a:pt x="22" y="373"/>
                          <a:pt x="84" y="436"/>
                        </a:cubicBezTo>
                        <a:cubicBezTo>
                          <a:pt x="109" y="460"/>
                          <a:pt x="140" y="470"/>
                          <a:pt x="175" y="470"/>
                        </a:cubicBezTo>
                        <a:cubicBezTo>
                          <a:pt x="199" y="470"/>
                          <a:pt x="225" y="465"/>
                          <a:pt x="251" y="457"/>
                        </a:cubicBezTo>
                        <a:cubicBezTo>
                          <a:pt x="543" y="415"/>
                          <a:pt x="835" y="394"/>
                          <a:pt x="1148" y="373"/>
                        </a:cubicBezTo>
                        <a:cubicBezTo>
                          <a:pt x="1651" y="332"/>
                          <a:pt x="2156" y="313"/>
                          <a:pt x="2662" y="313"/>
                        </a:cubicBezTo>
                        <a:cubicBezTo>
                          <a:pt x="4443" y="313"/>
                          <a:pt x="6235" y="549"/>
                          <a:pt x="7989" y="874"/>
                        </a:cubicBezTo>
                        <a:cubicBezTo>
                          <a:pt x="9011" y="1041"/>
                          <a:pt x="10054" y="1228"/>
                          <a:pt x="11055" y="1479"/>
                        </a:cubicBezTo>
                        <a:cubicBezTo>
                          <a:pt x="12912" y="1812"/>
                          <a:pt x="14768" y="2125"/>
                          <a:pt x="16604" y="2417"/>
                        </a:cubicBezTo>
                        <a:cubicBezTo>
                          <a:pt x="17730" y="2647"/>
                          <a:pt x="18856" y="2897"/>
                          <a:pt x="20003" y="3064"/>
                        </a:cubicBezTo>
                        <a:cubicBezTo>
                          <a:pt x="20016" y="3066"/>
                          <a:pt x="20029" y="3068"/>
                          <a:pt x="20040" y="3068"/>
                        </a:cubicBezTo>
                        <a:cubicBezTo>
                          <a:pt x="20214" y="3068"/>
                          <a:pt x="20221" y="2791"/>
                          <a:pt x="20045" y="2772"/>
                        </a:cubicBezTo>
                        <a:cubicBezTo>
                          <a:pt x="19899" y="2730"/>
                          <a:pt x="19753" y="2709"/>
                          <a:pt x="19607" y="2688"/>
                        </a:cubicBezTo>
                        <a:cubicBezTo>
                          <a:pt x="18835" y="2563"/>
                          <a:pt x="18084" y="2417"/>
                          <a:pt x="17334" y="2250"/>
                        </a:cubicBezTo>
                        <a:cubicBezTo>
                          <a:pt x="16520" y="2063"/>
                          <a:pt x="15707" y="1958"/>
                          <a:pt x="14914" y="1833"/>
                        </a:cubicBezTo>
                        <a:cubicBezTo>
                          <a:pt x="13683" y="1604"/>
                          <a:pt x="12453" y="1395"/>
                          <a:pt x="11222" y="1187"/>
                        </a:cubicBezTo>
                        <a:cubicBezTo>
                          <a:pt x="9992" y="895"/>
                          <a:pt x="8740" y="686"/>
                          <a:pt x="7489" y="477"/>
                        </a:cubicBezTo>
                        <a:cubicBezTo>
                          <a:pt x="5871" y="180"/>
                          <a:pt x="4215" y="1"/>
                          <a:pt x="256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0" name="Google Shape;2700;p46"/>
                  <p:cNvSpPr/>
                  <p:nvPr/>
                </p:nvSpPr>
                <p:spPr>
                  <a:xfrm>
                    <a:off x="4609875" y="2394700"/>
                    <a:ext cx="39325" cy="10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3" h="422" extrusionOk="0">
                        <a:moveTo>
                          <a:pt x="230" y="0"/>
                        </a:moveTo>
                        <a:cubicBezTo>
                          <a:pt x="22" y="0"/>
                          <a:pt x="1" y="292"/>
                          <a:pt x="209" y="313"/>
                        </a:cubicBezTo>
                        <a:cubicBezTo>
                          <a:pt x="585" y="334"/>
                          <a:pt x="960" y="376"/>
                          <a:pt x="1336" y="417"/>
                        </a:cubicBezTo>
                        <a:cubicBezTo>
                          <a:pt x="1347" y="420"/>
                          <a:pt x="1358" y="421"/>
                          <a:pt x="1369" y="421"/>
                        </a:cubicBezTo>
                        <a:cubicBezTo>
                          <a:pt x="1530" y="421"/>
                          <a:pt x="1573" y="144"/>
                          <a:pt x="1377" y="105"/>
                        </a:cubicBezTo>
                        <a:cubicBezTo>
                          <a:pt x="1002" y="63"/>
                          <a:pt x="606" y="21"/>
                          <a:pt x="23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1" name="Google Shape;2701;p46"/>
                  <p:cNvSpPr/>
                  <p:nvPr/>
                </p:nvSpPr>
                <p:spPr>
                  <a:xfrm>
                    <a:off x="4734450" y="2404525"/>
                    <a:ext cx="12425" cy="8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7" h="339" extrusionOk="0">
                        <a:moveTo>
                          <a:pt x="216" y="0"/>
                        </a:moveTo>
                        <a:cubicBezTo>
                          <a:pt x="29" y="0"/>
                          <a:pt x="0" y="301"/>
                          <a:pt x="253" y="337"/>
                        </a:cubicBezTo>
                        <a:cubicBezTo>
                          <a:pt x="260" y="338"/>
                          <a:pt x="267" y="338"/>
                          <a:pt x="274" y="338"/>
                        </a:cubicBezTo>
                        <a:cubicBezTo>
                          <a:pt x="464" y="338"/>
                          <a:pt x="497" y="65"/>
                          <a:pt x="316" y="24"/>
                        </a:cubicBezTo>
                        <a:cubicBezTo>
                          <a:pt x="279" y="8"/>
                          <a:pt x="246" y="0"/>
                          <a:pt x="21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2" name="Google Shape;2702;p46"/>
                  <p:cNvSpPr/>
                  <p:nvPr/>
                </p:nvSpPr>
                <p:spPr>
                  <a:xfrm>
                    <a:off x="4713650" y="1942500"/>
                    <a:ext cx="35475" cy="16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9" h="652" extrusionOk="0">
                        <a:moveTo>
                          <a:pt x="176" y="1"/>
                        </a:moveTo>
                        <a:cubicBezTo>
                          <a:pt x="105" y="1"/>
                          <a:pt x="39" y="57"/>
                          <a:pt x="21" y="130"/>
                        </a:cubicBezTo>
                        <a:cubicBezTo>
                          <a:pt x="0" y="213"/>
                          <a:pt x="42" y="297"/>
                          <a:pt x="125" y="318"/>
                        </a:cubicBezTo>
                        <a:cubicBezTo>
                          <a:pt x="438" y="422"/>
                          <a:pt x="772" y="484"/>
                          <a:pt x="1085" y="568"/>
                        </a:cubicBezTo>
                        <a:cubicBezTo>
                          <a:pt x="1106" y="630"/>
                          <a:pt x="1168" y="651"/>
                          <a:pt x="1231" y="651"/>
                        </a:cubicBezTo>
                        <a:cubicBezTo>
                          <a:pt x="1356" y="651"/>
                          <a:pt x="1419" y="484"/>
                          <a:pt x="1356" y="380"/>
                        </a:cubicBezTo>
                        <a:cubicBezTo>
                          <a:pt x="1231" y="234"/>
                          <a:pt x="1022" y="234"/>
                          <a:pt x="856" y="192"/>
                        </a:cubicBezTo>
                        <a:cubicBezTo>
                          <a:pt x="626" y="151"/>
                          <a:pt x="417" y="88"/>
                          <a:pt x="209" y="5"/>
                        </a:cubicBezTo>
                        <a:cubicBezTo>
                          <a:pt x="198" y="2"/>
                          <a:pt x="187" y="1"/>
                          <a:pt x="17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3" name="Google Shape;2703;p46"/>
                  <p:cNvSpPr/>
                  <p:nvPr/>
                </p:nvSpPr>
                <p:spPr>
                  <a:xfrm>
                    <a:off x="4013875" y="1814125"/>
                    <a:ext cx="625650" cy="114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26" h="4590" extrusionOk="0">
                        <a:moveTo>
                          <a:pt x="578" y="1"/>
                        </a:moveTo>
                        <a:cubicBezTo>
                          <a:pt x="435" y="1"/>
                          <a:pt x="292" y="3"/>
                          <a:pt x="146" y="9"/>
                        </a:cubicBezTo>
                        <a:cubicBezTo>
                          <a:pt x="63" y="9"/>
                          <a:pt x="0" y="71"/>
                          <a:pt x="0" y="155"/>
                        </a:cubicBezTo>
                        <a:cubicBezTo>
                          <a:pt x="0" y="238"/>
                          <a:pt x="63" y="322"/>
                          <a:pt x="146" y="322"/>
                        </a:cubicBezTo>
                        <a:cubicBezTo>
                          <a:pt x="282" y="311"/>
                          <a:pt x="418" y="306"/>
                          <a:pt x="553" y="306"/>
                        </a:cubicBezTo>
                        <a:cubicBezTo>
                          <a:pt x="689" y="306"/>
                          <a:pt x="824" y="311"/>
                          <a:pt x="960" y="322"/>
                        </a:cubicBezTo>
                        <a:cubicBezTo>
                          <a:pt x="1231" y="322"/>
                          <a:pt x="1502" y="343"/>
                          <a:pt x="1773" y="363"/>
                        </a:cubicBezTo>
                        <a:cubicBezTo>
                          <a:pt x="6779" y="676"/>
                          <a:pt x="11764" y="1531"/>
                          <a:pt x="16666" y="2658"/>
                        </a:cubicBezTo>
                        <a:cubicBezTo>
                          <a:pt x="19356" y="3242"/>
                          <a:pt x="22068" y="3826"/>
                          <a:pt x="24717" y="4577"/>
                        </a:cubicBezTo>
                        <a:cubicBezTo>
                          <a:pt x="24744" y="4586"/>
                          <a:pt x="24770" y="4590"/>
                          <a:pt x="24793" y="4590"/>
                        </a:cubicBezTo>
                        <a:cubicBezTo>
                          <a:pt x="24982" y="4590"/>
                          <a:pt x="25025" y="4322"/>
                          <a:pt x="24821" y="4285"/>
                        </a:cubicBezTo>
                        <a:cubicBezTo>
                          <a:pt x="24696" y="4264"/>
                          <a:pt x="24592" y="4222"/>
                          <a:pt x="24487" y="4201"/>
                        </a:cubicBezTo>
                        <a:cubicBezTo>
                          <a:pt x="22631" y="3680"/>
                          <a:pt x="20775" y="3221"/>
                          <a:pt x="18897" y="2825"/>
                        </a:cubicBezTo>
                        <a:cubicBezTo>
                          <a:pt x="16248" y="2261"/>
                          <a:pt x="13620" y="1636"/>
                          <a:pt x="10951" y="1177"/>
                        </a:cubicBezTo>
                        <a:cubicBezTo>
                          <a:pt x="7905" y="635"/>
                          <a:pt x="4818" y="259"/>
                          <a:pt x="1732" y="50"/>
                        </a:cubicBezTo>
                        <a:cubicBezTo>
                          <a:pt x="1350" y="20"/>
                          <a:pt x="968" y="1"/>
                          <a:pt x="57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4" name="Google Shape;2704;p46"/>
                  <p:cNvSpPr/>
                  <p:nvPr/>
                </p:nvSpPr>
                <p:spPr>
                  <a:xfrm>
                    <a:off x="4759000" y="2476850"/>
                    <a:ext cx="13550" cy="8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2" h="326" extrusionOk="0">
                        <a:moveTo>
                          <a:pt x="271" y="1"/>
                        </a:moveTo>
                        <a:cubicBezTo>
                          <a:pt x="258" y="1"/>
                          <a:pt x="244" y="3"/>
                          <a:pt x="230" y="10"/>
                        </a:cubicBezTo>
                        <a:cubicBezTo>
                          <a:pt x="1" y="31"/>
                          <a:pt x="64" y="323"/>
                          <a:pt x="293" y="323"/>
                        </a:cubicBezTo>
                        <a:cubicBezTo>
                          <a:pt x="306" y="325"/>
                          <a:pt x="319" y="326"/>
                          <a:pt x="332" y="326"/>
                        </a:cubicBezTo>
                        <a:cubicBezTo>
                          <a:pt x="442" y="326"/>
                          <a:pt x="541" y="247"/>
                          <a:pt x="522" y="135"/>
                        </a:cubicBezTo>
                        <a:cubicBezTo>
                          <a:pt x="504" y="63"/>
                          <a:pt x="439" y="6"/>
                          <a:pt x="367" y="6"/>
                        </a:cubicBezTo>
                        <a:cubicBezTo>
                          <a:pt x="357" y="6"/>
                          <a:pt x="346" y="7"/>
                          <a:pt x="335" y="10"/>
                        </a:cubicBezTo>
                        <a:cubicBezTo>
                          <a:pt x="321" y="10"/>
                          <a:pt x="298" y="1"/>
                          <a:pt x="27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5" name="Google Shape;2705;p46"/>
                  <p:cNvSpPr/>
                  <p:nvPr/>
                </p:nvSpPr>
                <p:spPr>
                  <a:xfrm>
                    <a:off x="4642725" y="2421750"/>
                    <a:ext cx="10975" cy="14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" h="589" extrusionOk="0">
                        <a:moveTo>
                          <a:pt x="265" y="0"/>
                        </a:moveTo>
                        <a:cubicBezTo>
                          <a:pt x="174" y="0"/>
                          <a:pt x="105" y="90"/>
                          <a:pt x="105" y="128"/>
                        </a:cubicBezTo>
                        <a:cubicBezTo>
                          <a:pt x="84" y="212"/>
                          <a:pt x="42" y="295"/>
                          <a:pt x="22" y="399"/>
                        </a:cubicBezTo>
                        <a:cubicBezTo>
                          <a:pt x="1" y="483"/>
                          <a:pt x="63" y="566"/>
                          <a:pt x="147" y="587"/>
                        </a:cubicBezTo>
                        <a:cubicBezTo>
                          <a:pt x="154" y="588"/>
                          <a:pt x="162" y="588"/>
                          <a:pt x="169" y="588"/>
                        </a:cubicBezTo>
                        <a:cubicBezTo>
                          <a:pt x="355" y="588"/>
                          <a:pt x="357" y="331"/>
                          <a:pt x="397" y="191"/>
                        </a:cubicBezTo>
                        <a:cubicBezTo>
                          <a:pt x="439" y="107"/>
                          <a:pt x="355" y="24"/>
                          <a:pt x="293" y="3"/>
                        </a:cubicBezTo>
                        <a:cubicBezTo>
                          <a:pt x="283" y="1"/>
                          <a:pt x="274" y="0"/>
                          <a:pt x="26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6" name="Google Shape;2706;p46"/>
                  <p:cNvSpPr/>
                  <p:nvPr/>
                </p:nvSpPr>
                <p:spPr>
                  <a:xfrm>
                    <a:off x="6280575" y="1161150"/>
                    <a:ext cx="392675" cy="1192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07" h="47695" extrusionOk="0">
                        <a:moveTo>
                          <a:pt x="174" y="0"/>
                        </a:moveTo>
                        <a:cubicBezTo>
                          <a:pt x="111" y="0"/>
                          <a:pt x="54" y="49"/>
                          <a:pt x="21" y="97"/>
                        </a:cubicBezTo>
                        <a:cubicBezTo>
                          <a:pt x="1" y="181"/>
                          <a:pt x="42" y="264"/>
                          <a:pt x="126" y="306"/>
                        </a:cubicBezTo>
                        <a:cubicBezTo>
                          <a:pt x="1252" y="807"/>
                          <a:pt x="2399" y="1286"/>
                          <a:pt x="3526" y="1787"/>
                        </a:cubicBezTo>
                        <a:cubicBezTo>
                          <a:pt x="4402" y="2183"/>
                          <a:pt x="5278" y="2600"/>
                          <a:pt x="6091" y="3122"/>
                        </a:cubicBezTo>
                        <a:cubicBezTo>
                          <a:pt x="6946" y="3664"/>
                          <a:pt x="7781" y="4290"/>
                          <a:pt x="8531" y="4978"/>
                        </a:cubicBezTo>
                        <a:cubicBezTo>
                          <a:pt x="9991" y="6167"/>
                          <a:pt x="11201" y="7648"/>
                          <a:pt x="12328" y="9171"/>
                        </a:cubicBezTo>
                        <a:cubicBezTo>
                          <a:pt x="12724" y="9734"/>
                          <a:pt x="13120" y="10297"/>
                          <a:pt x="13496" y="10860"/>
                        </a:cubicBezTo>
                        <a:cubicBezTo>
                          <a:pt x="13850" y="11423"/>
                          <a:pt x="14142" y="12028"/>
                          <a:pt x="14434" y="12633"/>
                        </a:cubicBezTo>
                        <a:cubicBezTo>
                          <a:pt x="14810" y="13446"/>
                          <a:pt x="15560" y="14948"/>
                          <a:pt x="15352" y="15824"/>
                        </a:cubicBezTo>
                        <a:cubicBezTo>
                          <a:pt x="15081" y="16596"/>
                          <a:pt x="14705" y="17326"/>
                          <a:pt x="14372" y="18077"/>
                        </a:cubicBezTo>
                        <a:cubicBezTo>
                          <a:pt x="13788" y="19370"/>
                          <a:pt x="13183" y="20642"/>
                          <a:pt x="12578" y="21915"/>
                        </a:cubicBezTo>
                        <a:cubicBezTo>
                          <a:pt x="11869" y="23500"/>
                          <a:pt x="11243" y="25106"/>
                          <a:pt x="10596" y="26712"/>
                        </a:cubicBezTo>
                        <a:cubicBezTo>
                          <a:pt x="9783" y="28714"/>
                          <a:pt x="8823" y="30633"/>
                          <a:pt x="8031" y="32635"/>
                        </a:cubicBezTo>
                        <a:cubicBezTo>
                          <a:pt x="6946" y="35284"/>
                          <a:pt x="5966" y="37975"/>
                          <a:pt x="5236" y="40728"/>
                        </a:cubicBezTo>
                        <a:cubicBezTo>
                          <a:pt x="4735" y="42564"/>
                          <a:pt x="4381" y="44420"/>
                          <a:pt x="4005" y="46297"/>
                        </a:cubicBezTo>
                        <a:cubicBezTo>
                          <a:pt x="3922" y="46693"/>
                          <a:pt x="3901" y="47111"/>
                          <a:pt x="3776" y="47486"/>
                        </a:cubicBezTo>
                        <a:cubicBezTo>
                          <a:pt x="3755" y="47569"/>
                          <a:pt x="3818" y="47653"/>
                          <a:pt x="3901" y="47674"/>
                        </a:cubicBezTo>
                        <a:lnTo>
                          <a:pt x="3901" y="47695"/>
                        </a:lnTo>
                        <a:cubicBezTo>
                          <a:pt x="3964" y="47695"/>
                          <a:pt x="4047" y="47674"/>
                          <a:pt x="4068" y="47632"/>
                        </a:cubicBezTo>
                        <a:cubicBezTo>
                          <a:pt x="4110" y="47549"/>
                          <a:pt x="4130" y="47465"/>
                          <a:pt x="4151" y="47403"/>
                        </a:cubicBezTo>
                        <a:cubicBezTo>
                          <a:pt x="4193" y="47131"/>
                          <a:pt x="4235" y="46860"/>
                          <a:pt x="4276" y="46589"/>
                        </a:cubicBezTo>
                        <a:cubicBezTo>
                          <a:pt x="4652" y="44587"/>
                          <a:pt x="5069" y="42605"/>
                          <a:pt x="5590" y="40645"/>
                        </a:cubicBezTo>
                        <a:cubicBezTo>
                          <a:pt x="6675" y="36598"/>
                          <a:pt x="8260" y="32698"/>
                          <a:pt x="10012" y="28902"/>
                        </a:cubicBezTo>
                        <a:cubicBezTo>
                          <a:pt x="10993" y="26649"/>
                          <a:pt x="11827" y="24334"/>
                          <a:pt x="12849" y="22081"/>
                        </a:cubicBezTo>
                        <a:cubicBezTo>
                          <a:pt x="13746" y="20183"/>
                          <a:pt x="14664" y="18264"/>
                          <a:pt x="15498" y="16304"/>
                        </a:cubicBezTo>
                        <a:cubicBezTo>
                          <a:pt x="15581" y="16116"/>
                          <a:pt x="15665" y="15908"/>
                          <a:pt x="15686" y="15678"/>
                        </a:cubicBezTo>
                        <a:cubicBezTo>
                          <a:pt x="15706" y="15136"/>
                          <a:pt x="15581" y="14614"/>
                          <a:pt x="15394" y="14114"/>
                        </a:cubicBezTo>
                        <a:cubicBezTo>
                          <a:pt x="15164" y="13467"/>
                          <a:pt x="14893" y="12821"/>
                          <a:pt x="14580" y="12216"/>
                        </a:cubicBezTo>
                        <a:cubicBezTo>
                          <a:pt x="14372" y="11799"/>
                          <a:pt x="14163" y="11381"/>
                          <a:pt x="13934" y="10985"/>
                        </a:cubicBezTo>
                        <a:cubicBezTo>
                          <a:pt x="13454" y="10213"/>
                          <a:pt x="12912" y="9442"/>
                          <a:pt x="12390" y="8712"/>
                        </a:cubicBezTo>
                        <a:cubicBezTo>
                          <a:pt x="11285" y="7293"/>
                          <a:pt x="10137" y="5896"/>
                          <a:pt x="8761" y="4749"/>
                        </a:cubicBezTo>
                        <a:cubicBezTo>
                          <a:pt x="7906" y="3998"/>
                          <a:pt x="7009" y="3330"/>
                          <a:pt x="6070" y="2746"/>
                        </a:cubicBezTo>
                        <a:cubicBezTo>
                          <a:pt x="5048" y="2121"/>
                          <a:pt x="3964" y="1641"/>
                          <a:pt x="2879" y="1161"/>
                        </a:cubicBezTo>
                        <a:cubicBezTo>
                          <a:pt x="1982" y="786"/>
                          <a:pt x="1106" y="410"/>
                          <a:pt x="230" y="14"/>
                        </a:cubicBezTo>
                        <a:cubicBezTo>
                          <a:pt x="211" y="5"/>
                          <a:pt x="192" y="0"/>
                          <a:pt x="174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7" name="Google Shape;2707;p46"/>
                  <p:cNvSpPr/>
                  <p:nvPr/>
                </p:nvSpPr>
                <p:spPr>
                  <a:xfrm>
                    <a:off x="5872800" y="1191300"/>
                    <a:ext cx="233650" cy="995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46" h="39800" extrusionOk="0">
                        <a:moveTo>
                          <a:pt x="9181" y="1"/>
                        </a:moveTo>
                        <a:cubicBezTo>
                          <a:pt x="9125" y="1"/>
                          <a:pt x="9062" y="35"/>
                          <a:pt x="9032" y="80"/>
                        </a:cubicBezTo>
                        <a:cubicBezTo>
                          <a:pt x="8845" y="456"/>
                          <a:pt x="8678" y="831"/>
                          <a:pt x="8490" y="1186"/>
                        </a:cubicBezTo>
                        <a:cubicBezTo>
                          <a:pt x="8302" y="1561"/>
                          <a:pt x="8115" y="1937"/>
                          <a:pt x="7948" y="2333"/>
                        </a:cubicBezTo>
                        <a:cubicBezTo>
                          <a:pt x="7009" y="4544"/>
                          <a:pt x="6175" y="6838"/>
                          <a:pt x="5466" y="9133"/>
                        </a:cubicBezTo>
                        <a:cubicBezTo>
                          <a:pt x="4986" y="10697"/>
                          <a:pt x="4652" y="12282"/>
                          <a:pt x="4298" y="13867"/>
                        </a:cubicBezTo>
                        <a:cubicBezTo>
                          <a:pt x="3755" y="16224"/>
                          <a:pt x="3317" y="18581"/>
                          <a:pt x="2879" y="20959"/>
                        </a:cubicBezTo>
                        <a:cubicBezTo>
                          <a:pt x="1962" y="25756"/>
                          <a:pt x="1315" y="30595"/>
                          <a:pt x="627" y="35413"/>
                        </a:cubicBezTo>
                        <a:cubicBezTo>
                          <a:pt x="522" y="36227"/>
                          <a:pt x="418" y="37040"/>
                          <a:pt x="314" y="37854"/>
                        </a:cubicBezTo>
                        <a:cubicBezTo>
                          <a:pt x="251" y="38250"/>
                          <a:pt x="189" y="38667"/>
                          <a:pt x="147" y="39063"/>
                        </a:cubicBezTo>
                        <a:cubicBezTo>
                          <a:pt x="147" y="39251"/>
                          <a:pt x="1" y="39731"/>
                          <a:pt x="251" y="39793"/>
                        </a:cubicBezTo>
                        <a:cubicBezTo>
                          <a:pt x="267" y="39798"/>
                          <a:pt x="282" y="39800"/>
                          <a:pt x="297" y="39800"/>
                        </a:cubicBezTo>
                        <a:cubicBezTo>
                          <a:pt x="417" y="39800"/>
                          <a:pt x="493" y="39657"/>
                          <a:pt x="418" y="39564"/>
                        </a:cubicBezTo>
                        <a:cubicBezTo>
                          <a:pt x="731" y="36644"/>
                          <a:pt x="1190" y="33745"/>
                          <a:pt x="1607" y="30845"/>
                        </a:cubicBezTo>
                        <a:cubicBezTo>
                          <a:pt x="2191" y="26424"/>
                          <a:pt x="2984" y="22023"/>
                          <a:pt x="3818" y="17642"/>
                        </a:cubicBezTo>
                        <a:cubicBezTo>
                          <a:pt x="4381" y="14848"/>
                          <a:pt x="4965" y="12053"/>
                          <a:pt x="5737" y="9299"/>
                        </a:cubicBezTo>
                        <a:cubicBezTo>
                          <a:pt x="6467" y="6942"/>
                          <a:pt x="7301" y="4606"/>
                          <a:pt x="8281" y="2354"/>
                        </a:cubicBezTo>
                        <a:cubicBezTo>
                          <a:pt x="8615" y="1645"/>
                          <a:pt x="8949" y="935"/>
                          <a:pt x="9303" y="226"/>
                        </a:cubicBezTo>
                        <a:cubicBezTo>
                          <a:pt x="9345" y="164"/>
                          <a:pt x="9324" y="59"/>
                          <a:pt x="9241" y="18"/>
                        </a:cubicBezTo>
                        <a:cubicBezTo>
                          <a:pt x="9223" y="6"/>
                          <a:pt x="9203" y="1"/>
                          <a:pt x="918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8" name="Google Shape;2708;p46"/>
                  <p:cNvSpPr/>
                  <p:nvPr/>
                </p:nvSpPr>
                <p:spPr>
                  <a:xfrm>
                    <a:off x="6669575" y="1324050"/>
                    <a:ext cx="60325" cy="236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3" h="9475" extrusionOk="0">
                        <a:moveTo>
                          <a:pt x="231" y="0"/>
                        </a:moveTo>
                        <a:cubicBezTo>
                          <a:pt x="217" y="0"/>
                          <a:pt x="202" y="2"/>
                          <a:pt x="188" y="6"/>
                        </a:cubicBezTo>
                        <a:cubicBezTo>
                          <a:pt x="84" y="26"/>
                          <a:pt x="63" y="172"/>
                          <a:pt x="105" y="256"/>
                        </a:cubicBezTo>
                        <a:cubicBezTo>
                          <a:pt x="188" y="569"/>
                          <a:pt x="292" y="882"/>
                          <a:pt x="376" y="1194"/>
                        </a:cubicBezTo>
                        <a:cubicBezTo>
                          <a:pt x="459" y="1528"/>
                          <a:pt x="543" y="1841"/>
                          <a:pt x="647" y="2154"/>
                        </a:cubicBezTo>
                        <a:cubicBezTo>
                          <a:pt x="1168" y="3885"/>
                          <a:pt x="2107" y="5554"/>
                          <a:pt x="2044" y="7389"/>
                        </a:cubicBezTo>
                        <a:cubicBezTo>
                          <a:pt x="2025" y="8086"/>
                          <a:pt x="1772" y="9161"/>
                          <a:pt x="951" y="9161"/>
                        </a:cubicBezTo>
                        <a:cubicBezTo>
                          <a:pt x="888" y="9161"/>
                          <a:pt x="821" y="9155"/>
                          <a:pt x="751" y="9141"/>
                        </a:cubicBezTo>
                        <a:cubicBezTo>
                          <a:pt x="621" y="9141"/>
                          <a:pt x="360" y="9019"/>
                          <a:pt x="183" y="9019"/>
                        </a:cubicBezTo>
                        <a:cubicBezTo>
                          <a:pt x="77" y="9019"/>
                          <a:pt x="0" y="9063"/>
                          <a:pt x="0" y="9204"/>
                        </a:cubicBezTo>
                        <a:cubicBezTo>
                          <a:pt x="19" y="9276"/>
                          <a:pt x="84" y="9333"/>
                          <a:pt x="155" y="9333"/>
                        </a:cubicBezTo>
                        <a:cubicBezTo>
                          <a:pt x="166" y="9333"/>
                          <a:pt x="177" y="9332"/>
                          <a:pt x="188" y="9329"/>
                        </a:cubicBezTo>
                        <a:cubicBezTo>
                          <a:pt x="334" y="9350"/>
                          <a:pt x="459" y="9412"/>
                          <a:pt x="605" y="9433"/>
                        </a:cubicBezTo>
                        <a:cubicBezTo>
                          <a:pt x="731" y="9461"/>
                          <a:pt x="849" y="9474"/>
                          <a:pt x="958" y="9474"/>
                        </a:cubicBezTo>
                        <a:cubicBezTo>
                          <a:pt x="2157" y="9474"/>
                          <a:pt x="2413" y="7900"/>
                          <a:pt x="2337" y="6868"/>
                        </a:cubicBezTo>
                        <a:cubicBezTo>
                          <a:pt x="2295" y="5846"/>
                          <a:pt x="1940" y="4865"/>
                          <a:pt x="1586" y="3906"/>
                        </a:cubicBezTo>
                        <a:cubicBezTo>
                          <a:pt x="1252" y="2988"/>
                          <a:pt x="897" y="2050"/>
                          <a:pt x="668" y="1090"/>
                        </a:cubicBezTo>
                        <a:cubicBezTo>
                          <a:pt x="564" y="777"/>
                          <a:pt x="480" y="444"/>
                          <a:pt x="376" y="110"/>
                        </a:cubicBezTo>
                        <a:cubicBezTo>
                          <a:pt x="359" y="41"/>
                          <a:pt x="298" y="0"/>
                          <a:pt x="23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9" name="Google Shape;2709;p46"/>
                  <p:cNvSpPr/>
                  <p:nvPr/>
                </p:nvSpPr>
                <p:spPr>
                  <a:xfrm>
                    <a:off x="6709400" y="1450375"/>
                    <a:ext cx="117150" cy="110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86" h="4402" extrusionOk="0">
                        <a:moveTo>
                          <a:pt x="4540" y="0"/>
                        </a:moveTo>
                        <a:cubicBezTo>
                          <a:pt x="4456" y="0"/>
                          <a:pt x="4373" y="63"/>
                          <a:pt x="4373" y="146"/>
                        </a:cubicBezTo>
                        <a:cubicBezTo>
                          <a:pt x="4352" y="292"/>
                          <a:pt x="4331" y="459"/>
                          <a:pt x="4289" y="626"/>
                        </a:cubicBezTo>
                        <a:cubicBezTo>
                          <a:pt x="4248" y="834"/>
                          <a:pt x="4206" y="1064"/>
                          <a:pt x="4164" y="1293"/>
                        </a:cubicBezTo>
                        <a:cubicBezTo>
                          <a:pt x="3935" y="2148"/>
                          <a:pt x="3497" y="3400"/>
                          <a:pt x="2683" y="3859"/>
                        </a:cubicBezTo>
                        <a:cubicBezTo>
                          <a:pt x="2424" y="3997"/>
                          <a:pt x="2122" y="4078"/>
                          <a:pt x="1812" y="4078"/>
                        </a:cubicBezTo>
                        <a:cubicBezTo>
                          <a:pt x="1748" y="4078"/>
                          <a:pt x="1684" y="4075"/>
                          <a:pt x="1620" y="4067"/>
                        </a:cubicBezTo>
                        <a:cubicBezTo>
                          <a:pt x="1244" y="4047"/>
                          <a:pt x="869" y="4005"/>
                          <a:pt x="493" y="3963"/>
                        </a:cubicBezTo>
                        <a:cubicBezTo>
                          <a:pt x="396" y="3963"/>
                          <a:pt x="308" y="3935"/>
                          <a:pt x="223" y="3935"/>
                        </a:cubicBezTo>
                        <a:cubicBezTo>
                          <a:pt x="180" y="3935"/>
                          <a:pt x="139" y="3942"/>
                          <a:pt x="97" y="3963"/>
                        </a:cubicBezTo>
                        <a:cubicBezTo>
                          <a:pt x="0" y="4021"/>
                          <a:pt x="11" y="4151"/>
                          <a:pt x="97" y="4220"/>
                        </a:cubicBezTo>
                        <a:lnTo>
                          <a:pt x="97" y="4220"/>
                        </a:lnTo>
                        <a:cubicBezTo>
                          <a:pt x="97" y="4213"/>
                          <a:pt x="97" y="4213"/>
                          <a:pt x="97" y="4213"/>
                        </a:cubicBezTo>
                        <a:cubicBezTo>
                          <a:pt x="101" y="4219"/>
                          <a:pt x="105" y="4224"/>
                          <a:pt x="109" y="4229"/>
                        </a:cubicBezTo>
                        <a:lnTo>
                          <a:pt x="109" y="4229"/>
                        </a:lnTo>
                        <a:cubicBezTo>
                          <a:pt x="105" y="4226"/>
                          <a:pt x="101" y="4223"/>
                          <a:pt x="97" y="4220"/>
                        </a:cubicBezTo>
                        <a:lnTo>
                          <a:pt x="97" y="4220"/>
                        </a:lnTo>
                        <a:cubicBezTo>
                          <a:pt x="97" y="4223"/>
                          <a:pt x="97" y="4227"/>
                          <a:pt x="97" y="4234"/>
                        </a:cubicBezTo>
                        <a:lnTo>
                          <a:pt x="115" y="4234"/>
                        </a:lnTo>
                        <a:cubicBezTo>
                          <a:pt x="113" y="4232"/>
                          <a:pt x="111" y="4231"/>
                          <a:pt x="109" y="4229"/>
                        </a:cubicBezTo>
                        <a:lnTo>
                          <a:pt x="109" y="4229"/>
                        </a:lnTo>
                        <a:cubicBezTo>
                          <a:pt x="112" y="4231"/>
                          <a:pt x="115" y="4232"/>
                          <a:pt x="118" y="4234"/>
                        </a:cubicBezTo>
                        <a:lnTo>
                          <a:pt x="115" y="4234"/>
                        </a:lnTo>
                        <a:cubicBezTo>
                          <a:pt x="141" y="4258"/>
                          <a:pt x="175" y="4268"/>
                          <a:pt x="211" y="4268"/>
                        </a:cubicBezTo>
                        <a:cubicBezTo>
                          <a:pt x="236" y="4268"/>
                          <a:pt x="262" y="4263"/>
                          <a:pt x="285" y="4255"/>
                        </a:cubicBezTo>
                        <a:cubicBezTo>
                          <a:pt x="785" y="4318"/>
                          <a:pt x="1286" y="4380"/>
                          <a:pt x="1786" y="4380"/>
                        </a:cubicBezTo>
                        <a:lnTo>
                          <a:pt x="1786" y="4401"/>
                        </a:lnTo>
                        <a:cubicBezTo>
                          <a:pt x="2287" y="4401"/>
                          <a:pt x="2808" y="4213"/>
                          <a:pt x="3184" y="3880"/>
                        </a:cubicBezTo>
                        <a:cubicBezTo>
                          <a:pt x="3914" y="3191"/>
                          <a:pt x="4268" y="2169"/>
                          <a:pt x="4498" y="1189"/>
                        </a:cubicBezTo>
                        <a:cubicBezTo>
                          <a:pt x="4581" y="855"/>
                          <a:pt x="4623" y="522"/>
                          <a:pt x="4686" y="167"/>
                        </a:cubicBezTo>
                        <a:cubicBezTo>
                          <a:pt x="4686" y="84"/>
                          <a:pt x="4623" y="21"/>
                          <a:pt x="454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0" name="Google Shape;2710;p46"/>
                  <p:cNvSpPr/>
                  <p:nvPr/>
                </p:nvSpPr>
                <p:spPr>
                  <a:xfrm>
                    <a:off x="6772300" y="1505875"/>
                    <a:ext cx="596800" cy="51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872" h="2077" extrusionOk="0">
                        <a:moveTo>
                          <a:pt x="23778" y="1"/>
                        </a:moveTo>
                        <a:cubicBezTo>
                          <a:pt x="23762" y="1"/>
                          <a:pt x="23741" y="4"/>
                          <a:pt x="23716" y="12"/>
                        </a:cubicBezTo>
                        <a:cubicBezTo>
                          <a:pt x="22005" y="533"/>
                          <a:pt x="20670" y="512"/>
                          <a:pt x="18918" y="742"/>
                        </a:cubicBezTo>
                        <a:cubicBezTo>
                          <a:pt x="16895" y="1013"/>
                          <a:pt x="14893" y="1201"/>
                          <a:pt x="12849" y="1263"/>
                        </a:cubicBezTo>
                        <a:cubicBezTo>
                          <a:pt x="11222" y="1347"/>
                          <a:pt x="9595" y="1451"/>
                          <a:pt x="7968" y="1514"/>
                        </a:cubicBezTo>
                        <a:cubicBezTo>
                          <a:pt x="5549" y="1597"/>
                          <a:pt x="3150" y="1618"/>
                          <a:pt x="751" y="1722"/>
                        </a:cubicBezTo>
                        <a:cubicBezTo>
                          <a:pt x="543" y="1743"/>
                          <a:pt x="334" y="1743"/>
                          <a:pt x="126" y="1764"/>
                        </a:cubicBezTo>
                        <a:cubicBezTo>
                          <a:pt x="42" y="1785"/>
                          <a:pt x="0" y="1868"/>
                          <a:pt x="0" y="1952"/>
                        </a:cubicBezTo>
                        <a:cubicBezTo>
                          <a:pt x="25" y="2051"/>
                          <a:pt x="94" y="2076"/>
                          <a:pt x="172" y="2076"/>
                        </a:cubicBezTo>
                        <a:cubicBezTo>
                          <a:pt x="226" y="2076"/>
                          <a:pt x="283" y="2064"/>
                          <a:pt x="334" y="2056"/>
                        </a:cubicBezTo>
                        <a:cubicBezTo>
                          <a:pt x="772" y="2035"/>
                          <a:pt x="1231" y="2014"/>
                          <a:pt x="1669" y="2014"/>
                        </a:cubicBezTo>
                        <a:cubicBezTo>
                          <a:pt x="3755" y="1931"/>
                          <a:pt x="5841" y="1889"/>
                          <a:pt x="7926" y="1827"/>
                        </a:cubicBezTo>
                        <a:cubicBezTo>
                          <a:pt x="10096" y="1743"/>
                          <a:pt x="12244" y="1618"/>
                          <a:pt x="14392" y="1493"/>
                        </a:cubicBezTo>
                        <a:cubicBezTo>
                          <a:pt x="15998" y="1409"/>
                          <a:pt x="17583" y="1222"/>
                          <a:pt x="19169" y="1034"/>
                        </a:cubicBezTo>
                        <a:cubicBezTo>
                          <a:pt x="20712" y="805"/>
                          <a:pt x="22151" y="658"/>
                          <a:pt x="23653" y="262"/>
                        </a:cubicBezTo>
                        <a:cubicBezTo>
                          <a:pt x="23685" y="253"/>
                          <a:pt x="23712" y="248"/>
                          <a:pt x="23734" y="247"/>
                        </a:cubicBezTo>
                        <a:lnTo>
                          <a:pt x="23734" y="247"/>
                        </a:lnTo>
                        <a:cubicBezTo>
                          <a:pt x="23668" y="365"/>
                          <a:pt x="23604" y="482"/>
                          <a:pt x="23695" y="482"/>
                        </a:cubicBezTo>
                        <a:cubicBezTo>
                          <a:pt x="23711" y="482"/>
                          <a:pt x="23730" y="479"/>
                          <a:pt x="23755" y="471"/>
                        </a:cubicBezTo>
                        <a:lnTo>
                          <a:pt x="23755" y="471"/>
                        </a:lnTo>
                        <a:cubicBezTo>
                          <a:pt x="23661" y="649"/>
                          <a:pt x="23508" y="867"/>
                          <a:pt x="23654" y="867"/>
                        </a:cubicBezTo>
                        <a:cubicBezTo>
                          <a:pt x="23679" y="867"/>
                          <a:pt x="23713" y="861"/>
                          <a:pt x="23757" y="846"/>
                        </a:cubicBezTo>
                        <a:cubicBezTo>
                          <a:pt x="23841" y="825"/>
                          <a:pt x="23778" y="805"/>
                          <a:pt x="23757" y="721"/>
                        </a:cubicBezTo>
                        <a:cubicBezTo>
                          <a:pt x="23738" y="642"/>
                          <a:pt x="23830" y="469"/>
                          <a:pt x="23769" y="469"/>
                        </a:cubicBezTo>
                        <a:cubicBezTo>
                          <a:pt x="23765" y="469"/>
                          <a:pt x="23762" y="470"/>
                          <a:pt x="23757" y="471"/>
                        </a:cubicBezTo>
                        <a:cubicBezTo>
                          <a:pt x="23757" y="471"/>
                          <a:pt x="23756" y="471"/>
                          <a:pt x="23755" y="471"/>
                        </a:cubicBezTo>
                        <a:lnTo>
                          <a:pt x="23755" y="471"/>
                        </a:lnTo>
                        <a:cubicBezTo>
                          <a:pt x="23820" y="349"/>
                          <a:pt x="23856" y="246"/>
                          <a:pt x="23748" y="246"/>
                        </a:cubicBezTo>
                        <a:cubicBezTo>
                          <a:pt x="23743" y="246"/>
                          <a:pt x="23738" y="246"/>
                          <a:pt x="23734" y="247"/>
                        </a:cubicBezTo>
                        <a:lnTo>
                          <a:pt x="23734" y="247"/>
                        </a:lnTo>
                        <a:cubicBezTo>
                          <a:pt x="23801" y="125"/>
                          <a:pt x="23871" y="1"/>
                          <a:pt x="2377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1" name="Google Shape;2711;p46"/>
                  <p:cNvSpPr/>
                  <p:nvPr/>
                </p:nvSpPr>
                <p:spPr>
                  <a:xfrm>
                    <a:off x="5058325" y="3457875"/>
                    <a:ext cx="34950" cy="53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98" h="2130" extrusionOk="0">
                        <a:moveTo>
                          <a:pt x="1224" y="0"/>
                        </a:moveTo>
                        <a:cubicBezTo>
                          <a:pt x="1082" y="0"/>
                          <a:pt x="1062" y="155"/>
                          <a:pt x="1022" y="273"/>
                        </a:cubicBezTo>
                        <a:cubicBezTo>
                          <a:pt x="918" y="565"/>
                          <a:pt x="772" y="878"/>
                          <a:pt x="626" y="1149"/>
                        </a:cubicBezTo>
                        <a:cubicBezTo>
                          <a:pt x="522" y="1379"/>
                          <a:pt x="376" y="1587"/>
                          <a:pt x="188" y="1775"/>
                        </a:cubicBezTo>
                        <a:cubicBezTo>
                          <a:pt x="125" y="1838"/>
                          <a:pt x="42" y="1838"/>
                          <a:pt x="21" y="1942"/>
                        </a:cubicBezTo>
                        <a:cubicBezTo>
                          <a:pt x="0" y="2025"/>
                          <a:pt x="42" y="2109"/>
                          <a:pt x="125" y="2130"/>
                        </a:cubicBezTo>
                        <a:cubicBezTo>
                          <a:pt x="130" y="2130"/>
                          <a:pt x="135" y="2130"/>
                          <a:pt x="139" y="2130"/>
                        </a:cubicBezTo>
                        <a:cubicBezTo>
                          <a:pt x="470" y="2130"/>
                          <a:pt x="857" y="1396"/>
                          <a:pt x="981" y="1149"/>
                        </a:cubicBezTo>
                        <a:cubicBezTo>
                          <a:pt x="1147" y="836"/>
                          <a:pt x="1273" y="524"/>
                          <a:pt x="1377" y="211"/>
                        </a:cubicBezTo>
                        <a:cubicBezTo>
                          <a:pt x="1398" y="127"/>
                          <a:pt x="1335" y="23"/>
                          <a:pt x="1252" y="2"/>
                        </a:cubicBezTo>
                        <a:cubicBezTo>
                          <a:pt x="1242" y="1"/>
                          <a:pt x="1233" y="0"/>
                          <a:pt x="1224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2" name="Google Shape;2712;p46"/>
                  <p:cNvSpPr/>
                  <p:nvPr/>
                </p:nvSpPr>
                <p:spPr>
                  <a:xfrm>
                    <a:off x="5095350" y="3339800"/>
                    <a:ext cx="32350" cy="62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94" h="2492" extrusionOk="0">
                        <a:moveTo>
                          <a:pt x="1137" y="1"/>
                        </a:moveTo>
                        <a:cubicBezTo>
                          <a:pt x="1059" y="1"/>
                          <a:pt x="980" y="53"/>
                          <a:pt x="980" y="157"/>
                        </a:cubicBezTo>
                        <a:cubicBezTo>
                          <a:pt x="960" y="408"/>
                          <a:pt x="897" y="637"/>
                          <a:pt x="814" y="887"/>
                        </a:cubicBezTo>
                        <a:cubicBezTo>
                          <a:pt x="688" y="1221"/>
                          <a:pt x="542" y="1596"/>
                          <a:pt x="355" y="1909"/>
                        </a:cubicBezTo>
                        <a:cubicBezTo>
                          <a:pt x="271" y="2014"/>
                          <a:pt x="209" y="2118"/>
                          <a:pt x="125" y="2201"/>
                        </a:cubicBezTo>
                        <a:cubicBezTo>
                          <a:pt x="42" y="2243"/>
                          <a:pt x="0" y="2347"/>
                          <a:pt x="63" y="2431"/>
                        </a:cubicBezTo>
                        <a:cubicBezTo>
                          <a:pt x="102" y="2474"/>
                          <a:pt x="142" y="2492"/>
                          <a:pt x="183" y="2492"/>
                        </a:cubicBezTo>
                        <a:cubicBezTo>
                          <a:pt x="361" y="2492"/>
                          <a:pt x="545" y="2153"/>
                          <a:pt x="647" y="2034"/>
                        </a:cubicBezTo>
                        <a:cubicBezTo>
                          <a:pt x="814" y="1763"/>
                          <a:pt x="939" y="1450"/>
                          <a:pt x="1064" y="1138"/>
                        </a:cubicBezTo>
                        <a:cubicBezTo>
                          <a:pt x="1168" y="804"/>
                          <a:pt x="1272" y="491"/>
                          <a:pt x="1293" y="157"/>
                        </a:cubicBezTo>
                        <a:cubicBezTo>
                          <a:pt x="1293" y="53"/>
                          <a:pt x="1215" y="1"/>
                          <a:pt x="113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3" name="Google Shape;2713;p46"/>
                  <p:cNvSpPr/>
                  <p:nvPr/>
                </p:nvSpPr>
                <p:spPr>
                  <a:xfrm>
                    <a:off x="5130800" y="3226650"/>
                    <a:ext cx="33925" cy="63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7" h="2551" extrusionOk="0">
                        <a:moveTo>
                          <a:pt x="1210" y="1"/>
                        </a:moveTo>
                        <a:cubicBezTo>
                          <a:pt x="1137" y="1"/>
                          <a:pt x="1064" y="53"/>
                          <a:pt x="1064" y="157"/>
                        </a:cubicBezTo>
                        <a:cubicBezTo>
                          <a:pt x="1064" y="282"/>
                          <a:pt x="1043" y="428"/>
                          <a:pt x="1022" y="553"/>
                        </a:cubicBezTo>
                        <a:cubicBezTo>
                          <a:pt x="918" y="1054"/>
                          <a:pt x="730" y="1534"/>
                          <a:pt x="418" y="1951"/>
                        </a:cubicBezTo>
                        <a:cubicBezTo>
                          <a:pt x="355" y="2055"/>
                          <a:pt x="272" y="2139"/>
                          <a:pt x="188" y="2201"/>
                        </a:cubicBezTo>
                        <a:cubicBezTo>
                          <a:pt x="105" y="2264"/>
                          <a:pt x="0" y="2389"/>
                          <a:pt x="84" y="2493"/>
                        </a:cubicBezTo>
                        <a:cubicBezTo>
                          <a:pt x="117" y="2534"/>
                          <a:pt x="155" y="2551"/>
                          <a:pt x="196" y="2551"/>
                        </a:cubicBezTo>
                        <a:cubicBezTo>
                          <a:pt x="389" y="2551"/>
                          <a:pt x="645" y="2176"/>
                          <a:pt x="730" y="2055"/>
                        </a:cubicBezTo>
                        <a:cubicBezTo>
                          <a:pt x="1106" y="1492"/>
                          <a:pt x="1335" y="825"/>
                          <a:pt x="1356" y="157"/>
                        </a:cubicBezTo>
                        <a:cubicBezTo>
                          <a:pt x="1356" y="53"/>
                          <a:pt x="1283" y="1"/>
                          <a:pt x="121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4" name="Google Shape;2714;p46"/>
                  <p:cNvSpPr/>
                  <p:nvPr/>
                </p:nvSpPr>
                <p:spPr>
                  <a:xfrm>
                    <a:off x="5187125" y="3069375"/>
                    <a:ext cx="39125" cy="62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65" h="2490" extrusionOk="0">
                        <a:moveTo>
                          <a:pt x="1392" y="0"/>
                        </a:moveTo>
                        <a:cubicBezTo>
                          <a:pt x="1304" y="0"/>
                          <a:pt x="1252" y="94"/>
                          <a:pt x="1252" y="170"/>
                        </a:cubicBezTo>
                        <a:cubicBezTo>
                          <a:pt x="1210" y="316"/>
                          <a:pt x="1168" y="462"/>
                          <a:pt x="1126" y="608"/>
                        </a:cubicBezTo>
                        <a:cubicBezTo>
                          <a:pt x="1043" y="879"/>
                          <a:pt x="918" y="1150"/>
                          <a:pt x="751" y="1421"/>
                        </a:cubicBezTo>
                        <a:cubicBezTo>
                          <a:pt x="605" y="1630"/>
                          <a:pt x="438" y="1839"/>
                          <a:pt x="250" y="2005"/>
                        </a:cubicBezTo>
                        <a:cubicBezTo>
                          <a:pt x="167" y="2089"/>
                          <a:pt x="42" y="2172"/>
                          <a:pt x="0" y="2277"/>
                        </a:cubicBezTo>
                        <a:cubicBezTo>
                          <a:pt x="0" y="2360"/>
                          <a:pt x="42" y="2464"/>
                          <a:pt x="125" y="2485"/>
                        </a:cubicBezTo>
                        <a:cubicBezTo>
                          <a:pt x="136" y="2488"/>
                          <a:pt x="147" y="2489"/>
                          <a:pt x="158" y="2489"/>
                        </a:cubicBezTo>
                        <a:cubicBezTo>
                          <a:pt x="225" y="2489"/>
                          <a:pt x="277" y="2435"/>
                          <a:pt x="313" y="2381"/>
                        </a:cubicBezTo>
                        <a:cubicBezTo>
                          <a:pt x="688" y="2026"/>
                          <a:pt x="1022" y="1630"/>
                          <a:pt x="1252" y="1150"/>
                        </a:cubicBezTo>
                        <a:cubicBezTo>
                          <a:pt x="1398" y="837"/>
                          <a:pt x="1502" y="504"/>
                          <a:pt x="1564" y="170"/>
                        </a:cubicBezTo>
                        <a:cubicBezTo>
                          <a:pt x="1564" y="87"/>
                          <a:pt x="1502" y="3"/>
                          <a:pt x="1418" y="3"/>
                        </a:cubicBezTo>
                        <a:cubicBezTo>
                          <a:pt x="1409" y="1"/>
                          <a:pt x="1400" y="0"/>
                          <a:pt x="139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5" name="Google Shape;2715;p46"/>
                  <p:cNvSpPr/>
                  <p:nvPr/>
                </p:nvSpPr>
                <p:spPr>
                  <a:xfrm>
                    <a:off x="4980100" y="2364325"/>
                    <a:ext cx="75125" cy="32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05" h="1313" extrusionOk="0">
                        <a:moveTo>
                          <a:pt x="187" y="0"/>
                        </a:moveTo>
                        <a:cubicBezTo>
                          <a:pt x="120" y="0"/>
                          <a:pt x="60" y="41"/>
                          <a:pt x="42" y="110"/>
                        </a:cubicBezTo>
                        <a:cubicBezTo>
                          <a:pt x="1" y="318"/>
                          <a:pt x="272" y="527"/>
                          <a:pt x="397" y="652"/>
                        </a:cubicBezTo>
                        <a:cubicBezTo>
                          <a:pt x="814" y="1007"/>
                          <a:pt x="1294" y="1257"/>
                          <a:pt x="1836" y="1299"/>
                        </a:cubicBezTo>
                        <a:cubicBezTo>
                          <a:pt x="1974" y="1307"/>
                          <a:pt x="2116" y="1312"/>
                          <a:pt x="2259" y="1312"/>
                        </a:cubicBezTo>
                        <a:cubicBezTo>
                          <a:pt x="2460" y="1312"/>
                          <a:pt x="2663" y="1302"/>
                          <a:pt x="2858" y="1278"/>
                        </a:cubicBezTo>
                        <a:cubicBezTo>
                          <a:pt x="2942" y="1278"/>
                          <a:pt x="3004" y="1194"/>
                          <a:pt x="3004" y="1111"/>
                        </a:cubicBezTo>
                        <a:cubicBezTo>
                          <a:pt x="2986" y="1039"/>
                          <a:pt x="2921" y="982"/>
                          <a:pt x="2849" y="982"/>
                        </a:cubicBezTo>
                        <a:cubicBezTo>
                          <a:pt x="2838" y="982"/>
                          <a:pt x="2827" y="983"/>
                          <a:pt x="2816" y="986"/>
                        </a:cubicBezTo>
                        <a:cubicBezTo>
                          <a:pt x="2647" y="993"/>
                          <a:pt x="2472" y="1001"/>
                          <a:pt x="2297" y="1001"/>
                        </a:cubicBezTo>
                        <a:cubicBezTo>
                          <a:pt x="1976" y="1001"/>
                          <a:pt x="1653" y="976"/>
                          <a:pt x="1356" y="882"/>
                        </a:cubicBezTo>
                        <a:cubicBezTo>
                          <a:pt x="981" y="736"/>
                          <a:pt x="647" y="485"/>
                          <a:pt x="397" y="193"/>
                        </a:cubicBezTo>
                        <a:cubicBezTo>
                          <a:pt x="334" y="131"/>
                          <a:pt x="334" y="26"/>
                          <a:pt x="230" y="6"/>
                        </a:cubicBezTo>
                        <a:cubicBezTo>
                          <a:pt x="216" y="2"/>
                          <a:pt x="201" y="0"/>
                          <a:pt x="18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6" name="Google Shape;2716;p46"/>
                  <p:cNvSpPr/>
                  <p:nvPr/>
                </p:nvSpPr>
                <p:spPr>
                  <a:xfrm>
                    <a:off x="5140150" y="2390175"/>
                    <a:ext cx="76900" cy="24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6" h="974" extrusionOk="0">
                        <a:moveTo>
                          <a:pt x="307" y="1"/>
                        </a:moveTo>
                        <a:cubicBezTo>
                          <a:pt x="165" y="1"/>
                          <a:pt x="1" y="223"/>
                          <a:pt x="315" y="494"/>
                        </a:cubicBezTo>
                        <a:cubicBezTo>
                          <a:pt x="753" y="828"/>
                          <a:pt x="1316" y="953"/>
                          <a:pt x="1858" y="974"/>
                        </a:cubicBezTo>
                        <a:cubicBezTo>
                          <a:pt x="2192" y="974"/>
                          <a:pt x="2547" y="953"/>
                          <a:pt x="2880" y="891"/>
                        </a:cubicBezTo>
                        <a:cubicBezTo>
                          <a:pt x="3075" y="832"/>
                          <a:pt x="3015" y="574"/>
                          <a:pt x="2837" y="574"/>
                        </a:cubicBezTo>
                        <a:cubicBezTo>
                          <a:pt x="2824" y="574"/>
                          <a:pt x="2811" y="575"/>
                          <a:pt x="2797" y="578"/>
                        </a:cubicBezTo>
                        <a:cubicBezTo>
                          <a:pt x="2533" y="636"/>
                          <a:pt x="2260" y="672"/>
                          <a:pt x="1987" y="672"/>
                        </a:cubicBezTo>
                        <a:cubicBezTo>
                          <a:pt x="1676" y="672"/>
                          <a:pt x="1365" y="626"/>
                          <a:pt x="1066" y="515"/>
                        </a:cubicBezTo>
                        <a:cubicBezTo>
                          <a:pt x="836" y="452"/>
                          <a:pt x="607" y="369"/>
                          <a:pt x="440" y="160"/>
                        </a:cubicBezTo>
                        <a:cubicBezTo>
                          <a:pt x="433" y="48"/>
                          <a:pt x="373" y="1"/>
                          <a:pt x="30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7" name="Google Shape;2717;p46"/>
                  <p:cNvSpPr/>
                  <p:nvPr/>
                </p:nvSpPr>
                <p:spPr>
                  <a:xfrm>
                    <a:off x="5287225" y="2431075"/>
                    <a:ext cx="80325" cy="28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13" h="1124" extrusionOk="0">
                        <a:moveTo>
                          <a:pt x="167" y="0"/>
                        </a:moveTo>
                        <a:cubicBezTo>
                          <a:pt x="99" y="0"/>
                          <a:pt x="39" y="41"/>
                          <a:pt x="22" y="110"/>
                        </a:cubicBezTo>
                        <a:cubicBezTo>
                          <a:pt x="1" y="172"/>
                          <a:pt x="22" y="256"/>
                          <a:pt x="84" y="277"/>
                        </a:cubicBezTo>
                        <a:cubicBezTo>
                          <a:pt x="230" y="402"/>
                          <a:pt x="376" y="506"/>
                          <a:pt x="543" y="610"/>
                        </a:cubicBezTo>
                        <a:cubicBezTo>
                          <a:pt x="981" y="923"/>
                          <a:pt x="1482" y="1111"/>
                          <a:pt x="2024" y="1111"/>
                        </a:cubicBezTo>
                        <a:lnTo>
                          <a:pt x="2045" y="1111"/>
                        </a:lnTo>
                        <a:cubicBezTo>
                          <a:pt x="2167" y="1118"/>
                          <a:pt x="2292" y="1123"/>
                          <a:pt x="2418" y="1123"/>
                        </a:cubicBezTo>
                        <a:cubicBezTo>
                          <a:pt x="2635" y="1123"/>
                          <a:pt x="2855" y="1109"/>
                          <a:pt x="3067" y="1069"/>
                        </a:cubicBezTo>
                        <a:cubicBezTo>
                          <a:pt x="3150" y="1069"/>
                          <a:pt x="3213" y="986"/>
                          <a:pt x="3192" y="902"/>
                        </a:cubicBezTo>
                        <a:cubicBezTo>
                          <a:pt x="3192" y="830"/>
                          <a:pt x="3129" y="773"/>
                          <a:pt x="3058" y="773"/>
                        </a:cubicBezTo>
                        <a:cubicBezTo>
                          <a:pt x="3047" y="773"/>
                          <a:pt x="3036" y="774"/>
                          <a:pt x="3025" y="777"/>
                        </a:cubicBezTo>
                        <a:cubicBezTo>
                          <a:pt x="2799" y="795"/>
                          <a:pt x="2564" y="809"/>
                          <a:pt x="2331" y="809"/>
                        </a:cubicBezTo>
                        <a:cubicBezTo>
                          <a:pt x="2026" y="809"/>
                          <a:pt x="1723" y="785"/>
                          <a:pt x="1440" y="715"/>
                        </a:cubicBezTo>
                        <a:cubicBezTo>
                          <a:pt x="1127" y="610"/>
                          <a:pt x="835" y="423"/>
                          <a:pt x="564" y="256"/>
                        </a:cubicBezTo>
                        <a:cubicBezTo>
                          <a:pt x="439" y="172"/>
                          <a:pt x="334" y="68"/>
                          <a:pt x="209" y="5"/>
                        </a:cubicBezTo>
                        <a:cubicBezTo>
                          <a:pt x="195" y="2"/>
                          <a:pt x="181" y="0"/>
                          <a:pt x="16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8" name="Google Shape;2718;p46"/>
                  <p:cNvSpPr/>
                  <p:nvPr/>
                </p:nvSpPr>
                <p:spPr>
                  <a:xfrm>
                    <a:off x="5439500" y="2468875"/>
                    <a:ext cx="73025" cy="23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1" h="942" extrusionOk="0">
                        <a:moveTo>
                          <a:pt x="289" y="0"/>
                        </a:moveTo>
                        <a:cubicBezTo>
                          <a:pt x="263" y="0"/>
                          <a:pt x="236" y="5"/>
                          <a:pt x="209" y="16"/>
                        </a:cubicBezTo>
                        <a:cubicBezTo>
                          <a:pt x="0" y="183"/>
                          <a:pt x="292" y="433"/>
                          <a:pt x="417" y="537"/>
                        </a:cubicBezTo>
                        <a:cubicBezTo>
                          <a:pt x="730" y="809"/>
                          <a:pt x="1147" y="913"/>
                          <a:pt x="1565" y="934"/>
                        </a:cubicBezTo>
                        <a:cubicBezTo>
                          <a:pt x="1664" y="939"/>
                          <a:pt x="1764" y="942"/>
                          <a:pt x="1865" y="942"/>
                        </a:cubicBezTo>
                        <a:cubicBezTo>
                          <a:pt x="2169" y="942"/>
                          <a:pt x="2482" y="918"/>
                          <a:pt x="2795" y="871"/>
                        </a:cubicBezTo>
                        <a:cubicBezTo>
                          <a:pt x="2879" y="850"/>
                          <a:pt x="2920" y="746"/>
                          <a:pt x="2899" y="663"/>
                        </a:cubicBezTo>
                        <a:cubicBezTo>
                          <a:pt x="2882" y="593"/>
                          <a:pt x="2822" y="553"/>
                          <a:pt x="2754" y="553"/>
                        </a:cubicBezTo>
                        <a:cubicBezTo>
                          <a:pt x="2740" y="553"/>
                          <a:pt x="2726" y="555"/>
                          <a:pt x="2712" y="558"/>
                        </a:cubicBezTo>
                        <a:cubicBezTo>
                          <a:pt x="2428" y="591"/>
                          <a:pt x="2098" y="632"/>
                          <a:pt x="1771" y="632"/>
                        </a:cubicBezTo>
                        <a:cubicBezTo>
                          <a:pt x="1257" y="632"/>
                          <a:pt x="753" y="529"/>
                          <a:pt x="459" y="120"/>
                        </a:cubicBezTo>
                        <a:cubicBezTo>
                          <a:pt x="428" y="43"/>
                          <a:pt x="363" y="0"/>
                          <a:pt x="28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9" name="Google Shape;2719;p46"/>
                  <p:cNvSpPr/>
                  <p:nvPr/>
                </p:nvSpPr>
                <p:spPr>
                  <a:xfrm>
                    <a:off x="6108500" y="2700725"/>
                    <a:ext cx="31825" cy="80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3" h="3224" extrusionOk="0">
                        <a:moveTo>
                          <a:pt x="728" y="0"/>
                        </a:moveTo>
                        <a:cubicBezTo>
                          <a:pt x="703" y="0"/>
                          <a:pt x="676" y="7"/>
                          <a:pt x="647" y="24"/>
                        </a:cubicBezTo>
                        <a:cubicBezTo>
                          <a:pt x="585" y="65"/>
                          <a:pt x="543" y="170"/>
                          <a:pt x="585" y="232"/>
                        </a:cubicBezTo>
                        <a:cubicBezTo>
                          <a:pt x="1002" y="775"/>
                          <a:pt x="1023" y="1567"/>
                          <a:pt x="710" y="2151"/>
                        </a:cubicBezTo>
                        <a:cubicBezTo>
                          <a:pt x="585" y="2381"/>
                          <a:pt x="439" y="2589"/>
                          <a:pt x="251" y="2777"/>
                        </a:cubicBezTo>
                        <a:cubicBezTo>
                          <a:pt x="167" y="2881"/>
                          <a:pt x="1" y="3048"/>
                          <a:pt x="147" y="3194"/>
                        </a:cubicBezTo>
                        <a:cubicBezTo>
                          <a:pt x="173" y="3214"/>
                          <a:pt x="204" y="3223"/>
                          <a:pt x="236" y="3223"/>
                        </a:cubicBezTo>
                        <a:cubicBezTo>
                          <a:pt x="302" y="3223"/>
                          <a:pt x="369" y="3181"/>
                          <a:pt x="397" y="3111"/>
                        </a:cubicBezTo>
                        <a:cubicBezTo>
                          <a:pt x="710" y="2735"/>
                          <a:pt x="1023" y="2339"/>
                          <a:pt x="1169" y="1859"/>
                        </a:cubicBezTo>
                        <a:cubicBezTo>
                          <a:pt x="1273" y="1359"/>
                          <a:pt x="1273" y="775"/>
                          <a:pt x="1002" y="316"/>
                        </a:cubicBezTo>
                        <a:cubicBezTo>
                          <a:pt x="931" y="210"/>
                          <a:pt x="861" y="0"/>
                          <a:pt x="72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0" name="Google Shape;2720;p46"/>
                  <p:cNvSpPr/>
                  <p:nvPr/>
                </p:nvSpPr>
                <p:spPr>
                  <a:xfrm>
                    <a:off x="6155950" y="2545675"/>
                    <a:ext cx="22450" cy="79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8" h="3160" extrusionOk="0">
                        <a:moveTo>
                          <a:pt x="467" y="1"/>
                        </a:moveTo>
                        <a:cubicBezTo>
                          <a:pt x="364" y="1"/>
                          <a:pt x="259" y="96"/>
                          <a:pt x="314" y="219"/>
                        </a:cubicBezTo>
                        <a:cubicBezTo>
                          <a:pt x="355" y="323"/>
                          <a:pt x="397" y="427"/>
                          <a:pt x="439" y="532"/>
                        </a:cubicBezTo>
                        <a:cubicBezTo>
                          <a:pt x="647" y="1095"/>
                          <a:pt x="522" y="1720"/>
                          <a:pt x="334" y="2284"/>
                        </a:cubicBezTo>
                        <a:cubicBezTo>
                          <a:pt x="251" y="2513"/>
                          <a:pt x="168" y="2701"/>
                          <a:pt x="42" y="2888"/>
                        </a:cubicBezTo>
                        <a:cubicBezTo>
                          <a:pt x="21" y="2951"/>
                          <a:pt x="1" y="2993"/>
                          <a:pt x="21" y="3055"/>
                        </a:cubicBezTo>
                        <a:cubicBezTo>
                          <a:pt x="42" y="3118"/>
                          <a:pt x="105" y="3160"/>
                          <a:pt x="168" y="3160"/>
                        </a:cubicBezTo>
                        <a:cubicBezTo>
                          <a:pt x="314" y="3160"/>
                          <a:pt x="355" y="2951"/>
                          <a:pt x="439" y="2847"/>
                        </a:cubicBezTo>
                        <a:cubicBezTo>
                          <a:pt x="647" y="2430"/>
                          <a:pt x="772" y="1971"/>
                          <a:pt x="835" y="1491"/>
                        </a:cubicBezTo>
                        <a:cubicBezTo>
                          <a:pt x="898" y="1011"/>
                          <a:pt x="835" y="532"/>
                          <a:pt x="606" y="93"/>
                        </a:cubicBezTo>
                        <a:cubicBezTo>
                          <a:pt x="576" y="28"/>
                          <a:pt x="522" y="1"/>
                          <a:pt x="46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1" name="Google Shape;2721;p46"/>
                  <p:cNvSpPr/>
                  <p:nvPr/>
                </p:nvSpPr>
                <p:spPr>
                  <a:xfrm>
                    <a:off x="6176800" y="2412025"/>
                    <a:ext cx="20375" cy="74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5" h="2994" extrusionOk="0">
                        <a:moveTo>
                          <a:pt x="269" y="1"/>
                        </a:moveTo>
                        <a:cubicBezTo>
                          <a:pt x="170" y="1"/>
                          <a:pt x="74" y="86"/>
                          <a:pt x="126" y="204"/>
                        </a:cubicBezTo>
                        <a:cubicBezTo>
                          <a:pt x="230" y="455"/>
                          <a:pt x="356" y="684"/>
                          <a:pt x="418" y="934"/>
                        </a:cubicBezTo>
                        <a:cubicBezTo>
                          <a:pt x="460" y="1268"/>
                          <a:pt x="439" y="1623"/>
                          <a:pt x="356" y="1956"/>
                        </a:cubicBezTo>
                        <a:cubicBezTo>
                          <a:pt x="293" y="2144"/>
                          <a:pt x="210" y="2332"/>
                          <a:pt x="126" y="2499"/>
                        </a:cubicBezTo>
                        <a:cubicBezTo>
                          <a:pt x="84" y="2624"/>
                          <a:pt x="1" y="2728"/>
                          <a:pt x="1" y="2853"/>
                        </a:cubicBezTo>
                        <a:cubicBezTo>
                          <a:pt x="1" y="2947"/>
                          <a:pt x="74" y="2994"/>
                          <a:pt x="150" y="2994"/>
                        </a:cubicBezTo>
                        <a:cubicBezTo>
                          <a:pt x="225" y="2994"/>
                          <a:pt x="303" y="2947"/>
                          <a:pt x="314" y="2853"/>
                        </a:cubicBezTo>
                        <a:cubicBezTo>
                          <a:pt x="522" y="2436"/>
                          <a:pt x="710" y="2019"/>
                          <a:pt x="731" y="1560"/>
                        </a:cubicBezTo>
                        <a:cubicBezTo>
                          <a:pt x="814" y="1018"/>
                          <a:pt x="648" y="559"/>
                          <a:pt x="418" y="100"/>
                        </a:cubicBezTo>
                        <a:cubicBezTo>
                          <a:pt x="387" y="30"/>
                          <a:pt x="328" y="1"/>
                          <a:pt x="269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2" name="Google Shape;2722;p46"/>
                  <p:cNvSpPr/>
                  <p:nvPr/>
                </p:nvSpPr>
                <p:spPr>
                  <a:xfrm>
                    <a:off x="6176800" y="2288425"/>
                    <a:ext cx="18800" cy="66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2" h="2668" extrusionOk="0">
                        <a:moveTo>
                          <a:pt x="318" y="1"/>
                        </a:moveTo>
                        <a:cubicBezTo>
                          <a:pt x="296" y="1"/>
                          <a:pt x="274" y="6"/>
                          <a:pt x="251" y="17"/>
                        </a:cubicBezTo>
                        <a:cubicBezTo>
                          <a:pt x="168" y="38"/>
                          <a:pt x="126" y="142"/>
                          <a:pt x="168" y="226"/>
                        </a:cubicBezTo>
                        <a:cubicBezTo>
                          <a:pt x="210" y="330"/>
                          <a:pt x="251" y="434"/>
                          <a:pt x="293" y="539"/>
                        </a:cubicBezTo>
                        <a:cubicBezTo>
                          <a:pt x="397" y="810"/>
                          <a:pt x="460" y="1102"/>
                          <a:pt x="418" y="1373"/>
                        </a:cubicBezTo>
                        <a:cubicBezTo>
                          <a:pt x="397" y="1623"/>
                          <a:pt x="376" y="1874"/>
                          <a:pt x="293" y="2103"/>
                        </a:cubicBezTo>
                        <a:cubicBezTo>
                          <a:pt x="251" y="2270"/>
                          <a:pt x="1" y="2604"/>
                          <a:pt x="272" y="2666"/>
                        </a:cubicBezTo>
                        <a:cubicBezTo>
                          <a:pt x="280" y="2667"/>
                          <a:pt x="288" y="2667"/>
                          <a:pt x="296" y="2667"/>
                        </a:cubicBezTo>
                        <a:cubicBezTo>
                          <a:pt x="481" y="2667"/>
                          <a:pt x="483" y="2432"/>
                          <a:pt x="543" y="2312"/>
                        </a:cubicBezTo>
                        <a:cubicBezTo>
                          <a:pt x="689" y="1915"/>
                          <a:pt x="752" y="1498"/>
                          <a:pt x="731" y="1081"/>
                        </a:cubicBezTo>
                        <a:cubicBezTo>
                          <a:pt x="710" y="747"/>
                          <a:pt x="585" y="414"/>
                          <a:pt x="460" y="101"/>
                        </a:cubicBezTo>
                        <a:cubicBezTo>
                          <a:pt x="429" y="40"/>
                          <a:pt x="376" y="1"/>
                          <a:pt x="31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3" name="Google Shape;2723;p46"/>
                  <p:cNvSpPr/>
                  <p:nvPr/>
                </p:nvSpPr>
                <p:spPr>
                  <a:xfrm>
                    <a:off x="5832150" y="3551125"/>
                    <a:ext cx="65200" cy="37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8" h="1508" extrusionOk="0">
                        <a:moveTo>
                          <a:pt x="211" y="0"/>
                        </a:moveTo>
                        <a:cubicBezTo>
                          <a:pt x="196" y="0"/>
                          <a:pt x="182" y="2"/>
                          <a:pt x="167" y="6"/>
                        </a:cubicBezTo>
                        <a:cubicBezTo>
                          <a:pt x="0" y="89"/>
                          <a:pt x="83" y="256"/>
                          <a:pt x="167" y="360"/>
                        </a:cubicBezTo>
                        <a:cubicBezTo>
                          <a:pt x="584" y="944"/>
                          <a:pt x="1231" y="1340"/>
                          <a:pt x="1940" y="1466"/>
                        </a:cubicBezTo>
                        <a:cubicBezTo>
                          <a:pt x="2107" y="1486"/>
                          <a:pt x="2274" y="1507"/>
                          <a:pt x="2440" y="1507"/>
                        </a:cubicBezTo>
                        <a:cubicBezTo>
                          <a:pt x="2524" y="1507"/>
                          <a:pt x="2607" y="1445"/>
                          <a:pt x="2607" y="1340"/>
                        </a:cubicBezTo>
                        <a:cubicBezTo>
                          <a:pt x="2593" y="1211"/>
                          <a:pt x="2498" y="1191"/>
                          <a:pt x="2400" y="1191"/>
                        </a:cubicBezTo>
                        <a:cubicBezTo>
                          <a:pt x="2356" y="1191"/>
                          <a:pt x="2312" y="1194"/>
                          <a:pt x="2274" y="1194"/>
                        </a:cubicBezTo>
                        <a:cubicBezTo>
                          <a:pt x="1523" y="1132"/>
                          <a:pt x="772" y="756"/>
                          <a:pt x="375" y="89"/>
                        </a:cubicBezTo>
                        <a:cubicBezTo>
                          <a:pt x="341" y="38"/>
                          <a:pt x="279" y="0"/>
                          <a:pt x="21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4" name="Google Shape;2724;p46"/>
                  <p:cNvSpPr/>
                  <p:nvPr/>
                </p:nvSpPr>
                <p:spPr>
                  <a:xfrm>
                    <a:off x="5958875" y="3595350"/>
                    <a:ext cx="81150" cy="36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46" h="1440" extrusionOk="0">
                        <a:moveTo>
                          <a:pt x="200" y="0"/>
                        </a:moveTo>
                        <a:cubicBezTo>
                          <a:pt x="101" y="0"/>
                          <a:pt x="0" y="96"/>
                          <a:pt x="41" y="218"/>
                        </a:cubicBezTo>
                        <a:cubicBezTo>
                          <a:pt x="83" y="322"/>
                          <a:pt x="166" y="427"/>
                          <a:pt x="250" y="510"/>
                        </a:cubicBezTo>
                        <a:cubicBezTo>
                          <a:pt x="855" y="1178"/>
                          <a:pt x="1710" y="1365"/>
                          <a:pt x="2565" y="1428"/>
                        </a:cubicBezTo>
                        <a:lnTo>
                          <a:pt x="2586" y="1428"/>
                        </a:lnTo>
                        <a:cubicBezTo>
                          <a:pt x="2649" y="1428"/>
                          <a:pt x="2761" y="1440"/>
                          <a:pt x="2875" y="1440"/>
                        </a:cubicBezTo>
                        <a:cubicBezTo>
                          <a:pt x="3058" y="1440"/>
                          <a:pt x="3245" y="1408"/>
                          <a:pt x="3232" y="1240"/>
                        </a:cubicBezTo>
                        <a:cubicBezTo>
                          <a:pt x="3232" y="1168"/>
                          <a:pt x="3169" y="1111"/>
                          <a:pt x="3098" y="1111"/>
                        </a:cubicBezTo>
                        <a:cubicBezTo>
                          <a:pt x="3087" y="1111"/>
                          <a:pt x="3076" y="1112"/>
                          <a:pt x="3066" y="1115"/>
                        </a:cubicBezTo>
                        <a:cubicBezTo>
                          <a:pt x="3003" y="1125"/>
                          <a:pt x="2940" y="1131"/>
                          <a:pt x="2878" y="1131"/>
                        </a:cubicBezTo>
                        <a:cubicBezTo>
                          <a:pt x="2815" y="1131"/>
                          <a:pt x="2753" y="1125"/>
                          <a:pt x="2690" y="1115"/>
                        </a:cubicBezTo>
                        <a:cubicBezTo>
                          <a:pt x="2085" y="1073"/>
                          <a:pt x="1459" y="1011"/>
                          <a:pt x="938" y="677"/>
                        </a:cubicBezTo>
                        <a:cubicBezTo>
                          <a:pt x="709" y="531"/>
                          <a:pt x="458" y="343"/>
                          <a:pt x="333" y="93"/>
                        </a:cubicBezTo>
                        <a:cubicBezTo>
                          <a:pt x="304" y="27"/>
                          <a:pt x="252" y="0"/>
                          <a:pt x="20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5" name="Google Shape;2725;p46"/>
                  <p:cNvSpPr/>
                  <p:nvPr/>
                </p:nvSpPr>
                <p:spPr>
                  <a:xfrm>
                    <a:off x="6088925" y="3626250"/>
                    <a:ext cx="96075" cy="36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43" h="1448" extrusionOk="0">
                        <a:moveTo>
                          <a:pt x="176" y="1"/>
                        </a:moveTo>
                        <a:cubicBezTo>
                          <a:pt x="90" y="1"/>
                          <a:pt x="1" y="70"/>
                          <a:pt x="12" y="192"/>
                        </a:cubicBezTo>
                        <a:cubicBezTo>
                          <a:pt x="74" y="442"/>
                          <a:pt x="283" y="609"/>
                          <a:pt x="450" y="776"/>
                        </a:cubicBezTo>
                        <a:cubicBezTo>
                          <a:pt x="950" y="1193"/>
                          <a:pt x="1576" y="1422"/>
                          <a:pt x="2223" y="1443"/>
                        </a:cubicBezTo>
                        <a:lnTo>
                          <a:pt x="2202" y="1443"/>
                        </a:lnTo>
                        <a:cubicBezTo>
                          <a:pt x="2265" y="1446"/>
                          <a:pt x="2328" y="1447"/>
                          <a:pt x="2392" y="1447"/>
                        </a:cubicBezTo>
                        <a:cubicBezTo>
                          <a:pt x="2813" y="1447"/>
                          <a:pt x="3243" y="1391"/>
                          <a:pt x="3641" y="1318"/>
                        </a:cubicBezTo>
                        <a:cubicBezTo>
                          <a:pt x="3842" y="1298"/>
                          <a:pt x="3811" y="1025"/>
                          <a:pt x="3620" y="1025"/>
                        </a:cubicBezTo>
                        <a:cubicBezTo>
                          <a:pt x="3614" y="1025"/>
                          <a:pt x="3607" y="1025"/>
                          <a:pt x="3599" y="1026"/>
                        </a:cubicBezTo>
                        <a:cubicBezTo>
                          <a:pt x="3196" y="1082"/>
                          <a:pt x="2793" y="1137"/>
                          <a:pt x="2390" y="1137"/>
                        </a:cubicBezTo>
                        <a:cubicBezTo>
                          <a:pt x="2188" y="1137"/>
                          <a:pt x="1986" y="1123"/>
                          <a:pt x="1785" y="1089"/>
                        </a:cubicBezTo>
                        <a:cubicBezTo>
                          <a:pt x="1222" y="943"/>
                          <a:pt x="658" y="651"/>
                          <a:pt x="325" y="171"/>
                        </a:cubicBezTo>
                        <a:cubicBezTo>
                          <a:pt x="325" y="54"/>
                          <a:pt x="252" y="1"/>
                          <a:pt x="17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6" name="Google Shape;2726;p46"/>
                  <p:cNvSpPr/>
                  <p:nvPr/>
                </p:nvSpPr>
                <p:spPr>
                  <a:xfrm>
                    <a:off x="6270150" y="3652400"/>
                    <a:ext cx="97000" cy="22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" h="887" extrusionOk="0">
                        <a:moveTo>
                          <a:pt x="146" y="1"/>
                        </a:moveTo>
                        <a:cubicBezTo>
                          <a:pt x="63" y="1"/>
                          <a:pt x="0" y="64"/>
                          <a:pt x="0" y="147"/>
                        </a:cubicBezTo>
                        <a:cubicBezTo>
                          <a:pt x="21" y="356"/>
                          <a:pt x="272" y="439"/>
                          <a:pt x="418" y="543"/>
                        </a:cubicBezTo>
                        <a:cubicBezTo>
                          <a:pt x="856" y="773"/>
                          <a:pt x="1356" y="835"/>
                          <a:pt x="1857" y="877"/>
                        </a:cubicBezTo>
                        <a:cubicBezTo>
                          <a:pt x="1988" y="882"/>
                          <a:pt x="2120" y="886"/>
                          <a:pt x="2252" y="886"/>
                        </a:cubicBezTo>
                        <a:cubicBezTo>
                          <a:pt x="2627" y="886"/>
                          <a:pt x="3004" y="854"/>
                          <a:pt x="3359" y="731"/>
                        </a:cubicBezTo>
                        <a:cubicBezTo>
                          <a:pt x="3525" y="668"/>
                          <a:pt x="3671" y="585"/>
                          <a:pt x="3817" y="481"/>
                        </a:cubicBezTo>
                        <a:cubicBezTo>
                          <a:pt x="3880" y="439"/>
                          <a:pt x="3880" y="335"/>
                          <a:pt x="3838" y="272"/>
                        </a:cubicBezTo>
                        <a:cubicBezTo>
                          <a:pt x="3811" y="226"/>
                          <a:pt x="3771" y="209"/>
                          <a:pt x="3728" y="209"/>
                        </a:cubicBezTo>
                        <a:cubicBezTo>
                          <a:pt x="3674" y="209"/>
                          <a:pt x="3614" y="237"/>
                          <a:pt x="3567" y="272"/>
                        </a:cubicBezTo>
                        <a:cubicBezTo>
                          <a:pt x="3198" y="503"/>
                          <a:pt x="2759" y="574"/>
                          <a:pt x="2313" y="574"/>
                        </a:cubicBezTo>
                        <a:cubicBezTo>
                          <a:pt x="1953" y="574"/>
                          <a:pt x="1588" y="527"/>
                          <a:pt x="1252" y="481"/>
                        </a:cubicBezTo>
                        <a:cubicBezTo>
                          <a:pt x="918" y="418"/>
                          <a:pt x="564" y="314"/>
                          <a:pt x="292" y="84"/>
                        </a:cubicBezTo>
                        <a:cubicBezTo>
                          <a:pt x="272" y="43"/>
                          <a:pt x="230" y="1"/>
                          <a:pt x="14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7" name="Google Shape;2727;p46"/>
                  <p:cNvSpPr/>
                  <p:nvPr/>
                </p:nvSpPr>
                <p:spPr>
                  <a:xfrm>
                    <a:off x="6760790" y="4091515"/>
                    <a:ext cx="186700" cy="110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68" h="4402" extrusionOk="0">
                        <a:moveTo>
                          <a:pt x="386" y="1"/>
                        </a:moveTo>
                        <a:cubicBezTo>
                          <a:pt x="345" y="1"/>
                          <a:pt x="303" y="16"/>
                          <a:pt x="272" y="48"/>
                        </a:cubicBezTo>
                        <a:cubicBezTo>
                          <a:pt x="209" y="110"/>
                          <a:pt x="209" y="214"/>
                          <a:pt x="272" y="277"/>
                        </a:cubicBezTo>
                        <a:cubicBezTo>
                          <a:pt x="480" y="486"/>
                          <a:pt x="710" y="652"/>
                          <a:pt x="939" y="819"/>
                        </a:cubicBezTo>
                        <a:cubicBezTo>
                          <a:pt x="1481" y="1236"/>
                          <a:pt x="2065" y="1591"/>
                          <a:pt x="2691" y="1883"/>
                        </a:cubicBezTo>
                        <a:cubicBezTo>
                          <a:pt x="3484" y="2258"/>
                          <a:pt x="4339" y="2655"/>
                          <a:pt x="5152" y="3009"/>
                        </a:cubicBezTo>
                        <a:cubicBezTo>
                          <a:pt x="5569" y="3218"/>
                          <a:pt x="6007" y="3406"/>
                          <a:pt x="6425" y="3614"/>
                        </a:cubicBezTo>
                        <a:cubicBezTo>
                          <a:pt x="6633" y="3739"/>
                          <a:pt x="6883" y="3844"/>
                          <a:pt x="7050" y="4052"/>
                        </a:cubicBezTo>
                        <a:cubicBezTo>
                          <a:pt x="6946" y="4094"/>
                          <a:pt x="6842" y="4094"/>
                          <a:pt x="6717" y="4094"/>
                        </a:cubicBezTo>
                        <a:cubicBezTo>
                          <a:pt x="6445" y="4073"/>
                          <a:pt x="6153" y="4052"/>
                          <a:pt x="5882" y="4011"/>
                        </a:cubicBezTo>
                        <a:cubicBezTo>
                          <a:pt x="5069" y="3844"/>
                          <a:pt x="4297" y="3510"/>
                          <a:pt x="3588" y="3093"/>
                        </a:cubicBezTo>
                        <a:cubicBezTo>
                          <a:pt x="2378" y="2446"/>
                          <a:pt x="1356" y="1508"/>
                          <a:pt x="355" y="569"/>
                        </a:cubicBezTo>
                        <a:cubicBezTo>
                          <a:pt x="344" y="477"/>
                          <a:pt x="269" y="430"/>
                          <a:pt x="194" y="430"/>
                        </a:cubicBezTo>
                        <a:cubicBezTo>
                          <a:pt x="132" y="430"/>
                          <a:pt x="70" y="462"/>
                          <a:pt x="42" y="527"/>
                        </a:cubicBezTo>
                        <a:cubicBezTo>
                          <a:pt x="0" y="632"/>
                          <a:pt x="63" y="757"/>
                          <a:pt x="146" y="819"/>
                        </a:cubicBezTo>
                        <a:cubicBezTo>
                          <a:pt x="334" y="986"/>
                          <a:pt x="501" y="1132"/>
                          <a:pt x="689" y="1299"/>
                        </a:cubicBezTo>
                        <a:cubicBezTo>
                          <a:pt x="1210" y="1779"/>
                          <a:pt x="1732" y="2258"/>
                          <a:pt x="2316" y="2676"/>
                        </a:cubicBezTo>
                        <a:cubicBezTo>
                          <a:pt x="3567" y="3510"/>
                          <a:pt x="4965" y="4282"/>
                          <a:pt x="6487" y="4386"/>
                        </a:cubicBezTo>
                        <a:cubicBezTo>
                          <a:pt x="6582" y="4394"/>
                          <a:pt x="6679" y="4402"/>
                          <a:pt x="6776" y="4402"/>
                        </a:cubicBezTo>
                        <a:cubicBezTo>
                          <a:pt x="6936" y="4402"/>
                          <a:pt x="7095" y="4380"/>
                          <a:pt x="7238" y="4303"/>
                        </a:cubicBezTo>
                        <a:cubicBezTo>
                          <a:pt x="7467" y="4157"/>
                          <a:pt x="7363" y="3865"/>
                          <a:pt x="7175" y="3719"/>
                        </a:cubicBezTo>
                        <a:cubicBezTo>
                          <a:pt x="6967" y="3531"/>
                          <a:pt x="6717" y="3406"/>
                          <a:pt x="6466" y="3280"/>
                        </a:cubicBezTo>
                        <a:cubicBezTo>
                          <a:pt x="5861" y="2988"/>
                          <a:pt x="5257" y="2717"/>
                          <a:pt x="4652" y="2446"/>
                        </a:cubicBezTo>
                        <a:cubicBezTo>
                          <a:pt x="3692" y="1987"/>
                          <a:pt x="2712" y="1612"/>
                          <a:pt x="1815" y="1049"/>
                        </a:cubicBezTo>
                        <a:cubicBezTo>
                          <a:pt x="1377" y="757"/>
                          <a:pt x="876" y="444"/>
                          <a:pt x="501" y="48"/>
                        </a:cubicBezTo>
                        <a:cubicBezTo>
                          <a:pt x="470" y="16"/>
                          <a:pt x="428" y="1"/>
                          <a:pt x="38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8" name="Google Shape;2728;p46"/>
                  <p:cNvSpPr/>
                  <p:nvPr/>
                </p:nvSpPr>
                <p:spPr>
                  <a:xfrm>
                    <a:off x="6784990" y="4062115"/>
                    <a:ext cx="142500" cy="59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00" h="2372" extrusionOk="0">
                        <a:moveTo>
                          <a:pt x="182" y="0"/>
                        </a:moveTo>
                        <a:cubicBezTo>
                          <a:pt x="93" y="0"/>
                          <a:pt x="0" y="68"/>
                          <a:pt x="13" y="181"/>
                        </a:cubicBezTo>
                        <a:cubicBezTo>
                          <a:pt x="34" y="473"/>
                          <a:pt x="1640" y="1224"/>
                          <a:pt x="1973" y="1390"/>
                        </a:cubicBezTo>
                        <a:cubicBezTo>
                          <a:pt x="2432" y="1620"/>
                          <a:pt x="2954" y="1849"/>
                          <a:pt x="3475" y="1995"/>
                        </a:cubicBezTo>
                        <a:cubicBezTo>
                          <a:pt x="4122" y="2183"/>
                          <a:pt x="4810" y="2308"/>
                          <a:pt x="5477" y="2371"/>
                        </a:cubicBezTo>
                        <a:cubicBezTo>
                          <a:pt x="5485" y="2371"/>
                          <a:pt x="5492" y="2372"/>
                          <a:pt x="5498" y="2372"/>
                        </a:cubicBezTo>
                        <a:cubicBezTo>
                          <a:pt x="5687" y="2372"/>
                          <a:pt x="5700" y="2098"/>
                          <a:pt x="5498" y="2058"/>
                        </a:cubicBezTo>
                        <a:cubicBezTo>
                          <a:pt x="4789" y="1995"/>
                          <a:pt x="4080" y="1870"/>
                          <a:pt x="3392" y="1662"/>
                        </a:cubicBezTo>
                        <a:cubicBezTo>
                          <a:pt x="2933" y="1516"/>
                          <a:pt x="2516" y="1307"/>
                          <a:pt x="2078" y="1098"/>
                        </a:cubicBezTo>
                        <a:cubicBezTo>
                          <a:pt x="1473" y="806"/>
                          <a:pt x="847" y="514"/>
                          <a:pt x="326" y="97"/>
                        </a:cubicBezTo>
                        <a:cubicBezTo>
                          <a:pt x="301" y="31"/>
                          <a:pt x="242" y="0"/>
                          <a:pt x="18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9" name="Google Shape;2729;p46"/>
                  <p:cNvSpPr/>
                  <p:nvPr/>
                </p:nvSpPr>
                <p:spPr>
                  <a:xfrm>
                    <a:off x="4642200" y="2262550"/>
                    <a:ext cx="102750" cy="98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10" h="3951" extrusionOk="0">
                        <a:moveTo>
                          <a:pt x="1867" y="1"/>
                        </a:moveTo>
                        <a:cubicBezTo>
                          <a:pt x="1606" y="1"/>
                          <a:pt x="1346" y="73"/>
                          <a:pt x="1106" y="239"/>
                        </a:cubicBezTo>
                        <a:cubicBezTo>
                          <a:pt x="731" y="489"/>
                          <a:pt x="418" y="885"/>
                          <a:pt x="355" y="1344"/>
                        </a:cubicBezTo>
                        <a:cubicBezTo>
                          <a:pt x="335" y="1469"/>
                          <a:pt x="314" y="1595"/>
                          <a:pt x="293" y="1741"/>
                        </a:cubicBezTo>
                        <a:cubicBezTo>
                          <a:pt x="293" y="1824"/>
                          <a:pt x="355" y="1907"/>
                          <a:pt x="439" y="1907"/>
                        </a:cubicBezTo>
                        <a:cubicBezTo>
                          <a:pt x="450" y="1910"/>
                          <a:pt x="461" y="1911"/>
                          <a:pt x="472" y="1911"/>
                        </a:cubicBezTo>
                        <a:cubicBezTo>
                          <a:pt x="543" y="1911"/>
                          <a:pt x="606" y="1855"/>
                          <a:pt x="606" y="1782"/>
                        </a:cubicBezTo>
                        <a:cubicBezTo>
                          <a:pt x="627" y="1636"/>
                          <a:pt x="647" y="1490"/>
                          <a:pt x="668" y="1344"/>
                        </a:cubicBezTo>
                        <a:cubicBezTo>
                          <a:pt x="809" y="803"/>
                          <a:pt x="1295" y="320"/>
                          <a:pt x="1870" y="320"/>
                        </a:cubicBezTo>
                        <a:cubicBezTo>
                          <a:pt x="1893" y="320"/>
                          <a:pt x="1917" y="321"/>
                          <a:pt x="1941" y="322"/>
                        </a:cubicBezTo>
                        <a:cubicBezTo>
                          <a:pt x="3109" y="468"/>
                          <a:pt x="4110" y="1782"/>
                          <a:pt x="3317" y="2867"/>
                        </a:cubicBezTo>
                        <a:cubicBezTo>
                          <a:pt x="3046" y="3221"/>
                          <a:pt x="2671" y="3534"/>
                          <a:pt x="2233" y="3639"/>
                        </a:cubicBezTo>
                        <a:cubicBezTo>
                          <a:pt x="2164" y="3650"/>
                          <a:pt x="2095" y="3656"/>
                          <a:pt x="2028" y="3656"/>
                        </a:cubicBezTo>
                        <a:cubicBezTo>
                          <a:pt x="1359" y="3656"/>
                          <a:pt x="772" y="3117"/>
                          <a:pt x="564" y="2491"/>
                        </a:cubicBezTo>
                        <a:cubicBezTo>
                          <a:pt x="564" y="2450"/>
                          <a:pt x="543" y="2429"/>
                          <a:pt x="543" y="2387"/>
                        </a:cubicBezTo>
                        <a:cubicBezTo>
                          <a:pt x="564" y="2304"/>
                          <a:pt x="501" y="2220"/>
                          <a:pt x="418" y="2220"/>
                        </a:cubicBezTo>
                        <a:cubicBezTo>
                          <a:pt x="1" y="2220"/>
                          <a:pt x="418" y="2971"/>
                          <a:pt x="543" y="3138"/>
                        </a:cubicBezTo>
                        <a:cubicBezTo>
                          <a:pt x="814" y="3513"/>
                          <a:pt x="1211" y="3826"/>
                          <a:pt x="1690" y="3910"/>
                        </a:cubicBezTo>
                        <a:cubicBezTo>
                          <a:pt x="1800" y="3938"/>
                          <a:pt x="1912" y="3951"/>
                          <a:pt x="2023" y="3951"/>
                        </a:cubicBezTo>
                        <a:cubicBezTo>
                          <a:pt x="3068" y="3951"/>
                          <a:pt x="4088" y="2778"/>
                          <a:pt x="3880" y="1741"/>
                        </a:cubicBezTo>
                        <a:cubicBezTo>
                          <a:pt x="3776" y="1136"/>
                          <a:pt x="3359" y="614"/>
                          <a:pt x="2817" y="301"/>
                        </a:cubicBezTo>
                        <a:cubicBezTo>
                          <a:pt x="2526" y="115"/>
                          <a:pt x="2196" y="1"/>
                          <a:pt x="186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0" name="Google Shape;2730;p46"/>
                  <p:cNvSpPr/>
                  <p:nvPr/>
                </p:nvSpPr>
                <p:spPr>
                  <a:xfrm>
                    <a:off x="4683925" y="2265750"/>
                    <a:ext cx="17750" cy="9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0" h="3636" extrusionOk="0">
                        <a:moveTo>
                          <a:pt x="568" y="1"/>
                        </a:moveTo>
                        <a:cubicBezTo>
                          <a:pt x="504" y="1"/>
                          <a:pt x="437" y="43"/>
                          <a:pt x="418" y="132"/>
                        </a:cubicBezTo>
                        <a:cubicBezTo>
                          <a:pt x="334" y="632"/>
                          <a:pt x="230" y="1112"/>
                          <a:pt x="167" y="1633"/>
                        </a:cubicBezTo>
                        <a:cubicBezTo>
                          <a:pt x="126" y="1946"/>
                          <a:pt x="105" y="2259"/>
                          <a:pt x="84" y="2593"/>
                        </a:cubicBezTo>
                        <a:cubicBezTo>
                          <a:pt x="42" y="2885"/>
                          <a:pt x="21" y="3177"/>
                          <a:pt x="0" y="3469"/>
                        </a:cubicBezTo>
                        <a:cubicBezTo>
                          <a:pt x="0" y="3552"/>
                          <a:pt x="63" y="3615"/>
                          <a:pt x="146" y="3636"/>
                        </a:cubicBezTo>
                        <a:cubicBezTo>
                          <a:pt x="230" y="3636"/>
                          <a:pt x="292" y="3573"/>
                          <a:pt x="313" y="3490"/>
                        </a:cubicBezTo>
                        <a:cubicBezTo>
                          <a:pt x="313" y="3198"/>
                          <a:pt x="355" y="2906"/>
                          <a:pt x="376" y="2614"/>
                        </a:cubicBezTo>
                        <a:cubicBezTo>
                          <a:pt x="438" y="2051"/>
                          <a:pt x="501" y="1467"/>
                          <a:pt x="584" y="903"/>
                        </a:cubicBezTo>
                        <a:cubicBezTo>
                          <a:pt x="626" y="653"/>
                          <a:pt x="710" y="403"/>
                          <a:pt x="710" y="153"/>
                        </a:cubicBezTo>
                        <a:cubicBezTo>
                          <a:pt x="710" y="53"/>
                          <a:pt x="640" y="1"/>
                          <a:pt x="56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1" name="Google Shape;2731;p46"/>
                  <p:cNvSpPr/>
                  <p:nvPr/>
                </p:nvSpPr>
                <p:spPr>
                  <a:xfrm>
                    <a:off x="4689150" y="2311700"/>
                    <a:ext cx="32150" cy="38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6" h="1555" extrusionOk="0">
                        <a:moveTo>
                          <a:pt x="173" y="0"/>
                        </a:moveTo>
                        <a:cubicBezTo>
                          <a:pt x="98" y="0"/>
                          <a:pt x="15" y="58"/>
                          <a:pt x="0" y="150"/>
                        </a:cubicBezTo>
                        <a:cubicBezTo>
                          <a:pt x="0" y="213"/>
                          <a:pt x="42" y="275"/>
                          <a:pt x="83" y="296"/>
                        </a:cubicBezTo>
                        <a:cubicBezTo>
                          <a:pt x="209" y="484"/>
                          <a:pt x="355" y="651"/>
                          <a:pt x="501" y="838"/>
                        </a:cubicBezTo>
                        <a:cubicBezTo>
                          <a:pt x="647" y="1026"/>
                          <a:pt x="813" y="1235"/>
                          <a:pt x="939" y="1464"/>
                        </a:cubicBezTo>
                        <a:cubicBezTo>
                          <a:pt x="959" y="1506"/>
                          <a:pt x="1001" y="1527"/>
                          <a:pt x="1043" y="1547"/>
                        </a:cubicBezTo>
                        <a:cubicBezTo>
                          <a:pt x="1058" y="1552"/>
                          <a:pt x="1073" y="1555"/>
                          <a:pt x="1087" y="1555"/>
                        </a:cubicBezTo>
                        <a:cubicBezTo>
                          <a:pt x="1195" y="1555"/>
                          <a:pt x="1286" y="1428"/>
                          <a:pt x="1231" y="1318"/>
                        </a:cubicBezTo>
                        <a:cubicBezTo>
                          <a:pt x="980" y="901"/>
                          <a:pt x="647" y="546"/>
                          <a:pt x="355" y="129"/>
                        </a:cubicBezTo>
                        <a:cubicBezTo>
                          <a:pt x="334" y="87"/>
                          <a:pt x="292" y="67"/>
                          <a:pt x="250" y="25"/>
                        </a:cubicBezTo>
                        <a:cubicBezTo>
                          <a:pt x="228" y="8"/>
                          <a:pt x="201" y="0"/>
                          <a:pt x="17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2" name="Google Shape;2732;p46"/>
                  <p:cNvSpPr/>
                  <p:nvPr/>
                </p:nvSpPr>
                <p:spPr>
                  <a:xfrm>
                    <a:off x="4654725" y="2312950"/>
                    <a:ext cx="42775" cy="31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1" h="1257" extrusionOk="0">
                        <a:moveTo>
                          <a:pt x="1509" y="0"/>
                        </a:moveTo>
                        <a:cubicBezTo>
                          <a:pt x="1486" y="0"/>
                          <a:pt x="1462" y="5"/>
                          <a:pt x="1440" y="17"/>
                        </a:cubicBezTo>
                        <a:cubicBezTo>
                          <a:pt x="1335" y="100"/>
                          <a:pt x="1231" y="163"/>
                          <a:pt x="1127" y="246"/>
                        </a:cubicBezTo>
                        <a:cubicBezTo>
                          <a:pt x="897" y="413"/>
                          <a:pt x="647" y="580"/>
                          <a:pt x="418" y="767"/>
                        </a:cubicBezTo>
                        <a:cubicBezTo>
                          <a:pt x="292" y="872"/>
                          <a:pt x="0" y="1039"/>
                          <a:pt x="167" y="1226"/>
                        </a:cubicBezTo>
                        <a:cubicBezTo>
                          <a:pt x="195" y="1247"/>
                          <a:pt x="225" y="1256"/>
                          <a:pt x="255" y="1256"/>
                        </a:cubicBezTo>
                        <a:cubicBezTo>
                          <a:pt x="316" y="1256"/>
                          <a:pt x="376" y="1219"/>
                          <a:pt x="418" y="1164"/>
                        </a:cubicBezTo>
                        <a:cubicBezTo>
                          <a:pt x="501" y="1101"/>
                          <a:pt x="584" y="1018"/>
                          <a:pt x="668" y="955"/>
                        </a:cubicBezTo>
                        <a:cubicBezTo>
                          <a:pt x="939" y="747"/>
                          <a:pt x="1252" y="517"/>
                          <a:pt x="1544" y="329"/>
                        </a:cubicBezTo>
                        <a:cubicBezTo>
                          <a:pt x="1627" y="288"/>
                          <a:pt x="1711" y="204"/>
                          <a:pt x="1648" y="100"/>
                        </a:cubicBezTo>
                        <a:cubicBezTo>
                          <a:pt x="1633" y="39"/>
                          <a:pt x="1573" y="0"/>
                          <a:pt x="150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3" name="Google Shape;2733;p46"/>
                  <p:cNvSpPr/>
                  <p:nvPr/>
                </p:nvSpPr>
                <p:spPr>
                  <a:xfrm>
                    <a:off x="4992100" y="3947350"/>
                    <a:ext cx="108875" cy="252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55" h="10083" extrusionOk="0">
                        <a:moveTo>
                          <a:pt x="4169" y="1"/>
                        </a:moveTo>
                        <a:cubicBezTo>
                          <a:pt x="4106" y="1"/>
                          <a:pt x="4043" y="36"/>
                          <a:pt x="4026" y="113"/>
                        </a:cubicBezTo>
                        <a:cubicBezTo>
                          <a:pt x="3963" y="446"/>
                          <a:pt x="3838" y="780"/>
                          <a:pt x="3734" y="1114"/>
                        </a:cubicBezTo>
                        <a:cubicBezTo>
                          <a:pt x="2754" y="3700"/>
                          <a:pt x="1752" y="6307"/>
                          <a:pt x="605" y="8852"/>
                        </a:cubicBezTo>
                        <a:cubicBezTo>
                          <a:pt x="438" y="9186"/>
                          <a:pt x="251" y="9520"/>
                          <a:pt x="42" y="9832"/>
                        </a:cubicBezTo>
                        <a:cubicBezTo>
                          <a:pt x="0" y="9916"/>
                          <a:pt x="42" y="10020"/>
                          <a:pt x="105" y="10062"/>
                        </a:cubicBezTo>
                        <a:cubicBezTo>
                          <a:pt x="132" y="10076"/>
                          <a:pt x="160" y="10083"/>
                          <a:pt x="187" y="10083"/>
                        </a:cubicBezTo>
                        <a:cubicBezTo>
                          <a:pt x="239" y="10083"/>
                          <a:pt x="285" y="10055"/>
                          <a:pt x="313" y="9999"/>
                        </a:cubicBezTo>
                        <a:cubicBezTo>
                          <a:pt x="626" y="9499"/>
                          <a:pt x="897" y="8956"/>
                          <a:pt x="1148" y="8414"/>
                        </a:cubicBezTo>
                        <a:cubicBezTo>
                          <a:pt x="1898" y="6641"/>
                          <a:pt x="2608" y="4847"/>
                          <a:pt x="3317" y="3054"/>
                        </a:cubicBezTo>
                        <a:cubicBezTo>
                          <a:pt x="3671" y="2115"/>
                          <a:pt x="4109" y="1176"/>
                          <a:pt x="4318" y="196"/>
                        </a:cubicBezTo>
                        <a:cubicBezTo>
                          <a:pt x="4355" y="73"/>
                          <a:pt x="4261" y="1"/>
                          <a:pt x="4169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4" name="Google Shape;2734;p46"/>
                  <p:cNvSpPr/>
                  <p:nvPr/>
                </p:nvSpPr>
                <p:spPr>
                  <a:xfrm>
                    <a:off x="4946725" y="4239025"/>
                    <a:ext cx="28200" cy="42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8" h="1716" extrusionOk="0">
                        <a:moveTo>
                          <a:pt x="950" y="1"/>
                        </a:moveTo>
                        <a:cubicBezTo>
                          <a:pt x="898" y="1"/>
                          <a:pt x="842" y="29"/>
                          <a:pt x="814" y="84"/>
                        </a:cubicBezTo>
                        <a:cubicBezTo>
                          <a:pt x="710" y="272"/>
                          <a:pt x="606" y="460"/>
                          <a:pt x="522" y="668"/>
                        </a:cubicBezTo>
                        <a:cubicBezTo>
                          <a:pt x="418" y="877"/>
                          <a:pt x="334" y="1065"/>
                          <a:pt x="230" y="1273"/>
                        </a:cubicBezTo>
                        <a:cubicBezTo>
                          <a:pt x="168" y="1398"/>
                          <a:pt x="1" y="1586"/>
                          <a:pt x="168" y="1690"/>
                        </a:cubicBezTo>
                        <a:cubicBezTo>
                          <a:pt x="202" y="1708"/>
                          <a:pt x="233" y="1715"/>
                          <a:pt x="260" y="1715"/>
                        </a:cubicBezTo>
                        <a:cubicBezTo>
                          <a:pt x="397" y="1715"/>
                          <a:pt x="449" y="1524"/>
                          <a:pt x="501" y="1419"/>
                        </a:cubicBezTo>
                        <a:cubicBezTo>
                          <a:pt x="710" y="1023"/>
                          <a:pt x="877" y="627"/>
                          <a:pt x="1085" y="230"/>
                        </a:cubicBezTo>
                        <a:cubicBezTo>
                          <a:pt x="1127" y="168"/>
                          <a:pt x="1106" y="63"/>
                          <a:pt x="1023" y="22"/>
                        </a:cubicBezTo>
                        <a:cubicBezTo>
                          <a:pt x="1002" y="8"/>
                          <a:pt x="976" y="1"/>
                          <a:pt x="95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5" name="Google Shape;2735;p46"/>
                  <p:cNvSpPr/>
                  <p:nvPr/>
                </p:nvSpPr>
                <p:spPr>
                  <a:xfrm>
                    <a:off x="4398700" y="3747775"/>
                    <a:ext cx="62775" cy="106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1" h="4248" extrusionOk="0">
                        <a:moveTo>
                          <a:pt x="2300" y="0"/>
                        </a:moveTo>
                        <a:cubicBezTo>
                          <a:pt x="2256" y="0"/>
                          <a:pt x="2210" y="20"/>
                          <a:pt x="2170" y="66"/>
                        </a:cubicBezTo>
                        <a:cubicBezTo>
                          <a:pt x="1314" y="1150"/>
                          <a:pt x="417" y="2297"/>
                          <a:pt x="105" y="3674"/>
                        </a:cubicBezTo>
                        <a:cubicBezTo>
                          <a:pt x="84" y="3841"/>
                          <a:pt x="0" y="4028"/>
                          <a:pt x="84" y="4174"/>
                        </a:cubicBezTo>
                        <a:cubicBezTo>
                          <a:pt x="122" y="4226"/>
                          <a:pt x="169" y="4248"/>
                          <a:pt x="213" y="4248"/>
                        </a:cubicBezTo>
                        <a:cubicBezTo>
                          <a:pt x="312" y="4248"/>
                          <a:pt x="398" y="4138"/>
                          <a:pt x="355" y="4008"/>
                        </a:cubicBezTo>
                        <a:cubicBezTo>
                          <a:pt x="376" y="3736"/>
                          <a:pt x="459" y="3486"/>
                          <a:pt x="563" y="3215"/>
                        </a:cubicBezTo>
                        <a:cubicBezTo>
                          <a:pt x="772" y="2610"/>
                          <a:pt x="1127" y="2047"/>
                          <a:pt x="1481" y="1505"/>
                        </a:cubicBezTo>
                        <a:cubicBezTo>
                          <a:pt x="1773" y="1088"/>
                          <a:pt x="2086" y="650"/>
                          <a:pt x="2420" y="253"/>
                        </a:cubicBezTo>
                        <a:cubicBezTo>
                          <a:pt x="2510" y="132"/>
                          <a:pt x="2415" y="0"/>
                          <a:pt x="230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6" name="Google Shape;2736;p46"/>
                  <p:cNvSpPr/>
                  <p:nvPr/>
                </p:nvSpPr>
                <p:spPr>
                  <a:xfrm>
                    <a:off x="4485250" y="3683050"/>
                    <a:ext cx="22975" cy="24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9" h="986" extrusionOk="0">
                        <a:moveTo>
                          <a:pt x="752" y="0"/>
                        </a:moveTo>
                        <a:cubicBezTo>
                          <a:pt x="715" y="0"/>
                          <a:pt x="679" y="16"/>
                          <a:pt x="647" y="47"/>
                        </a:cubicBezTo>
                        <a:cubicBezTo>
                          <a:pt x="522" y="152"/>
                          <a:pt x="418" y="277"/>
                          <a:pt x="293" y="402"/>
                        </a:cubicBezTo>
                        <a:cubicBezTo>
                          <a:pt x="188" y="527"/>
                          <a:pt x="22" y="652"/>
                          <a:pt x="1" y="840"/>
                        </a:cubicBezTo>
                        <a:cubicBezTo>
                          <a:pt x="1" y="923"/>
                          <a:pt x="63" y="986"/>
                          <a:pt x="147" y="986"/>
                        </a:cubicBezTo>
                        <a:cubicBezTo>
                          <a:pt x="230" y="986"/>
                          <a:pt x="293" y="923"/>
                          <a:pt x="314" y="861"/>
                        </a:cubicBezTo>
                        <a:cubicBezTo>
                          <a:pt x="334" y="819"/>
                          <a:pt x="376" y="777"/>
                          <a:pt x="418" y="736"/>
                        </a:cubicBezTo>
                        <a:cubicBezTo>
                          <a:pt x="564" y="569"/>
                          <a:pt x="710" y="423"/>
                          <a:pt x="856" y="256"/>
                        </a:cubicBezTo>
                        <a:cubicBezTo>
                          <a:pt x="918" y="193"/>
                          <a:pt x="918" y="110"/>
                          <a:pt x="856" y="47"/>
                        </a:cubicBezTo>
                        <a:cubicBezTo>
                          <a:pt x="825" y="16"/>
                          <a:pt x="788" y="0"/>
                          <a:pt x="75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7" name="Google Shape;2737;p46"/>
                  <p:cNvSpPr/>
                  <p:nvPr/>
                </p:nvSpPr>
                <p:spPr>
                  <a:xfrm>
                    <a:off x="5518225" y="2895225"/>
                    <a:ext cx="81350" cy="126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4" h="5060" extrusionOk="0">
                        <a:moveTo>
                          <a:pt x="168" y="1"/>
                        </a:moveTo>
                        <a:cubicBezTo>
                          <a:pt x="161" y="1"/>
                          <a:pt x="154" y="1"/>
                          <a:pt x="147" y="3"/>
                        </a:cubicBezTo>
                        <a:cubicBezTo>
                          <a:pt x="63" y="24"/>
                          <a:pt x="1" y="86"/>
                          <a:pt x="22" y="170"/>
                        </a:cubicBezTo>
                        <a:cubicBezTo>
                          <a:pt x="22" y="274"/>
                          <a:pt x="105" y="316"/>
                          <a:pt x="168" y="378"/>
                        </a:cubicBezTo>
                        <a:cubicBezTo>
                          <a:pt x="397" y="608"/>
                          <a:pt x="585" y="858"/>
                          <a:pt x="793" y="1108"/>
                        </a:cubicBezTo>
                        <a:cubicBezTo>
                          <a:pt x="1252" y="1713"/>
                          <a:pt x="1628" y="2360"/>
                          <a:pt x="1982" y="3027"/>
                        </a:cubicBezTo>
                        <a:cubicBezTo>
                          <a:pt x="2316" y="3653"/>
                          <a:pt x="2650" y="4279"/>
                          <a:pt x="2921" y="4967"/>
                        </a:cubicBezTo>
                        <a:cubicBezTo>
                          <a:pt x="2950" y="5032"/>
                          <a:pt x="3002" y="5060"/>
                          <a:pt x="3054" y="5060"/>
                        </a:cubicBezTo>
                        <a:cubicBezTo>
                          <a:pt x="3153" y="5060"/>
                          <a:pt x="3254" y="4964"/>
                          <a:pt x="3213" y="4842"/>
                        </a:cubicBezTo>
                        <a:cubicBezTo>
                          <a:pt x="2879" y="4049"/>
                          <a:pt x="2483" y="3277"/>
                          <a:pt x="2066" y="2526"/>
                        </a:cubicBezTo>
                        <a:cubicBezTo>
                          <a:pt x="1732" y="1922"/>
                          <a:pt x="1356" y="1317"/>
                          <a:pt x="918" y="774"/>
                        </a:cubicBezTo>
                        <a:cubicBezTo>
                          <a:pt x="772" y="587"/>
                          <a:pt x="606" y="399"/>
                          <a:pt x="439" y="211"/>
                        </a:cubicBezTo>
                        <a:cubicBezTo>
                          <a:pt x="360" y="152"/>
                          <a:pt x="282" y="1"/>
                          <a:pt x="16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8" name="Google Shape;2738;p46"/>
                  <p:cNvSpPr/>
                  <p:nvPr/>
                </p:nvSpPr>
                <p:spPr>
                  <a:xfrm>
                    <a:off x="5607525" y="3048350"/>
                    <a:ext cx="20225" cy="41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9" h="1648" extrusionOk="0">
                        <a:moveTo>
                          <a:pt x="180" y="1"/>
                        </a:moveTo>
                        <a:cubicBezTo>
                          <a:pt x="91" y="1"/>
                          <a:pt x="1" y="83"/>
                          <a:pt x="16" y="177"/>
                        </a:cubicBezTo>
                        <a:cubicBezTo>
                          <a:pt x="37" y="281"/>
                          <a:pt x="79" y="385"/>
                          <a:pt x="121" y="510"/>
                        </a:cubicBezTo>
                        <a:cubicBezTo>
                          <a:pt x="267" y="865"/>
                          <a:pt x="392" y="1199"/>
                          <a:pt x="517" y="1553"/>
                        </a:cubicBezTo>
                        <a:cubicBezTo>
                          <a:pt x="538" y="1616"/>
                          <a:pt x="595" y="1647"/>
                          <a:pt x="652" y="1647"/>
                        </a:cubicBezTo>
                        <a:cubicBezTo>
                          <a:pt x="710" y="1647"/>
                          <a:pt x="767" y="1616"/>
                          <a:pt x="788" y="1553"/>
                        </a:cubicBezTo>
                        <a:cubicBezTo>
                          <a:pt x="809" y="1512"/>
                          <a:pt x="809" y="1470"/>
                          <a:pt x="788" y="1428"/>
                        </a:cubicBezTo>
                        <a:cubicBezTo>
                          <a:pt x="663" y="1032"/>
                          <a:pt x="496" y="636"/>
                          <a:pt x="350" y="218"/>
                        </a:cubicBezTo>
                        <a:cubicBezTo>
                          <a:pt x="329" y="156"/>
                          <a:pt x="329" y="72"/>
                          <a:pt x="267" y="31"/>
                        </a:cubicBezTo>
                        <a:cubicBezTo>
                          <a:pt x="240" y="10"/>
                          <a:pt x="210" y="1"/>
                          <a:pt x="18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9" name="Google Shape;2739;p46"/>
                  <p:cNvSpPr/>
                  <p:nvPr/>
                </p:nvSpPr>
                <p:spPr>
                  <a:xfrm>
                    <a:off x="6464650" y="1919675"/>
                    <a:ext cx="85025" cy="208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01" h="8328" extrusionOk="0">
                        <a:moveTo>
                          <a:pt x="3236" y="0"/>
                        </a:moveTo>
                        <a:cubicBezTo>
                          <a:pt x="3039" y="0"/>
                          <a:pt x="2932" y="392"/>
                          <a:pt x="2858" y="521"/>
                        </a:cubicBezTo>
                        <a:cubicBezTo>
                          <a:pt x="2357" y="1794"/>
                          <a:pt x="1857" y="3045"/>
                          <a:pt x="1377" y="4297"/>
                        </a:cubicBezTo>
                        <a:cubicBezTo>
                          <a:pt x="876" y="5569"/>
                          <a:pt x="438" y="6841"/>
                          <a:pt x="21" y="8135"/>
                        </a:cubicBezTo>
                        <a:cubicBezTo>
                          <a:pt x="0" y="8218"/>
                          <a:pt x="42" y="8301"/>
                          <a:pt x="126" y="8322"/>
                        </a:cubicBezTo>
                        <a:cubicBezTo>
                          <a:pt x="140" y="8326"/>
                          <a:pt x="154" y="8328"/>
                          <a:pt x="168" y="8328"/>
                        </a:cubicBezTo>
                        <a:cubicBezTo>
                          <a:pt x="236" y="8328"/>
                          <a:pt x="296" y="8287"/>
                          <a:pt x="313" y="8218"/>
                        </a:cubicBezTo>
                        <a:cubicBezTo>
                          <a:pt x="564" y="7488"/>
                          <a:pt x="814" y="6758"/>
                          <a:pt x="1064" y="6028"/>
                        </a:cubicBezTo>
                        <a:cubicBezTo>
                          <a:pt x="1523" y="4756"/>
                          <a:pt x="2003" y="3504"/>
                          <a:pt x="2503" y="2253"/>
                        </a:cubicBezTo>
                        <a:cubicBezTo>
                          <a:pt x="2795" y="1585"/>
                          <a:pt x="3004" y="876"/>
                          <a:pt x="3358" y="229"/>
                        </a:cubicBezTo>
                        <a:cubicBezTo>
                          <a:pt x="3400" y="167"/>
                          <a:pt x="3379" y="63"/>
                          <a:pt x="3317" y="21"/>
                        </a:cubicBezTo>
                        <a:cubicBezTo>
                          <a:pt x="3288" y="7"/>
                          <a:pt x="3262" y="0"/>
                          <a:pt x="323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0" name="Google Shape;2740;p46"/>
                  <p:cNvSpPr/>
                  <p:nvPr/>
                </p:nvSpPr>
                <p:spPr>
                  <a:xfrm>
                    <a:off x="6435450" y="2175950"/>
                    <a:ext cx="16175" cy="37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7" h="1517" extrusionOk="0">
                        <a:moveTo>
                          <a:pt x="480" y="1"/>
                        </a:moveTo>
                        <a:cubicBezTo>
                          <a:pt x="418" y="1"/>
                          <a:pt x="355" y="32"/>
                          <a:pt x="334" y="94"/>
                        </a:cubicBezTo>
                        <a:cubicBezTo>
                          <a:pt x="271" y="282"/>
                          <a:pt x="209" y="491"/>
                          <a:pt x="167" y="678"/>
                        </a:cubicBezTo>
                        <a:cubicBezTo>
                          <a:pt x="105" y="887"/>
                          <a:pt x="63" y="1096"/>
                          <a:pt x="21" y="1304"/>
                        </a:cubicBezTo>
                        <a:cubicBezTo>
                          <a:pt x="0" y="1388"/>
                          <a:pt x="42" y="1471"/>
                          <a:pt x="125" y="1513"/>
                        </a:cubicBezTo>
                        <a:cubicBezTo>
                          <a:pt x="136" y="1515"/>
                          <a:pt x="147" y="1517"/>
                          <a:pt x="158" y="1517"/>
                        </a:cubicBezTo>
                        <a:cubicBezTo>
                          <a:pt x="230" y="1517"/>
                          <a:pt x="295" y="1460"/>
                          <a:pt x="313" y="1388"/>
                        </a:cubicBezTo>
                        <a:cubicBezTo>
                          <a:pt x="355" y="1200"/>
                          <a:pt x="418" y="991"/>
                          <a:pt x="459" y="783"/>
                        </a:cubicBezTo>
                        <a:cubicBezTo>
                          <a:pt x="501" y="616"/>
                          <a:pt x="564" y="428"/>
                          <a:pt x="626" y="261"/>
                        </a:cubicBezTo>
                        <a:cubicBezTo>
                          <a:pt x="626" y="199"/>
                          <a:pt x="647" y="157"/>
                          <a:pt x="626" y="94"/>
                        </a:cubicBezTo>
                        <a:cubicBezTo>
                          <a:pt x="605" y="32"/>
                          <a:pt x="543" y="1"/>
                          <a:pt x="48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1" name="Google Shape;2741;p46"/>
                  <p:cNvSpPr/>
                  <p:nvPr/>
                </p:nvSpPr>
                <p:spPr>
                  <a:xfrm>
                    <a:off x="6367650" y="2870075"/>
                    <a:ext cx="63125" cy="62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25" h="2502" extrusionOk="0">
                        <a:moveTo>
                          <a:pt x="2350" y="0"/>
                        </a:moveTo>
                        <a:cubicBezTo>
                          <a:pt x="2239" y="0"/>
                          <a:pt x="2186" y="124"/>
                          <a:pt x="2149" y="216"/>
                        </a:cubicBezTo>
                        <a:cubicBezTo>
                          <a:pt x="2087" y="341"/>
                          <a:pt x="2024" y="446"/>
                          <a:pt x="1961" y="550"/>
                        </a:cubicBezTo>
                        <a:cubicBezTo>
                          <a:pt x="1774" y="821"/>
                          <a:pt x="1565" y="1071"/>
                          <a:pt x="1357" y="1301"/>
                        </a:cubicBezTo>
                        <a:cubicBezTo>
                          <a:pt x="1044" y="1655"/>
                          <a:pt x="668" y="2010"/>
                          <a:pt x="230" y="2198"/>
                        </a:cubicBezTo>
                        <a:lnTo>
                          <a:pt x="147" y="2198"/>
                        </a:lnTo>
                        <a:cubicBezTo>
                          <a:pt x="69" y="2198"/>
                          <a:pt x="9" y="2270"/>
                          <a:pt x="2" y="2348"/>
                        </a:cubicBezTo>
                        <a:lnTo>
                          <a:pt x="2" y="2348"/>
                        </a:lnTo>
                        <a:cubicBezTo>
                          <a:pt x="1" y="2347"/>
                          <a:pt x="1" y="2345"/>
                          <a:pt x="1" y="2344"/>
                        </a:cubicBezTo>
                        <a:lnTo>
                          <a:pt x="1" y="2364"/>
                        </a:lnTo>
                        <a:cubicBezTo>
                          <a:pt x="1" y="2359"/>
                          <a:pt x="1" y="2354"/>
                          <a:pt x="2" y="2348"/>
                        </a:cubicBezTo>
                        <a:lnTo>
                          <a:pt x="2" y="2348"/>
                        </a:lnTo>
                        <a:cubicBezTo>
                          <a:pt x="21" y="2458"/>
                          <a:pt x="87" y="2502"/>
                          <a:pt x="177" y="2502"/>
                        </a:cubicBezTo>
                        <a:cubicBezTo>
                          <a:pt x="494" y="2502"/>
                          <a:pt x="1123" y="1972"/>
                          <a:pt x="1252" y="1843"/>
                        </a:cubicBezTo>
                        <a:cubicBezTo>
                          <a:pt x="1732" y="1363"/>
                          <a:pt x="2212" y="842"/>
                          <a:pt x="2483" y="216"/>
                        </a:cubicBezTo>
                        <a:cubicBezTo>
                          <a:pt x="2525" y="154"/>
                          <a:pt x="2483" y="49"/>
                          <a:pt x="2399" y="8"/>
                        </a:cubicBezTo>
                        <a:cubicBezTo>
                          <a:pt x="2382" y="3"/>
                          <a:pt x="2366" y="0"/>
                          <a:pt x="235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2" name="Google Shape;2742;p46"/>
                  <p:cNvSpPr/>
                  <p:nvPr/>
                </p:nvSpPr>
                <p:spPr>
                  <a:xfrm>
                    <a:off x="6442750" y="2728825"/>
                    <a:ext cx="26625" cy="46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5" h="1864" extrusionOk="0">
                        <a:moveTo>
                          <a:pt x="899" y="0"/>
                        </a:moveTo>
                        <a:cubicBezTo>
                          <a:pt x="748" y="0"/>
                          <a:pt x="727" y="223"/>
                          <a:pt x="689" y="339"/>
                        </a:cubicBezTo>
                        <a:cubicBezTo>
                          <a:pt x="543" y="693"/>
                          <a:pt x="376" y="1048"/>
                          <a:pt x="188" y="1403"/>
                        </a:cubicBezTo>
                        <a:cubicBezTo>
                          <a:pt x="126" y="1486"/>
                          <a:pt x="42" y="1590"/>
                          <a:pt x="0" y="1695"/>
                        </a:cubicBezTo>
                        <a:cubicBezTo>
                          <a:pt x="0" y="1778"/>
                          <a:pt x="63" y="1861"/>
                          <a:pt x="146" y="1861"/>
                        </a:cubicBezTo>
                        <a:cubicBezTo>
                          <a:pt x="155" y="1863"/>
                          <a:pt x="163" y="1863"/>
                          <a:pt x="171" y="1863"/>
                        </a:cubicBezTo>
                        <a:cubicBezTo>
                          <a:pt x="297" y="1863"/>
                          <a:pt x="338" y="1711"/>
                          <a:pt x="397" y="1632"/>
                        </a:cubicBezTo>
                        <a:cubicBezTo>
                          <a:pt x="668" y="1173"/>
                          <a:pt x="918" y="693"/>
                          <a:pt x="1043" y="193"/>
                        </a:cubicBezTo>
                        <a:cubicBezTo>
                          <a:pt x="1064" y="109"/>
                          <a:pt x="1022" y="26"/>
                          <a:pt x="939" y="5"/>
                        </a:cubicBezTo>
                        <a:cubicBezTo>
                          <a:pt x="925" y="2"/>
                          <a:pt x="912" y="0"/>
                          <a:pt x="89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3" name="Google Shape;2743;p46"/>
                  <p:cNvSpPr/>
                  <p:nvPr/>
                </p:nvSpPr>
                <p:spPr>
                  <a:xfrm>
                    <a:off x="5796675" y="3801150"/>
                    <a:ext cx="46975" cy="25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79" h="1027" extrusionOk="0">
                        <a:moveTo>
                          <a:pt x="459" y="1"/>
                        </a:moveTo>
                        <a:cubicBezTo>
                          <a:pt x="424" y="1"/>
                          <a:pt x="388" y="12"/>
                          <a:pt x="355" y="37"/>
                        </a:cubicBezTo>
                        <a:cubicBezTo>
                          <a:pt x="1" y="350"/>
                          <a:pt x="1377" y="955"/>
                          <a:pt x="1607" y="1017"/>
                        </a:cubicBezTo>
                        <a:cubicBezTo>
                          <a:pt x="1625" y="1023"/>
                          <a:pt x="1642" y="1026"/>
                          <a:pt x="1658" y="1026"/>
                        </a:cubicBezTo>
                        <a:cubicBezTo>
                          <a:pt x="1812" y="1026"/>
                          <a:pt x="1879" y="782"/>
                          <a:pt x="1690" y="725"/>
                        </a:cubicBezTo>
                        <a:cubicBezTo>
                          <a:pt x="1398" y="621"/>
                          <a:pt x="1106" y="475"/>
                          <a:pt x="835" y="308"/>
                        </a:cubicBezTo>
                        <a:cubicBezTo>
                          <a:pt x="752" y="225"/>
                          <a:pt x="668" y="162"/>
                          <a:pt x="585" y="79"/>
                        </a:cubicBezTo>
                        <a:cubicBezTo>
                          <a:pt x="559" y="28"/>
                          <a:pt x="511" y="1"/>
                          <a:pt x="459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4" name="Google Shape;2744;p46"/>
                  <p:cNvSpPr/>
                  <p:nvPr/>
                </p:nvSpPr>
                <p:spPr>
                  <a:xfrm>
                    <a:off x="5925475" y="3857575"/>
                    <a:ext cx="59675" cy="22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87" h="888" extrusionOk="0">
                        <a:moveTo>
                          <a:pt x="312" y="1"/>
                        </a:moveTo>
                        <a:cubicBezTo>
                          <a:pt x="282" y="1"/>
                          <a:pt x="253" y="10"/>
                          <a:pt x="230" y="33"/>
                        </a:cubicBezTo>
                        <a:cubicBezTo>
                          <a:pt x="1" y="283"/>
                          <a:pt x="480" y="429"/>
                          <a:pt x="668" y="512"/>
                        </a:cubicBezTo>
                        <a:cubicBezTo>
                          <a:pt x="1148" y="679"/>
                          <a:pt x="1627" y="825"/>
                          <a:pt x="2149" y="888"/>
                        </a:cubicBezTo>
                        <a:lnTo>
                          <a:pt x="2149" y="867"/>
                        </a:lnTo>
                        <a:cubicBezTo>
                          <a:pt x="2162" y="870"/>
                          <a:pt x="2174" y="871"/>
                          <a:pt x="2186" y="871"/>
                        </a:cubicBezTo>
                        <a:cubicBezTo>
                          <a:pt x="2362" y="871"/>
                          <a:pt x="2386" y="595"/>
                          <a:pt x="2191" y="575"/>
                        </a:cubicBezTo>
                        <a:cubicBezTo>
                          <a:pt x="1711" y="512"/>
                          <a:pt x="1252" y="366"/>
                          <a:pt x="793" y="220"/>
                        </a:cubicBezTo>
                        <a:cubicBezTo>
                          <a:pt x="668" y="179"/>
                          <a:pt x="564" y="137"/>
                          <a:pt x="459" y="54"/>
                        </a:cubicBezTo>
                        <a:cubicBezTo>
                          <a:pt x="420" y="27"/>
                          <a:pt x="364" y="1"/>
                          <a:pt x="31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5" name="Google Shape;2745;p46"/>
                  <p:cNvSpPr/>
                  <p:nvPr/>
                </p:nvSpPr>
                <p:spPr>
                  <a:xfrm>
                    <a:off x="6069925" y="3897500"/>
                    <a:ext cx="79275" cy="14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71" h="564" extrusionOk="0">
                        <a:moveTo>
                          <a:pt x="188" y="0"/>
                        </a:moveTo>
                        <a:cubicBezTo>
                          <a:pt x="104" y="0"/>
                          <a:pt x="42" y="63"/>
                          <a:pt x="42" y="146"/>
                        </a:cubicBezTo>
                        <a:cubicBezTo>
                          <a:pt x="0" y="542"/>
                          <a:pt x="1898" y="563"/>
                          <a:pt x="2211" y="563"/>
                        </a:cubicBezTo>
                        <a:cubicBezTo>
                          <a:pt x="2482" y="563"/>
                          <a:pt x="2753" y="563"/>
                          <a:pt x="3024" y="542"/>
                        </a:cubicBezTo>
                        <a:cubicBezTo>
                          <a:pt x="3108" y="542"/>
                          <a:pt x="3170" y="438"/>
                          <a:pt x="3170" y="376"/>
                        </a:cubicBezTo>
                        <a:cubicBezTo>
                          <a:pt x="3145" y="260"/>
                          <a:pt x="3064" y="231"/>
                          <a:pt x="2976" y="231"/>
                        </a:cubicBezTo>
                        <a:cubicBezTo>
                          <a:pt x="2921" y="231"/>
                          <a:pt x="2864" y="242"/>
                          <a:pt x="2816" y="250"/>
                        </a:cubicBezTo>
                        <a:cubicBezTo>
                          <a:pt x="2676" y="256"/>
                          <a:pt x="2536" y="259"/>
                          <a:pt x="2397" y="259"/>
                        </a:cubicBezTo>
                        <a:cubicBezTo>
                          <a:pt x="2015" y="259"/>
                          <a:pt x="1633" y="239"/>
                          <a:pt x="1252" y="209"/>
                        </a:cubicBezTo>
                        <a:cubicBezTo>
                          <a:pt x="939" y="188"/>
                          <a:pt x="647" y="146"/>
                          <a:pt x="334" y="63"/>
                        </a:cubicBezTo>
                        <a:cubicBezTo>
                          <a:pt x="292" y="42"/>
                          <a:pt x="250" y="0"/>
                          <a:pt x="18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6" name="Google Shape;2746;p46"/>
                  <p:cNvSpPr/>
                  <p:nvPr/>
                </p:nvSpPr>
                <p:spPr>
                  <a:xfrm>
                    <a:off x="6308225" y="3893700"/>
                    <a:ext cx="79275" cy="16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71" h="666" extrusionOk="0">
                        <a:moveTo>
                          <a:pt x="2966" y="1"/>
                        </a:moveTo>
                        <a:cubicBezTo>
                          <a:pt x="2950" y="1"/>
                          <a:pt x="2935" y="2"/>
                          <a:pt x="2920" y="6"/>
                        </a:cubicBezTo>
                        <a:cubicBezTo>
                          <a:pt x="2353" y="273"/>
                          <a:pt x="1745" y="353"/>
                          <a:pt x="1119" y="353"/>
                        </a:cubicBezTo>
                        <a:cubicBezTo>
                          <a:pt x="963" y="353"/>
                          <a:pt x="805" y="348"/>
                          <a:pt x="647" y="340"/>
                        </a:cubicBezTo>
                        <a:lnTo>
                          <a:pt x="668" y="340"/>
                        </a:lnTo>
                        <a:cubicBezTo>
                          <a:pt x="501" y="340"/>
                          <a:pt x="355" y="319"/>
                          <a:pt x="188" y="277"/>
                        </a:cubicBezTo>
                        <a:cubicBezTo>
                          <a:pt x="179" y="275"/>
                          <a:pt x="170" y="274"/>
                          <a:pt x="162" y="274"/>
                        </a:cubicBezTo>
                        <a:cubicBezTo>
                          <a:pt x="92" y="274"/>
                          <a:pt x="40" y="349"/>
                          <a:pt x="21" y="423"/>
                        </a:cubicBezTo>
                        <a:cubicBezTo>
                          <a:pt x="0" y="507"/>
                          <a:pt x="63" y="569"/>
                          <a:pt x="146" y="590"/>
                        </a:cubicBezTo>
                        <a:cubicBezTo>
                          <a:pt x="313" y="632"/>
                          <a:pt x="480" y="653"/>
                          <a:pt x="647" y="653"/>
                        </a:cubicBezTo>
                        <a:lnTo>
                          <a:pt x="626" y="653"/>
                        </a:lnTo>
                        <a:cubicBezTo>
                          <a:pt x="794" y="660"/>
                          <a:pt x="965" y="665"/>
                          <a:pt x="1137" y="665"/>
                        </a:cubicBezTo>
                        <a:cubicBezTo>
                          <a:pt x="1436" y="665"/>
                          <a:pt x="1740" y="651"/>
                          <a:pt x="2044" y="611"/>
                        </a:cubicBezTo>
                        <a:cubicBezTo>
                          <a:pt x="2378" y="548"/>
                          <a:pt x="2732" y="444"/>
                          <a:pt x="3045" y="298"/>
                        </a:cubicBezTo>
                        <a:cubicBezTo>
                          <a:pt x="3129" y="256"/>
                          <a:pt x="3170" y="173"/>
                          <a:pt x="3129" y="90"/>
                        </a:cubicBezTo>
                        <a:cubicBezTo>
                          <a:pt x="3112" y="38"/>
                          <a:pt x="3038" y="1"/>
                          <a:pt x="296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7" name="Google Shape;2747;p46"/>
                  <p:cNvSpPr/>
                  <p:nvPr/>
                </p:nvSpPr>
                <p:spPr>
                  <a:xfrm>
                    <a:off x="6337425" y="3914475"/>
                    <a:ext cx="52200" cy="14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8" h="594" extrusionOk="0">
                        <a:moveTo>
                          <a:pt x="1849" y="0"/>
                        </a:moveTo>
                        <a:cubicBezTo>
                          <a:pt x="1831" y="0"/>
                          <a:pt x="1813" y="3"/>
                          <a:pt x="1794" y="9"/>
                        </a:cubicBezTo>
                        <a:cubicBezTo>
                          <a:pt x="1377" y="155"/>
                          <a:pt x="939" y="239"/>
                          <a:pt x="480" y="260"/>
                        </a:cubicBezTo>
                        <a:cubicBezTo>
                          <a:pt x="446" y="269"/>
                          <a:pt x="403" y="271"/>
                          <a:pt x="356" y="271"/>
                        </a:cubicBezTo>
                        <a:cubicBezTo>
                          <a:pt x="325" y="271"/>
                          <a:pt x="293" y="270"/>
                          <a:pt x="261" y="270"/>
                        </a:cubicBezTo>
                        <a:cubicBezTo>
                          <a:pt x="129" y="270"/>
                          <a:pt x="0" y="284"/>
                          <a:pt x="0" y="427"/>
                        </a:cubicBezTo>
                        <a:cubicBezTo>
                          <a:pt x="0" y="510"/>
                          <a:pt x="63" y="593"/>
                          <a:pt x="146" y="593"/>
                        </a:cubicBezTo>
                        <a:cubicBezTo>
                          <a:pt x="751" y="593"/>
                          <a:pt x="1356" y="489"/>
                          <a:pt x="1919" y="301"/>
                        </a:cubicBezTo>
                        <a:cubicBezTo>
                          <a:pt x="2088" y="226"/>
                          <a:pt x="2004" y="0"/>
                          <a:pt x="184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8" name="Google Shape;2748;p46"/>
                  <p:cNvSpPr/>
                  <p:nvPr/>
                </p:nvSpPr>
                <p:spPr>
                  <a:xfrm>
                    <a:off x="6908565" y="4291290"/>
                    <a:ext cx="172625" cy="50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05" h="2031" extrusionOk="0">
                        <a:moveTo>
                          <a:pt x="221" y="1"/>
                        </a:moveTo>
                        <a:cubicBezTo>
                          <a:pt x="80" y="1"/>
                          <a:pt x="1" y="207"/>
                          <a:pt x="159" y="295"/>
                        </a:cubicBezTo>
                        <a:cubicBezTo>
                          <a:pt x="952" y="692"/>
                          <a:pt x="1786" y="963"/>
                          <a:pt x="2641" y="1171"/>
                        </a:cubicBezTo>
                        <a:cubicBezTo>
                          <a:pt x="3976" y="1526"/>
                          <a:pt x="5311" y="1776"/>
                          <a:pt x="6667" y="2027"/>
                        </a:cubicBezTo>
                        <a:cubicBezTo>
                          <a:pt x="6679" y="2029"/>
                          <a:pt x="6691" y="2031"/>
                          <a:pt x="6702" y="2031"/>
                        </a:cubicBezTo>
                        <a:cubicBezTo>
                          <a:pt x="6861" y="2031"/>
                          <a:pt x="6904" y="1773"/>
                          <a:pt x="6729" y="1735"/>
                        </a:cubicBezTo>
                        <a:cubicBezTo>
                          <a:pt x="5937" y="1589"/>
                          <a:pt x="5165" y="1443"/>
                          <a:pt x="4372" y="1276"/>
                        </a:cubicBezTo>
                        <a:cubicBezTo>
                          <a:pt x="2996" y="942"/>
                          <a:pt x="1577" y="671"/>
                          <a:pt x="305" y="24"/>
                        </a:cubicBezTo>
                        <a:cubicBezTo>
                          <a:pt x="276" y="8"/>
                          <a:pt x="247" y="1"/>
                          <a:pt x="22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9" name="Google Shape;2749;p46"/>
                  <p:cNvSpPr/>
                  <p:nvPr/>
                </p:nvSpPr>
                <p:spPr>
                  <a:xfrm>
                    <a:off x="7109365" y="4334615"/>
                    <a:ext cx="39750" cy="11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0" h="462" extrusionOk="0">
                        <a:moveTo>
                          <a:pt x="236" y="0"/>
                        </a:moveTo>
                        <a:cubicBezTo>
                          <a:pt x="80" y="0"/>
                          <a:pt x="0" y="222"/>
                          <a:pt x="178" y="294"/>
                        </a:cubicBezTo>
                        <a:cubicBezTo>
                          <a:pt x="345" y="356"/>
                          <a:pt x="512" y="377"/>
                          <a:pt x="679" y="398"/>
                        </a:cubicBezTo>
                        <a:cubicBezTo>
                          <a:pt x="887" y="440"/>
                          <a:pt x="1137" y="440"/>
                          <a:pt x="1367" y="460"/>
                        </a:cubicBezTo>
                        <a:cubicBezTo>
                          <a:pt x="1374" y="461"/>
                          <a:pt x="1381" y="461"/>
                          <a:pt x="1388" y="461"/>
                        </a:cubicBezTo>
                        <a:cubicBezTo>
                          <a:pt x="1577" y="461"/>
                          <a:pt x="1589" y="189"/>
                          <a:pt x="1388" y="168"/>
                        </a:cubicBezTo>
                        <a:cubicBezTo>
                          <a:pt x="1033" y="127"/>
                          <a:pt x="679" y="106"/>
                          <a:pt x="324" y="22"/>
                        </a:cubicBezTo>
                        <a:cubicBezTo>
                          <a:pt x="293" y="7"/>
                          <a:pt x="264" y="0"/>
                          <a:pt x="23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0" name="Google Shape;2750;p46"/>
                  <p:cNvSpPr/>
                  <p:nvPr/>
                </p:nvSpPr>
                <p:spPr>
                  <a:xfrm>
                    <a:off x="5344075" y="2021200"/>
                    <a:ext cx="78225" cy="23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29" h="925" extrusionOk="0">
                        <a:moveTo>
                          <a:pt x="771" y="0"/>
                        </a:moveTo>
                        <a:cubicBezTo>
                          <a:pt x="560" y="0"/>
                          <a:pt x="351" y="21"/>
                          <a:pt x="146" y="69"/>
                        </a:cubicBezTo>
                        <a:cubicBezTo>
                          <a:pt x="21" y="111"/>
                          <a:pt x="0" y="298"/>
                          <a:pt x="105" y="361"/>
                        </a:cubicBezTo>
                        <a:cubicBezTo>
                          <a:pt x="136" y="382"/>
                          <a:pt x="162" y="392"/>
                          <a:pt x="188" y="392"/>
                        </a:cubicBezTo>
                        <a:cubicBezTo>
                          <a:pt x="214" y="392"/>
                          <a:pt x="240" y="382"/>
                          <a:pt x="271" y="361"/>
                        </a:cubicBezTo>
                        <a:cubicBezTo>
                          <a:pt x="355" y="340"/>
                          <a:pt x="438" y="340"/>
                          <a:pt x="522" y="340"/>
                        </a:cubicBezTo>
                        <a:cubicBezTo>
                          <a:pt x="617" y="333"/>
                          <a:pt x="712" y="329"/>
                          <a:pt x="808" y="329"/>
                        </a:cubicBezTo>
                        <a:cubicBezTo>
                          <a:pt x="1529" y="329"/>
                          <a:pt x="2252" y="535"/>
                          <a:pt x="2879" y="903"/>
                        </a:cubicBezTo>
                        <a:cubicBezTo>
                          <a:pt x="2908" y="918"/>
                          <a:pt x="2938" y="925"/>
                          <a:pt x="2965" y="925"/>
                        </a:cubicBezTo>
                        <a:cubicBezTo>
                          <a:pt x="3016" y="925"/>
                          <a:pt x="3060" y="902"/>
                          <a:pt x="3087" y="861"/>
                        </a:cubicBezTo>
                        <a:cubicBezTo>
                          <a:pt x="3129" y="778"/>
                          <a:pt x="3108" y="674"/>
                          <a:pt x="3045" y="632"/>
                        </a:cubicBezTo>
                        <a:cubicBezTo>
                          <a:pt x="2733" y="444"/>
                          <a:pt x="2399" y="319"/>
                          <a:pt x="2044" y="215"/>
                        </a:cubicBezTo>
                        <a:cubicBezTo>
                          <a:pt x="1637" y="89"/>
                          <a:pt x="1202" y="0"/>
                          <a:pt x="77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1" name="Google Shape;2751;p46"/>
                  <p:cNvSpPr/>
                  <p:nvPr/>
                </p:nvSpPr>
                <p:spPr>
                  <a:xfrm>
                    <a:off x="5455325" y="2040600"/>
                    <a:ext cx="60325" cy="29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3" h="1177" extrusionOk="0">
                        <a:moveTo>
                          <a:pt x="244" y="1"/>
                        </a:moveTo>
                        <a:cubicBezTo>
                          <a:pt x="71" y="1"/>
                          <a:pt x="1" y="255"/>
                          <a:pt x="202" y="315"/>
                        </a:cubicBezTo>
                        <a:cubicBezTo>
                          <a:pt x="222" y="315"/>
                          <a:pt x="243" y="315"/>
                          <a:pt x="285" y="336"/>
                        </a:cubicBezTo>
                        <a:cubicBezTo>
                          <a:pt x="619" y="398"/>
                          <a:pt x="932" y="482"/>
                          <a:pt x="1244" y="607"/>
                        </a:cubicBezTo>
                        <a:cubicBezTo>
                          <a:pt x="1557" y="753"/>
                          <a:pt x="1808" y="941"/>
                          <a:pt x="2079" y="1149"/>
                        </a:cubicBezTo>
                        <a:cubicBezTo>
                          <a:pt x="2105" y="1166"/>
                          <a:pt x="2138" y="1177"/>
                          <a:pt x="2171" y="1177"/>
                        </a:cubicBezTo>
                        <a:cubicBezTo>
                          <a:pt x="2217" y="1177"/>
                          <a:pt x="2263" y="1156"/>
                          <a:pt x="2287" y="1107"/>
                        </a:cubicBezTo>
                        <a:cubicBezTo>
                          <a:pt x="2412" y="941"/>
                          <a:pt x="2183" y="836"/>
                          <a:pt x="2058" y="732"/>
                        </a:cubicBezTo>
                        <a:cubicBezTo>
                          <a:pt x="1787" y="544"/>
                          <a:pt x="1495" y="357"/>
                          <a:pt x="1182" y="252"/>
                        </a:cubicBezTo>
                        <a:cubicBezTo>
                          <a:pt x="869" y="148"/>
                          <a:pt x="577" y="65"/>
                          <a:pt x="264" y="2"/>
                        </a:cubicBezTo>
                        <a:cubicBezTo>
                          <a:pt x="257" y="1"/>
                          <a:pt x="250" y="1"/>
                          <a:pt x="24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2" name="Google Shape;2752;p46"/>
                  <p:cNvSpPr/>
                  <p:nvPr/>
                </p:nvSpPr>
                <p:spPr>
                  <a:xfrm>
                    <a:off x="5958850" y="1181550"/>
                    <a:ext cx="110275" cy="276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11" h="11077" extrusionOk="0">
                        <a:moveTo>
                          <a:pt x="4198" y="0"/>
                        </a:moveTo>
                        <a:cubicBezTo>
                          <a:pt x="4149" y="0"/>
                          <a:pt x="4100" y="22"/>
                          <a:pt x="4068" y="74"/>
                        </a:cubicBezTo>
                        <a:cubicBezTo>
                          <a:pt x="2462" y="2827"/>
                          <a:pt x="1377" y="5852"/>
                          <a:pt x="564" y="8939"/>
                        </a:cubicBezTo>
                        <a:cubicBezTo>
                          <a:pt x="376" y="9585"/>
                          <a:pt x="209" y="10232"/>
                          <a:pt x="21" y="10878"/>
                        </a:cubicBezTo>
                        <a:cubicBezTo>
                          <a:pt x="0" y="10962"/>
                          <a:pt x="42" y="11045"/>
                          <a:pt x="126" y="11066"/>
                        </a:cubicBezTo>
                        <a:cubicBezTo>
                          <a:pt x="144" y="11074"/>
                          <a:pt x="163" y="11077"/>
                          <a:pt x="181" y="11077"/>
                        </a:cubicBezTo>
                        <a:cubicBezTo>
                          <a:pt x="264" y="11077"/>
                          <a:pt x="334" y="11005"/>
                          <a:pt x="334" y="10920"/>
                        </a:cubicBezTo>
                        <a:cubicBezTo>
                          <a:pt x="689" y="9627"/>
                          <a:pt x="1043" y="8313"/>
                          <a:pt x="1440" y="7040"/>
                        </a:cubicBezTo>
                        <a:cubicBezTo>
                          <a:pt x="2149" y="4663"/>
                          <a:pt x="3108" y="2368"/>
                          <a:pt x="4339" y="220"/>
                        </a:cubicBezTo>
                        <a:cubicBezTo>
                          <a:pt x="4411" y="105"/>
                          <a:pt x="4305" y="0"/>
                          <a:pt x="419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3" name="Google Shape;2753;p46"/>
                  <p:cNvSpPr/>
                  <p:nvPr/>
                </p:nvSpPr>
                <p:spPr>
                  <a:xfrm>
                    <a:off x="5940600" y="1494025"/>
                    <a:ext cx="17750" cy="54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0" h="2180" extrusionOk="0">
                        <a:moveTo>
                          <a:pt x="528" y="1"/>
                        </a:moveTo>
                        <a:cubicBezTo>
                          <a:pt x="468" y="1"/>
                          <a:pt x="393" y="41"/>
                          <a:pt x="376" y="110"/>
                        </a:cubicBezTo>
                        <a:cubicBezTo>
                          <a:pt x="292" y="423"/>
                          <a:pt x="230" y="736"/>
                          <a:pt x="167" y="1049"/>
                        </a:cubicBezTo>
                        <a:cubicBezTo>
                          <a:pt x="126" y="1362"/>
                          <a:pt x="63" y="1696"/>
                          <a:pt x="21" y="2009"/>
                        </a:cubicBezTo>
                        <a:cubicBezTo>
                          <a:pt x="0" y="2092"/>
                          <a:pt x="63" y="2175"/>
                          <a:pt x="146" y="2175"/>
                        </a:cubicBezTo>
                        <a:cubicBezTo>
                          <a:pt x="157" y="2178"/>
                          <a:pt x="168" y="2179"/>
                          <a:pt x="179" y="2179"/>
                        </a:cubicBezTo>
                        <a:cubicBezTo>
                          <a:pt x="251" y="2179"/>
                          <a:pt x="316" y="2123"/>
                          <a:pt x="334" y="2050"/>
                        </a:cubicBezTo>
                        <a:cubicBezTo>
                          <a:pt x="376" y="1633"/>
                          <a:pt x="459" y="1216"/>
                          <a:pt x="522" y="820"/>
                        </a:cubicBezTo>
                        <a:cubicBezTo>
                          <a:pt x="584" y="611"/>
                          <a:pt x="626" y="402"/>
                          <a:pt x="689" y="194"/>
                        </a:cubicBezTo>
                        <a:cubicBezTo>
                          <a:pt x="710" y="110"/>
                          <a:pt x="647" y="27"/>
                          <a:pt x="564" y="6"/>
                        </a:cubicBezTo>
                        <a:cubicBezTo>
                          <a:pt x="553" y="3"/>
                          <a:pt x="541" y="1"/>
                          <a:pt x="52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4" name="Google Shape;2754;p46"/>
                  <p:cNvSpPr/>
                  <p:nvPr/>
                </p:nvSpPr>
                <p:spPr>
                  <a:xfrm>
                    <a:off x="4633350" y="1917575"/>
                    <a:ext cx="57850" cy="87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4" h="3488" extrusionOk="0">
                        <a:moveTo>
                          <a:pt x="2065" y="1"/>
                        </a:moveTo>
                        <a:cubicBezTo>
                          <a:pt x="1919" y="21"/>
                          <a:pt x="1794" y="147"/>
                          <a:pt x="1690" y="230"/>
                        </a:cubicBezTo>
                        <a:cubicBezTo>
                          <a:pt x="1565" y="334"/>
                          <a:pt x="1460" y="459"/>
                          <a:pt x="1356" y="585"/>
                        </a:cubicBezTo>
                        <a:cubicBezTo>
                          <a:pt x="939" y="1106"/>
                          <a:pt x="605" y="1690"/>
                          <a:pt x="376" y="2295"/>
                        </a:cubicBezTo>
                        <a:cubicBezTo>
                          <a:pt x="251" y="2629"/>
                          <a:pt x="125" y="2962"/>
                          <a:pt x="21" y="3296"/>
                        </a:cubicBezTo>
                        <a:cubicBezTo>
                          <a:pt x="0" y="3380"/>
                          <a:pt x="63" y="3463"/>
                          <a:pt x="146" y="3484"/>
                        </a:cubicBezTo>
                        <a:cubicBezTo>
                          <a:pt x="160" y="3487"/>
                          <a:pt x="173" y="3488"/>
                          <a:pt x="185" y="3488"/>
                        </a:cubicBezTo>
                        <a:cubicBezTo>
                          <a:pt x="355" y="3488"/>
                          <a:pt x="359" y="3224"/>
                          <a:pt x="417" y="3088"/>
                        </a:cubicBezTo>
                        <a:cubicBezTo>
                          <a:pt x="543" y="2712"/>
                          <a:pt x="689" y="2337"/>
                          <a:pt x="855" y="1961"/>
                        </a:cubicBezTo>
                        <a:cubicBezTo>
                          <a:pt x="1168" y="1356"/>
                          <a:pt x="1523" y="731"/>
                          <a:pt x="2086" y="313"/>
                        </a:cubicBezTo>
                        <a:cubicBezTo>
                          <a:pt x="2093" y="314"/>
                          <a:pt x="2100" y="314"/>
                          <a:pt x="2106" y="314"/>
                        </a:cubicBezTo>
                        <a:cubicBezTo>
                          <a:pt x="2314" y="314"/>
                          <a:pt x="2288" y="1"/>
                          <a:pt x="206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5" name="Google Shape;2755;p46"/>
                  <p:cNvSpPr/>
                  <p:nvPr/>
                </p:nvSpPr>
                <p:spPr>
                  <a:xfrm>
                    <a:off x="4610400" y="2031900"/>
                    <a:ext cx="18750" cy="44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0" h="1795" extrusionOk="0">
                        <a:moveTo>
                          <a:pt x="561" y="1"/>
                        </a:moveTo>
                        <a:cubicBezTo>
                          <a:pt x="505" y="1"/>
                          <a:pt x="449" y="30"/>
                          <a:pt x="418" y="100"/>
                        </a:cubicBezTo>
                        <a:cubicBezTo>
                          <a:pt x="209" y="579"/>
                          <a:pt x="126" y="1101"/>
                          <a:pt x="21" y="1601"/>
                        </a:cubicBezTo>
                        <a:cubicBezTo>
                          <a:pt x="1" y="1685"/>
                          <a:pt x="63" y="1768"/>
                          <a:pt x="147" y="1789"/>
                        </a:cubicBezTo>
                        <a:cubicBezTo>
                          <a:pt x="157" y="1793"/>
                          <a:pt x="169" y="1794"/>
                          <a:pt x="182" y="1794"/>
                        </a:cubicBezTo>
                        <a:cubicBezTo>
                          <a:pt x="242" y="1794"/>
                          <a:pt x="317" y="1754"/>
                          <a:pt x="334" y="1685"/>
                        </a:cubicBezTo>
                        <a:cubicBezTo>
                          <a:pt x="376" y="1455"/>
                          <a:pt x="418" y="1247"/>
                          <a:pt x="459" y="1017"/>
                        </a:cubicBezTo>
                        <a:cubicBezTo>
                          <a:pt x="522" y="746"/>
                          <a:pt x="605" y="475"/>
                          <a:pt x="710" y="204"/>
                        </a:cubicBezTo>
                        <a:cubicBezTo>
                          <a:pt x="749" y="86"/>
                          <a:pt x="656" y="1"/>
                          <a:pt x="56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6" name="Google Shape;2756;p46"/>
                  <p:cNvSpPr/>
                  <p:nvPr/>
                </p:nvSpPr>
                <p:spPr>
                  <a:xfrm>
                    <a:off x="4744925" y="1952625"/>
                    <a:ext cx="61050" cy="107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2" h="4297" extrusionOk="0">
                        <a:moveTo>
                          <a:pt x="2246" y="1"/>
                        </a:moveTo>
                        <a:cubicBezTo>
                          <a:pt x="2183" y="1"/>
                          <a:pt x="2123" y="39"/>
                          <a:pt x="2107" y="100"/>
                        </a:cubicBezTo>
                        <a:cubicBezTo>
                          <a:pt x="2003" y="205"/>
                          <a:pt x="1920" y="330"/>
                          <a:pt x="1815" y="455"/>
                        </a:cubicBezTo>
                        <a:cubicBezTo>
                          <a:pt x="1398" y="976"/>
                          <a:pt x="1044" y="1560"/>
                          <a:pt x="773" y="2165"/>
                        </a:cubicBezTo>
                        <a:cubicBezTo>
                          <a:pt x="501" y="2812"/>
                          <a:pt x="230" y="3438"/>
                          <a:pt x="22" y="4105"/>
                        </a:cubicBezTo>
                        <a:cubicBezTo>
                          <a:pt x="1" y="4188"/>
                          <a:pt x="63" y="4272"/>
                          <a:pt x="147" y="4293"/>
                        </a:cubicBezTo>
                        <a:cubicBezTo>
                          <a:pt x="160" y="4295"/>
                          <a:pt x="172" y="4297"/>
                          <a:pt x="183" y="4297"/>
                        </a:cubicBezTo>
                        <a:cubicBezTo>
                          <a:pt x="356" y="4297"/>
                          <a:pt x="359" y="4013"/>
                          <a:pt x="418" y="3876"/>
                        </a:cubicBezTo>
                        <a:cubicBezTo>
                          <a:pt x="710" y="3083"/>
                          <a:pt x="1023" y="2270"/>
                          <a:pt x="1461" y="1519"/>
                        </a:cubicBezTo>
                        <a:cubicBezTo>
                          <a:pt x="1628" y="1248"/>
                          <a:pt x="1815" y="956"/>
                          <a:pt x="2024" y="684"/>
                        </a:cubicBezTo>
                        <a:cubicBezTo>
                          <a:pt x="2107" y="559"/>
                          <a:pt x="2212" y="434"/>
                          <a:pt x="2337" y="330"/>
                        </a:cubicBezTo>
                        <a:cubicBezTo>
                          <a:pt x="2420" y="246"/>
                          <a:pt x="2441" y="59"/>
                          <a:pt x="2316" y="17"/>
                        </a:cubicBezTo>
                        <a:cubicBezTo>
                          <a:pt x="2294" y="6"/>
                          <a:pt x="2270" y="1"/>
                          <a:pt x="224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7" name="Google Shape;2757;p46"/>
                  <p:cNvSpPr/>
                  <p:nvPr/>
                </p:nvSpPr>
                <p:spPr>
                  <a:xfrm>
                    <a:off x="4103050" y="2352950"/>
                    <a:ext cx="224225" cy="31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69" h="1254" extrusionOk="0">
                        <a:moveTo>
                          <a:pt x="343" y="1"/>
                        </a:moveTo>
                        <a:cubicBezTo>
                          <a:pt x="278" y="1"/>
                          <a:pt x="212" y="1"/>
                          <a:pt x="146" y="2"/>
                        </a:cubicBezTo>
                        <a:cubicBezTo>
                          <a:pt x="21" y="43"/>
                          <a:pt x="0" y="252"/>
                          <a:pt x="146" y="315"/>
                        </a:cubicBezTo>
                        <a:cubicBezTo>
                          <a:pt x="313" y="325"/>
                          <a:pt x="480" y="325"/>
                          <a:pt x="647" y="325"/>
                        </a:cubicBezTo>
                        <a:cubicBezTo>
                          <a:pt x="813" y="325"/>
                          <a:pt x="980" y="325"/>
                          <a:pt x="1147" y="335"/>
                        </a:cubicBezTo>
                        <a:cubicBezTo>
                          <a:pt x="3713" y="398"/>
                          <a:pt x="6257" y="815"/>
                          <a:pt x="8781" y="1253"/>
                        </a:cubicBezTo>
                        <a:cubicBezTo>
                          <a:pt x="8865" y="1253"/>
                          <a:pt x="8948" y="1191"/>
                          <a:pt x="8969" y="1107"/>
                        </a:cubicBezTo>
                        <a:cubicBezTo>
                          <a:pt x="8969" y="1024"/>
                          <a:pt x="8906" y="961"/>
                          <a:pt x="8823" y="940"/>
                        </a:cubicBezTo>
                        <a:cubicBezTo>
                          <a:pt x="8656" y="899"/>
                          <a:pt x="8468" y="878"/>
                          <a:pt x="8281" y="857"/>
                        </a:cubicBezTo>
                        <a:cubicBezTo>
                          <a:pt x="5655" y="409"/>
                          <a:pt x="3009" y="1"/>
                          <a:pt x="343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8" name="Google Shape;2758;p46"/>
                  <p:cNvSpPr/>
                  <p:nvPr/>
                </p:nvSpPr>
                <p:spPr>
                  <a:xfrm>
                    <a:off x="4681325" y="2527650"/>
                    <a:ext cx="22450" cy="31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8" h="1270" extrusionOk="0">
                        <a:moveTo>
                          <a:pt x="715" y="0"/>
                        </a:moveTo>
                        <a:cubicBezTo>
                          <a:pt x="664" y="0"/>
                          <a:pt x="611" y="23"/>
                          <a:pt x="584" y="64"/>
                        </a:cubicBezTo>
                        <a:cubicBezTo>
                          <a:pt x="501" y="210"/>
                          <a:pt x="417" y="356"/>
                          <a:pt x="334" y="502"/>
                        </a:cubicBezTo>
                        <a:cubicBezTo>
                          <a:pt x="230" y="689"/>
                          <a:pt x="146" y="856"/>
                          <a:pt x="42" y="1023"/>
                        </a:cubicBezTo>
                        <a:cubicBezTo>
                          <a:pt x="0" y="1106"/>
                          <a:pt x="21" y="1211"/>
                          <a:pt x="104" y="1253"/>
                        </a:cubicBezTo>
                        <a:cubicBezTo>
                          <a:pt x="122" y="1264"/>
                          <a:pt x="143" y="1269"/>
                          <a:pt x="164" y="1269"/>
                        </a:cubicBezTo>
                        <a:cubicBezTo>
                          <a:pt x="220" y="1269"/>
                          <a:pt x="283" y="1235"/>
                          <a:pt x="313" y="1190"/>
                        </a:cubicBezTo>
                        <a:cubicBezTo>
                          <a:pt x="417" y="1002"/>
                          <a:pt x="501" y="835"/>
                          <a:pt x="605" y="668"/>
                        </a:cubicBezTo>
                        <a:cubicBezTo>
                          <a:pt x="688" y="522"/>
                          <a:pt x="772" y="376"/>
                          <a:pt x="855" y="230"/>
                        </a:cubicBezTo>
                        <a:cubicBezTo>
                          <a:pt x="897" y="147"/>
                          <a:pt x="876" y="64"/>
                          <a:pt x="793" y="22"/>
                        </a:cubicBezTo>
                        <a:cubicBezTo>
                          <a:pt x="771" y="7"/>
                          <a:pt x="743" y="0"/>
                          <a:pt x="71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9" name="Google Shape;2759;p46"/>
                  <p:cNvSpPr/>
                  <p:nvPr/>
                </p:nvSpPr>
                <p:spPr>
                  <a:xfrm>
                    <a:off x="4728775" y="2539750"/>
                    <a:ext cx="18025" cy="2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1" h="1181" extrusionOk="0">
                        <a:moveTo>
                          <a:pt x="191" y="1"/>
                        </a:moveTo>
                        <a:cubicBezTo>
                          <a:pt x="170" y="1"/>
                          <a:pt x="149" y="6"/>
                          <a:pt x="125" y="18"/>
                        </a:cubicBezTo>
                        <a:cubicBezTo>
                          <a:pt x="21" y="59"/>
                          <a:pt x="0" y="143"/>
                          <a:pt x="42" y="226"/>
                        </a:cubicBezTo>
                        <a:cubicBezTo>
                          <a:pt x="146" y="518"/>
                          <a:pt x="271" y="810"/>
                          <a:pt x="397" y="1081"/>
                        </a:cubicBezTo>
                        <a:cubicBezTo>
                          <a:pt x="427" y="1151"/>
                          <a:pt x="484" y="1180"/>
                          <a:pt x="539" y="1180"/>
                        </a:cubicBezTo>
                        <a:cubicBezTo>
                          <a:pt x="632" y="1180"/>
                          <a:pt x="720" y="1095"/>
                          <a:pt x="668" y="977"/>
                        </a:cubicBezTo>
                        <a:cubicBezTo>
                          <a:pt x="563" y="706"/>
                          <a:pt x="438" y="456"/>
                          <a:pt x="355" y="184"/>
                        </a:cubicBezTo>
                        <a:cubicBezTo>
                          <a:pt x="338" y="100"/>
                          <a:pt x="279" y="1"/>
                          <a:pt x="19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0" name="Google Shape;2760;p46"/>
                  <p:cNvSpPr/>
                  <p:nvPr/>
                </p:nvSpPr>
                <p:spPr>
                  <a:xfrm>
                    <a:off x="4777300" y="2536350"/>
                    <a:ext cx="26750" cy="21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0" h="871" extrusionOk="0">
                        <a:moveTo>
                          <a:pt x="229" y="1"/>
                        </a:moveTo>
                        <a:cubicBezTo>
                          <a:pt x="85" y="1"/>
                          <a:pt x="1" y="209"/>
                          <a:pt x="208" y="320"/>
                        </a:cubicBezTo>
                        <a:cubicBezTo>
                          <a:pt x="374" y="487"/>
                          <a:pt x="562" y="675"/>
                          <a:pt x="750" y="821"/>
                        </a:cubicBezTo>
                        <a:cubicBezTo>
                          <a:pt x="785" y="856"/>
                          <a:pt x="823" y="871"/>
                          <a:pt x="860" y="871"/>
                        </a:cubicBezTo>
                        <a:cubicBezTo>
                          <a:pt x="975" y="871"/>
                          <a:pt x="1069" y="724"/>
                          <a:pt x="958" y="612"/>
                        </a:cubicBezTo>
                        <a:cubicBezTo>
                          <a:pt x="771" y="425"/>
                          <a:pt x="583" y="237"/>
                          <a:pt x="374" y="70"/>
                        </a:cubicBezTo>
                        <a:cubicBezTo>
                          <a:pt x="325" y="21"/>
                          <a:pt x="274" y="1"/>
                          <a:pt x="229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1" name="Google Shape;2761;p46"/>
                  <p:cNvSpPr/>
                  <p:nvPr/>
                </p:nvSpPr>
                <p:spPr>
                  <a:xfrm>
                    <a:off x="6335325" y="2480475"/>
                    <a:ext cx="16200" cy="56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8" h="2267" extrusionOk="0">
                        <a:moveTo>
                          <a:pt x="483" y="0"/>
                        </a:moveTo>
                        <a:cubicBezTo>
                          <a:pt x="407" y="0"/>
                          <a:pt x="334" y="53"/>
                          <a:pt x="334" y="157"/>
                        </a:cubicBezTo>
                        <a:cubicBezTo>
                          <a:pt x="334" y="699"/>
                          <a:pt x="293" y="1221"/>
                          <a:pt x="188" y="1763"/>
                        </a:cubicBezTo>
                        <a:cubicBezTo>
                          <a:pt x="168" y="1909"/>
                          <a:pt x="1" y="2180"/>
                          <a:pt x="230" y="2263"/>
                        </a:cubicBezTo>
                        <a:cubicBezTo>
                          <a:pt x="241" y="2265"/>
                          <a:pt x="251" y="2266"/>
                          <a:pt x="261" y="2266"/>
                        </a:cubicBezTo>
                        <a:cubicBezTo>
                          <a:pt x="366" y="2266"/>
                          <a:pt x="420" y="2169"/>
                          <a:pt x="439" y="2055"/>
                        </a:cubicBezTo>
                        <a:cubicBezTo>
                          <a:pt x="564" y="1575"/>
                          <a:pt x="626" y="1075"/>
                          <a:pt x="647" y="595"/>
                        </a:cubicBezTo>
                        <a:lnTo>
                          <a:pt x="647" y="157"/>
                        </a:lnTo>
                        <a:cubicBezTo>
                          <a:pt x="637" y="53"/>
                          <a:pt x="559" y="0"/>
                          <a:pt x="48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2" name="Google Shape;2762;p46"/>
                  <p:cNvSpPr/>
                  <p:nvPr/>
                </p:nvSpPr>
                <p:spPr>
                  <a:xfrm>
                    <a:off x="5718975" y="2695675"/>
                    <a:ext cx="56575" cy="85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63" h="3422" extrusionOk="0">
                        <a:moveTo>
                          <a:pt x="183" y="1"/>
                        </a:moveTo>
                        <a:cubicBezTo>
                          <a:pt x="163" y="1"/>
                          <a:pt x="143" y="6"/>
                          <a:pt x="126" y="17"/>
                        </a:cubicBezTo>
                        <a:cubicBezTo>
                          <a:pt x="43" y="38"/>
                          <a:pt x="1" y="142"/>
                          <a:pt x="43" y="205"/>
                        </a:cubicBezTo>
                        <a:cubicBezTo>
                          <a:pt x="105" y="413"/>
                          <a:pt x="189" y="622"/>
                          <a:pt x="272" y="831"/>
                        </a:cubicBezTo>
                        <a:cubicBezTo>
                          <a:pt x="648" y="1769"/>
                          <a:pt x="1252" y="2603"/>
                          <a:pt x="1941" y="3375"/>
                        </a:cubicBezTo>
                        <a:cubicBezTo>
                          <a:pt x="1974" y="3408"/>
                          <a:pt x="2010" y="3422"/>
                          <a:pt x="2044" y="3422"/>
                        </a:cubicBezTo>
                        <a:cubicBezTo>
                          <a:pt x="2163" y="3422"/>
                          <a:pt x="2262" y="3259"/>
                          <a:pt x="2149" y="3146"/>
                        </a:cubicBezTo>
                        <a:cubicBezTo>
                          <a:pt x="1816" y="2791"/>
                          <a:pt x="1524" y="2395"/>
                          <a:pt x="1252" y="1999"/>
                        </a:cubicBezTo>
                        <a:cubicBezTo>
                          <a:pt x="835" y="1415"/>
                          <a:pt x="564" y="768"/>
                          <a:pt x="314" y="100"/>
                        </a:cubicBezTo>
                        <a:cubicBezTo>
                          <a:pt x="299" y="39"/>
                          <a:pt x="239" y="1"/>
                          <a:pt x="183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3" name="Google Shape;2763;p46"/>
                  <p:cNvSpPr/>
                  <p:nvPr/>
                </p:nvSpPr>
                <p:spPr>
                  <a:xfrm>
                    <a:off x="5785325" y="2802725"/>
                    <a:ext cx="30450" cy="25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8" h="1039" extrusionOk="0">
                        <a:moveTo>
                          <a:pt x="206" y="0"/>
                        </a:moveTo>
                        <a:cubicBezTo>
                          <a:pt x="103" y="0"/>
                          <a:pt x="1" y="110"/>
                          <a:pt x="58" y="240"/>
                        </a:cubicBezTo>
                        <a:cubicBezTo>
                          <a:pt x="288" y="553"/>
                          <a:pt x="601" y="762"/>
                          <a:pt x="893" y="1012"/>
                        </a:cubicBezTo>
                        <a:cubicBezTo>
                          <a:pt x="922" y="1030"/>
                          <a:pt x="952" y="1038"/>
                          <a:pt x="981" y="1038"/>
                        </a:cubicBezTo>
                        <a:cubicBezTo>
                          <a:pt x="1115" y="1038"/>
                          <a:pt x="1218" y="865"/>
                          <a:pt x="1080" y="762"/>
                        </a:cubicBezTo>
                        <a:cubicBezTo>
                          <a:pt x="830" y="532"/>
                          <a:pt x="538" y="365"/>
                          <a:pt x="330" y="73"/>
                        </a:cubicBezTo>
                        <a:cubicBezTo>
                          <a:pt x="297" y="22"/>
                          <a:pt x="252" y="0"/>
                          <a:pt x="20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4" name="Google Shape;2764;p46"/>
                  <p:cNvSpPr/>
                  <p:nvPr/>
                </p:nvSpPr>
                <p:spPr>
                  <a:xfrm>
                    <a:off x="5890550" y="2867225"/>
                    <a:ext cx="28125" cy="21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5" h="873" extrusionOk="0">
                        <a:moveTo>
                          <a:pt x="889" y="0"/>
                        </a:moveTo>
                        <a:cubicBezTo>
                          <a:pt x="865" y="0"/>
                          <a:pt x="840" y="6"/>
                          <a:pt x="814" y="17"/>
                        </a:cubicBezTo>
                        <a:cubicBezTo>
                          <a:pt x="584" y="163"/>
                          <a:pt x="0" y="414"/>
                          <a:pt x="0" y="726"/>
                        </a:cubicBezTo>
                        <a:cubicBezTo>
                          <a:pt x="0" y="787"/>
                          <a:pt x="58" y="867"/>
                          <a:pt x="138" y="872"/>
                        </a:cubicBezTo>
                        <a:lnTo>
                          <a:pt x="138" y="872"/>
                        </a:lnTo>
                        <a:cubicBezTo>
                          <a:pt x="236" y="867"/>
                          <a:pt x="313" y="807"/>
                          <a:pt x="313" y="726"/>
                        </a:cubicBezTo>
                        <a:cubicBezTo>
                          <a:pt x="501" y="539"/>
                          <a:pt x="751" y="414"/>
                          <a:pt x="980" y="288"/>
                        </a:cubicBezTo>
                        <a:cubicBezTo>
                          <a:pt x="1124" y="199"/>
                          <a:pt x="1036" y="0"/>
                          <a:pt x="889" y="0"/>
                        </a:cubicBezTo>
                        <a:close/>
                        <a:moveTo>
                          <a:pt x="138" y="872"/>
                        </a:moveTo>
                        <a:lnTo>
                          <a:pt x="138" y="872"/>
                        </a:lnTo>
                        <a:cubicBezTo>
                          <a:pt x="133" y="872"/>
                          <a:pt x="129" y="872"/>
                          <a:pt x="125" y="872"/>
                        </a:cubicBezTo>
                        <a:lnTo>
                          <a:pt x="146" y="872"/>
                        </a:lnTo>
                        <a:cubicBezTo>
                          <a:pt x="143" y="872"/>
                          <a:pt x="140" y="872"/>
                          <a:pt x="138" y="87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5" name="Google Shape;2765;p46"/>
                  <p:cNvSpPr/>
                  <p:nvPr/>
                </p:nvSpPr>
                <p:spPr>
                  <a:xfrm>
                    <a:off x="4515500" y="2151000"/>
                    <a:ext cx="24400" cy="118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6" h="4753" extrusionOk="0">
                        <a:moveTo>
                          <a:pt x="799" y="0"/>
                        </a:moveTo>
                        <a:cubicBezTo>
                          <a:pt x="737" y="0"/>
                          <a:pt x="673" y="35"/>
                          <a:pt x="647" y="112"/>
                        </a:cubicBezTo>
                        <a:cubicBezTo>
                          <a:pt x="251" y="1572"/>
                          <a:pt x="42" y="3095"/>
                          <a:pt x="0" y="4597"/>
                        </a:cubicBezTo>
                        <a:cubicBezTo>
                          <a:pt x="0" y="4701"/>
                          <a:pt x="79" y="4753"/>
                          <a:pt x="157" y="4753"/>
                        </a:cubicBezTo>
                        <a:cubicBezTo>
                          <a:pt x="235" y="4753"/>
                          <a:pt x="313" y="4701"/>
                          <a:pt x="313" y="4597"/>
                        </a:cubicBezTo>
                        <a:cubicBezTo>
                          <a:pt x="334" y="4138"/>
                          <a:pt x="355" y="3720"/>
                          <a:pt x="397" y="3262"/>
                        </a:cubicBezTo>
                        <a:cubicBezTo>
                          <a:pt x="480" y="2219"/>
                          <a:pt x="689" y="1197"/>
                          <a:pt x="939" y="196"/>
                        </a:cubicBezTo>
                        <a:cubicBezTo>
                          <a:pt x="976" y="72"/>
                          <a:pt x="889" y="0"/>
                          <a:pt x="79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6" name="Google Shape;2766;p46"/>
                  <p:cNvSpPr/>
                  <p:nvPr/>
                </p:nvSpPr>
                <p:spPr>
                  <a:xfrm>
                    <a:off x="4764750" y="2207875"/>
                    <a:ext cx="14100" cy="73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4" h="2927" extrusionOk="0">
                        <a:moveTo>
                          <a:pt x="396" y="1"/>
                        </a:moveTo>
                        <a:cubicBezTo>
                          <a:pt x="328" y="1"/>
                          <a:pt x="268" y="41"/>
                          <a:pt x="251" y="111"/>
                        </a:cubicBezTo>
                        <a:cubicBezTo>
                          <a:pt x="84" y="987"/>
                          <a:pt x="42" y="1883"/>
                          <a:pt x="0" y="2780"/>
                        </a:cubicBezTo>
                        <a:cubicBezTo>
                          <a:pt x="0" y="2864"/>
                          <a:pt x="63" y="2926"/>
                          <a:pt x="146" y="2926"/>
                        </a:cubicBezTo>
                        <a:cubicBezTo>
                          <a:pt x="251" y="2926"/>
                          <a:pt x="313" y="2864"/>
                          <a:pt x="313" y="2780"/>
                        </a:cubicBezTo>
                        <a:cubicBezTo>
                          <a:pt x="334" y="2447"/>
                          <a:pt x="334" y="2134"/>
                          <a:pt x="355" y="1800"/>
                        </a:cubicBezTo>
                        <a:cubicBezTo>
                          <a:pt x="397" y="1320"/>
                          <a:pt x="438" y="778"/>
                          <a:pt x="522" y="277"/>
                        </a:cubicBezTo>
                        <a:cubicBezTo>
                          <a:pt x="564" y="173"/>
                          <a:pt x="564" y="48"/>
                          <a:pt x="438" y="6"/>
                        </a:cubicBezTo>
                        <a:cubicBezTo>
                          <a:pt x="424" y="3"/>
                          <a:pt x="410" y="1"/>
                          <a:pt x="39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7" name="Google Shape;2767;p46"/>
                  <p:cNvSpPr/>
                  <p:nvPr/>
                </p:nvSpPr>
                <p:spPr>
                  <a:xfrm>
                    <a:off x="4759525" y="2309825"/>
                    <a:ext cx="9425" cy="29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" h="1195" extrusionOk="0">
                        <a:moveTo>
                          <a:pt x="228" y="0"/>
                        </a:moveTo>
                        <a:cubicBezTo>
                          <a:pt x="183" y="0"/>
                          <a:pt x="137" y="19"/>
                          <a:pt x="105" y="58"/>
                        </a:cubicBezTo>
                        <a:cubicBezTo>
                          <a:pt x="63" y="121"/>
                          <a:pt x="43" y="204"/>
                          <a:pt x="43" y="288"/>
                        </a:cubicBezTo>
                        <a:cubicBezTo>
                          <a:pt x="22" y="538"/>
                          <a:pt x="1" y="788"/>
                          <a:pt x="1" y="1038"/>
                        </a:cubicBezTo>
                        <a:cubicBezTo>
                          <a:pt x="1" y="1143"/>
                          <a:pt x="74" y="1195"/>
                          <a:pt x="149" y="1195"/>
                        </a:cubicBezTo>
                        <a:cubicBezTo>
                          <a:pt x="225" y="1195"/>
                          <a:pt x="303" y="1143"/>
                          <a:pt x="314" y="1038"/>
                        </a:cubicBezTo>
                        <a:cubicBezTo>
                          <a:pt x="314" y="726"/>
                          <a:pt x="335" y="434"/>
                          <a:pt x="376" y="142"/>
                        </a:cubicBezTo>
                        <a:cubicBezTo>
                          <a:pt x="376" y="51"/>
                          <a:pt x="304" y="0"/>
                          <a:pt x="22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8" name="Google Shape;2768;p46"/>
                  <p:cNvSpPr/>
                  <p:nvPr/>
                </p:nvSpPr>
                <p:spPr>
                  <a:xfrm>
                    <a:off x="5400375" y="2936200"/>
                    <a:ext cx="38625" cy="25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45" h="1023" extrusionOk="0">
                        <a:moveTo>
                          <a:pt x="1374" y="0"/>
                        </a:moveTo>
                        <a:cubicBezTo>
                          <a:pt x="1321" y="0"/>
                          <a:pt x="1267" y="27"/>
                          <a:pt x="1231" y="74"/>
                        </a:cubicBezTo>
                        <a:cubicBezTo>
                          <a:pt x="1106" y="199"/>
                          <a:pt x="960" y="303"/>
                          <a:pt x="814" y="408"/>
                        </a:cubicBezTo>
                        <a:cubicBezTo>
                          <a:pt x="627" y="512"/>
                          <a:pt x="460" y="637"/>
                          <a:pt x="251" y="721"/>
                        </a:cubicBezTo>
                        <a:cubicBezTo>
                          <a:pt x="105" y="721"/>
                          <a:pt x="1" y="887"/>
                          <a:pt x="126" y="992"/>
                        </a:cubicBezTo>
                        <a:cubicBezTo>
                          <a:pt x="154" y="1013"/>
                          <a:pt x="191" y="1022"/>
                          <a:pt x="234" y="1022"/>
                        </a:cubicBezTo>
                        <a:cubicBezTo>
                          <a:pt x="573" y="1022"/>
                          <a:pt x="1315" y="428"/>
                          <a:pt x="1482" y="262"/>
                        </a:cubicBezTo>
                        <a:cubicBezTo>
                          <a:pt x="1544" y="220"/>
                          <a:pt x="1544" y="95"/>
                          <a:pt x="1482" y="53"/>
                        </a:cubicBezTo>
                        <a:cubicBezTo>
                          <a:pt x="1454" y="17"/>
                          <a:pt x="1415" y="0"/>
                          <a:pt x="1374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9" name="Google Shape;2769;p46"/>
                  <p:cNvSpPr/>
                  <p:nvPr/>
                </p:nvSpPr>
                <p:spPr>
                  <a:xfrm>
                    <a:off x="4929525" y="2831600"/>
                    <a:ext cx="37900" cy="85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16" h="3414" extrusionOk="0">
                        <a:moveTo>
                          <a:pt x="1307" y="1"/>
                        </a:moveTo>
                        <a:cubicBezTo>
                          <a:pt x="1266" y="1"/>
                          <a:pt x="1224" y="20"/>
                          <a:pt x="1189" y="66"/>
                        </a:cubicBezTo>
                        <a:cubicBezTo>
                          <a:pt x="772" y="587"/>
                          <a:pt x="501" y="1213"/>
                          <a:pt x="292" y="1839"/>
                        </a:cubicBezTo>
                        <a:cubicBezTo>
                          <a:pt x="126" y="2297"/>
                          <a:pt x="21" y="2777"/>
                          <a:pt x="0" y="3257"/>
                        </a:cubicBezTo>
                        <a:cubicBezTo>
                          <a:pt x="0" y="3361"/>
                          <a:pt x="79" y="3413"/>
                          <a:pt x="157" y="3413"/>
                        </a:cubicBezTo>
                        <a:cubicBezTo>
                          <a:pt x="235" y="3413"/>
                          <a:pt x="313" y="3361"/>
                          <a:pt x="313" y="3257"/>
                        </a:cubicBezTo>
                        <a:cubicBezTo>
                          <a:pt x="334" y="2986"/>
                          <a:pt x="376" y="2694"/>
                          <a:pt x="438" y="2423"/>
                        </a:cubicBezTo>
                        <a:cubicBezTo>
                          <a:pt x="647" y="1734"/>
                          <a:pt x="876" y="1046"/>
                          <a:pt x="1273" y="462"/>
                        </a:cubicBezTo>
                        <a:cubicBezTo>
                          <a:pt x="1335" y="378"/>
                          <a:pt x="1377" y="316"/>
                          <a:pt x="1440" y="253"/>
                        </a:cubicBezTo>
                        <a:cubicBezTo>
                          <a:pt x="1515" y="132"/>
                          <a:pt x="1416" y="1"/>
                          <a:pt x="130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70" name="Google Shape;2770;p46"/>
                  <p:cNvSpPr/>
                  <p:nvPr/>
                </p:nvSpPr>
                <p:spPr>
                  <a:xfrm>
                    <a:off x="4856000" y="3001650"/>
                    <a:ext cx="35475" cy="52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9" h="2087" extrusionOk="0">
                        <a:moveTo>
                          <a:pt x="1215" y="1"/>
                        </a:moveTo>
                        <a:cubicBezTo>
                          <a:pt x="1111" y="1"/>
                          <a:pt x="1019" y="129"/>
                          <a:pt x="939" y="209"/>
                        </a:cubicBezTo>
                        <a:cubicBezTo>
                          <a:pt x="835" y="314"/>
                          <a:pt x="751" y="439"/>
                          <a:pt x="647" y="585"/>
                        </a:cubicBezTo>
                        <a:cubicBezTo>
                          <a:pt x="376" y="981"/>
                          <a:pt x="42" y="1419"/>
                          <a:pt x="0" y="1920"/>
                        </a:cubicBezTo>
                        <a:cubicBezTo>
                          <a:pt x="0" y="2003"/>
                          <a:pt x="63" y="2086"/>
                          <a:pt x="146" y="2086"/>
                        </a:cubicBezTo>
                        <a:cubicBezTo>
                          <a:pt x="292" y="2086"/>
                          <a:pt x="313" y="1940"/>
                          <a:pt x="313" y="1836"/>
                        </a:cubicBezTo>
                        <a:cubicBezTo>
                          <a:pt x="334" y="1732"/>
                          <a:pt x="397" y="1607"/>
                          <a:pt x="438" y="1502"/>
                        </a:cubicBezTo>
                        <a:cubicBezTo>
                          <a:pt x="647" y="1085"/>
                          <a:pt x="918" y="710"/>
                          <a:pt x="1231" y="355"/>
                        </a:cubicBezTo>
                        <a:cubicBezTo>
                          <a:pt x="1315" y="272"/>
                          <a:pt x="1419" y="168"/>
                          <a:pt x="1315" y="42"/>
                        </a:cubicBezTo>
                        <a:cubicBezTo>
                          <a:pt x="1280" y="13"/>
                          <a:pt x="1247" y="1"/>
                          <a:pt x="121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71" name="Google Shape;2771;p46"/>
                  <p:cNvSpPr/>
                  <p:nvPr/>
                </p:nvSpPr>
                <p:spPr>
                  <a:xfrm>
                    <a:off x="4817425" y="3145675"/>
                    <a:ext cx="19825" cy="45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93" h="1822" extrusionOk="0">
                        <a:moveTo>
                          <a:pt x="611" y="1"/>
                        </a:moveTo>
                        <a:cubicBezTo>
                          <a:pt x="555" y="1"/>
                          <a:pt x="495" y="40"/>
                          <a:pt x="480" y="101"/>
                        </a:cubicBezTo>
                        <a:cubicBezTo>
                          <a:pt x="355" y="351"/>
                          <a:pt x="271" y="580"/>
                          <a:pt x="188" y="831"/>
                        </a:cubicBezTo>
                        <a:cubicBezTo>
                          <a:pt x="83" y="1102"/>
                          <a:pt x="0" y="1373"/>
                          <a:pt x="21" y="1665"/>
                        </a:cubicBezTo>
                        <a:cubicBezTo>
                          <a:pt x="21" y="1769"/>
                          <a:pt x="99" y="1821"/>
                          <a:pt x="177" y="1821"/>
                        </a:cubicBezTo>
                        <a:cubicBezTo>
                          <a:pt x="256" y="1821"/>
                          <a:pt x="334" y="1769"/>
                          <a:pt x="334" y="1665"/>
                        </a:cubicBezTo>
                        <a:cubicBezTo>
                          <a:pt x="313" y="1415"/>
                          <a:pt x="396" y="1185"/>
                          <a:pt x="480" y="935"/>
                        </a:cubicBezTo>
                        <a:cubicBezTo>
                          <a:pt x="563" y="706"/>
                          <a:pt x="647" y="455"/>
                          <a:pt x="751" y="226"/>
                        </a:cubicBezTo>
                        <a:cubicBezTo>
                          <a:pt x="793" y="142"/>
                          <a:pt x="751" y="59"/>
                          <a:pt x="667" y="17"/>
                        </a:cubicBezTo>
                        <a:cubicBezTo>
                          <a:pt x="651" y="6"/>
                          <a:pt x="631" y="1"/>
                          <a:pt x="611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72" name="Google Shape;2772;p46"/>
                  <p:cNvSpPr/>
                  <p:nvPr/>
                </p:nvSpPr>
                <p:spPr>
                  <a:xfrm>
                    <a:off x="4789775" y="3240450"/>
                    <a:ext cx="20875" cy="36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5" h="1457" extrusionOk="0">
                        <a:moveTo>
                          <a:pt x="575" y="1"/>
                        </a:moveTo>
                        <a:cubicBezTo>
                          <a:pt x="519" y="1"/>
                          <a:pt x="466" y="24"/>
                          <a:pt x="439" y="64"/>
                        </a:cubicBezTo>
                        <a:cubicBezTo>
                          <a:pt x="251" y="460"/>
                          <a:pt x="21" y="857"/>
                          <a:pt x="1" y="1315"/>
                        </a:cubicBezTo>
                        <a:cubicBezTo>
                          <a:pt x="1" y="1409"/>
                          <a:pt x="74" y="1456"/>
                          <a:pt x="149" y="1456"/>
                        </a:cubicBezTo>
                        <a:cubicBezTo>
                          <a:pt x="225" y="1456"/>
                          <a:pt x="303" y="1409"/>
                          <a:pt x="313" y="1315"/>
                        </a:cubicBezTo>
                        <a:cubicBezTo>
                          <a:pt x="334" y="1023"/>
                          <a:pt x="459" y="752"/>
                          <a:pt x="585" y="481"/>
                        </a:cubicBezTo>
                        <a:cubicBezTo>
                          <a:pt x="626" y="335"/>
                          <a:pt x="835" y="147"/>
                          <a:pt x="668" y="22"/>
                        </a:cubicBezTo>
                        <a:cubicBezTo>
                          <a:pt x="638" y="8"/>
                          <a:pt x="606" y="1"/>
                          <a:pt x="57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73" name="Google Shape;2773;p46"/>
                  <p:cNvSpPr/>
                  <p:nvPr/>
                </p:nvSpPr>
                <p:spPr>
                  <a:xfrm>
                    <a:off x="4898225" y="2975575"/>
                    <a:ext cx="18800" cy="14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2" h="598" extrusionOk="0">
                        <a:moveTo>
                          <a:pt x="527" y="1"/>
                        </a:moveTo>
                        <a:cubicBezTo>
                          <a:pt x="417" y="1"/>
                          <a:pt x="307" y="133"/>
                          <a:pt x="230" y="209"/>
                        </a:cubicBezTo>
                        <a:cubicBezTo>
                          <a:pt x="147" y="293"/>
                          <a:pt x="1" y="460"/>
                          <a:pt x="147" y="564"/>
                        </a:cubicBezTo>
                        <a:cubicBezTo>
                          <a:pt x="185" y="587"/>
                          <a:pt x="217" y="597"/>
                          <a:pt x="245" y="597"/>
                        </a:cubicBezTo>
                        <a:cubicBezTo>
                          <a:pt x="343" y="597"/>
                          <a:pt x="395" y="483"/>
                          <a:pt x="460" y="418"/>
                        </a:cubicBezTo>
                        <a:cubicBezTo>
                          <a:pt x="564" y="314"/>
                          <a:pt x="752" y="209"/>
                          <a:pt x="648" y="63"/>
                        </a:cubicBezTo>
                        <a:cubicBezTo>
                          <a:pt x="608" y="19"/>
                          <a:pt x="568" y="1"/>
                          <a:pt x="52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74" name="Google Shape;2774;p46"/>
                  <p:cNvSpPr/>
                  <p:nvPr/>
                </p:nvSpPr>
                <p:spPr>
                  <a:xfrm>
                    <a:off x="4974900" y="2809500"/>
                    <a:ext cx="17225" cy="10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9" h="434" extrusionOk="0">
                        <a:moveTo>
                          <a:pt x="468" y="1"/>
                        </a:moveTo>
                        <a:cubicBezTo>
                          <a:pt x="377" y="1"/>
                          <a:pt x="273" y="87"/>
                          <a:pt x="188" y="115"/>
                        </a:cubicBezTo>
                        <a:cubicBezTo>
                          <a:pt x="42" y="136"/>
                          <a:pt x="0" y="324"/>
                          <a:pt x="104" y="407"/>
                        </a:cubicBezTo>
                        <a:cubicBezTo>
                          <a:pt x="130" y="426"/>
                          <a:pt x="157" y="434"/>
                          <a:pt x="185" y="434"/>
                        </a:cubicBezTo>
                        <a:cubicBezTo>
                          <a:pt x="249" y="434"/>
                          <a:pt x="317" y="395"/>
                          <a:pt x="375" y="366"/>
                        </a:cubicBezTo>
                        <a:cubicBezTo>
                          <a:pt x="501" y="324"/>
                          <a:pt x="688" y="240"/>
                          <a:pt x="584" y="74"/>
                        </a:cubicBezTo>
                        <a:cubicBezTo>
                          <a:pt x="551" y="20"/>
                          <a:pt x="511" y="1"/>
                          <a:pt x="46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75" name="Google Shape;2775;p46"/>
                  <p:cNvSpPr/>
                  <p:nvPr/>
                </p:nvSpPr>
                <p:spPr>
                  <a:xfrm>
                    <a:off x="5729425" y="3461425"/>
                    <a:ext cx="20875" cy="154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5" h="6170" extrusionOk="0">
                        <a:moveTo>
                          <a:pt x="562" y="1"/>
                        </a:moveTo>
                        <a:cubicBezTo>
                          <a:pt x="495" y="1"/>
                          <a:pt x="435" y="41"/>
                          <a:pt x="417" y="110"/>
                        </a:cubicBezTo>
                        <a:cubicBezTo>
                          <a:pt x="271" y="715"/>
                          <a:pt x="188" y="1341"/>
                          <a:pt x="146" y="1967"/>
                        </a:cubicBezTo>
                        <a:cubicBezTo>
                          <a:pt x="63" y="3322"/>
                          <a:pt x="63" y="4678"/>
                          <a:pt x="0" y="6013"/>
                        </a:cubicBezTo>
                        <a:cubicBezTo>
                          <a:pt x="0" y="6117"/>
                          <a:pt x="73" y="6170"/>
                          <a:pt x="149" y="6170"/>
                        </a:cubicBezTo>
                        <a:cubicBezTo>
                          <a:pt x="224" y="6170"/>
                          <a:pt x="303" y="6117"/>
                          <a:pt x="313" y="6013"/>
                        </a:cubicBezTo>
                        <a:cubicBezTo>
                          <a:pt x="334" y="5346"/>
                          <a:pt x="355" y="4678"/>
                          <a:pt x="376" y="3990"/>
                        </a:cubicBezTo>
                        <a:cubicBezTo>
                          <a:pt x="417" y="2843"/>
                          <a:pt x="396" y="1675"/>
                          <a:pt x="647" y="528"/>
                        </a:cubicBezTo>
                        <a:cubicBezTo>
                          <a:pt x="647" y="361"/>
                          <a:pt x="834" y="90"/>
                          <a:pt x="605" y="6"/>
                        </a:cubicBezTo>
                        <a:cubicBezTo>
                          <a:pt x="591" y="3"/>
                          <a:pt x="576" y="1"/>
                          <a:pt x="56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76" name="Google Shape;2776;p46"/>
                  <p:cNvSpPr/>
                  <p:nvPr/>
                </p:nvSpPr>
                <p:spPr>
                  <a:xfrm>
                    <a:off x="5741925" y="3402225"/>
                    <a:ext cx="11400" cy="22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6" h="915" extrusionOk="0">
                        <a:moveTo>
                          <a:pt x="275" y="1"/>
                        </a:moveTo>
                        <a:cubicBezTo>
                          <a:pt x="214" y="1"/>
                          <a:pt x="151" y="37"/>
                          <a:pt x="126" y="121"/>
                        </a:cubicBezTo>
                        <a:cubicBezTo>
                          <a:pt x="84" y="330"/>
                          <a:pt x="22" y="539"/>
                          <a:pt x="1" y="768"/>
                        </a:cubicBezTo>
                        <a:cubicBezTo>
                          <a:pt x="1" y="851"/>
                          <a:pt x="84" y="914"/>
                          <a:pt x="168" y="914"/>
                        </a:cubicBezTo>
                        <a:cubicBezTo>
                          <a:pt x="272" y="914"/>
                          <a:pt x="334" y="831"/>
                          <a:pt x="314" y="726"/>
                        </a:cubicBezTo>
                        <a:cubicBezTo>
                          <a:pt x="334" y="559"/>
                          <a:pt x="397" y="372"/>
                          <a:pt x="418" y="205"/>
                        </a:cubicBezTo>
                        <a:cubicBezTo>
                          <a:pt x="455" y="81"/>
                          <a:pt x="366" y="1"/>
                          <a:pt x="27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77" name="Google Shape;2777;p46"/>
                  <p:cNvSpPr/>
                  <p:nvPr/>
                </p:nvSpPr>
                <p:spPr>
                  <a:xfrm>
                    <a:off x="6620550" y="1467575"/>
                    <a:ext cx="22450" cy="88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8" h="3551" extrusionOk="0">
                        <a:moveTo>
                          <a:pt x="731" y="0"/>
                        </a:moveTo>
                        <a:cubicBezTo>
                          <a:pt x="647" y="0"/>
                          <a:pt x="585" y="84"/>
                          <a:pt x="585" y="167"/>
                        </a:cubicBezTo>
                        <a:cubicBezTo>
                          <a:pt x="606" y="1252"/>
                          <a:pt x="293" y="2295"/>
                          <a:pt x="22" y="3338"/>
                        </a:cubicBezTo>
                        <a:cubicBezTo>
                          <a:pt x="1" y="3421"/>
                          <a:pt x="63" y="3505"/>
                          <a:pt x="147" y="3546"/>
                        </a:cubicBezTo>
                        <a:cubicBezTo>
                          <a:pt x="155" y="3549"/>
                          <a:pt x="164" y="3550"/>
                          <a:pt x="173" y="3550"/>
                        </a:cubicBezTo>
                        <a:cubicBezTo>
                          <a:pt x="235" y="3550"/>
                          <a:pt x="316" y="3494"/>
                          <a:pt x="335" y="3421"/>
                        </a:cubicBezTo>
                        <a:cubicBezTo>
                          <a:pt x="460" y="3004"/>
                          <a:pt x="564" y="2545"/>
                          <a:pt x="668" y="2107"/>
                        </a:cubicBezTo>
                        <a:cubicBezTo>
                          <a:pt x="773" y="1606"/>
                          <a:pt x="877" y="1106"/>
                          <a:pt x="898" y="584"/>
                        </a:cubicBezTo>
                        <a:cubicBezTo>
                          <a:pt x="898" y="438"/>
                          <a:pt x="898" y="313"/>
                          <a:pt x="898" y="167"/>
                        </a:cubicBezTo>
                        <a:cubicBezTo>
                          <a:pt x="898" y="84"/>
                          <a:pt x="835" y="0"/>
                          <a:pt x="73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78" name="Google Shape;2778;p46"/>
                  <p:cNvSpPr/>
                  <p:nvPr/>
                </p:nvSpPr>
                <p:spPr>
                  <a:xfrm>
                    <a:off x="6596050" y="1402925"/>
                    <a:ext cx="8900" cy="54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6" h="2180" extrusionOk="0">
                        <a:moveTo>
                          <a:pt x="167" y="0"/>
                        </a:moveTo>
                        <a:cubicBezTo>
                          <a:pt x="84" y="0"/>
                          <a:pt x="1" y="84"/>
                          <a:pt x="1" y="167"/>
                        </a:cubicBezTo>
                        <a:cubicBezTo>
                          <a:pt x="42" y="793"/>
                          <a:pt x="42" y="1418"/>
                          <a:pt x="21" y="2023"/>
                        </a:cubicBezTo>
                        <a:cubicBezTo>
                          <a:pt x="21" y="2128"/>
                          <a:pt x="100" y="2180"/>
                          <a:pt x="178" y="2180"/>
                        </a:cubicBezTo>
                        <a:cubicBezTo>
                          <a:pt x="256" y="2180"/>
                          <a:pt x="334" y="2128"/>
                          <a:pt x="334" y="2023"/>
                        </a:cubicBezTo>
                        <a:cubicBezTo>
                          <a:pt x="355" y="1398"/>
                          <a:pt x="355" y="772"/>
                          <a:pt x="313" y="146"/>
                        </a:cubicBezTo>
                        <a:lnTo>
                          <a:pt x="313" y="167"/>
                        </a:lnTo>
                        <a:cubicBezTo>
                          <a:pt x="313" y="84"/>
                          <a:pt x="251" y="0"/>
                          <a:pt x="16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79" name="Google Shape;2779;p46"/>
                  <p:cNvSpPr/>
                  <p:nvPr/>
                </p:nvSpPr>
                <p:spPr>
                  <a:xfrm>
                    <a:off x="7029900" y="1472050"/>
                    <a:ext cx="220650" cy="40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26" h="1616" extrusionOk="0">
                        <a:moveTo>
                          <a:pt x="8624" y="0"/>
                        </a:moveTo>
                        <a:cubicBezTo>
                          <a:pt x="8608" y="0"/>
                          <a:pt x="8591" y="3"/>
                          <a:pt x="8573" y="9"/>
                        </a:cubicBezTo>
                        <a:cubicBezTo>
                          <a:pt x="7071" y="385"/>
                          <a:pt x="5590" y="781"/>
                          <a:pt x="4067" y="1052"/>
                        </a:cubicBezTo>
                        <a:cubicBezTo>
                          <a:pt x="3421" y="1156"/>
                          <a:pt x="2753" y="1219"/>
                          <a:pt x="2086" y="1261"/>
                        </a:cubicBezTo>
                        <a:cubicBezTo>
                          <a:pt x="1707" y="1285"/>
                          <a:pt x="1335" y="1295"/>
                          <a:pt x="963" y="1295"/>
                        </a:cubicBezTo>
                        <a:cubicBezTo>
                          <a:pt x="699" y="1295"/>
                          <a:pt x="435" y="1290"/>
                          <a:pt x="167" y="1281"/>
                        </a:cubicBezTo>
                        <a:cubicBezTo>
                          <a:pt x="84" y="1281"/>
                          <a:pt x="0" y="1344"/>
                          <a:pt x="0" y="1448"/>
                        </a:cubicBezTo>
                        <a:cubicBezTo>
                          <a:pt x="0" y="1532"/>
                          <a:pt x="84" y="1594"/>
                          <a:pt x="167" y="1594"/>
                        </a:cubicBezTo>
                        <a:cubicBezTo>
                          <a:pt x="292" y="1615"/>
                          <a:pt x="438" y="1615"/>
                          <a:pt x="563" y="1615"/>
                        </a:cubicBezTo>
                        <a:lnTo>
                          <a:pt x="563" y="1594"/>
                        </a:lnTo>
                        <a:cubicBezTo>
                          <a:pt x="751" y="1601"/>
                          <a:pt x="938" y="1605"/>
                          <a:pt x="1124" y="1605"/>
                        </a:cubicBezTo>
                        <a:cubicBezTo>
                          <a:pt x="3682" y="1605"/>
                          <a:pt x="6187" y="962"/>
                          <a:pt x="8656" y="301"/>
                        </a:cubicBezTo>
                        <a:cubicBezTo>
                          <a:pt x="8826" y="245"/>
                          <a:pt x="8774" y="0"/>
                          <a:pt x="8624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80" name="Google Shape;2780;p46"/>
                  <p:cNvSpPr/>
                  <p:nvPr/>
                </p:nvSpPr>
                <p:spPr>
                  <a:xfrm>
                    <a:off x="7284875" y="1453875"/>
                    <a:ext cx="51125" cy="18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45" h="743" extrusionOk="0">
                        <a:moveTo>
                          <a:pt x="1879" y="1"/>
                        </a:moveTo>
                        <a:cubicBezTo>
                          <a:pt x="1865" y="1"/>
                          <a:pt x="1850" y="3"/>
                          <a:pt x="1836" y="6"/>
                        </a:cubicBezTo>
                        <a:cubicBezTo>
                          <a:pt x="1419" y="131"/>
                          <a:pt x="981" y="256"/>
                          <a:pt x="543" y="340"/>
                        </a:cubicBezTo>
                        <a:cubicBezTo>
                          <a:pt x="376" y="402"/>
                          <a:pt x="0" y="382"/>
                          <a:pt x="42" y="632"/>
                        </a:cubicBezTo>
                        <a:cubicBezTo>
                          <a:pt x="71" y="717"/>
                          <a:pt x="120" y="742"/>
                          <a:pt x="180" y="742"/>
                        </a:cubicBezTo>
                        <a:cubicBezTo>
                          <a:pt x="252" y="742"/>
                          <a:pt x="338" y="706"/>
                          <a:pt x="418" y="694"/>
                        </a:cubicBezTo>
                        <a:cubicBezTo>
                          <a:pt x="626" y="653"/>
                          <a:pt x="856" y="590"/>
                          <a:pt x="1064" y="548"/>
                        </a:cubicBezTo>
                        <a:cubicBezTo>
                          <a:pt x="1356" y="465"/>
                          <a:pt x="1627" y="382"/>
                          <a:pt x="1919" y="298"/>
                        </a:cubicBezTo>
                        <a:cubicBezTo>
                          <a:pt x="2003" y="277"/>
                          <a:pt x="2045" y="194"/>
                          <a:pt x="2024" y="110"/>
                        </a:cubicBezTo>
                        <a:cubicBezTo>
                          <a:pt x="2006" y="41"/>
                          <a:pt x="1946" y="1"/>
                          <a:pt x="1879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81" name="Google Shape;2781;p46"/>
                  <p:cNvSpPr/>
                  <p:nvPr/>
                </p:nvSpPr>
                <p:spPr>
                  <a:xfrm>
                    <a:off x="4702000" y="4254475"/>
                    <a:ext cx="163400" cy="104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36" h="4160" extrusionOk="0">
                        <a:moveTo>
                          <a:pt x="228" y="1"/>
                        </a:moveTo>
                        <a:cubicBezTo>
                          <a:pt x="107" y="1"/>
                          <a:pt x="1" y="148"/>
                          <a:pt x="112" y="259"/>
                        </a:cubicBezTo>
                        <a:cubicBezTo>
                          <a:pt x="320" y="530"/>
                          <a:pt x="591" y="739"/>
                          <a:pt x="863" y="968"/>
                        </a:cubicBezTo>
                        <a:cubicBezTo>
                          <a:pt x="1384" y="1406"/>
                          <a:pt x="1906" y="1823"/>
                          <a:pt x="2427" y="2219"/>
                        </a:cubicBezTo>
                        <a:cubicBezTo>
                          <a:pt x="3094" y="2741"/>
                          <a:pt x="3804" y="3200"/>
                          <a:pt x="4575" y="3575"/>
                        </a:cubicBezTo>
                        <a:cubicBezTo>
                          <a:pt x="5138" y="3846"/>
                          <a:pt x="5722" y="4097"/>
                          <a:pt x="6369" y="4159"/>
                        </a:cubicBezTo>
                        <a:cubicBezTo>
                          <a:pt x="6452" y="4159"/>
                          <a:pt x="6536" y="4097"/>
                          <a:pt x="6536" y="4013"/>
                        </a:cubicBezTo>
                        <a:cubicBezTo>
                          <a:pt x="6536" y="3867"/>
                          <a:pt x="6411" y="3846"/>
                          <a:pt x="6286" y="3826"/>
                        </a:cubicBezTo>
                        <a:cubicBezTo>
                          <a:pt x="5514" y="3721"/>
                          <a:pt x="4805" y="3346"/>
                          <a:pt x="4137" y="2991"/>
                        </a:cubicBezTo>
                        <a:cubicBezTo>
                          <a:pt x="3386" y="2574"/>
                          <a:pt x="2740" y="2073"/>
                          <a:pt x="2072" y="1552"/>
                        </a:cubicBezTo>
                        <a:cubicBezTo>
                          <a:pt x="1572" y="1135"/>
                          <a:pt x="1050" y="739"/>
                          <a:pt x="550" y="280"/>
                        </a:cubicBezTo>
                        <a:cubicBezTo>
                          <a:pt x="487" y="217"/>
                          <a:pt x="404" y="134"/>
                          <a:pt x="341" y="50"/>
                        </a:cubicBezTo>
                        <a:cubicBezTo>
                          <a:pt x="306" y="15"/>
                          <a:pt x="266" y="1"/>
                          <a:pt x="22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82" name="Google Shape;2782;p46"/>
                  <p:cNvSpPr/>
                  <p:nvPr/>
                </p:nvSpPr>
                <p:spPr>
                  <a:xfrm>
                    <a:off x="4729000" y="4404475"/>
                    <a:ext cx="92775" cy="52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" h="2085" extrusionOk="0">
                        <a:moveTo>
                          <a:pt x="232" y="0"/>
                        </a:moveTo>
                        <a:cubicBezTo>
                          <a:pt x="109" y="0"/>
                          <a:pt x="0" y="166"/>
                          <a:pt x="116" y="266"/>
                        </a:cubicBezTo>
                        <a:cubicBezTo>
                          <a:pt x="596" y="683"/>
                          <a:pt x="1138" y="1017"/>
                          <a:pt x="1639" y="1350"/>
                        </a:cubicBezTo>
                        <a:cubicBezTo>
                          <a:pt x="2202" y="1705"/>
                          <a:pt x="2807" y="1976"/>
                          <a:pt x="3454" y="2080"/>
                        </a:cubicBezTo>
                        <a:cubicBezTo>
                          <a:pt x="3467" y="2083"/>
                          <a:pt x="3481" y="2085"/>
                          <a:pt x="3493" y="2085"/>
                        </a:cubicBezTo>
                        <a:cubicBezTo>
                          <a:pt x="3669" y="2085"/>
                          <a:pt x="3711" y="1827"/>
                          <a:pt x="3516" y="1788"/>
                        </a:cubicBezTo>
                        <a:cubicBezTo>
                          <a:pt x="3224" y="1726"/>
                          <a:pt x="2932" y="1642"/>
                          <a:pt x="2640" y="1517"/>
                        </a:cubicBezTo>
                        <a:cubicBezTo>
                          <a:pt x="1889" y="1204"/>
                          <a:pt x="1222" y="704"/>
                          <a:pt x="554" y="224"/>
                        </a:cubicBezTo>
                        <a:cubicBezTo>
                          <a:pt x="471" y="162"/>
                          <a:pt x="408" y="99"/>
                          <a:pt x="325" y="36"/>
                        </a:cubicBezTo>
                        <a:cubicBezTo>
                          <a:pt x="295" y="11"/>
                          <a:pt x="263" y="0"/>
                          <a:pt x="23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83" name="Google Shape;2783;p46"/>
                  <p:cNvSpPr/>
                  <p:nvPr/>
                </p:nvSpPr>
                <p:spPr>
                  <a:xfrm>
                    <a:off x="5115150" y="3661525"/>
                    <a:ext cx="18800" cy="127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2" h="5101" extrusionOk="0">
                        <a:moveTo>
                          <a:pt x="147" y="1"/>
                        </a:moveTo>
                        <a:cubicBezTo>
                          <a:pt x="74" y="1"/>
                          <a:pt x="1" y="53"/>
                          <a:pt x="1" y="157"/>
                        </a:cubicBezTo>
                        <a:cubicBezTo>
                          <a:pt x="209" y="1200"/>
                          <a:pt x="480" y="2264"/>
                          <a:pt x="397" y="3370"/>
                        </a:cubicBezTo>
                        <a:cubicBezTo>
                          <a:pt x="355" y="3891"/>
                          <a:pt x="293" y="4392"/>
                          <a:pt x="209" y="4913"/>
                        </a:cubicBezTo>
                        <a:cubicBezTo>
                          <a:pt x="188" y="4996"/>
                          <a:pt x="251" y="5080"/>
                          <a:pt x="334" y="5101"/>
                        </a:cubicBezTo>
                        <a:cubicBezTo>
                          <a:pt x="418" y="5101"/>
                          <a:pt x="501" y="5038"/>
                          <a:pt x="501" y="4955"/>
                        </a:cubicBezTo>
                        <a:cubicBezTo>
                          <a:pt x="543" y="4767"/>
                          <a:pt x="564" y="4558"/>
                          <a:pt x="606" y="4371"/>
                        </a:cubicBezTo>
                        <a:cubicBezTo>
                          <a:pt x="689" y="3724"/>
                          <a:pt x="752" y="3057"/>
                          <a:pt x="689" y="2389"/>
                        </a:cubicBezTo>
                        <a:cubicBezTo>
                          <a:pt x="647" y="1638"/>
                          <a:pt x="480" y="887"/>
                          <a:pt x="293" y="157"/>
                        </a:cubicBezTo>
                        <a:cubicBezTo>
                          <a:pt x="293" y="53"/>
                          <a:pt x="220" y="1"/>
                          <a:pt x="14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84" name="Google Shape;2784;p46"/>
                  <p:cNvSpPr/>
                  <p:nvPr/>
                </p:nvSpPr>
                <p:spPr>
                  <a:xfrm>
                    <a:off x="4986850" y="3526200"/>
                    <a:ext cx="32475" cy="72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99" h="2918" extrusionOk="0">
                        <a:moveTo>
                          <a:pt x="216" y="1"/>
                        </a:moveTo>
                        <a:cubicBezTo>
                          <a:pt x="106" y="1"/>
                          <a:pt x="1" y="132"/>
                          <a:pt x="85" y="273"/>
                        </a:cubicBezTo>
                        <a:cubicBezTo>
                          <a:pt x="273" y="627"/>
                          <a:pt x="461" y="982"/>
                          <a:pt x="586" y="1357"/>
                        </a:cubicBezTo>
                        <a:cubicBezTo>
                          <a:pt x="753" y="1816"/>
                          <a:pt x="857" y="2317"/>
                          <a:pt x="982" y="2796"/>
                        </a:cubicBezTo>
                        <a:cubicBezTo>
                          <a:pt x="1007" y="2881"/>
                          <a:pt x="1067" y="2917"/>
                          <a:pt x="1126" y="2917"/>
                        </a:cubicBezTo>
                        <a:cubicBezTo>
                          <a:pt x="1213" y="2917"/>
                          <a:pt x="1299" y="2837"/>
                          <a:pt x="1274" y="2713"/>
                        </a:cubicBezTo>
                        <a:cubicBezTo>
                          <a:pt x="1170" y="2254"/>
                          <a:pt x="1065" y="1774"/>
                          <a:pt x="899" y="1315"/>
                        </a:cubicBezTo>
                        <a:cubicBezTo>
                          <a:pt x="773" y="919"/>
                          <a:pt x="565" y="502"/>
                          <a:pt x="356" y="106"/>
                        </a:cubicBezTo>
                        <a:cubicBezTo>
                          <a:pt x="322" y="31"/>
                          <a:pt x="269" y="1"/>
                          <a:pt x="21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85" name="Google Shape;2785;p46"/>
                  <p:cNvSpPr/>
                  <p:nvPr/>
                </p:nvSpPr>
                <p:spPr>
                  <a:xfrm>
                    <a:off x="4950375" y="3505475"/>
                    <a:ext cx="21400" cy="38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6" h="1523" extrusionOk="0">
                        <a:moveTo>
                          <a:pt x="276" y="1"/>
                        </a:moveTo>
                        <a:cubicBezTo>
                          <a:pt x="254" y="1"/>
                          <a:pt x="232" y="6"/>
                          <a:pt x="209" y="17"/>
                        </a:cubicBezTo>
                        <a:cubicBezTo>
                          <a:pt x="1" y="100"/>
                          <a:pt x="188" y="309"/>
                          <a:pt x="230" y="455"/>
                        </a:cubicBezTo>
                        <a:cubicBezTo>
                          <a:pt x="376" y="747"/>
                          <a:pt x="460" y="1081"/>
                          <a:pt x="543" y="1394"/>
                        </a:cubicBezTo>
                        <a:cubicBezTo>
                          <a:pt x="561" y="1466"/>
                          <a:pt x="626" y="1523"/>
                          <a:pt x="698" y="1523"/>
                        </a:cubicBezTo>
                        <a:cubicBezTo>
                          <a:pt x="709" y="1523"/>
                          <a:pt x="720" y="1521"/>
                          <a:pt x="731" y="1519"/>
                        </a:cubicBezTo>
                        <a:cubicBezTo>
                          <a:pt x="814" y="1498"/>
                          <a:pt x="856" y="1394"/>
                          <a:pt x="835" y="1310"/>
                        </a:cubicBezTo>
                        <a:cubicBezTo>
                          <a:pt x="752" y="893"/>
                          <a:pt x="606" y="476"/>
                          <a:pt x="418" y="100"/>
                        </a:cubicBezTo>
                        <a:cubicBezTo>
                          <a:pt x="387" y="39"/>
                          <a:pt x="334" y="1"/>
                          <a:pt x="27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86" name="Google Shape;2786;p46"/>
                  <p:cNvSpPr/>
                  <p:nvPr/>
                </p:nvSpPr>
                <p:spPr>
                  <a:xfrm>
                    <a:off x="6935990" y="3927000"/>
                    <a:ext cx="43525" cy="16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1" h="660" extrusionOk="0">
                        <a:moveTo>
                          <a:pt x="234" y="1"/>
                        </a:moveTo>
                        <a:cubicBezTo>
                          <a:pt x="191" y="1"/>
                          <a:pt x="149" y="16"/>
                          <a:pt x="126" y="51"/>
                        </a:cubicBezTo>
                        <a:cubicBezTo>
                          <a:pt x="1" y="280"/>
                          <a:pt x="313" y="364"/>
                          <a:pt x="459" y="405"/>
                        </a:cubicBezTo>
                        <a:cubicBezTo>
                          <a:pt x="793" y="510"/>
                          <a:pt x="1148" y="593"/>
                          <a:pt x="1481" y="656"/>
                        </a:cubicBezTo>
                        <a:cubicBezTo>
                          <a:pt x="1495" y="658"/>
                          <a:pt x="1508" y="660"/>
                          <a:pt x="1521" y="660"/>
                        </a:cubicBezTo>
                        <a:cubicBezTo>
                          <a:pt x="1697" y="660"/>
                          <a:pt x="1740" y="402"/>
                          <a:pt x="1565" y="364"/>
                        </a:cubicBezTo>
                        <a:cubicBezTo>
                          <a:pt x="1127" y="280"/>
                          <a:pt x="710" y="197"/>
                          <a:pt x="313" y="9"/>
                        </a:cubicBezTo>
                        <a:lnTo>
                          <a:pt x="313" y="9"/>
                        </a:lnTo>
                        <a:lnTo>
                          <a:pt x="334" y="30"/>
                        </a:lnTo>
                        <a:cubicBezTo>
                          <a:pt x="306" y="11"/>
                          <a:pt x="270" y="1"/>
                          <a:pt x="23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87" name="Google Shape;2787;p46"/>
                  <p:cNvSpPr/>
                  <p:nvPr/>
                </p:nvSpPr>
                <p:spPr>
                  <a:xfrm>
                    <a:off x="7026190" y="3967075"/>
                    <a:ext cx="51475" cy="15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9" h="639" extrusionOk="0">
                        <a:moveTo>
                          <a:pt x="183" y="1"/>
                        </a:moveTo>
                        <a:cubicBezTo>
                          <a:pt x="123" y="1"/>
                          <a:pt x="66" y="25"/>
                          <a:pt x="43" y="95"/>
                        </a:cubicBezTo>
                        <a:cubicBezTo>
                          <a:pt x="1" y="158"/>
                          <a:pt x="43" y="262"/>
                          <a:pt x="126" y="283"/>
                        </a:cubicBezTo>
                        <a:cubicBezTo>
                          <a:pt x="668" y="471"/>
                          <a:pt x="1252" y="575"/>
                          <a:pt x="1816" y="638"/>
                        </a:cubicBezTo>
                        <a:cubicBezTo>
                          <a:pt x="1823" y="638"/>
                          <a:pt x="1830" y="639"/>
                          <a:pt x="1837" y="639"/>
                        </a:cubicBezTo>
                        <a:cubicBezTo>
                          <a:pt x="2027" y="639"/>
                          <a:pt x="2059" y="366"/>
                          <a:pt x="1857" y="346"/>
                        </a:cubicBezTo>
                        <a:cubicBezTo>
                          <a:pt x="1524" y="304"/>
                          <a:pt x="1211" y="241"/>
                          <a:pt x="856" y="179"/>
                        </a:cubicBezTo>
                        <a:cubicBezTo>
                          <a:pt x="689" y="137"/>
                          <a:pt x="502" y="75"/>
                          <a:pt x="314" y="33"/>
                        </a:cubicBezTo>
                        <a:cubicBezTo>
                          <a:pt x="278" y="15"/>
                          <a:pt x="230" y="1"/>
                          <a:pt x="183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88" name="Google Shape;2788;p46"/>
                  <p:cNvSpPr/>
                  <p:nvPr/>
                </p:nvSpPr>
                <p:spPr>
                  <a:xfrm>
                    <a:off x="6989690" y="4074540"/>
                    <a:ext cx="48900" cy="16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56" h="666" extrusionOk="0">
                        <a:moveTo>
                          <a:pt x="170" y="0"/>
                        </a:moveTo>
                        <a:cubicBezTo>
                          <a:pt x="109" y="0"/>
                          <a:pt x="55" y="25"/>
                          <a:pt x="22" y="101"/>
                        </a:cubicBezTo>
                        <a:cubicBezTo>
                          <a:pt x="1" y="163"/>
                          <a:pt x="43" y="268"/>
                          <a:pt x="126" y="289"/>
                        </a:cubicBezTo>
                        <a:cubicBezTo>
                          <a:pt x="335" y="372"/>
                          <a:pt x="543" y="435"/>
                          <a:pt x="773" y="476"/>
                        </a:cubicBezTo>
                        <a:cubicBezTo>
                          <a:pt x="1106" y="560"/>
                          <a:pt x="1398" y="622"/>
                          <a:pt x="1732" y="664"/>
                        </a:cubicBezTo>
                        <a:cubicBezTo>
                          <a:pt x="1739" y="665"/>
                          <a:pt x="1746" y="665"/>
                          <a:pt x="1753" y="665"/>
                        </a:cubicBezTo>
                        <a:cubicBezTo>
                          <a:pt x="1942" y="665"/>
                          <a:pt x="1955" y="391"/>
                          <a:pt x="1774" y="351"/>
                        </a:cubicBezTo>
                        <a:cubicBezTo>
                          <a:pt x="1670" y="351"/>
                          <a:pt x="1586" y="330"/>
                          <a:pt x="1482" y="309"/>
                        </a:cubicBezTo>
                        <a:cubicBezTo>
                          <a:pt x="1127" y="247"/>
                          <a:pt x="793" y="184"/>
                          <a:pt x="439" y="80"/>
                        </a:cubicBezTo>
                        <a:cubicBezTo>
                          <a:pt x="364" y="55"/>
                          <a:pt x="260" y="0"/>
                          <a:pt x="17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89" name="Google Shape;2789;p46"/>
                  <p:cNvSpPr/>
                  <p:nvPr/>
                </p:nvSpPr>
                <p:spPr>
                  <a:xfrm>
                    <a:off x="6937565" y="4029015"/>
                    <a:ext cx="54075" cy="19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3" h="776" extrusionOk="0">
                        <a:moveTo>
                          <a:pt x="265" y="1"/>
                        </a:moveTo>
                        <a:cubicBezTo>
                          <a:pt x="225" y="1"/>
                          <a:pt x="186" y="18"/>
                          <a:pt x="146" y="65"/>
                        </a:cubicBezTo>
                        <a:cubicBezTo>
                          <a:pt x="0" y="316"/>
                          <a:pt x="459" y="399"/>
                          <a:pt x="626" y="483"/>
                        </a:cubicBezTo>
                        <a:cubicBezTo>
                          <a:pt x="1043" y="650"/>
                          <a:pt x="1481" y="733"/>
                          <a:pt x="1940" y="775"/>
                        </a:cubicBezTo>
                        <a:cubicBezTo>
                          <a:pt x="1947" y="775"/>
                          <a:pt x="1953" y="776"/>
                          <a:pt x="1959" y="776"/>
                        </a:cubicBezTo>
                        <a:cubicBezTo>
                          <a:pt x="2150" y="776"/>
                          <a:pt x="2163" y="482"/>
                          <a:pt x="1961" y="462"/>
                        </a:cubicBezTo>
                        <a:cubicBezTo>
                          <a:pt x="1627" y="441"/>
                          <a:pt x="1293" y="378"/>
                          <a:pt x="960" y="274"/>
                        </a:cubicBezTo>
                        <a:cubicBezTo>
                          <a:pt x="793" y="232"/>
                          <a:pt x="626" y="149"/>
                          <a:pt x="459" y="86"/>
                        </a:cubicBezTo>
                        <a:cubicBezTo>
                          <a:pt x="394" y="47"/>
                          <a:pt x="329" y="1"/>
                          <a:pt x="26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90" name="Google Shape;2790;p46"/>
                  <p:cNvSpPr/>
                  <p:nvPr/>
                </p:nvSpPr>
                <p:spPr>
                  <a:xfrm>
                    <a:off x="7096415" y="4221390"/>
                    <a:ext cx="42275" cy="14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91" h="590" extrusionOk="0">
                        <a:moveTo>
                          <a:pt x="222" y="0"/>
                        </a:moveTo>
                        <a:cubicBezTo>
                          <a:pt x="61" y="0"/>
                          <a:pt x="1" y="257"/>
                          <a:pt x="195" y="296"/>
                        </a:cubicBezTo>
                        <a:cubicBezTo>
                          <a:pt x="613" y="422"/>
                          <a:pt x="1030" y="526"/>
                          <a:pt x="1468" y="588"/>
                        </a:cubicBezTo>
                        <a:cubicBezTo>
                          <a:pt x="1474" y="589"/>
                          <a:pt x="1481" y="589"/>
                          <a:pt x="1487" y="589"/>
                        </a:cubicBezTo>
                        <a:cubicBezTo>
                          <a:pt x="1677" y="589"/>
                          <a:pt x="1690" y="296"/>
                          <a:pt x="1489" y="276"/>
                        </a:cubicBezTo>
                        <a:cubicBezTo>
                          <a:pt x="1071" y="213"/>
                          <a:pt x="675" y="109"/>
                          <a:pt x="258" y="4"/>
                        </a:cubicBezTo>
                        <a:cubicBezTo>
                          <a:pt x="246" y="2"/>
                          <a:pt x="234" y="0"/>
                          <a:pt x="22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91" name="Google Shape;2791;p46"/>
                  <p:cNvSpPr/>
                  <p:nvPr/>
                </p:nvSpPr>
                <p:spPr>
                  <a:xfrm>
                    <a:off x="7127615" y="4203565"/>
                    <a:ext cx="42525" cy="12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01" h="488" extrusionOk="0">
                        <a:moveTo>
                          <a:pt x="196" y="1"/>
                        </a:moveTo>
                        <a:cubicBezTo>
                          <a:pt x="89" y="1"/>
                          <a:pt x="0" y="127"/>
                          <a:pt x="74" y="238"/>
                        </a:cubicBezTo>
                        <a:cubicBezTo>
                          <a:pt x="157" y="342"/>
                          <a:pt x="345" y="342"/>
                          <a:pt x="470" y="384"/>
                        </a:cubicBezTo>
                        <a:cubicBezTo>
                          <a:pt x="804" y="446"/>
                          <a:pt x="1138" y="467"/>
                          <a:pt x="1492" y="488"/>
                        </a:cubicBezTo>
                        <a:cubicBezTo>
                          <a:pt x="1701" y="467"/>
                          <a:pt x="1680" y="175"/>
                          <a:pt x="1471" y="175"/>
                        </a:cubicBezTo>
                        <a:cubicBezTo>
                          <a:pt x="1054" y="154"/>
                          <a:pt x="637" y="133"/>
                          <a:pt x="241" y="8"/>
                        </a:cubicBezTo>
                        <a:cubicBezTo>
                          <a:pt x="226" y="3"/>
                          <a:pt x="211" y="1"/>
                          <a:pt x="19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92" name="Google Shape;2792;p46"/>
                  <p:cNvSpPr/>
                  <p:nvPr/>
                </p:nvSpPr>
                <p:spPr>
                  <a:xfrm>
                    <a:off x="7239990" y="4085000"/>
                    <a:ext cx="50600" cy="13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4" h="552" extrusionOk="0">
                        <a:moveTo>
                          <a:pt x="179" y="1"/>
                        </a:moveTo>
                        <a:cubicBezTo>
                          <a:pt x="106" y="1"/>
                          <a:pt x="44" y="25"/>
                          <a:pt x="21" y="113"/>
                        </a:cubicBezTo>
                        <a:cubicBezTo>
                          <a:pt x="1" y="197"/>
                          <a:pt x="63" y="280"/>
                          <a:pt x="147" y="301"/>
                        </a:cubicBezTo>
                        <a:cubicBezTo>
                          <a:pt x="251" y="322"/>
                          <a:pt x="376" y="343"/>
                          <a:pt x="480" y="363"/>
                        </a:cubicBezTo>
                        <a:cubicBezTo>
                          <a:pt x="938" y="405"/>
                          <a:pt x="1375" y="467"/>
                          <a:pt x="1833" y="551"/>
                        </a:cubicBezTo>
                        <a:lnTo>
                          <a:pt x="1833" y="551"/>
                        </a:lnTo>
                        <a:cubicBezTo>
                          <a:pt x="1910" y="545"/>
                          <a:pt x="1984" y="504"/>
                          <a:pt x="2003" y="426"/>
                        </a:cubicBezTo>
                        <a:cubicBezTo>
                          <a:pt x="2024" y="343"/>
                          <a:pt x="1982" y="259"/>
                          <a:pt x="1899" y="238"/>
                        </a:cubicBezTo>
                        <a:cubicBezTo>
                          <a:pt x="1398" y="134"/>
                          <a:pt x="877" y="92"/>
                          <a:pt x="376" y="30"/>
                        </a:cubicBezTo>
                        <a:cubicBezTo>
                          <a:pt x="317" y="20"/>
                          <a:pt x="244" y="1"/>
                          <a:pt x="179" y="1"/>
                        </a:cubicBezTo>
                        <a:close/>
                        <a:moveTo>
                          <a:pt x="1833" y="551"/>
                        </a:moveTo>
                        <a:lnTo>
                          <a:pt x="1833" y="551"/>
                        </a:lnTo>
                        <a:cubicBezTo>
                          <a:pt x="1827" y="551"/>
                          <a:pt x="1821" y="551"/>
                          <a:pt x="1815" y="551"/>
                        </a:cubicBezTo>
                        <a:lnTo>
                          <a:pt x="1836" y="551"/>
                        </a:lnTo>
                        <a:cubicBezTo>
                          <a:pt x="1835" y="551"/>
                          <a:pt x="1834" y="551"/>
                          <a:pt x="1833" y="55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93" name="Google Shape;2793;p46"/>
                  <p:cNvSpPr/>
                  <p:nvPr/>
                </p:nvSpPr>
                <p:spPr>
                  <a:xfrm>
                    <a:off x="7219665" y="4060175"/>
                    <a:ext cx="30775" cy="8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1" h="356" extrusionOk="0">
                        <a:moveTo>
                          <a:pt x="1022" y="1"/>
                        </a:moveTo>
                        <a:cubicBezTo>
                          <a:pt x="730" y="1"/>
                          <a:pt x="438" y="22"/>
                          <a:pt x="146" y="42"/>
                        </a:cubicBezTo>
                        <a:cubicBezTo>
                          <a:pt x="63" y="42"/>
                          <a:pt x="0" y="105"/>
                          <a:pt x="0" y="188"/>
                        </a:cubicBezTo>
                        <a:cubicBezTo>
                          <a:pt x="0" y="293"/>
                          <a:pt x="84" y="355"/>
                          <a:pt x="167" y="355"/>
                        </a:cubicBezTo>
                        <a:lnTo>
                          <a:pt x="167" y="334"/>
                        </a:lnTo>
                        <a:cubicBezTo>
                          <a:pt x="438" y="334"/>
                          <a:pt x="751" y="314"/>
                          <a:pt x="1022" y="314"/>
                        </a:cubicBezTo>
                        <a:cubicBezTo>
                          <a:pt x="1231" y="293"/>
                          <a:pt x="1231" y="1"/>
                          <a:pt x="102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94" name="Google Shape;2794;p46"/>
                  <p:cNvSpPr/>
                  <p:nvPr/>
                </p:nvSpPr>
                <p:spPr>
                  <a:xfrm>
                    <a:off x="7258275" y="3897225"/>
                    <a:ext cx="51650" cy="9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66" h="387" extrusionOk="0">
                        <a:moveTo>
                          <a:pt x="798" y="1"/>
                        </a:moveTo>
                        <a:cubicBezTo>
                          <a:pt x="602" y="1"/>
                          <a:pt x="406" y="10"/>
                          <a:pt x="209" y="32"/>
                        </a:cubicBezTo>
                        <a:cubicBezTo>
                          <a:pt x="1" y="53"/>
                          <a:pt x="22" y="345"/>
                          <a:pt x="209" y="345"/>
                        </a:cubicBezTo>
                        <a:cubicBezTo>
                          <a:pt x="398" y="323"/>
                          <a:pt x="592" y="314"/>
                          <a:pt x="788" y="314"/>
                        </a:cubicBezTo>
                        <a:cubicBezTo>
                          <a:pt x="1154" y="314"/>
                          <a:pt x="1525" y="346"/>
                          <a:pt x="1878" y="387"/>
                        </a:cubicBezTo>
                        <a:cubicBezTo>
                          <a:pt x="1961" y="387"/>
                          <a:pt x="2045" y="324"/>
                          <a:pt x="2045" y="241"/>
                        </a:cubicBezTo>
                        <a:cubicBezTo>
                          <a:pt x="2066" y="157"/>
                          <a:pt x="1982" y="74"/>
                          <a:pt x="1899" y="74"/>
                        </a:cubicBezTo>
                        <a:cubicBezTo>
                          <a:pt x="1532" y="33"/>
                          <a:pt x="1165" y="1"/>
                          <a:pt x="79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95" name="Google Shape;2795;p46"/>
                  <p:cNvSpPr/>
                  <p:nvPr/>
                </p:nvSpPr>
                <p:spPr>
                  <a:xfrm>
                    <a:off x="7223875" y="3877075"/>
                    <a:ext cx="44350" cy="9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4" h="367" extrusionOk="0">
                        <a:moveTo>
                          <a:pt x="964" y="0"/>
                        </a:moveTo>
                        <a:cubicBezTo>
                          <a:pt x="801" y="0"/>
                          <a:pt x="639" y="7"/>
                          <a:pt x="480" y="24"/>
                        </a:cubicBezTo>
                        <a:cubicBezTo>
                          <a:pt x="334" y="45"/>
                          <a:pt x="0" y="24"/>
                          <a:pt x="42" y="254"/>
                        </a:cubicBezTo>
                        <a:cubicBezTo>
                          <a:pt x="81" y="343"/>
                          <a:pt x="149" y="366"/>
                          <a:pt x="225" y="366"/>
                        </a:cubicBezTo>
                        <a:cubicBezTo>
                          <a:pt x="309" y="366"/>
                          <a:pt x="403" y="337"/>
                          <a:pt x="480" y="337"/>
                        </a:cubicBezTo>
                        <a:cubicBezTo>
                          <a:pt x="626" y="317"/>
                          <a:pt x="777" y="311"/>
                          <a:pt x="931" y="311"/>
                        </a:cubicBezTo>
                        <a:cubicBezTo>
                          <a:pt x="1085" y="311"/>
                          <a:pt x="1241" y="317"/>
                          <a:pt x="1398" y="317"/>
                        </a:cubicBezTo>
                        <a:cubicBezTo>
                          <a:pt x="1448" y="317"/>
                          <a:pt x="1514" y="327"/>
                          <a:pt x="1578" y="327"/>
                        </a:cubicBezTo>
                        <a:cubicBezTo>
                          <a:pt x="1673" y="327"/>
                          <a:pt x="1761" y="304"/>
                          <a:pt x="1773" y="191"/>
                        </a:cubicBezTo>
                        <a:cubicBezTo>
                          <a:pt x="1773" y="108"/>
                          <a:pt x="1710" y="24"/>
                          <a:pt x="1627" y="24"/>
                        </a:cubicBezTo>
                        <a:cubicBezTo>
                          <a:pt x="1410" y="12"/>
                          <a:pt x="1187" y="0"/>
                          <a:pt x="964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96" name="Google Shape;2796;p46"/>
                  <p:cNvSpPr/>
                  <p:nvPr/>
                </p:nvSpPr>
                <p:spPr>
                  <a:xfrm>
                    <a:off x="7023100" y="3728025"/>
                    <a:ext cx="50625" cy="12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5" h="486" extrusionOk="0">
                        <a:moveTo>
                          <a:pt x="230" y="0"/>
                        </a:moveTo>
                        <a:cubicBezTo>
                          <a:pt x="22" y="0"/>
                          <a:pt x="1" y="292"/>
                          <a:pt x="210" y="313"/>
                        </a:cubicBezTo>
                        <a:cubicBezTo>
                          <a:pt x="752" y="334"/>
                          <a:pt x="1294" y="376"/>
                          <a:pt x="1816" y="480"/>
                        </a:cubicBezTo>
                        <a:cubicBezTo>
                          <a:pt x="1830" y="484"/>
                          <a:pt x="1844" y="485"/>
                          <a:pt x="1858" y="485"/>
                        </a:cubicBezTo>
                        <a:cubicBezTo>
                          <a:pt x="1926" y="485"/>
                          <a:pt x="1986" y="445"/>
                          <a:pt x="2003" y="376"/>
                        </a:cubicBezTo>
                        <a:cubicBezTo>
                          <a:pt x="2024" y="292"/>
                          <a:pt x="1982" y="188"/>
                          <a:pt x="1899" y="188"/>
                        </a:cubicBezTo>
                        <a:cubicBezTo>
                          <a:pt x="1336" y="63"/>
                          <a:pt x="794" y="21"/>
                          <a:pt x="23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97" name="Google Shape;2797;p46"/>
                  <p:cNvSpPr/>
                  <p:nvPr/>
                </p:nvSpPr>
                <p:spPr>
                  <a:xfrm>
                    <a:off x="6970975" y="3743675"/>
                    <a:ext cx="43650" cy="9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6" h="369" extrusionOk="0">
                        <a:moveTo>
                          <a:pt x="1001" y="5"/>
                        </a:moveTo>
                        <a:cubicBezTo>
                          <a:pt x="819" y="5"/>
                          <a:pt x="636" y="11"/>
                          <a:pt x="459" y="21"/>
                        </a:cubicBezTo>
                        <a:cubicBezTo>
                          <a:pt x="313" y="63"/>
                          <a:pt x="21" y="0"/>
                          <a:pt x="0" y="230"/>
                        </a:cubicBezTo>
                        <a:cubicBezTo>
                          <a:pt x="14" y="341"/>
                          <a:pt x="93" y="369"/>
                          <a:pt x="181" y="369"/>
                        </a:cubicBezTo>
                        <a:cubicBezTo>
                          <a:pt x="225" y="369"/>
                          <a:pt x="271" y="362"/>
                          <a:pt x="313" y="355"/>
                        </a:cubicBezTo>
                        <a:cubicBezTo>
                          <a:pt x="557" y="330"/>
                          <a:pt x="787" y="320"/>
                          <a:pt x="1016" y="320"/>
                        </a:cubicBezTo>
                        <a:cubicBezTo>
                          <a:pt x="1177" y="320"/>
                          <a:pt x="1338" y="325"/>
                          <a:pt x="1502" y="334"/>
                        </a:cubicBezTo>
                        <a:cubicBezTo>
                          <a:pt x="1509" y="334"/>
                          <a:pt x="1515" y="335"/>
                          <a:pt x="1522" y="335"/>
                        </a:cubicBezTo>
                        <a:cubicBezTo>
                          <a:pt x="1713" y="335"/>
                          <a:pt x="1745" y="41"/>
                          <a:pt x="1544" y="21"/>
                        </a:cubicBezTo>
                        <a:cubicBezTo>
                          <a:pt x="1366" y="11"/>
                          <a:pt x="1184" y="5"/>
                          <a:pt x="1001" y="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98" name="Google Shape;2798;p46"/>
                  <p:cNvSpPr/>
                  <p:nvPr/>
                </p:nvSpPr>
                <p:spPr>
                  <a:xfrm>
                    <a:off x="6872425" y="3613150"/>
                    <a:ext cx="56850" cy="18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74" h="722" extrusionOk="0">
                        <a:moveTo>
                          <a:pt x="1800" y="1"/>
                        </a:moveTo>
                        <a:cubicBezTo>
                          <a:pt x="1294" y="1"/>
                          <a:pt x="772" y="51"/>
                          <a:pt x="292" y="257"/>
                        </a:cubicBezTo>
                        <a:cubicBezTo>
                          <a:pt x="188" y="320"/>
                          <a:pt x="63" y="403"/>
                          <a:pt x="21" y="528"/>
                        </a:cubicBezTo>
                        <a:cubicBezTo>
                          <a:pt x="0" y="612"/>
                          <a:pt x="42" y="695"/>
                          <a:pt x="125" y="716"/>
                        </a:cubicBezTo>
                        <a:cubicBezTo>
                          <a:pt x="140" y="720"/>
                          <a:pt x="155" y="721"/>
                          <a:pt x="169" y="721"/>
                        </a:cubicBezTo>
                        <a:cubicBezTo>
                          <a:pt x="236" y="721"/>
                          <a:pt x="296" y="684"/>
                          <a:pt x="313" y="632"/>
                        </a:cubicBezTo>
                        <a:cubicBezTo>
                          <a:pt x="688" y="320"/>
                          <a:pt x="1502" y="320"/>
                          <a:pt x="1982" y="320"/>
                        </a:cubicBezTo>
                        <a:cubicBezTo>
                          <a:pt x="2002" y="320"/>
                          <a:pt x="2026" y="320"/>
                          <a:pt x="2050" y="320"/>
                        </a:cubicBezTo>
                        <a:cubicBezTo>
                          <a:pt x="2147" y="320"/>
                          <a:pt x="2257" y="307"/>
                          <a:pt x="2274" y="174"/>
                        </a:cubicBezTo>
                        <a:cubicBezTo>
                          <a:pt x="2274" y="90"/>
                          <a:pt x="2211" y="7"/>
                          <a:pt x="2128" y="7"/>
                        </a:cubicBezTo>
                        <a:cubicBezTo>
                          <a:pt x="2020" y="3"/>
                          <a:pt x="1910" y="1"/>
                          <a:pt x="180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99" name="Google Shape;2799;p46"/>
                  <p:cNvSpPr/>
                  <p:nvPr/>
                </p:nvSpPr>
                <p:spPr>
                  <a:xfrm>
                    <a:off x="6919875" y="3646350"/>
                    <a:ext cx="54950" cy="11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98" h="473" extrusionOk="0">
                        <a:moveTo>
                          <a:pt x="1007" y="0"/>
                        </a:moveTo>
                        <a:cubicBezTo>
                          <a:pt x="914" y="0"/>
                          <a:pt x="822" y="4"/>
                          <a:pt x="730" y="14"/>
                        </a:cubicBezTo>
                        <a:cubicBezTo>
                          <a:pt x="522" y="34"/>
                          <a:pt x="0" y="139"/>
                          <a:pt x="209" y="431"/>
                        </a:cubicBezTo>
                        <a:lnTo>
                          <a:pt x="188" y="431"/>
                        </a:lnTo>
                        <a:cubicBezTo>
                          <a:pt x="230" y="452"/>
                          <a:pt x="271" y="472"/>
                          <a:pt x="313" y="472"/>
                        </a:cubicBezTo>
                        <a:cubicBezTo>
                          <a:pt x="376" y="472"/>
                          <a:pt x="438" y="410"/>
                          <a:pt x="501" y="389"/>
                        </a:cubicBezTo>
                        <a:cubicBezTo>
                          <a:pt x="688" y="326"/>
                          <a:pt x="897" y="306"/>
                          <a:pt x="1085" y="306"/>
                        </a:cubicBezTo>
                        <a:cubicBezTo>
                          <a:pt x="1377" y="326"/>
                          <a:pt x="1648" y="368"/>
                          <a:pt x="1940" y="410"/>
                        </a:cubicBezTo>
                        <a:cubicBezTo>
                          <a:pt x="1952" y="413"/>
                          <a:pt x="1964" y="414"/>
                          <a:pt x="1976" y="414"/>
                        </a:cubicBezTo>
                        <a:cubicBezTo>
                          <a:pt x="2137" y="414"/>
                          <a:pt x="2197" y="157"/>
                          <a:pt x="2002" y="118"/>
                        </a:cubicBezTo>
                        <a:cubicBezTo>
                          <a:pt x="1677" y="53"/>
                          <a:pt x="1338" y="0"/>
                          <a:pt x="100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00" name="Google Shape;2800;p46"/>
                  <p:cNvSpPr/>
                  <p:nvPr/>
                </p:nvSpPr>
                <p:spPr>
                  <a:xfrm>
                    <a:off x="6839465" y="3957250"/>
                    <a:ext cx="39125" cy="19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65" h="796" extrusionOk="0">
                        <a:moveTo>
                          <a:pt x="214" y="1"/>
                        </a:moveTo>
                        <a:cubicBezTo>
                          <a:pt x="102" y="1"/>
                          <a:pt x="0" y="130"/>
                          <a:pt x="86" y="259"/>
                        </a:cubicBezTo>
                        <a:cubicBezTo>
                          <a:pt x="211" y="426"/>
                          <a:pt x="441" y="468"/>
                          <a:pt x="629" y="551"/>
                        </a:cubicBezTo>
                        <a:cubicBezTo>
                          <a:pt x="837" y="634"/>
                          <a:pt x="1067" y="718"/>
                          <a:pt x="1296" y="780"/>
                        </a:cubicBezTo>
                        <a:cubicBezTo>
                          <a:pt x="1319" y="791"/>
                          <a:pt x="1341" y="795"/>
                          <a:pt x="1361" y="795"/>
                        </a:cubicBezTo>
                        <a:cubicBezTo>
                          <a:pt x="1505" y="795"/>
                          <a:pt x="1565" y="562"/>
                          <a:pt x="1400" y="488"/>
                        </a:cubicBezTo>
                        <a:cubicBezTo>
                          <a:pt x="1046" y="363"/>
                          <a:pt x="691" y="259"/>
                          <a:pt x="357" y="92"/>
                        </a:cubicBezTo>
                        <a:cubicBezTo>
                          <a:pt x="318" y="27"/>
                          <a:pt x="265" y="1"/>
                          <a:pt x="214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01" name="Google Shape;2801;p46"/>
                  <p:cNvSpPr/>
                  <p:nvPr/>
                </p:nvSpPr>
                <p:spPr>
                  <a:xfrm>
                    <a:off x="7112800" y="3648450"/>
                    <a:ext cx="49550" cy="8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82" h="347" extrusionOk="0">
                        <a:moveTo>
                          <a:pt x="806" y="1"/>
                        </a:moveTo>
                        <a:cubicBezTo>
                          <a:pt x="593" y="1"/>
                          <a:pt x="380" y="9"/>
                          <a:pt x="167" y="34"/>
                        </a:cubicBezTo>
                        <a:cubicBezTo>
                          <a:pt x="0" y="76"/>
                          <a:pt x="0" y="326"/>
                          <a:pt x="167" y="347"/>
                        </a:cubicBezTo>
                        <a:cubicBezTo>
                          <a:pt x="380" y="322"/>
                          <a:pt x="586" y="314"/>
                          <a:pt x="791" y="314"/>
                        </a:cubicBezTo>
                        <a:cubicBezTo>
                          <a:pt x="1109" y="314"/>
                          <a:pt x="1423" y="334"/>
                          <a:pt x="1753" y="347"/>
                        </a:cubicBezTo>
                        <a:cubicBezTo>
                          <a:pt x="1961" y="347"/>
                          <a:pt x="1982" y="55"/>
                          <a:pt x="1794" y="34"/>
                        </a:cubicBezTo>
                        <a:cubicBezTo>
                          <a:pt x="1465" y="21"/>
                          <a:pt x="1135" y="1"/>
                          <a:pt x="80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02" name="Google Shape;2802;p46"/>
                  <p:cNvSpPr/>
                  <p:nvPr/>
                </p:nvSpPr>
                <p:spPr>
                  <a:xfrm>
                    <a:off x="7232025" y="3635075"/>
                    <a:ext cx="30450" cy="9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8" h="361" extrusionOk="0">
                        <a:moveTo>
                          <a:pt x="363" y="0"/>
                        </a:moveTo>
                        <a:cubicBezTo>
                          <a:pt x="307" y="0"/>
                          <a:pt x="251" y="2"/>
                          <a:pt x="196" y="6"/>
                        </a:cubicBezTo>
                        <a:cubicBezTo>
                          <a:pt x="1" y="64"/>
                          <a:pt x="61" y="323"/>
                          <a:pt x="239" y="323"/>
                        </a:cubicBezTo>
                        <a:cubicBezTo>
                          <a:pt x="252" y="323"/>
                          <a:pt x="265" y="321"/>
                          <a:pt x="279" y="319"/>
                        </a:cubicBezTo>
                        <a:cubicBezTo>
                          <a:pt x="327" y="315"/>
                          <a:pt x="375" y="313"/>
                          <a:pt x="423" y="313"/>
                        </a:cubicBezTo>
                        <a:cubicBezTo>
                          <a:pt x="624" y="313"/>
                          <a:pt x="828" y="343"/>
                          <a:pt x="1045" y="360"/>
                        </a:cubicBezTo>
                        <a:lnTo>
                          <a:pt x="1045" y="360"/>
                        </a:lnTo>
                        <a:cubicBezTo>
                          <a:pt x="1140" y="354"/>
                          <a:pt x="1198" y="294"/>
                          <a:pt x="1218" y="214"/>
                        </a:cubicBezTo>
                        <a:cubicBezTo>
                          <a:pt x="1218" y="131"/>
                          <a:pt x="1155" y="47"/>
                          <a:pt x="1072" y="47"/>
                        </a:cubicBezTo>
                        <a:cubicBezTo>
                          <a:pt x="835" y="31"/>
                          <a:pt x="599" y="0"/>
                          <a:pt x="363" y="0"/>
                        </a:cubicBezTo>
                        <a:close/>
                        <a:moveTo>
                          <a:pt x="1045" y="360"/>
                        </a:moveTo>
                        <a:cubicBezTo>
                          <a:pt x="1040" y="360"/>
                          <a:pt x="1035" y="360"/>
                          <a:pt x="1030" y="360"/>
                        </a:cubicBezTo>
                        <a:lnTo>
                          <a:pt x="1051" y="360"/>
                        </a:lnTo>
                        <a:cubicBezTo>
                          <a:pt x="1049" y="360"/>
                          <a:pt x="1047" y="360"/>
                          <a:pt x="1045" y="36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03" name="Google Shape;2803;p46"/>
                  <p:cNvSpPr/>
                  <p:nvPr/>
                </p:nvSpPr>
                <p:spPr>
                  <a:xfrm>
                    <a:off x="7125825" y="3546225"/>
                    <a:ext cx="45925" cy="9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7" h="393" extrusionOk="0">
                        <a:moveTo>
                          <a:pt x="1198" y="0"/>
                        </a:moveTo>
                        <a:cubicBezTo>
                          <a:pt x="966" y="0"/>
                          <a:pt x="734" y="10"/>
                          <a:pt x="501" y="35"/>
                        </a:cubicBezTo>
                        <a:cubicBezTo>
                          <a:pt x="335" y="56"/>
                          <a:pt x="1" y="56"/>
                          <a:pt x="84" y="306"/>
                        </a:cubicBezTo>
                        <a:cubicBezTo>
                          <a:pt x="118" y="373"/>
                          <a:pt x="171" y="393"/>
                          <a:pt x="233" y="393"/>
                        </a:cubicBezTo>
                        <a:cubicBezTo>
                          <a:pt x="325" y="393"/>
                          <a:pt x="435" y="348"/>
                          <a:pt x="522" y="348"/>
                        </a:cubicBezTo>
                        <a:cubicBezTo>
                          <a:pt x="681" y="323"/>
                          <a:pt x="847" y="313"/>
                          <a:pt x="1016" y="313"/>
                        </a:cubicBezTo>
                        <a:cubicBezTo>
                          <a:pt x="1136" y="313"/>
                          <a:pt x="1257" y="318"/>
                          <a:pt x="1378" y="327"/>
                        </a:cubicBezTo>
                        <a:cubicBezTo>
                          <a:pt x="1392" y="325"/>
                          <a:pt x="1408" y="324"/>
                          <a:pt x="1425" y="324"/>
                        </a:cubicBezTo>
                        <a:cubicBezTo>
                          <a:pt x="1487" y="324"/>
                          <a:pt x="1561" y="335"/>
                          <a:pt x="1627" y="335"/>
                        </a:cubicBezTo>
                        <a:cubicBezTo>
                          <a:pt x="1723" y="335"/>
                          <a:pt x="1804" y="312"/>
                          <a:pt x="1816" y="202"/>
                        </a:cubicBezTo>
                        <a:cubicBezTo>
                          <a:pt x="1836" y="118"/>
                          <a:pt x="1774" y="35"/>
                          <a:pt x="1690" y="14"/>
                        </a:cubicBezTo>
                        <a:cubicBezTo>
                          <a:pt x="1526" y="5"/>
                          <a:pt x="1362" y="0"/>
                          <a:pt x="119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04" name="Google Shape;2804;p46"/>
                  <p:cNvSpPr/>
                  <p:nvPr/>
                </p:nvSpPr>
                <p:spPr>
                  <a:xfrm>
                    <a:off x="7039275" y="3530925"/>
                    <a:ext cx="49050" cy="10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2" h="418" extrusionOk="0">
                        <a:moveTo>
                          <a:pt x="1732" y="0"/>
                        </a:moveTo>
                        <a:cubicBezTo>
                          <a:pt x="1335" y="0"/>
                          <a:pt x="939" y="0"/>
                          <a:pt x="522" y="42"/>
                        </a:cubicBezTo>
                        <a:cubicBezTo>
                          <a:pt x="355" y="63"/>
                          <a:pt x="1" y="63"/>
                          <a:pt x="84" y="334"/>
                        </a:cubicBezTo>
                        <a:cubicBezTo>
                          <a:pt x="98" y="390"/>
                          <a:pt x="149" y="417"/>
                          <a:pt x="206" y="417"/>
                        </a:cubicBezTo>
                        <a:cubicBezTo>
                          <a:pt x="235" y="417"/>
                          <a:pt x="265" y="410"/>
                          <a:pt x="293" y="396"/>
                        </a:cubicBezTo>
                        <a:cubicBezTo>
                          <a:pt x="397" y="376"/>
                          <a:pt x="480" y="376"/>
                          <a:pt x="585" y="355"/>
                        </a:cubicBezTo>
                        <a:cubicBezTo>
                          <a:pt x="981" y="313"/>
                          <a:pt x="1356" y="313"/>
                          <a:pt x="1753" y="313"/>
                        </a:cubicBezTo>
                        <a:cubicBezTo>
                          <a:pt x="1961" y="292"/>
                          <a:pt x="1940" y="0"/>
                          <a:pt x="173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05" name="Google Shape;2805;p46"/>
                  <p:cNvSpPr/>
                  <p:nvPr/>
                </p:nvSpPr>
                <p:spPr>
                  <a:xfrm>
                    <a:off x="7309375" y="3742500"/>
                    <a:ext cx="54250" cy="13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0" h="527" extrusionOk="0">
                        <a:moveTo>
                          <a:pt x="167" y="0"/>
                        </a:moveTo>
                        <a:cubicBezTo>
                          <a:pt x="99" y="0"/>
                          <a:pt x="39" y="41"/>
                          <a:pt x="22" y="110"/>
                        </a:cubicBezTo>
                        <a:cubicBezTo>
                          <a:pt x="1" y="193"/>
                          <a:pt x="63" y="297"/>
                          <a:pt x="147" y="297"/>
                        </a:cubicBezTo>
                        <a:cubicBezTo>
                          <a:pt x="418" y="381"/>
                          <a:pt x="710" y="423"/>
                          <a:pt x="1002" y="464"/>
                        </a:cubicBezTo>
                        <a:cubicBezTo>
                          <a:pt x="1315" y="485"/>
                          <a:pt x="1628" y="527"/>
                          <a:pt x="1941" y="527"/>
                        </a:cubicBezTo>
                        <a:cubicBezTo>
                          <a:pt x="2149" y="527"/>
                          <a:pt x="2170" y="214"/>
                          <a:pt x="1941" y="214"/>
                        </a:cubicBezTo>
                        <a:cubicBezTo>
                          <a:pt x="1523" y="214"/>
                          <a:pt x="1085" y="172"/>
                          <a:pt x="647" y="89"/>
                        </a:cubicBezTo>
                        <a:cubicBezTo>
                          <a:pt x="501" y="68"/>
                          <a:pt x="355" y="47"/>
                          <a:pt x="209" y="5"/>
                        </a:cubicBezTo>
                        <a:cubicBezTo>
                          <a:pt x="195" y="2"/>
                          <a:pt x="181" y="0"/>
                          <a:pt x="16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06" name="Google Shape;2806;p46"/>
                  <p:cNvSpPr/>
                  <p:nvPr/>
                </p:nvSpPr>
                <p:spPr>
                  <a:xfrm>
                    <a:off x="7319800" y="3715300"/>
                    <a:ext cx="44350" cy="11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4" h="468" extrusionOk="0">
                        <a:moveTo>
                          <a:pt x="240" y="1"/>
                        </a:moveTo>
                        <a:cubicBezTo>
                          <a:pt x="182" y="1"/>
                          <a:pt x="116" y="24"/>
                          <a:pt x="84" y="71"/>
                        </a:cubicBezTo>
                        <a:cubicBezTo>
                          <a:pt x="1" y="259"/>
                          <a:pt x="210" y="322"/>
                          <a:pt x="335" y="363"/>
                        </a:cubicBezTo>
                        <a:cubicBezTo>
                          <a:pt x="563" y="447"/>
                          <a:pt x="792" y="468"/>
                          <a:pt x="1021" y="468"/>
                        </a:cubicBezTo>
                        <a:lnTo>
                          <a:pt x="1021" y="468"/>
                        </a:lnTo>
                        <a:cubicBezTo>
                          <a:pt x="1223" y="468"/>
                          <a:pt x="1426" y="467"/>
                          <a:pt x="1628" y="447"/>
                        </a:cubicBezTo>
                        <a:cubicBezTo>
                          <a:pt x="1711" y="447"/>
                          <a:pt x="1774" y="384"/>
                          <a:pt x="1774" y="301"/>
                        </a:cubicBezTo>
                        <a:cubicBezTo>
                          <a:pt x="1774" y="217"/>
                          <a:pt x="1690" y="134"/>
                          <a:pt x="1607" y="134"/>
                        </a:cubicBezTo>
                        <a:cubicBezTo>
                          <a:pt x="1451" y="144"/>
                          <a:pt x="1289" y="155"/>
                          <a:pt x="1127" y="155"/>
                        </a:cubicBezTo>
                        <a:cubicBezTo>
                          <a:pt x="966" y="155"/>
                          <a:pt x="804" y="144"/>
                          <a:pt x="648" y="113"/>
                        </a:cubicBezTo>
                        <a:cubicBezTo>
                          <a:pt x="522" y="92"/>
                          <a:pt x="397" y="71"/>
                          <a:pt x="293" y="9"/>
                        </a:cubicBezTo>
                        <a:cubicBezTo>
                          <a:pt x="277" y="4"/>
                          <a:pt x="259" y="1"/>
                          <a:pt x="240" y="1"/>
                        </a:cubicBezTo>
                        <a:close/>
                        <a:moveTo>
                          <a:pt x="1021" y="468"/>
                        </a:moveTo>
                        <a:lnTo>
                          <a:pt x="1021" y="468"/>
                        </a:lnTo>
                        <a:cubicBezTo>
                          <a:pt x="1015" y="468"/>
                          <a:pt x="1008" y="468"/>
                          <a:pt x="1002" y="468"/>
                        </a:cubicBezTo>
                        <a:lnTo>
                          <a:pt x="1023" y="468"/>
                        </a:lnTo>
                        <a:cubicBezTo>
                          <a:pt x="1022" y="468"/>
                          <a:pt x="1022" y="468"/>
                          <a:pt x="1021" y="468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07" name="Google Shape;2807;p46"/>
                  <p:cNvSpPr/>
                  <p:nvPr/>
                </p:nvSpPr>
                <p:spPr>
                  <a:xfrm>
                    <a:off x="7283125" y="4226425"/>
                    <a:ext cx="41925" cy="13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7" h="526" extrusionOk="0">
                        <a:moveTo>
                          <a:pt x="222" y="0"/>
                        </a:moveTo>
                        <a:cubicBezTo>
                          <a:pt x="61" y="0"/>
                          <a:pt x="1" y="257"/>
                          <a:pt x="196" y="296"/>
                        </a:cubicBezTo>
                        <a:cubicBezTo>
                          <a:pt x="613" y="401"/>
                          <a:pt x="1009" y="484"/>
                          <a:pt x="1426" y="526"/>
                        </a:cubicBezTo>
                        <a:cubicBezTo>
                          <a:pt x="1635" y="526"/>
                          <a:pt x="1677" y="234"/>
                          <a:pt x="1468" y="213"/>
                        </a:cubicBezTo>
                        <a:cubicBezTo>
                          <a:pt x="1072" y="171"/>
                          <a:pt x="655" y="88"/>
                          <a:pt x="258" y="4"/>
                        </a:cubicBezTo>
                        <a:cubicBezTo>
                          <a:pt x="246" y="1"/>
                          <a:pt x="234" y="0"/>
                          <a:pt x="22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08" name="Google Shape;2808;p46"/>
                  <p:cNvSpPr/>
                  <p:nvPr/>
                </p:nvSpPr>
                <p:spPr>
                  <a:xfrm>
                    <a:off x="6950540" y="4232215"/>
                    <a:ext cx="43575" cy="17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3" h="681" extrusionOk="0">
                        <a:moveTo>
                          <a:pt x="234" y="0"/>
                        </a:moveTo>
                        <a:cubicBezTo>
                          <a:pt x="68" y="0"/>
                          <a:pt x="1" y="226"/>
                          <a:pt x="169" y="301"/>
                        </a:cubicBezTo>
                        <a:cubicBezTo>
                          <a:pt x="607" y="468"/>
                          <a:pt x="1045" y="593"/>
                          <a:pt x="1483" y="677"/>
                        </a:cubicBezTo>
                        <a:cubicBezTo>
                          <a:pt x="1497" y="680"/>
                          <a:pt x="1510" y="681"/>
                          <a:pt x="1523" y="681"/>
                        </a:cubicBezTo>
                        <a:cubicBezTo>
                          <a:pt x="1699" y="681"/>
                          <a:pt x="1742" y="422"/>
                          <a:pt x="1567" y="364"/>
                        </a:cubicBezTo>
                        <a:cubicBezTo>
                          <a:pt x="1129" y="281"/>
                          <a:pt x="691" y="176"/>
                          <a:pt x="295" y="9"/>
                        </a:cubicBezTo>
                        <a:cubicBezTo>
                          <a:pt x="273" y="3"/>
                          <a:pt x="253" y="0"/>
                          <a:pt x="234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09" name="Google Shape;2809;p46"/>
                  <p:cNvSpPr/>
                  <p:nvPr/>
                </p:nvSpPr>
                <p:spPr>
                  <a:xfrm>
                    <a:off x="6845790" y="3921075"/>
                    <a:ext cx="24700" cy="14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8" h="563" extrusionOk="0">
                        <a:moveTo>
                          <a:pt x="201" y="0"/>
                        </a:moveTo>
                        <a:cubicBezTo>
                          <a:pt x="134" y="0"/>
                          <a:pt x="64" y="43"/>
                          <a:pt x="42" y="121"/>
                        </a:cubicBezTo>
                        <a:cubicBezTo>
                          <a:pt x="0" y="413"/>
                          <a:pt x="522" y="496"/>
                          <a:pt x="730" y="559"/>
                        </a:cubicBezTo>
                        <a:cubicBezTo>
                          <a:pt x="743" y="562"/>
                          <a:pt x="755" y="563"/>
                          <a:pt x="766" y="563"/>
                        </a:cubicBezTo>
                        <a:cubicBezTo>
                          <a:pt x="928" y="563"/>
                          <a:pt x="988" y="304"/>
                          <a:pt x="793" y="246"/>
                        </a:cubicBezTo>
                        <a:cubicBezTo>
                          <a:pt x="647" y="204"/>
                          <a:pt x="480" y="183"/>
                          <a:pt x="334" y="100"/>
                        </a:cubicBezTo>
                        <a:cubicBezTo>
                          <a:pt x="315" y="32"/>
                          <a:pt x="259" y="0"/>
                          <a:pt x="20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10" name="Google Shape;2810;p46"/>
                  <p:cNvSpPr/>
                  <p:nvPr/>
                </p:nvSpPr>
                <p:spPr>
                  <a:xfrm>
                    <a:off x="6292525" y="1158075"/>
                    <a:ext cx="402625" cy="396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05" h="15864" extrusionOk="0">
                        <a:moveTo>
                          <a:pt x="924" y="0"/>
                        </a:moveTo>
                        <a:cubicBezTo>
                          <a:pt x="418" y="0"/>
                          <a:pt x="1" y="17"/>
                          <a:pt x="65" y="54"/>
                        </a:cubicBezTo>
                        <a:cubicBezTo>
                          <a:pt x="230" y="105"/>
                          <a:pt x="390" y="123"/>
                          <a:pt x="547" y="123"/>
                        </a:cubicBezTo>
                        <a:cubicBezTo>
                          <a:pt x="885" y="123"/>
                          <a:pt x="1209" y="41"/>
                          <a:pt x="1539" y="41"/>
                        </a:cubicBezTo>
                        <a:cubicBezTo>
                          <a:pt x="1732" y="41"/>
                          <a:pt x="1928" y="69"/>
                          <a:pt x="2130" y="158"/>
                        </a:cubicBezTo>
                        <a:cubicBezTo>
                          <a:pt x="3173" y="596"/>
                          <a:pt x="4216" y="992"/>
                          <a:pt x="5196" y="1555"/>
                        </a:cubicBezTo>
                        <a:cubicBezTo>
                          <a:pt x="7136" y="2661"/>
                          <a:pt x="8888" y="4121"/>
                          <a:pt x="10494" y="5664"/>
                        </a:cubicBezTo>
                        <a:cubicBezTo>
                          <a:pt x="11349" y="6624"/>
                          <a:pt x="12225" y="7583"/>
                          <a:pt x="12955" y="8647"/>
                        </a:cubicBezTo>
                        <a:cubicBezTo>
                          <a:pt x="13664" y="9690"/>
                          <a:pt x="14311" y="10733"/>
                          <a:pt x="14811" y="11880"/>
                        </a:cubicBezTo>
                        <a:cubicBezTo>
                          <a:pt x="15208" y="12881"/>
                          <a:pt x="15541" y="13882"/>
                          <a:pt x="15708" y="14946"/>
                        </a:cubicBezTo>
                        <a:cubicBezTo>
                          <a:pt x="15750" y="15196"/>
                          <a:pt x="15792" y="15426"/>
                          <a:pt x="15771" y="15676"/>
                        </a:cubicBezTo>
                        <a:cubicBezTo>
                          <a:pt x="15750" y="15759"/>
                          <a:pt x="15812" y="15843"/>
                          <a:pt x="15896" y="15864"/>
                        </a:cubicBezTo>
                        <a:cubicBezTo>
                          <a:pt x="15979" y="15864"/>
                          <a:pt x="16063" y="15801"/>
                          <a:pt x="16084" y="15718"/>
                        </a:cubicBezTo>
                        <a:cubicBezTo>
                          <a:pt x="16104" y="15426"/>
                          <a:pt x="16063" y="15155"/>
                          <a:pt x="16021" y="14863"/>
                        </a:cubicBezTo>
                        <a:cubicBezTo>
                          <a:pt x="15854" y="13861"/>
                          <a:pt x="15541" y="12881"/>
                          <a:pt x="15166" y="11942"/>
                        </a:cubicBezTo>
                        <a:cubicBezTo>
                          <a:pt x="14790" y="11004"/>
                          <a:pt x="14269" y="10107"/>
                          <a:pt x="13727" y="9252"/>
                        </a:cubicBezTo>
                        <a:cubicBezTo>
                          <a:pt x="12997" y="8042"/>
                          <a:pt x="12058" y="6957"/>
                          <a:pt x="11119" y="5915"/>
                        </a:cubicBezTo>
                        <a:cubicBezTo>
                          <a:pt x="10431" y="5122"/>
                          <a:pt x="9618" y="4434"/>
                          <a:pt x="8825" y="3745"/>
                        </a:cubicBezTo>
                        <a:cubicBezTo>
                          <a:pt x="7365" y="2536"/>
                          <a:pt x="5822" y="1409"/>
                          <a:pt x="4090" y="638"/>
                        </a:cubicBezTo>
                        <a:cubicBezTo>
                          <a:pt x="2776" y="95"/>
                          <a:pt x="3840" y="471"/>
                          <a:pt x="2484" y="74"/>
                        </a:cubicBezTo>
                        <a:cubicBezTo>
                          <a:pt x="2367" y="28"/>
                          <a:pt x="1573" y="0"/>
                          <a:pt x="924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11" name="Google Shape;2811;p46"/>
                  <p:cNvSpPr/>
                  <p:nvPr/>
                </p:nvSpPr>
                <p:spPr>
                  <a:xfrm>
                    <a:off x="3984675" y="1160975"/>
                    <a:ext cx="3380525" cy="3380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221" h="135221" fill="none" extrusionOk="0">
                        <a:moveTo>
                          <a:pt x="0" y="0"/>
                        </a:moveTo>
                        <a:lnTo>
                          <a:pt x="135221" y="0"/>
                        </a:lnTo>
                        <a:lnTo>
                          <a:pt x="135221" y="135220"/>
                        </a:lnTo>
                        <a:lnTo>
                          <a:pt x="0" y="135220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miter lim="208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812" name="Google Shape;2812;p46"/>
                <p:cNvGrpSpPr/>
                <p:nvPr/>
              </p:nvGrpSpPr>
              <p:grpSpPr>
                <a:xfrm>
                  <a:off x="7688937" y="712924"/>
                  <a:ext cx="701479" cy="27472"/>
                  <a:chOff x="5752683" y="4210965"/>
                  <a:chExt cx="554353" cy="21710"/>
                </a:xfrm>
              </p:grpSpPr>
              <p:sp>
                <p:nvSpPr>
                  <p:cNvPr id="2813" name="Google Shape;2813;p46"/>
                  <p:cNvSpPr/>
                  <p:nvPr/>
                </p:nvSpPr>
                <p:spPr>
                  <a:xfrm>
                    <a:off x="5752683" y="4210965"/>
                    <a:ext cx="409995" cy="173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9" h="474" extrusionOk="0">
                        <a:moveTo>
                          <a:pt x="10962" y="474"/>
                        </a:moveTo>
                        <a:cubicBezTo>
                          <a:pt x="7394" y="356"/>
                          <a:pt x="3806" y="395"/>
                          <a:pt x="237" y="415"/>
                        </a:cubicBezTo>
                        <a:cubicBezTo>
                          <a:pt x="1" y="395"/>
                          <a:pt x="1" y="40"/>
                          <a:pt x="237" y="40"/>
                        </a:cubicBezTo>
                        <a:cubicBezTo>
                          <a:pt x="3372" y="21"/>
                          <a:pt x="6507" y="1"/>
                          <a:pt x="9641" y="80"/>
                        </a:cubicBezTo>
                        <a:cubicBezTo>
                          <a:pt x="10075" y="80"/>
                          <a:pt x="10529" y="99"/>
                          <a:pt x="10962" y="99"/>
                        </a:cubicBezTo>
                        <a:cubicBezTo>
                          <a:pt x="11199" y="99"/>
                          <a:pt x="11199" y="454"/>
                          <a:pt x="10962" y="47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14" name="Google Shape;2814;p46"/>
                  <p:cNvSpPr/>
                  <p:nvPr/>
                </p:nvSpPr>
                <p:spPr>
                  <a:xfrm>
                    <a:off x="6216061" y="4215322"/>
                    <a:ext cx="90976" cy="173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5" h="474" extrusionOk="0">
                        <a:moveTo>
                          <a:pt x="1" y="296"/>
                        </a:moveTo>
                        <a:cubicBezTo>
                          <a:pt x="1" y="79"/>
                          <a:pt x="237" y="118"/>
                          <a:pt x="375" y="99"/>
                        </a:cubicBezTo>
                        <a:cubicBezTo>
                          <a:pt x="651" y="79"/>
                          <a:pt x="927" y="79"/>
                          <a:pt x="1203" y="59"/>
                        </a:cubicBezTo>
                        <a:cubicBezTo>
                          <a:pt x="1558" y="40"/>
                          <a:pt x="1933" y="20"/>
                          <a:pt x="2307" y="0"/>
                        </a:cubicBezTo>
                        <a:cubicBezTo>
                          <a:pt x="2406" y="0"/>
                          <a:pt x="2485" y="79"/>
                          <a:pt x="2485" y="178"/>
                        </a:cubicBezTo>
                        <a:cubicBezTo>
                          <a:pt x="2485" y="296"/>
                          <a:pt x="2406" y="355"/>
                          <a:pt x="2307" y="375"/>
                        </a:cubicBezTo>
                        <a:cubicBezTo>
                          <a:pt x="1755" y="394"/>
                          <a:pt x="1203" y="414"/>
                          <a:pt x="671" y="454"/>
                        </a:cubicBezTo>
                        <a:cubicBezTo>
                          <a:pt x="513" y="454"/>
                          <a:pt x="336" y="473"/>
                          <a:pt x="178" y="473"/>
                        </a:cubicBezTo>
                        <a:cubicBezTo>
                          <a:pt x="80" y="473"/>
                          <a:pt x="1" y="394"/>
                          <a:pt x="1" y="29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815" name="Google Shape;2815;p46"/>
                <p:cNvGrpSpPr/>
                <p:nvPr/>
              </p:nvGrpSpPr>
              <p:grpSpPr>
                <a:xfrm flipH="1">
                  <a:off x="4755987" y="4459424"/>
                  <a:ext cx="701479" cy="27472"/>
                  <a:chOff x="5752683" y="4210965"/>
                  <a:chExt cx="554353" cy="21710"/>
                </a:xfrm>
              </p:grpSpPr>
              <p:sp>
                <p:nvSpPr>
                  <p:cNvPr id="2816" name="Google Shape;2816;p46"/>
                  <p:cNvSpPr/>
                  <p:nvPr/>
                </p:nvSpPr>
                <p:spPr>
                  <a:xfrm>
                    <a:off x="5752683" y="4210965"/>
                    <a:ext cx="409995" cy="173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9" h="474" extrusionOk="0">
                        <a:moveTo>
                          <a:pt x="10962" y="474"/>
                        </a:moveTo>
                        <a:cubicBezTo>
                          <a:pt x="7394" y="356"/>
                          <a:pt x="3806" y="395"/>
                          <a:pt x="237" y="415"/>
                        </a:cubicBezTo>
                        <a:cubicBezTo>
                          <a:pt x="1" y="395"/>
                          <a:pt x="1" y="40"/>
                          <a:pt x="237" y="40"/>
                        </a:cubicBezTo>
                        <a:cubicBezTo>
                          <a:pt x="3372" y="21"/>
                          <a:pt x="6507" y="1"/>
                          <a:pt x="9641" y="80"/>
                        </a:cubicBezTo>
                        <a:cubicBezTo>
                          <a:pt x="10075" y="80"/>
                          <a:pt x="10529" y="99"/>
                          <a:pt x="10962" y="99"/>
                        </a:cubicBezTo>
                        <a:cubicBezTo>
                          <a:pt x="11199" y="99"/>
                          <a:pt x="11199" y="454"/>
                          <a:pt x="10962" y="47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17" name="Google Shape;2817;p46"/>
                  <p:cNvSpPr/>
                  <p:nvPr/>
                </p:nvSpPr>
                <p:spPr>
                  <a:xfrm>
                    <a:off x="6216061" y="4215322"/>
                    <a:ext cx="90976" cy="173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5" h="474" extrusionOk="0">
                        <a:moveTo>
                          <a:pt x="1" y="296"/>
                        </a:moveTo>
                        <a:cubicBezTo>
                          <a:pt x="1" y="79"/>
                          <a:pt x="237" y="118"/>
                          <a:pt x="375" y="99"/>
                        </a:cubicBezTo>
                        <a:cubicBezTo>
                          <a:pt x="651" y="79"/>
                          <a:pt x="927" y="79"/>
                          <a:pt x="1203" y="59"/>
                        </a:cubicBezTo>
                        <a:cubicBezTo>
                          <a:pt x="1558" y="40"/>
                          <a:pt x="1933" y="20"/>
                          <a:pt x="2307" y="0"/>
                        </a:cubicBezTo>
                        <a:cubicBezTo>
                          <a:pt x="2406" y="0"/>
                          <a:pt x="2485" y="79"/>
                          <a:pt x="2485" y="178"/>
                        </a:cubicBezTo>
                        <a:cubicBezTo>
                          <a:pt x="2485" y="296"/>
                          <a:pt x="2406" y="355"/>
                          <a:pt x="2307" y="375"/>
                        </a:cubicBezTo>
                        <a:cubicBezTo>
                          <a:pt x="1755" y="394"/>
                          <a:pt x="1203" y="414"/>
                          <a:pt x="671" y="454"/>
                        </a:cubicBezTo>
                        <a:cubicBezTo>
                          <a:pt x="513" y="454"/>
                          <a:pt x="336" y="473"/>
                          <a:pt x="178" y="473"/>
                        </a:cubicBezTo>
                        <a:cubicBezTo>
                          <a:pt x="80" y="473"/>
                          <a:pt x="1" y="394"/>
                          <a:pt x="1" y="29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818" name="Google Shape;2818;p46"/>
            <p:cNvGrpSpPr/>
            <p:nvPr/>
          </p:nvGrpSpPr>
          <p:grpSpPr>
            <a:xfrm>
              <a:off x="3730049" y="2318734"/>
              <a:ext cx="370464" cy="400020"/>
              <a:chOff x="7767319" y="2302968"/>
              <a:chExt cx="370464" cy="400020"/>
            </a:xfrm>
          </p:grpSpPr>
          <p:grpSp>
            <p:nvGrpSpPr>
              <p:cNvPr id="2819" name="Google Shape;2819;p46"/>
              <p:cNvGrpSpPr/>
              <p:nvPr/>
            </p:nvGrpSpPr>
            <p:grpSpPr>
              <a:xfrm>
                <a:off x="7767319" y="2519360"/>
                <a:ext cx="120731" cy="110534"/>
                <a:chOff x="5117325" y="2664025"/>
                <a:chExt cx="110925" cy="101575"/>
              </a:xfrm>
            </p:grpSpPr>
            <p:sp>
              <p:nvSpPr>
                <p:cNvPr id="2820" name="Google Shape;2820;p46"/>
                <p:cNvSpPr/>
                <p:nvPr/>
              </p:nvSpPr>
              <p:spPr>
                <a:xfrm>
                  <a:off x="5166625" y="2664025"/>
                  <a:ext cx="9875" cy="3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" h="1559" extrusionOk="0">
                      <a:moveTo>
                        <a:pt x="20" y="1302"/>
                      </a:moveTo>
                      <a:cubicBezTo>
                        <a:pt x="0" y="947"/>
                        <a:pt x="0" y="592"/>
                        <a:pt x="20" y="237"/>
                      </a:cubicBezTo>
                      <a:cubicBezTo>
                        <a:pt x="39" y="1"/>
                        <a:pt x="394" y="1"/>
                        <a:pt x="394" y="237"/>
                      </a:cubicBezTo>
                      <a:cubicBezTo>
                        <a:pt x="375" y="592"/>
                        <a:pt x="375" y="947"/>
                        <a:pt x="375" y="1302"/>
                      </a:cubicBezTo>
                      <a:cubicBezTo>
                        <a:pt x="375" y="1558"/>
                        <a:pt x="20" y="1558"/>
                        <a:pt x="20" y="130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1" name="Google Shape;2821;p46"/>
                <p:cNvSpPr/>
                <p:nvPr/>
              </p:nvSpPr>
              <p:spPr>
                <a:xfrm>
                  <a:off x="5188800" y="2710375"/>
                  <a:ext cx="39450" cy="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8" h="395" extrusionOk="0">
                      <a:moveTo>
                        <a:pt x="1400" y="375"/>
                      </a:moveTo>
                      <a:cubicBezTo>
                        <a:pt x="1006" y="375"/>
                        <a:pt x="631" y="355"/>
                        <a:pt x="237" y="355"/>
                      </a:cubicBezTo>
                      <a:cubicBezTo>
                        <a:pt x="0" y="355"/>
                        <a:pt x="0" y="0"/>
                        <a:pt x="237" y="0"/>
                      </a:cubicBezTo>
                      <a:cubicBezTo>
                        <a:pt x="631" y="0"/>
                        <a:pt x="1006" y="20"/>
                        <a:pt x="1400" y="20"/>
                      </a:cubicBezTo>
                      <a:cubicBezTo>
                        <a:pt x="1499" y="20"/>
                        <a:pt x="1577" y="99"/>
                        <a:pt x="1577" y="197"/>
                      </a:cubicBezTo>
                      <a:cubicBezTo>
                        <a:pt x="1577" y="296"/>
                        <a:pt x="1499" y="394"/>
                        <a:pt x="1400" y="37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2" name="Google Shape;2822;p46"/>
                <p:cNvSpPr/>
                <p:nvPr/>
              </p:nvSpPr>
              <p:spPr>
                <a:xfrm>
                  <a:off x="5165125" y="2723675"/>
                  <a:ext cx="11875" cy="4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" h="1677" extrusionOk="0">
                      <a:moveTo>
                        <a:pt x="99" y="1479"/>
                      </a:moveTo>
                      <a:cubicBezTo>
                        <a:pt x="99" y="1164"/>
                        <a:pt x="80" y="848"/>
                        <a:pt x="60" y="533"/>
                      </a:cubicBezTo>
                      <a:cubicBezTo>
                        <a:pt x="60" y="474"/>
                        <a:pt x="60" y="414"/>
                        <a:pt x="40" y="355"/>
                      </a:cubicBezTo>
                      <a:cubicBezTo>
                        <a:pt x="21" y="316"/>
                        <a:pt x="1" y="276"/>
                        <a:pt x="1" y="237"/>
                      </a:cubicBezTo>
                      <a:cubicBezTo>
                        <a:pt x="1" y="60"/>
                        <a:pt x="257" y="0"/>
                        <a:pt x="336" y="138"/>
                      </a:cubicBezTo>
                      <a:cubicBezTo>
                        <a:pt x="454" y="296"/>
                        <a:pt x="415" y="513"/>
                        <a:pt x="435" y="690"/>
                      </a:cubicBezTo>
                      <a:cubicBezTo>
                        <a:pt x="454" y="966"/>
                        <a:pt x="454" y="1223"/>
                        <a:pt x="474" y="1479"/>
                      </a:cubicBezTo>
                      <a:cubicBezTo>
                        <a:pt x="474" y="1578"/>
                        <a:pt x="375" y="1676"/>
                        <a:pt x="277" y="1676"/>
                      </a:cubicBezTo>
                      <a:cubicBezTo>
                        <a:pt x="178" y="1676"/>
                        <a:pt x="99" y="1578"/>
                        <a:pt x="99" y="147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3" name="Google Shape;2823;p46"/>
                <p:cNvSpPr/>
                <p:nvPr/>
              </p:nvSpPr>
              <p:spPr>
                <a:xfrm>
                  <a:off x="5117325" y="2702475"/>
                  <a:ext cx="30575" cy="1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3" h="533" extrusionOk="0">
                      <a:moveTo>
                        <a:pt x="20" y="356"/>
                      </a:moveTo>
                      <a:cubicBezTo>
                        <a:pt x="1" y="257"/>
                        <a:pt x="79" y="158"/>
                        <a:pt x="178" y="139"/>
                      </a:cubicBezTo>
                      <a:cubicBezTo>
                        <a:pt x="454" y="99"/>
                        <a:pt x="730" y="60"/>
                        <a:pt x="986" y="20"/>
                      </a:cubicBezTo>
                      <a:cubicBezTo>
                        <a:pt x="1085" y="1"/>
                        <a:pt x="1183" y="80"/>
                        <a:pt x="1203" y="178"/>
                      </a:cubicBezTo>
                      <a:cubicBezTo>
                        <a:pt x="1223" y="277"/>
                        <a:pt x="1144" y="375"/>
                        <a:pt x="1045" y="375"/>
                      </a:cubicBezTo>
                      <a:cubicBezTo>
                        <a:pt x="769" y="434"/>
                        <a:pt x="493" y="474"/>
                        <a:pt x="217" y="513"/>
                      </a:cubicBezTo>
                      <a:cubicBezTo>
                        <a:pt x="119" y="533"/>
                        <a:pt x="20" y="454"/>
                        <a:pt x="20" y="35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824" name="Google Shape;2824;p46"/>
              <p:cNvSpPr/>
              <p:nvPr/>
            </p:nvSpPr>
            <p:spPr>
              <a:xfrm rot="655303">
                <a:off x="7898018" y="2312230"/>
                <a:ext cx="108913" cy="116414"/>
              </a:xfrm>
              <a:custGeom>
                <a:avLst/>
                <a:gdLst/>
                <a:ahLst/>
                <a:cxnLst/>
                <a:rect l="l" t="t" r="r" b="b"/>
                <a:pathLst>
                  <a:path w="4003" h="4279" extrusionOk="0">
                    <a:moveTo>
                      <a:pt x="2800" y="4239"/>
                    </a:moveTo>
                    <a:cubicBezTo>
                      <a:pt x="2701" y="4180"/>
                      <a:pt x="2682" y="4061"/>
                      <a:pt x="2741" y="3983"/>
                    </a:cubicBezTo>
                    <a:cubicBezTo>
                      <a:pt x="2662" y="4022"/>
                      <a:pt x="2583" y="4002"/>
                      <a:pt x="2524" y="3983"/>
                    </a:cubicBezTo>
                    <a:cubicBezTo>
                      <a:pt x="2248" y="3923"/>
                      <a:pt x="2011" y="3785"/>
                      <a:pt x="1775" y="3647"/>
                    </a:cubicBezTo>
                    <a:cubicBezTo>
                      <a:pt x="1124" y="3214"/>
                      <a:pt x="513" y="2642"/>
                      <a:pt x="217" y="1913"/>
                    </a:cubicBezTo>
                    <a:cubicBezTo>
                      <a:pt x="0" y="1380"/>
                      <a:pt x="277" y="749"/>
                      <a:pt x="927" y="809"/>
                    </a:cubicBezTo>
                    <a:cubicBezTo>
                      <a:pt x="1361" y="868"/>
                      <a:pt x="1676" y="1242"/>
                      <a:pt x="1952" y="1558"/>
                    </a:cubicBezTo>
                    <a:cubicBezTo>
                      <a:pt x="2071" y="1065"/>
                      <a:pt x="2366" y="552"/>
                      <a:pt x="2859" y="335"/>
                    </a:cubicBezTo>
                    <a:cubicBezTo>
                      <a:pt x="3253" y="158"/>
                      <a:pt x="3667" y="473"/>
                      <a:pt x="3766" y="868"/>
                    </a:cubicBezTo>
                    <a:cubicBezTo>
                      <a:pt x="4003" y="1617"/>
                      <a:pt x="3746" y="2405"/>
                      <a:pt x="3490" y="3135"/>
                    </a:cubicBezTo>
                    <a:cubicBezTo>
                      <a:pt x="3372" y="3490"/>
                      <a:pt x="3214" y="3845"/>
                      <a:pt x="3056" y="4180"/>
                    </a:cubicBezTo>
                    <a:cubicBezTo>
                      <a:pt x="2997" y="4259"/>
                      <a:pt x="2879" y="4278"/>
                      <a:pt x="2800" y="4239"/>
                    </a:cubicBezTo>
                    <a:lnTo>
                      <a:pt x="2800" y="4239"/>
                    </a:lnTo>
                    <a:close/>
                    <a:moveTo>
                      <a:pt x="2839" y="3785"/>
                    </a:moveTo>
                    <a:cubicBezTo>
                      <a:pt x="3175" y="2997"/>
                      <a:pt x="3529" y="2169"/>
                      <a:pt x="3490" y="1301"/>
                    </a:cubicBezTo>
                    <a:cubicBezTo>
                      <a:pt x="3352" y="0"/>
                      <a:pt x="2406" y="966"/>
                      <a:pt x="2287" y="1696"/>
                    </a:cubicBezTo>
                    <a:cubicBezTo>
                      <a:pt x="2248" y="1893"/>
                      <a:pt x="2110" y="2129"/>
                      <a:pt x="1873" y="2011"/>
                    </a:cubicBezTo>
                    <a:cubicBezTo>
                      <a:pt x="1716" y="1893"/>
                      <a:pt x="1617" y="1715"/>
                      <a:pt x="1479" y="1577"/>
                    </a:cubicBezTo>
                    <a:cubicBezTo>
                      <a:pt x="1321" y="1400"/>
                      <a:pt x="1124" y="1223"/>
                      <a:pt x="888" y="1163"/>
                    </a:cubicBezTo>
                    <a:cubicBezTo>
                      <a:pt x="493" y="1124"/>
                      <a:pt x="454" y="1538"/>
                      <a:pt x="572" y="1814"/>
                    </a:cubicBezTo>
                    <a:cubicBezTo>
                      <a:pt x="809" y="2327"/>
                      <a:pt x="1243" y="2760"/>
                      <a:pt x="1676" y="3135"/>
                    </a:cubicBezTo>
                    <a:cubicBezTo>
                      <a:pt x="1972" y="3332"/>
                      <a:pt x="2287" y="3549"/>
                      <a:pt x="2642" y="3628"/>
                    </a:cubicBezTo>
                    <a:cubicBezTo>
                      <a:pt x="2721" y="3628"/>
                      <a:pt x="2820" y="3687"/>
                      <a:pt x="2839" y="376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25" name="Google Shape;2825;p46"/>
              <p:cNvGrpSpPr/>
              <p:nvPr/>
            </p:nvGrpSpPr>
            <p:grpSpPr>
              <a:xfrm>
                <a:off x="8017052" y="2592454"/>
                <a:ext cx="120731" cy="110534"/>
                <a:chOff x="5117325" y="2664025"/>
                <a:chExt cx="110925" cy="101575"/>
              </a:xfrm>
            </p:grpSpPr>
            <p:sp>
              <p:nvSpPr>
                <p:cNvPr id="2826" name="Google Shape;2826;p46"/>
                <p:cNvSpPr/>
                <p:nvPr/>
              </p:nvSpPr>
              <p:spPr>
                <a:xfrm>
                  <a:off x="5166625" y="2664025"/>
                  <a:ext cx="9875" cy="3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" h="1559" extrusionOk="0">
                      <a:moveTo>
                        <a:pt x="20" y="1302"/>
                      </a:moveTo>
                      <a:cubicBezTo>
                        <a:pt x="0" y="947"/>
                        <a:pt x="0" y="592"/>
                        <a:pt x="20" y="237"/>
                      </a:cubicBezTo>
                      <a:cubicBezTo>
                        <a:pt x="39" y="1"/>
                        <a:pt x="394" y="1"/>
                        <a:pt x="394" y="237"/>
                      </a:cubicBezTo>
                      <a:cubicBezTo>
                        <a:pt x="375" y="592"/>
                        <a:pt x="375" y="947"/>
                        <a:pt x="375" y="1302"/>
                      </a:cubicBezTo>
                      <a:cubicBezTo>
                        <a:pt x="375" y="1558"/>
                        <a:pt x="20" y="1558"/>
                        <a:pt x="20" y="130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7" name="Google Shape;2827;p46"/>
                <p:cNvSpPr/>
                <p:nvPr/>
              </p:nvSpPr>
              <p:spPr>
                <a:xfrm>
                  <a:off x="5188800" y="2710375"/>
                  <a:ext cx="39450" cy="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8" h="395" extrusionOk="0">
                      <a:moveTo>
                        <a:pt x="1400" y="375"/>
                      </a:moveTo>
                      <a:cubicBezTo>
                        <a:pt x="1006" y="375"/>
                        <a:pt x="631" y="355"/>
                        <a:pt x="237" y="355"/>
                      </a:cubicBezTo>
                      <a:cubicBezTo>
                        <a:pt x="0" y="355"/>
                        <a:pt x="0" y="0"/>
                        <a:pt x="237" y="0"/>
                      </a:cubicBezTo>
                      <a:cubicBezTo>
                        <a:pt x="631" y="0"/>
                        <a:pt x="1006" y="20"/>
                        <a:pt x="1400" y="20"/>
                      </a:cubicBezTo>
                      <a:cubicBezTo>
                        <a:pt x="1499" y="20"/>
                        <a:pt x="1577" y="99"/>
                        <a:pt x="1577" y="197"/>
                      </a:cubicBezTo>
                      <a:cubicBezTo>
                        <a:pt x="1577" y="296"/>
                        <a:pt x="1499" y="394"/>
                        <a:pt x="1400" y="37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8" name="Google Shape;2828;p46"/>
                <p:cNvSpPr/>
                <p:nvPr/>
              </p:nvSpPr>
              <p:spPr>
                <a:xfrm>
                  <a:off x="5165125" y="2723675"/>
                  <a:ext cx="11875" cy="4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" h="1677" extrusionOk="0">
                      <a:moveTo>
                        <a:pt x="99" y="1479"/>
                      </a:moveTo>
                      <a:cubicBezTo>
                        <a:pt x="99" y="1164"/>
                        <a:pt x="80" y="848"/>
                        <a:pt x="60" y="533"/>
                      </a:cubicBezTo>
                      <a:cubicBezTo>
                        <a:pt x="60" y="474"/>
                        <a:pt x="60" y="414"/>
                        <a:pt x="40" y="355"/>
                      </a:cubicBezTo>
                      <a:cubicBezTo>
                        <a:pt x="21" y="316"/>
                        <a:pt x="1" y="276"/>
                        <a:pt x="1" y="237"/>
                      </a:cubicBezTo>
                      <a:cubicBezTo>
                        <a:pt x="1" y="60"/>
                        <a:pt x="257" y="0"/>
                        <a:pt x="336" y="138"/>
                      </a:cubicBezTo>
                      <a:cubicBezTo>
                        <a:pt x="454" y="296"/>
                        <a:pt x="415" y="513"/>
                        <a:pt x="435" y="690"/>
                      </a:cubicBezTo>
                      <a:cubicBezTo>
                        <a:pt x="454" y="966"/>
                        <a:pt x="454" y="1223"/>
                        <a:pt x="474" y="1479"/>
                      </a:cubicBezTo>
                      <a:cubicBezTo>
                        <a:pt x="474" y="1578"/>
                        <a:pt x="375" y="1676"/>
                        <a:pt x="277" y="1676"/>
                      </a:cubicBezTo>
                      <a:cubicBezTo>
                        <a:pt x="178" y="1676"/>
                        <a:pt x="99" y="1578"/>
                        <a:pt x="99" y="147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9" name="Google Shape;2829;p46"/>
                <p:cNvSpPr/>
                <p:nvPr/>
              </p:nvSpPr>
              <p:spPr>
                <a:xfrm>
                  <a:off x="5117325" y="2702475"/>
                  <a:ext cx="30575" cy="1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3" h="533" extrusionOk="0">
                      <a:moveTo>
                        <a:pt x="20" y="356"/>
                      </a:moveTo>
                      <a:cubicBezTo>
                        <a:pt x="1" y="257"/>
                        <a:pt x="79" y="158"/>
                        <a:pt x="178" y="139"/>
                      </a:cubicBezTo>
                      <a:cubicBezTo>
                        <a:pt x="454" y="99"/>
                        <a:pt x="730" y="60"/>
                        <a:pt x="986" y="20"/>
                      </a:cubicBezTo>
                      <a:cubicBezTo>
                        <a:pt x="1085" y="1"/>
                        <a:pt x="1183" y="80"/>
                        <a:pt x="1203" y="178"/>
                      </a:cubicBezTo>
                      <a:cubicBezTo>
                        <a:pt x="1223" y="277"/>
                        <a:pt x="1144" y="375"/>
                        <a:pt x="1045" y="375"/>
                      </a:cubicBezTo>
                      <a:cubicBezTo>
                        <a:pt x="769" y="434"/>
                        <a:pt x="493" y="474"/>
                        <a:pt x="217" y="513"/>
                      </a:cubicBezTo>
                      <a:cubicBezTo>
                        <a:pt x="119" y="533"/>
                        <a:pt x="20" y="454"/>
                        <a:pt x="20" y="35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830" name="Google Shape;2830;p46"/>
            <p:cNvGrpSpPr/>
            <p:nvPr/>
          </p:nvGrpSpPr>
          <p:grpSpPr>
            <a:xfrm rot="-425284">
              <a:off x="2233664" y="1159497"/>
              <a:ext cx="204107" cy="255614"/>
              <a:chOff x="5032051" y="2813860"/>
              <a:chExt cx="204098" cy="255603"/>
            </a:xfrm>
          </p:grpSpPr>
          <p:grpSp>
            <p:nvGrpSpPr>
              <p:cNvPr id="2831" name="Google Shape;2831;p46"/>
              <p:cNvGrpSpPr/>
              <p:nvPr/>
            </p:nvGrpSpPr>
            <p:grpSpPr>
              <a:xfrm>
                <a:off x="5146123" y="2987025"/>
                <a:ext cx="90027" cy="82438"/>
                <a:chOff x="5117325" y="2664025"/>
                <a:chExt cx="110925" cy="101575"/>
              </a:xfrm>
            </p:grpSpPr>
            <p:sp>
              <p:nvSpPr>
                <p:cNvPr id="2832" name="Google Shape;2832;p46"/>
                <p:cNvSpPr/>
                <p:nvPr/>
              </p:nvSpPr>
              <p:spPr>
                <a:xfrm>
                  <a:off x="5166625" y="2664025"/>
                  <a:ext cx="9875" cy="3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" h="1559" extrusionOk="0">
                      <a:moveTo>
                        <a:pt x="20" y="1302"/>
                      </a:moveTo>
                      <a:cubicBezTo>
                        <a:pt x="0" y="947"/>
                        <a:pt x="0" y="592"/>
                        <a:pt x="20" y="237"/>
                      </a:cubicBezTo>
                      <a:cubicBezTo>
                        <a:pt x="39" y="1"/>
                        <a:pt x="394" y="1"/>
                        <a:pt x="394" y="237"/>
                      </a:cubicBezTo>
                      <a:cubicBezTo>
                        <a:pt x="375" y="592"/>
                        <a:pt x="375" y="947"/>
                        <a:pt x="375" y="1302"/>
                      </a:cubicBezTo>
                      <a:cubicBezTo>
                        <a:pt x="375" y="1558"/>
                        <a:pt x="20" y="1558"/>
                        <a:pt x="20" y="130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3" name="Google Shape;2833;p46"/>
                <p:cNvSpPr/>
                <p:nvPr/>
              </p:nvSpPr>
              <p:spPr>
                <a:xfrm>
                  <a:off x="5188800" y="2710375"/>
                  <a:ext cx="39450" cy="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8" h="395" extrusionOk="0">
                      <a:moveTo>
                        <a:pt x="1400" y="375"/>
                      </a:moveTo>
                      <a:cubicBezTo>
                        <a:pt x="1006" y="375"/>
                        <a:pt x="631" y="355"/>
                        <a:pt x="237" y="355"/>
                      </a:cubicBezTo>
                      <a:cubicBezTo>
                        <a:pt x="0" y="355"/>
                        <a:pt x="0" y="0"/>
                        <a:pt x="237" y="0"/>
                      </a:cubicBezTo>
                      <a:cubicBezTo>
                        <a:pt x="631" y="0"/>
                        <a:pt x="1006" y="20"/>
                        <a:pt x="1400" y="20"/>
                      </a:cubicBezTo>
                      <a:cubicBezTo>
                        <a:pt x="1499" y="20"/>
                        <a:pt x="1577" y="99"/>
                        <a:pt x="1577" y="197"/>
                      </a:cubicBezTo>
                      <a:cubicBezTo>
                        <a:pt x="1577" y="296"/>
                        <a:pt x="1499" y="394"/>
                        <a:pt x="1400" y="37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4" name="Google Shape;2834;p46"/>
                <p:cNvSpPr/>
                <p:nvPr/>
              </p:nvSpPr>
              <p:spPr>
                <a:xfrm>
                  <a:off x="5165125" y="2723675"/>
                  <a:ext cx="11875" cy="4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" h="1677" extrusionOk="0">
                      <a:moveTo>
                        <a:pt x="99" y="1479"/>
                      </a:moveTo>
                      <a:cubicBezTo>
                        <a:pt x="99" y="1164"/>
                        <a:pt x="80" y="848"/>
                        <a:pt x="60" y="533"/>
                      </a:cubicBezTo>
                      <a:cubicBezTo>
                        <a:pt x="60" y="474"/>
                        <a:pt x="60" y="414"/>
                        <a:pt x="40" y="355"/>
                      </a:cubicBezTo>
                      <a:cubicBezTo>
                        <a:pt x="21" y="316"/>
                        <a:pt x="1" y="276"/>
                        <a:pt x="1" y="237"/>
                      </a:cubicBezTo>
                      <a:cubicBezTo>
                        <a:pt x="1" y="60"/>
                        <a:pt x="257" y="0"/>
                        <a:pt x="336" y="138"/>
                      </a:cubicBezTo>
                      <a:cubicBezTo>
                        <a:pt x="454" y="296"/>
                        <a:pt x="415" y="513"/>
                        <a:pt x="435" y="690"/>
                      </a:cubicBezTo>
                      <a:cubicBezTo>
                        <a:pt x="454" y="966"/>
                        <a:pt x="454" y="1223"/>
                        <a:pt x="474" y="1479"/>
                      </a:cubicBezTo>
                      <a:cubicBezTo>
                        <a:pt x="474" y="1578"/>
                        <a:pt x="375" y="1676"/>
                        <a:pt x="277" y="1676"/>
                      </a:cubicBezTo>
                      <a:cubicBezTo>
                        <a:pt x="178" y="1676"/>
                        <a:pt x="99" y="1578"/>
                        <a:pt x="99" y="147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5" name="Google Shape;2835;p46"/>
                <p:cNvSpPr/>
                <p:nvPr/>
              </p:nvSpPr>
              <p:spPr>
                <a:xfrm>
                  <a:off x="5117325" y="2702475"/>
                  <a:ext cx="30575" cy="1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3" h="533" extrusionOk="0">
                      <a:moveTo>
                        <a:pt x="20" y="356"/>
                      </a:moveTo>
                      <a:cubicBezTo>
                        <a:pt x="1" y="257"/>
                        <a:pt x="79" y="158"/>
                        <a:pt x="178" y="139"/>
                      </a:cubicBezTo>
                      <a:cubicBezTo>
                        <a:pt x="454" y="99"/>
                        <a:pt x="730" y="60"/>
                        <a:pt x="986" y="20"/>
                      </a:cubicBezTo>
                      <a:cubicBezTo>
                        <a:pt x="1085" y="1"/>
                        <a:pt x="1183" y="80"/>
                        <a:pt x="1203" y="178"/>
                      </a:cubicBezTo>
                      <a:cubicBezTo>
                        <a:pt x="1223" y="277"/>
                        <a:pt x="1144" y="375"/>
                        <a:pt x="1045" y="375"/>
                      </a:cubicBezTo>
                      <a:cubicBezTo>
                        <a:pt x="769" y="434"/>
                        <a:pt x="493" y="474"/>
                        <a:pt x="217" y="513"/>
                      </a:cubicBezTo>
                      <a:cubicBezTo>
                        <a:pt x="119" y="533"/>
                        <a:pt x="20" y="454"/>
                        <a:pt x="20" y="35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836" name="Google Shape;2836;p46"/>
              <p:cNvSpPr/>
              <p:nvPr/>
            </p:nvSpPr>
            <p:spPr>
              <a:xfrm rot="655419">
                <a:off x="5039542" y="2820769"/>
                <a:ext cx="81221" cy="86822"/>
              </a:xfrm>
              <a:custGeom>
                <a:avLst/>
                <a:gdLst/>
                <a:ahLst/>
                <a:cxnLst/>
                <a:rect l="l" t="t" r="r" b="b"/>
                <a:pathLst>
                  <a:path w="4003" h="4279" extrusionOk="0">
                    <a:moveTo>
                      <a:pt x="2800" y="4239"/>
                    </a:moveTo>
                    <a:cubicBezTo>
                      <a:pt x="2701" y="4180"/>
                      <a:pt x="2682" y="4061"/>
                      <a:pt x="2741" y="3983"/>
                    </a:cubicBezTo>
                    <a:cubicBezTo>
                      <a:pt x="2662" y="4022"/>
                      <a:pt x="2583" y="4002"/>
                      <a:pt x="2524" y="3983"/>
                    </a:cubicBezTo>
                    <a:cubicBezTo>
                      <a:pt x="2248" y="3923"/>
                      <a:pt x="2011" y="3785"/>
                      <a:pt x="1775" y="3647"/>
                    </a:cubicBezTo>
                    <a:cubicBezTo>
                      <a:pt x="1124" y="3214"/>
                      <a:pt x="513" y="2642"/>
                      <a:pt x="217" y="1913"/>
                    </a:cubicBezTo>
                    <a:cubicBezTo>
                      <a:pt x="0" y="1380"/>
                      <a:pt x="277" y="749"/>
                      <a:pt x="927" y="809"/>
                    </a:cubicBezTo>
                    <a:cubicBezTo>
                      <a:pt x="1361" y="868"/>
                      <a:pt x="1676" y="1242"/>
                      <a:pt x="1952" y="1558"/>
                    </a:cubicBezTo>
                    <a:cubicBezTo>
                      <a:pt x="2071" y="1065"/>
                      <a:pt x="2366" y="552"/>
                      <a:pt x="2859" y="335"/>
                    </a:cubicBezTo>
                    <a:cubicBezTo>
                      <a:pt x="3253" y="158"/>
                      <a:pt x="3667" y="473"/>
                      <a:pt x="3766" y="868"/>
                    </a:cubicBezTo>
                    <a:cubicBezTo>
                      <a:pt x="4003" y="1617"/>
                      <a:pt x="3746" y="2405"/>
                      <a:pt x="3490" y="3135"/>
                    </a:cubicBezTo>
                    <a:cubicBezTo>
                      <a:pt x="3372" y="3490"/>
                      <a:pt x="3214" y="3845"/>
                      <a:pt x="3056" y="4180"/>
                    </a:cubicBezTo>
                    <a:cubicBezTo>
                      <a:pt x="2997" y="4259"/>
                      <a:pt x="2879" y="4278"/>
                      <a:pt x="2800" y="4239"/>
                    </a:cubicBezTo>
                    <a:lnTo>
                      <a:pt x="2800" y="4239"/>
                    </a:lnTo>
                    <a:close/>
                    <a:moveTo>
                      <a:pt x="2839" y="3785"/>
                    </a:moveTo>
                    <a:cubicBezTo>
                      <a:pt x="3175" y="2997"/>
                      <a:pt x="3529" y="2169"/>
                      <a:pt x="3490" y="1301"/>
                    </a:cubicBezTo>
                    <a:cubicBezTo>
                      <a:pt x="3352" y="0"/>
                      <a:pt x="2406" y="966"/>
                      <a:pt x="2287" y="1696"/>
                    </a:cubicBezTo>
                    <a:cubicBezTo>
                      <a:pt x="2248" y="1893"/>
                      <a:pt x="2110" y="2129"/>
                      <a:pt x="1873" y="2011"/>
                    </a:cubicBezTo>
                    <a:cubicBezTo>
                      <a:pt x="1716" y="1893"/>
                      <a:pt x="1617" y="1715"/>
                      <a:pt x="1479" y="1577"/>
                    </a:cubicBezTo>
                    <a:cubicBezTo>
                      <a:pt x="1321" y="1400"/>
                      <a:pt x="1124" y="1223"/>
                      <a:pt x="888" y="1163"/>
                    </a:cubicBezTo>
                    <a:cubicBezTo>
                      <a:pt x="493" y="1124"/>
                      <a:pt x="454" y="1538"/>
                      <a:pt x="572" y="1814"/>
                    </a:cubicBezTo>
                    <a:cubicBezTo>
                      <a:pt x="809" y="2327"/>
                      <a:pt x="1243" y="2760"/>
                      <a:pt x="1676" y="3135"/>
                    </a:cubicBezTo>
                    <a:cubicBezTo>
                      <a:pt x="1972" y="3332"/>
                      <a:pt x="2287" y="3549"/>
                      <a:pt x="2642" y="3628"/>
                    </a:cubicBezTo>
                    <a:cubicBezTo>
                      <a:pt x="2721" y="3628"/>
                      <a:pt x="2820" y="3687"/>
                      <a:pt x="2839" y="376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1" name="Google Shape;2841;p47"/>
          <p:cNvGrpSpPr/>
          <p:nvPr/>
        </p:nvGrpSpPr>
        <p:grpSpPr>
          <a:xfrm>
            <a:off x="4958527" y="766338"/>
            <a:ext cx="1703648" cy="3704753"/>
            <a:chOff x="3793472" y="1441446"/>
            <a:chExt cx="697788" cy="1517409"/>
          </a:xfrm>
        </p:grpSpPr>
        <p:grpSp>
          <p:nvGrpSpPr>
            <p:cNvPr id="2842" name="Google Shape;2842;p47"/>
            <p:cNvGrpSpPr/>
            <p:nvPr/>
          </p:nvGrpSpPr>
          <p:grpSpPr>
            <a:xfrm>
              <a:off x="3793472" y="1441446"/>
              <a:ext cx="697788" cy="1495885"/>
              <a:chOff x="3798500" y="933250"/>
              <a:chExt cx="1777350" cy="3810200"/>
            </a:xfrm>
          </p:grpSpPr>
          <p:sp>
            <p:nvSpPr>
              <p:cNvPr id="2843" name="Google Shape;2843;p47"/>
              <p:cNvSpPr/>
              <p:nvPr/>
            </p:nvSpPr>
            <p:spPr>
              <a:xfrm>
                <a:off x="3820525" y="937075"/>
                <a:ext cx="1742875" cy="3793925"/>
              </a:xfrm>
              <a:custGeom>
                <a:avLst/>
                <a:gdLst/>
                <a:ahLst/>
                <a:cxnLst/>
                <a:rect l="l" t="t" r="r" b="b"/>
                <a:pathLst>
                  <a:path w="69715" h="151757" extrusionOk="0">
                    <a:moveTo>
                      <a:pt x="50611" y="151642"/>
                    </a:moveTo>
                    <a:cubicBezTo>
                      <a:pt x="42955" y="151336"/>
                      <a:pt x="35221" y="151374"/>
                      <a:pt x="27526" y="151451"/>
                    </a:cubicBezTo>
                    <a:cubicBezTo>
                      <a:pt x="19295" y="151527"/>
                      <a:pt x="11102" y="151565"/>
                      <a:pt x="2871" y="151221"/>
                    </a:cubicBezTo>
                    <a:cubicBezTo>
                      <a:pt x="957" y="151680"/>
                      <a:pt x="460" y="150302"/>
                      <a:pt x="842" y="149230"/>
                    </a:cubicBezTo>
                    <a:cubicBezTo>
                      <a:pt x="804" y="149077"/>
                      <a:pt x="766" y="148962"/>
                      <a:pt x="766" y="148809"/>
                    </a:cubicBezTo>
                    <a:cubicBezTo>
                      <a:pt x="1263" y="135716"/>
                      <a:pt x="421" y="122623"/>
                      <a:pt x="613" y="109568"/>
                    </a:cubicBezTo>
                    <a:cubicBezTo>
                      <a:pt x="268" y="87211"/>
                      <a:pt x="0" y="64853"/>
                      <a:pt x="383" y="42457"/>
                    </a:cubicBezTo>
                    <a:cubicBezTo>
                      <a:pt x="345" y="41844"/>
                      <a:pt x="460" y="41079"/>
                      <a:pt x="766" y="40543"/>
                    </a:cubicBezTo>
                    <a:cubicBezTo>
                      <a:pt x="766" y="39892"/>
                      <a:pt x="728" y="39356"/>
                      <a:pt x="651" y="38858"/>
                    </a:cubicBezTo>
                    <a:cubicBezTo>
                      <a:pt x="536" y="33958"/>
                      <a:pt x="460" y="28981"/>
                      <a:pt x="613" y="24042"/>
                    </a:cubicBezTo>
                    <a:cubicBezTo>
                      <a:pt x="192" y="21745"/>
                      <a:pt x="804" y="17611"/>
                      <a:pt x="766" y="16309"/>
                    </a:cubicBezTo>
                    <a:cubicBezTo>
                      <a:pt x="919" y="14242"/>
                      <a:pt x="996" y="12174"/>
                      <a:pt x="996" y="10145"/>
                    </a:cubicBezTo>
                    <a:cubicBezTo>
                      <a:pt x="957" y="8997"/>
                      <a:pt x="919" y="7887"/>
                      <a:pt x="881" y="6776"/>
                    </a:cubicBezTo>
                    <a:cubicBezTo>
                      <a:pt x="804" y="5245"/>
                      <a:pt x="651" y="3714"/>
                      <a:pt x="421" y="2182"/>
                    </a:cubicBezTo>
                    <a:cubicBezTo>
                      <a:pt x="345" y="1914"/>
                      <a:pt x="383" y="1646"/>
                      <a:pt x="460" y="1417"/>
                    </a:cubicBezTo>
                    <a:cubicBezTo>
                      <a:pt x="460" y="1378"/>
                      <a:pt x="460" y="1378"/>
                      <a:pt x="460" y="1340"/>
                    </a:cubicBezTo>
                    <a:cubicBezTo>
                      <a:pt x="766" y="0"/>
                      <a:pt x="1991" y="153"/>
                      <a:pt x="3139" y="268"/>
                    </a:cubicBezTo>
                    <a:cubicBezTo>
                      <a:pt x="3599" y="307"/>
                      <a:pt x="4020" y="383"/>
                      <a:pt x="4364" y="345"/>
                    </a:cubicBezTo>
                    <a:cubicBezTo>
                      <a:pt x="6317" y="498"/>
                      <a:pt x="8269" y="575"/>
                      <a:pt x="10260" y="575"/>
                    </a:cubicBezTo>
                    <a:cubicBezTo>
                      <a:pt x="16845" y="689"/>
                      <a:pt x="23430" y="575"/>
                      <a:pt x="30015" y="383"/>
                    </a:cubicBezTo>
                    <a:cubicBezTo>
                      <a:pt x="30053" y="421"/>
                      <a:pt x="30053" y="460"/>
                      <a:pt x="30091" y="498"/>
                    </a:cubicBezTo>
                    <a:cubicBezTo>
                      <a:pt x="30244" y="613"/>
                      <a:pt x="30397" y="689"/>
                      <a:pt x="30589" y="689"/>
                    </a:cubicBezTo>
                    <a:cubicBezTo>
                      <a:pt x="30704" y="728"/>
                      <a:pt x="30780" y="728"/>
                      <a:pt x="30895" y="728"/>
                    </a:cubicBezTo>
                    <a:lnTo>
                      <a:pt x="30972" y="728"/>
                    </a:lnTo>
                    <a:cubicBezTo>
                      <a:pt x="31163" y="728"/>
                      <a:pt x="31355" y="689"/>
                      <a:pt x="31584" y="689"/>
                    </a:cubicBezTo>
                    <a:cubicBezTo>
                      <a:pt x="31967" y="689"/>
                      <a:pt x="32350" y="651"/>
                      <a:pt x="32733" y="651"/>
                    </a:cubicBezTo>
                    <a:cubicBezTo>
                      <a:pt x="32924" y="651"/>
                      <a:pt x="33154" y="613"/>
                      <a:pt x="33384" y="613"/>
                    </a:cubicBezTo>
                    <a:lnTo>
                      <a:pt x="33575" y="613"/>
                    </a:lnTo>
                    <a:cubicBezTo>
                      <a:pt x="33690" y="651"/>
                      <a:pt x="33805" y="689"/>
                      <a:pt x="33920" y="689"/>
                    </a:cubicBezTo>
                    <a:cubicBezTo>
                      <a:pt x="34034" y="689"/>
                      <a:pt x="34149" y="689"/>
                      <a:pt x="34264" y="689"/>
                    </a:cubicBezTo>
                    <a:cubicBezTo>
                      <a:pt x="34838" y="689"/>
                      <a:pt x="35413" y="689"/>
                      <a:pt x="35987" y="651"/>
                    </a:cubicBezTo>
                    <a:cubicBezTo>
                      <a:pt x="36446" y="651"/>
                      <a:pt x="36944" y="651"/>
                      <a:pt x="37365" y="613"/>
                    </a:cubicBezTo>
                    <a:cubicBezTo>
                      <a:pt x="37595" y="613"/>
                      <a:pt x="37824" y="613"/>
                      <a:pt x="38016" y="613"/>
                    </a:cubicBezTo>
                    <a:cubicBezTo>
                      <a:pt x="38552" y="613"/>
                      <a:pt x="39050" y="613"/>
                      <a:pt x="39547" y="613"/>
                    </a:cubicBezTo>
                    <a:cubicBezTo>
                      <a:pt x="40083" y="575"/>
                      <a:pt x="40581" y="575"/>
                      <a:pt x="41079" y="575"/>
                    </a:cubicBezTo>
                    <a:cubicBezTo>
                      <a:pt x="41347" y="575"/>
                      <a:pt x="41576" y="575"/>
                      <a:pt x="41806" y="575"/>
                    </a:cubicBezTo>
                    <a:cubicBezTo>
                      <a:pt x="41921" y="575"/>
                      <a:pt x="42036" y="575"/>
                      <a:pt x="42151" y="575"/>
                    </a:cubicBezTo>
                    <a:cubicBezTo>
                      <a:pt x="42342" y="575"/>
                      <a:pt x="42495" y="575"/>
                      <a:pt x="42648" y="498"/>
                    </a:cubicBezTo>
                    <a:cubicBezTo>
                      <a:pt x="42763" y="421"/>
                      <a:pt x="42801" y="383"/>
                      <a:pt x="42878" y="307"/>
                    </a:cubicBezTo>
                    <a:cubicBezTo>
                      <a:pt x="43222" y="307"/>
                      <a:pt x="43605" y="268"/>
                      <a:pt x="43950" y="268"/>
                    </a:cubicBezTo>
                    <a:cubicBezTo>
                      <a:pt x="47242" y="345"/>
                      <a:pt x="50535" y="421"/>
                      <a:pt x="53827" y="268"/>
                    </a:cubicBezTo>
                    <a:cubicBezTo>
                      <a:pt x="55703" y="230"/>
                      <a:pt x="57579" y="307"/>
                      <a:pt x="59493" y="383"/>
                    </a:cubicBezTo>
                    <a:cubicBezTo>
                      <a:pt x="61982" y="460"/>
                      <a:pt x="64508" y="536"/>
                      <a:pt x="67035" y="383"/>
                    </a:cubicBezTo>
                    <a:cubicBezTo>
                      <a:pt x="68222" y="153"/>
                      <a:pt x="69485" y="1187"/>
                      <a:pt x="68949" y="2374"/>
                    </a:cubicBezTo>
                    <a:lnTo>
                      <a:pt x="68949" y="2374"/>
                    </a:lnTo>
                    <a:cubicBezTo>
                      <a:pt x="68987" y="2527"/>
                      <a:pt x="69026" y="2680"/>
                      <a:pt x="68987" y="2833"/>
                    </a:cubicBezTo>
                    <a:cubicBezTo>
                      <a:pt x="68987" y="4135"/>
                      <a:pt x="68911" y="5475"/>
                      <a:pt x="68911" y="6776"/>
                    </a:cubicBezTo>
                    <a:cubicBezTo>
                      <a:pt x="69141" y="12174"/>
                      <a:pt x="69370" y="17611"/>
                      <a:pt x="68949" y="23009"/>
                    </a:cubicBezTo>
                    <a:cubicBezTo>
                      <a:pt x="68528" y="36217"/>
                      <a:pt x="69064" y="49233"/>
                      <a:pt x="69294" y="62364"/>
                    </a:cubicBezTo>
                    <a:cubicBezTo>
                      <a:pt x="69715" y="77295"/>
                      <a:pt x="68911" y="92149"/>
                      <a:pt x="69255" y="107041"/>
                    </a:cubicBezTo>
                    <a:cubicBezTo>
                      <a:pt x="69294" y="111980"/>
                      <a:pt x="69217" y="116957"/>
                      <a:pt x="69255" y="121896"/>
                    </a:cubicBezTo>
                    <a:cubicBezTo>
                      <a:pt x="69217" y="123312"/>
                      <a:pt x="69179" y="124690"/>
                      <a:pt x="69141" y="126107"/>
                    </a:cubicBezTo>
                    <a:cubicBezTo>
                      <a:pt x="69217" y="128519"/>
                      <a:pt x="69255" y="130892"/>
                      <a:pt x="69179" y="133304"/>
                    </a:cubicBezTo>
                    <a:cubicBezTo>
                      <a:pt x="69141" y="137094"/>
                      <a:pt x="69064" y="140884"/>
                      <a:pt x="69064" y="144713"/>
                    </a:cubicBezTo>
                    <a:cubicBezTo>
                      <a:pt x="69102" y="146014"/>
                      <a:pt x="69102" y="147316"/>
                      <a:pt x="69141" y="148618"/>
                    </a:cubicBezTo>
                    <a:cubicBezTo>
                      <a:pt x="69217" y="149881"/>
                      <a:pt x="69332" y="151757"/>
                      <a:pt x="67533" y="151489"/>
                    </a:cubicBezTo>
                    <a:cubicBezTo>
                      <a:pt x="67418" y="151489"/>
                      <a:pt x="67341" y="151451"/>
                      <a:pt x="67226" y="151451"/>
                    </a:cubicBezTo>
                    <a:cubicBezTo>
                      <a:pt x="67112" y="151489"/>
                      <a:pt x="66997" y="151527"/>
                      <a:pt x="66882" y="151527"/>
                    </a:cubicBezTo>
                    <a:cubicBezTo>
                      <a:pt x="64279" y="151719"/>
                      <a:pt x="61714" y="151757"/>
                      <a:pt x="59110" y="151757"/>
                    </a:cubicBezTo>
                    <a:cubicBezTo>
                      <a:pt x="56277" y="151757"/>
                      <a:pt x="53444" y="151680"/>
                      <a:pt x="50611" y="15160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47"/>
              <p:cNvSpPr/>
              <p:nvPr/>
            </p:nvSpPr>
            <p:spPr>
              <a:xfrm>
                <a:off x="3934400" y="1966900"/>
                <a:ext cx="1485450" cy="1788825"/>
              </a:xfrm>
              <a:custGeom>
                <a:avLst/>
                <a:gdLst/>
                <a:ahLst/>
                <a:cxnLst/>
                <a:rect l="l" t="t" r="r" b="b"/>
                <a:pathLst>
                  <a:path w="59418" h="71553" extrusionOk="0">
                    <a:moveTo>
                      <a:pt x="58996" y="20865"/>
                    </a:moveTo>
                    <a:cubicBezTo>
                      <a:pt x="59188" y="22932"/>
                      <a:pt x="59379" y="25038"/>
                      <a:pt x="59417" y="27105"/>
                    </a:cubicBezTo>
                    <a:cubicBezTo>
                      <a:pt x="59379" y="30359"/>
                      <a:pt x="59073" y="33652"/>
                      <a:pt x="58843" y="36906"/>
                    </a:cubicBezTo>
                    <a:cubicBezTo>
                      <a:pt x="58537" y="41309"/>
                      <a:pt x="57312" y="45558"/>
                      <a:pt x="55015" y="49348"/>
                    </a:cubicBezTo>
                    <a:cubicBezTo>
                      <a:pt x="50765" y="57120"/>
                      <a:pt x="45673" y="65159"/>
                      <a:pt x="37366" y="69026"/>
                    </a:cubicBezTo>
                    <a:cubicBezTo>
                      <a:pt x="34916" y="70366"/>
                      <a:pt x="32121" y="71553"/>
                      <a:pt x="29288" y="71170"/>
                    </a:cubicBezTo>
                    <a:cubicBezTo>
                      <a:pt x="25306" y="70711"/>
                      <a:pt x="21593" y="68681"/>
                      <a:pt x="18301" y="66499"/>
                    </a:cubicBezTo>
                    <a:cubicBezTo>
                      <a:pt x="17497" y="66078"/>
                      <a:pt x="15582" y="64394"/>
                      <a:pt x="13974" y="62671"/>
                    </a:cubicBezTo>
                    <a:cubicBezTo>
                      <a:pt x="13706" y="62633"/>
                      <a:pt x="13400" y="62518"/>
                      <a:pt x="13132" y="62250"/>
                    </a:cubicBezTo>
                    <a:cubicBezTo>
                      <a:pt x="10108" y="59149"/>
                      <a:pt x="7773" y="55474"/>
                      <a:pt x="5820" y="51645"/>
                    </a:cubicBezTo>
                    <a:cubicBezTo>
                      <a:pt x="3332" y="47281"/>
                      <a:pt x="1417" y="42534"/>
                      <a:pt x="728" y="37519"/>
                    </a:cubicBezTo>
                    <a:cubicBezTo>
                      <a:pt x="1" y="30666"/>
                      <a:pt x="1149" y="23813"/>
                      <a:pt x="920" y="16922"/>
                    </a:cubicBezTo>
                    <a:cubicBezTo>
                      <a:pt x="958" y="16386"/>
                      <a:pt x="1111" y="15735"/>
                      <a:pt x="1456" y="15276"/>
                    </a:cubicBezTo>
                    <a:cubicBezTo>
                      <a:pt x="1456" y="14701"/>
                      <a:pt x="1609" y="14127"/>
                      <a:pt x="1953" y="13630"/>
                    </a:cubicBezTo>
                    <a:cubicBezTo>
                      <a:pt x="2642" y="12519"/>
                      <a:pt x="3408" y="11524"/>
                      <a:pt x="4059" y="10414"/>
                    </a:cubicBezTo>
                    <a:cubicBezTo>
                      <a:pt x="8959" y="4671"/>
                      <a:pt x="16348" y="1608"/>
                      <a:pt x="23699" y="460"/>
                    </a:cubicBezTo>
                    <a:cubicBezTo>
                      <a:pt x="26608" y="115"/>
                      <a:pt x="29556" y="230"/>
                      <a:pt x="32504" y="77"/>
                    </a:cubicBezTo>
                    <a:cubicBezTo>
                      <a:pt x="35452" y="1"/>
                      <a:pt x="38323" y="728"/>
                      <a:pt x="41194" y="1340"/>
                    </a:cubicBezTo>
                    <a:cubicBezTo>
                      <a:pt x="44180" y="1800"/>
                      <a:pt x="46554" y="3752"/>
                      <a:pt x="49196" y="5169"/>
                    </a:cubicBezTo>
                    <a:cubicBezTo>
                      <a:pt x="50344" y="5781"/>
                      <a:pt x="53598" y="7351"/>
                      <a:pt x="53866" y="8997"/>
                    </a:cubicBezTo>
                    <a:lnTo>
                      <a:pt x="54019" y="9189"/>
                    </a:lnTo>
                    <a:cubicBezTo>
                      <a:pt x="55091" y="10567"/>
                      <a:pt x="55972" y="12136"/>
                      <a:pt x="56891" y="13591"/>
                    </a:cubicBezTo>
                    <a:cubicBezTo>
                      <a:pt x="57273" y="14357"/>
                      <a:pt x="57580" y="15084"/>
                      <a:pt x="57886" y="15850"/>
                    </a:cubicBezTo>
                    <a:cubicBezTo>
                      <a:pt x="58192" y="16386"/>
                      <a:pt x="58537" y="16884"/>
                      <a:pt x="58575" y="17534"/>
                    </a:cubicBezTo>
                    <a:cubicBezTo>
                      <a:pt x="58766" y="18683"/>
                      <a:pt x="59149" y="19755"/>
                      <a:pt x="58996" y="20865"/>
                    </a:cubicBezTo>
                    <a:close/>
                  </a:path>
                </a:pathLst>
              </a:custGeom>
              <a:solidFill>
                <a:srgbClr val="F1C4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47"/>
              <p:cNvSpPr/>
              <p:nvPr/>
            </p:nvSpPr>
            <p:spPr>
              <a:xfrm>
                <a:off x="3893250" y="1935325"/>
                <a:ext cx="1568700" cy="1829025"/>
              </a:xfrm>
              <a:custGeom>
                <a:avLst/>
                <a:gdLst/>
                <a:ahLst/>
                <a:cxnLst/>
                <a:rect l="l" t="t" r="r" b="b"/>
                <a:pathLst>
                  <a:path w="62748" h="73161" extrusionOk="0">
                    <a:moveTo>
                      <a:pt x="27182" y="23927"/>
                    </a:moveTo>
                    <a:cubicBezTo>
                      <a:pt x="28331" y="24770"/>
                      <a:pt x="27795" y="27832"/>
                      <a:pt x="27642" y="29134"/>
                    </a:cubicBezTo>
                    <a:cubicBezTo>
                      <a:pt x="27412" y="30665"/>
                      <a:pt x="26455" y="31929"/>
                      <a:pt x="25421" y="33001"/>
                    </a:cubicBezTo>
                    <a:cubicBezTo>
                      <a:pt x="24770" y="33384"/>
                      <a:pt x="24043" y="34991"/>
                      <a:pt x="23239" y="34570"/>
                    </a:cubicBezTo>
                    <a:cubicBezTo>
                      <a:pt x="22588" y="33805"/>
                      <a:pt x="24005" y="33269"/>
                      <a:pt x="24234" y="32618"/>
                    </a:cubicBezTo>
                    <a:cubicBezTo>
                      <a:pt x="25881" y="30244"/>
                      <a:pt x="26378" y="27296"/>
                      <a:pt x="26531" y="24502"/>
                    </a:cubicBezTo>
                    <a:cubicBezTo>
                      <a:pt x="26493" y="24119"/>
                      <a:pt x="26838" y="23813"/>
                      <a:pt x="27182" y="23927"/>
                    </a:cubicBezTo>
                    <a:lnTo>
                      <a:pt x="27182" y="23927"/>
                    </a:lnTo>
                    <a:close/>
                    <a:moveTo>
                      <a:pt x="34150" y="306"/>
                    </a:moveTo>
                    <a:cubicBezTo>
                      <a:pt x="33461" y="268"/>
                      <a:pt x="32733" y="230"/>
                      <a:pt x="32006" y="192"/>
                    </a:cubicBezTo>
                    <a:cubicBezTo>
                      <a:pt x="29747" y="38"/>
                      <a:pt x="27450" y="38"/>
                      <a:pt x="25191" y="230"/>
                    </a:cubicBezTo>
                    <a:cubicBezTo>
                      <a:pt x="25000" y="115"/>
                      <a:pt x="24732" y="38"/>
                      <a:pt x="24426" y="0"/>
                    </a:cubicBezTo>
                    <a:cubicBezTo>
                      <a:pt x="23507" y="230"/>
                      <a:pt x="22588" y="498"/>
                      <a:pt x="21669" y="804"/>
                    </a:cubicBezTo>
                    <a:cubicBezTo>
                      <a:pt x="21631" y="804"/>
                      <a:pt x="21593" y="804"/>
                      <a:pt x="21593" y="804"/>
                    </a:cubicBezTo>
                    <a:cubicBezTo>
                      <a:pt x="21401" y="804"/>
                      <a:pt x="21172" y="842"/>
                      <a:pt x="20942" y="957"/>
                    </a:cubicBezTo>
                    <a:lnTo>
                      <a:pt x="20904" y="957"/>
                    </a:lnTo>
                    <a:cubicBezTo>
                      <a:pt x="20597" y="1034"/>
                      <a:pt x="20291" y="1072"/>
                      <a:pt x="20023" y="1149"/>
                    </a:cubicBezTo>
                    <a:cubicBezTo>
                      <a:pt x="18568" y="1455"/>
                      <a:pt x="11103" y="3599"/>
                      <a:pt x="11026" y="5743"/>
                    </a:cubicBezTo>
                    <a:cubicBezTo>
                      <a:pt x="7887" y="7542"/>
                      <a:pt x="5207" y="10107"/>
                      <a:pt x="3331" y="13093"/>
                    </a:cubicBezTo>
                    <a:cubicBezTo>
                      <a:pt x="2030" y="15428"/>
                      <a:pt x="1417" y="18032"/>
                      <a:pt x="1034" y="20635"/>
                    </a:cubicBezTo>
                    <a:cubicBezTo>
                      <a:pt x="652" y="23238"/>
                      <a:pt x="116" y="25803"/>
                      <a:pt x="116" y="28445"/>
                    </a:cubicBezTo>
                    <a:cubicBezTo>
                      <a:pt x="1" y="36561"/>
                      <a:pt x="2183" y="44754"/>
                      <a:pt x="5782" y="51989"/>
                    </a:cubicBezTo>
                    <a:cubicBezTo>
                      <a:pt x="8193" y="56583"/>
                      <a:pt x="11562" y="60527"/>
                      <a:pt x="15352" y="64010"/>
                    </a:cubicBezTo>
                    <a:cubicBezTo>
                      <a:pt x="15582" y="64240"/>
                      <a:pt x="15812" y="64508"/>
                      <a:pt x="16042" y="64738"/>
                    </a:cubicBezTo>
                    <a:cubicBezTo>
                      <a:pt x="19755" y="68451"/>
                      <a:pt x="24426" y="71399"/>
                      <a:pt x="29594" y="72280"/>
                    </a:cubicBezTo>
                    <a:cubicBezTo>
                      <a:pt x="30092" y="72509"/>
                      <a:pt x="30589" y="72701"/>
                      <a:pt x="31087" y="72892"/>
                    </a:cubicBezTo>
                    <a:cubicBezTo>
                      <a:pt x="31393" y="73007"/>
                      <a:pt x="31700" y="73007"/>
                      <a:pt x="31929" y="72892"/>
                    </a:cubicBezTo>
                    <a:lnTo>
                      <a:pt x="32044" y="72931"/>
                    </a:lnTo>
                    <a:cubicBezTo>
                      <a:pt x="32350" y="73045"/>
                      <a:pt x="32618" y="73045"/>
                      <a:pt x="32810" y="73007"/>
                    </a:cubicBezTo>
                    <a:cubicBezTo>
                      <a:pt x="33384" y="73160"/>
                      <a:pt x="33805" y="72931"/>
                      <a:pt x="34073" y="72548"/>
                    </a:cubicBezTo>
                    <a:cubicBezTo>
                      <a:pt x="34494" y="72548"/>
                      <a:pt x="34877" y="72548"/>
                      <a:pt x="35298" y="72509"/>
                    </a:cubicBezTo>
                    <a:cubicBezTo>
                      <a:pt x="35528" y="72471"/>
                      <a:pt x="35681" y="72433"/>
                      <a:pt x="35834" y="72318"/>
                    </a:cubicBezTo>
                    <a:cubicBezTo>
                      <a:pt x="35987" y="72280"/>
                      <a:pt x="36102" y="72241"/>
                      <a:pt x="36217" y="72165"/>
                    </a:cubicBezTo>
                    <a:cubicBezTo>
                      <a:pt x="40352" y="71131"/>
                      <a:pt x="43912" y="68145"/>
                      <a:pt x="46937" y="65197"/>
                    </a:cubicBezTo>
                    <a:cubicBezTo>
                      <a:pt x="47817" y="64355"/>
                      <a:pt x="48621" y="63475"/>
                      <a:pt x="49425" y="62556"/>
                    </a:cubicBezTo>
                    <a:cubicBezTo>
                      <a:pt x="49425" y="62556"/>
                      <a:pt x="49425" y="62556"/>
                      <a:pt x="49425" y="62556"/>
                    </a:cubicBezTo>
                    <a:cubicBezTo>
                      <a:pt x="51148" y="62403"/>
                      <a:pt x="52985" y="58804"/>
                      <a:pt x="53904" y="57387"/>
                    </a:cubicBezTo>
                    <a:cubicBezTo>
                      <a:pt x="58537" y="49731"/>
                      <a:pt x="61484" y="41002"/>
                      <a:pt x="62020" y="32082"/>
                    </a:cubicBezTo>
                    <a:cubicBezTo>
                      <a:pt x="62327" y="26569"/>
                      <a:pt x="62748" y="20252"/>
                      <a:pt x="60144" y="15237"/>
                    </a:cubicBezTo>
                    <a:cubicBezTo>
                      <a:pt x="59073" y="13093"/>
                      <a:pt x="57618" y="10988"/>
                      <a:pt x="55857" y="9188"/>
                    </a:cubicBezTo>
                    <a:cubicBezTo>
                      <a:pt x="56201" y="8614"/>
                      <a:pt x="56125" y="7772"/>
                      <a:pt x="55282" y="7465"/>
                    </a:cubicBezTo>
                    <a:cubicBezTo>
                      <a:pt x="54593" y="7236"/>
                      <a:pt x="53866" y="6968"/>
                      <a:pt x="53139" y="6738"/>
                    </a:cubicBezTo>
                    <a:cubicBezTo>
                      <a:pt x="53177" y="6700"/>
                      <a:pt x="53215" y="6623"/>
                      <a:pt x="53253" y="6585"/>
                    </a:cubicBezTo>
                    <a:cubicBezTo>
                      <a:pt x="53521" y="6011"/>
                      <a:pt x="53330" y="5283"/>
                      <a:pt x="52756" y="5015"/>
                    </a:cubicBezTo>
                    <a:cubicBezTo>
                      <a:pt x="52181" y="4709"/>
                      <a:pt x="51607" y="4479"/>
                      <a:pt x="51071" y="4211"/>
                    </a:cubicBezTo>
                    <a:cubicBezTo>
                      <a:pt x="51110" y="3714"/>
                      <a:pt x="50842" y="3139"/>
                      <a:pt x="50152" y="2986"/>
                    </a:cubicBezTo>
                    <a:cubicBezTo>
                      <a:pt x="48927" y="2795"/>
                      <a:pt x="47664" y="2527"/>
                      <a:pt x="46439" y="2259"/>
                    </a:cubicBezTo>
                    <a:cubicBezTo>
                      <a:pt x="46554" y="1685"/>
                      <a:pt x="46286" y="1034"/>
                      <a:pt x="45520" y="881"/>
                    </a:cubicBezTo>
                    <a:cubicBezTo>
                      <a:pt x="42228" y="345"/>
                      <a:pt x="38246" y="153"/>
                      <a:pt x="34150" y="306"/>
                    </a:cubicBezTo>
                    <a:lnTo>
                      <a:pt x="34150" y="306"/>
                    </a:lnTo>
                    <a:close/>
                    <a:moveTo>
                      <a:pt x="29900" y="3025"/>
                    </a:moveTo>
                    <a:cubicBezTo>
                      <a:pt x="26723" y="3407"/>
                      <a:pt x="23583" y="4020"/>
                      <a:pt x="20559" y="4977"/>
                    </a:cubicBezTo>
                    <a:cubicBezTo>
                      <a:pt x="15774" y="6853"/>
                      <a:pt x="11677" y="10337"/>
                      <a:pt x="8576" y="14395"/>
                    </a:cubicBezTo>
                    <a:cubicBezTo>
                      <a:pt x="8461" y="14548"/>
                      <a:pt x="8347" y="14739"/>
                      <a:pt x="8232" y="14893"/>
                    </a:cubicBezTo>
                    <a:cubicBezTo>
                      <a:pt x="7619" y="16118"/>
                      <a:pt x="7160" y="17381"/>
                      <a:pt x="6930" y="18644"/>
                    </a:cubicBezTo>
                    <a:cubicBezTo>
                      <a:pt x="7772" y="18453"/>
                      <a:pt x="8615" y="18300"/>
                      <a:pt x="9112" y="18261"/>
                    </a:cubicBezTo>
                    <a:cubicBezTo>
                      <a:pt x="12290" y="17496"/>
                      <a:pt x="17228" y="18912"/>
                      <a:pt x="20483" y="17764"/>
                    </a:cubicBezTo>
                    <a:cubicBezTo>
                      <a:pt x="20827" y="17649"/>
                      <a:pt x="21133" y="17496"/>
                      <a:pt x="21440" y="17343"/>
                    </a:cubicBezTo>
                    <a:cubicBezTo>
                      <a:pt x="22282" y="16845"/>
                      <a:pt x="22665" y="15926"/>
                      <a:pt x="23239" y="15237"/>
                    </a:cubicBezTo>
                    <a:cubicBezTo>
                      <a:pt x="23737" y="14931"/>
                      <a:pt x="24311" y="15658"/>
                      <a:pt x="23851" y="16041"/>
                    </a:cubicBezTo>
                    <a:cubicBezTo>
                      <a:pt x="23813" y="16041"/>
                      <a:pt x="23813" y="16079"/>
                      <a:pt x="23813" y="16079"/>
                    </a:cubicBezTo>
                    <a:cubicBezTo>
                      <a:pt x="23813" y="16156"/>
                      <a:pt x="23775" y="16194"/>
                      <a:pt x="23737" y="16232"/>
                    </a:cubicBezTo>
                    <a:cubicBezTo>
                      <a:pt x="23239" y="17534"/>
                      <a:pt x="22129" y="18300"/>
                      <a:pt x="20904" y="18721"/>
                    </a:cubicBezTo>
                    <a:cubicBezTo>
                      <a:pt x="16846" y="20520"/>
                      <a:pt x="10912" y="18415"/>
                      <a:pt x="6739" y="19908"/>
                    </a:cubicBezTo>
                    <a:lnTo>
                      <a:pt x="6739" y="20061"/>
                    </a:lnTo>
                    <a:cubicBezTo>
                      <a:pt x="6700" y="20597"/>
                      <a:pt x="6662" y="21133"/>
                      <a:pt x="6700" y="21669"/>
                    </a:cubicBezTo>
                    <a:cubicBezTo>
                      <a:pt x="6930" y="22970"/>
                      <a:pt x="7236" y="24234"/>
                      <a:pt x="7313" y="25574"/>
                    </a:cubicBezTo>
                    <a:cubicBezTo>
                      <a:pt x="7389" y="26990"/>
                      <a:pt x="7160" y="28445"/>
                      <a:pt x="6968" y="29861"/>
                    </a:cubicBezTo>
                    <a:cubicBezTo>
                      <a:pt x="4710" y="41461"/>
                      <a:pt x="9112" y="51836"/>
                      <a:pt x="16578" y="60106"/>
                    </a:cubicBezTo>
                    <a:cubicBezTo>
                      <a:pt x="17879" y="61407"/>
                      <a:pt x="19257" y="62671"/>
                      <a:pt x="20712" y="63857"/>
                    </a:cubicBezTo>
                    <a:cubicBezTo>
                      <a:pt x="21669" y="64585"/>
                      <a:pt x="22665" y="65350"/>
                      <a:pt x="23660" y="66040"/>
                    </a:cubicBezTo>
                    <a:cubicBezTo>
                      <a:pt x="25000" y="66767"/>
                      <a:pt x="26340" y="67379"/>
                      <a:pt x="27756" y="67915"/>
                    </a:cubicBezTo>
                    <a:cubicBezTo>
                      <a:pt x="29249" y="68298"/>
                      <a:pt x="30743" y="68490"/>
                      <a:pt x="32274" y="68681"/>
                    </a:cubicBezTo>
                    <a:cubicBezTo>
                      <a:pt x="32427" y="68681"/>
                      <a:pt x="32542" y="68681"/>
                      <a:pt x="32695" y="68719"/>
                    </a:cubicBezTo>
                    <a:lnTo>
                      <a:pt x="32695" y="68719"/>
                    </a:lnTo>
                    <a:cubicBezTo>
                      <a:pt x="38974" y="68375"/>
                      <a:pt x="44180" y="64393"/>
                      <a:pt x="48277" y="59187"/>
                    </a:cubicBezTo>
                    <a:cubicBezTo>
                      <a:pt x="53675" y="51530"/>
                      <a:pt x="57235" y="41997"/>
                      <a:pt x="55359" y="32656"/>
                    </a:cubicBezTo>
                    <a:cubicBezTo>
                      <a:pt x="54134" y="26875"/>
                      <a:pt x="53828" y="26339"/>
                      <a:pt x="54708" y="20482"/>
                    </a:cubicBezTo>
                    <a:cubicBezTo>
                      <a:pt x="51148" y="19487"/>
                      <a:pt x="48047" y="19946"/>
                      <a:pt x="44065" y="19563"/>
                    </a:cubicBezTo>
                    <a:cubicBezTo>
                      <a:pt x="41998" y="19104"/>
                      <a:pt x="39854" y="17726"/>
                      <a:pt x="39242" y="15620"/>
                    </a:cubicBezTo>
                    <a:cubicBezTo>
                      <a:pt x="39778" y="14395"/>
                      <a:pt x="40505" y="16003"/>
                      <a:pt x="40811" y="16539"/>
                    </a:cubicBezTo>
                    <a:cubicBezTo>
                      <a:pt x="41271" y="17190"/>
                      <a:pt x="41921" y="17687"/>
                      <a:pt x="42649" y="17994"/>
                    </a:cubicBezTo>
                    <a:cubicBezTo>
                      <a:pt x="43032" y="17228"/>
                      <a:pt x="44525" y="18108"/>
                      <a:pt x="45252" y="17994"/>
                    </a:cubicBezTo>
                    <a:cubicBezTo>
                      <a:pt x="46669" y="18032"/>
                      <a:pt x="48123" y="17764"/>
                      <a:pt x="49578" y="17879"/>
                    </a:cubicBezTo>
                    <a:cubicBezTo>
                      <a:pt x="51339" y="17994"/>
                      <a:pt x="53100" y="18453"/>
                      <a:pt x="54746" y="19104"/>
                    </a:cubicBezTo>
                    <a:cubicBezTo>
                      <a:pt x="54708" y="18721"/>
                      <a:pt x="54632" y="18300"/>
                      <a:pt x="54593" y="17917"/>
                    </a:cubicBezTo>
                    <a:cubicBezTo>
                      <a:pt x="53100" y="12672"/>
                      <a:pt x="49157" y="8384"/>
                      <a:pt x="44601" y="5398"/>
                    </a:cubicBezTo>
                    <a:cubicBezTo>
                      <a:pt x="40964" y="4135"/>
                      <a:pt x="37174" y="3254"/>
                      <a:pt x="33346" y="2871"/>
                    </a:cubicBezTo>
                    <a:cubicBezTo>
                      <a:pt x="32197" y="2871"/>
                      <a:pt x="31049" y="2948"/>
                      <a:pt x="29900" y="3025"/>
                    </a:cubicBezTo>
                    <a:lnTo>
                      <a:pt x="29900" y="3025"/>
                    </a:lnTo>
                    <a:close/>
                    <a:moveTo>
                      <a:pt x="40428" y="35106"/>
                    </a:moveTo>
                    <a:cubicBezTo>
                      <a:pt x="39931" y="34188"/>
                      <a:pt x="39318" y="34647"/>
                      <a:pt x="38820" y="35298"/>
                    </a:cubicBezTo>
                    <a:cubicBezTo>
                      <a:pt x="38323" y="35719"/>
                      <a:pt x="37672" y="35757"/>
                      <a:pt x="37021" y="35795"/>
                    </a:cubicBezTo>
                    <a:cubicBezTo>
                      <a:pt x="34533" y="36255"/>
                      <a:pt x="34035" y="37824"/>
                      <a:pt x="30857" y="37097"/>
                    </a:cubicBezTo>
                    <a:cubicBezTo>
                      <a:pt x="29709" y="36867"/>
                      <a:pt x="28714" y="36178"/>
                      <a:pt x="27565" y="35949"/>
                    </a:cubicBezTo>
                    <a:cubicBezTo>
                      <a:pt x="26493" y="35757"/>
                      <a:pt x="25421" y="36485"/>
                      <a:pt x="24349" y="36178"/>
                    </a:cubicBezTo>
                    <a:cubicBezTo>
                      <a:pt x="23354" y="35872"/>
                      <a:pt x="23851" y="34723"/>
                      <a:pt x="23086" y="34685"/>
                    </a:cubicBezTo>
                    <a:cubicBezTo>
                      <a:pt x="22626" y="34647"/>
                      <a:pt x="22435" y="35145"/>
                      <a:pt x="22588" y="35527"/>
                    </a:cubicBezTo>
                    <a:cubicBezTo>
                      <a:pt x="21248" y="36944"/>
                      <a:pt x="21822" y="39432"/>
                      <a:pt x="23354" y="40504"/>
                    </a:cubicBezTo>
                    <a:cubicBezTo>
                      <a:pt x="25115" y="41653"/>
                      <a:pt x="27220" y="41959"/>
                      <a:pt x="29249" y="42112"/>
                    </a:cubicBezTo>
                    <a:cubicBezTo>
                      <a:pt x="32350" y="42151"/>
                      <a:pt x="36906" y="42036"/>
                      <a:pt x="39395" y="40121"/>
                    </a:cubicBezTo>
                    <a:cubicBezTo>
                      <a:pt x="40581" y="38782"/>
                      <a:pt x="41194" y="36753"/>
                      <a:pt x="40428" y="35106"/>
                    </a:cubicBezTo>
                    <a:close/>
                  </a:path>
                </a:pathLst>
              </a:custGeom>
              <a:solidFill>
                <a:srgbClr val="DBAA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47"/>
              <p:cNvSpPr/>
              <p:nvPr/>
            </p:nvSpPr>
            <p:spPr>
              <a:xfrm>
                <a:off x="4126775" y="2474150"/>
                <a:ext cx="1093025" cy="1063375"/>
              </a:xfrm>
              <a:custGeom>
                <a:avLst/>
                <a:gdLst/>
                <a:ahLst/>
                <a:cxnLst/>
                <a:rect l="l" t="t" r="r" b="b"/>
                <a:pathLst>
                  <a:path w="43721" h="42535" extrusionOk="0">
                    <a:moveTo>
                      <a:pt x="9610" y="5016"/>
                    </a:moveTo>
                    <a:cubicBezTo>
                      <a:pt x="8423" y="3178"/>
                      <a:pt x="6011" y="2910"/>
                      <a:pt x="4021" y="3140"/>
                    </a:cubicBezTo>
                    <a:cubicBezTo>
                      <a:pt x="3102" y="3140"/>
                      <a:pt x="1494" y="4786"/>
                      <a:pt x="1149" y="3255"/>
                    </a:cubicBezTo>
                    <a:cubicBezTo>
                      <a:pt x="1" y="2183"/>
                      <a:pt x="2260" y="1417"/>
                      <a:pt x="3064" y="1149"/>
                    </a:cubicBezTo>
                    <a:cubicBezTo>
                      <a:pt x="4480" y="728"/>
                      <a:pt x="6126" y="652"/>
                      <a:pt x="7505" y="1264"/>
                    </a:cubicBezTo>
                    <a:cubicBezTo>
                      <a:pt x="8844" y="1877"/>
                      <a:pt x="10223" y="2872"/>
                      <a:pt x="10835" y="4250"/>
                    </a:cubicBezTo>
                    <a:cubicBezTo>
                      <a:pt x="11103" y="5016"/>
                      <a:pt x="10146" y="5629"/>
                      <a:pt x="9610" y="5016"/>
                    </a:cubicBezTo>
                    <a:lnTo>
                      <a:pt x="9610" y="5016"/>
                    </a:lnTo>
                    <a:close/>
                    <a:moveTo>
                      <a:pt x="20100" y="42036"/>
                    </a:moveTo>
                    <a:cubicBezTo>
                      <a:pt x="19564" y="42036"/>
                      <a:pt x="19028" y="41577"/>
                      <a:pt x="19181" y="41003"/>
                    </a:cubicBezTo>
                    <a:cubicBezTo>
                      <a:pt x="19985" y="39739"/>
                      <a:pt x="22435" y="39625"/>
                      <a:pt x="23813" y="39701"/>
                    </a:cubicBezTo>
                    <a:cubicBezTo>
                      <a:pt x="26149" y="39892"/>
                      <a:pt x="26110" y="42534"/>
                      <a:pt x="23584" y="41768"/>
                    </a:cubicBezTo>
                    <a:cubicBezTo>
                      <a:pt x="22512" y="42036"/>
                      <a:pt x="21248" y="41922"/>
                      <a:pt x="20100" y="42036"/>
                    </a:cubicBezTo>
                    <a:lnTo>
                      <a:pt x="20100" y="42036"/>
                    </a:lnTo>
                    <a:close/>
                    <a:moveTo>
                      <a:pt x="20942" y="14242"/>
                    </a:moveTo>
                    <a:cubicBezTo>
                      <a:pt x="19870" y="14128"/>
                      <a:pt x="18377" y="12788"/>
                      <a:pt x="19832" y="12022"/>
                    </a:cubicBezTo>
                    <a:cubicBezTo>
                      <a:pt x="20521" y="11831"/>
                      <a:pt x="21287" y="12060"/>
                      <a:pt x="22014" y="12022"/>
                    </a:cubicBezTo>
                    <a:cubicBezTo>
                      <a:pt x="22895" y="12022"/>
                      <a:pt x="23967" y="11945"/>
                      <a:pt x="24503" y="12749"/>
                    </a:cubicBezTo>
                    <a:cubicBezTo>
                      <a:pt x="25039" y="14664"/>
                      <a:pt x="22129" y="14587"/>
                      <a:pt x="20942" y="14242"/>
                    </a:cubicBezTo>
                    <a:close/>
                    <a:moveTo>
                      <a:pt x="33499" y="5246"/>
                    </a:moveTo>
                    <a:cubicBezTo>
                      <a:pt x="32657" y="4633"/>
                      <a:pt x="33576" y="3600"/>
                      <a:pt x="34073" y="3102"/>
                    </a:cubicBezTo>
                    <a:cubicBezTo>
                      <a:pt x="36447" y="460"/>
                      <a:pt x="41041" y="1"/>
                      <a:pt x="43491" y="2757"/>
                    </a:cubicBezTo>
                    <a:cubicBezTo>
                      <a:pt x="43721" y="3064"/>
                      <a:pt x="43644" y="3523"/>
                      <a:pt x="43338" y="3753"/>
                    </a:cubicBezTo>
                    <a:cubicBezTo>
                      <a:pt x="42687" y="4250"/>
                      <a:pt x="42266" y="3446"/>
                      <a:pt x="41769" y="3140"/>
                    </a:cubicBezTo>
                    <a:cubicBezTo>
                      <a:pt x="39433" y="1532"/>
                      <a:pt x="36179" y="2413"/>
                      <a:pt x="34571" y="4671"/>
                    </a:cubicBezTo>
                    <a:cubicBezTo>
                      <a:pt x="34533" y="5169"/>
                      <a:pt x="33959" y="5514"/>
                      <a:pt x="33499" y="5246"/>
                    </a:cubicBezTo>
                    <a:close/>
                  </a:path>
                </a:pathLst>
              </a:custGeom>
              <a:solidFill>
                <a:srgbClr val="F8D8C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47"/>
              <p:cNvSpPr/>
              <p:nvPr/>
            </p:nvSpPr>
            <p:spPr>
              <a:xfrm>
                <a:off x="3980350" y="2727800"/>
                <a:ext cx="386700" cy="391475"/>
              </a:xfrm>
              <a:custGeom>
                <a:avLst/>
                <a:gdLst/>
                <a:ahLst/>
                <a:cxnLst/>
                <a:rect l="l" t="t" r="r" b="b"/>
                <a:pathLst>
                  <a:path w="15468" h="15659" extrusionOk="0">
                    <a:moveTo>
                      <a:pt x="14166" y="7389"/>
                    </a:moveTo>
                    <a:cubicBezTo>
                      <a:pt x="15467" y="11523"/>
                      <a:pt x="11600" y="15658"/>
                      <a:pt x="7428" y="15237"/>
                    </a:cubicBezTo>
                    <a:cubicBezTo>
                      <a:pt x="5322" y="15160"/>
                      <a:pt x="3293" y="14127"/>
                      <a:pt x="2374" y="12174"/>
                    </a:cubicBezTo>
                    <a:cubicBezTo>
                      <a:pt x="1034" y="10643"/>
                      <a:pt x="77" y="8690"/>
                      <a:pt x="39" y="6661"/>
                    </a:cubicBezTo>
                    <a:cubicBezTo>
                      <a:pt x="1" y="4786"/>
                      <a:pt x="575" y="2795"/>
                      <a:pt x="2221" y="1761"/>
                    </a:cubicBezTo>
                    <a:cubicBezTo>
                      <a:pt x="4748" y="0"/>
                      <a:pt x="7887" y="651"/>
                      <a:pt x="10337" y="2374"/>
                    </a:cubicBezTo>
                    <a:cubicBezTo>
                      <a:pt x="12213" y="3446"/>
                      <a:pt x="13821" y="5015"/>
                      <a:pt x="14166" y="7236"/>
                    </a:cubicBezTo>
                    <a:close/>
                  </a:path>
                </a:pathLst>
              </a:custGeom>
              <a:solidFill>
                <a:srgbClr val="EEA0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47"/>
              <p:cNvSpPr/>
              <p:nvPr/>
            </p:nvSpPr>
            <p:spPr>
              <a:xfrm>
                <a:off x="4968075" y="2673225"/>
                <a:ext cx="464200" cy="445075"/>
              </a:xfrm>
              <a:custGeom>
                <a:avLst/>
                <a:gdLst/>
                <a:ahLst/>
                <a:cxnLst/>
                <a:rect l="l" t="t" r="r" b="b"/>
                <a:pathLst>
                  <a:path w="18568" h="17803" extrusionOk="0">
                    <a:moveTo>
                      <a:pt x="6126" y="3140"/>
                    </a:moveTo>
                    <a:cubicBezTo>
                      <a:pt x="12672" y="1"/>
                      <a:pt x="18568" y="5169"/>
                      <a:pt x="15161" y="11984"/>
                    </a:cubicBezTo>
                    <a:cubicBezTo>
                      <a:pt x="13400" y="16386"/>
                      <a:pt x="7389" y="17803"/>
                      <a:pt x="3790" y="14740"/>
                    </a:cubicBezTo>
                    <a:cubicBezTo>
                      <a:pt x="0" y="11027"/>
                      <a:pt x="1723" y="5475"/>
                      <a:pt x="6126" y="3140"/>
                    </a:cubicBezTo>
                    <a:close/>
                  </a:path>
                </a:pathLst>
              </a:custGeom>
              <a:solidFill>
                <a:srgbClr val="EEA0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Google Shape;2849;p47"/>
              <p:cNvSpPr/>
              <p:nvPr/>
            </p:nvSpPr>
            <p:spPr>
              <a:xfrm>
                <a:off x="4348825" y="3038850"/>
                <a:ext cx="703500" cy="337875"/>
              </a:xfrm>
              <a:custGeom>
                <a:avLst/>
                <a:gdLst/>
                <a:ahLst/>
                <a:cxnLst/>
                <a:rect l="l" t="t" r="r" b="b"/>
                <a:pathLst>
                  <a:path w="28140" h="13515" extrusionOk="0">
                    <a:moveTo>
                      <a:pt x="1226" y="3446"/>
                    </a:moveTo>
                    <a:cubicBezTo>
                      <a:pt x="1264" y="3369"/>
                      <a:pt x="1379" y="3254"/>
                      <a:pt x="1494" y="3216"/>
                    </a:cubicBezTo>
                    <a:cubicBezTo>
                      <a:pt x="1838" y="3025"/>
                      <a:pt x="2221" y="2910"/>
                      <a:pt x="2604" y="2757"/>
                    </a:cubicBezTo>
                    <a:cubicBezTo>
                      <a:pt x="4059" y="2221"/>
                      <a:pt x="5973" y="1876"/>
                      <a:pt x="6662" y="1685"/>
                    </a:cubicBezTo>
                    <a:cubicBezTo>
                      <a:pt x="13477" y="230"/>
                      <a:pt x="20865" y="0"/>
                      <a:pt x="27412" y="2757"/>
                    </a:cubicBezTo>
                    <a:cubicBezTo>
                      <a:pt x="27795" y="2986"/>
                      <a:pt x="27795" y="3369"/>
                      <a:pt x="27642" y="3675"/>
                    </a:cubicBezTo>
                    <a:cubicBezTo>
                      <a:pt x="27718" y="3752"/>
                      <a:pt x="27756" y="3829"/>
                      <a:pt x="27795" y="3943"/>
                    </a:cubicBezTo>
                    <a:cubicBezTo>
                      <a:pt x="28024" y="4097"/>
                      <a:pt x="28139" y="4403"/>
                      <a:pt x="27948" y="4747"/>
                    </a:cubicBezTo>
                    <a:cubicBezTo>
                      <a:pt x="26914" y="7083"/>
                      <a:pt x="24885" y="8844"/>
                      <a:pt x="22933" y="10413"/>
                    </a:cubicBezTo>
                    <a:cubicBezTo>
                      <a:pt x="20253" y="12596"/>
                      <a:pt x="16769" y="13514"/>
                      <a:pt x="13362" y="13438"/>
                    </a:cubicBezTo>
                    <a:cubicBezTo>
                      <a:pt x="7696" y="13476"/>
                      <a:pt x="2757" y="9341"/>
                      <a:pt x="192" y="4518"/>
                    </a:cubicBezTo>
                    <a:cubicBezTo>
                      <a:pt x="1" y="3982"/>
                      <a:pt x="537" y="3484"/>
                      <a:pt x="1073" y="3599"/>
                    </a:cubicBezTo>
                    <a:cubicBezTo>
                      <a:pt x="1111" y="3561"/>
                      <a:pt x="1149" y="3522"/>
                      <a:pt x="1226" y="3446"/>
                    </a:cubicBezTo>
                    <a:lnTo>
                      <a:pt x="1226" y="3446"/>
                    </a:lnTo>
                    <a:close/>
                    <a:moveTo>
                      <a:pt x="4289" y="3752"/>
                    </a:moveTo>
                    <a:cubicBezTo>
                      <a:pt x="3599" y="3943"/>
                      <a:pt x="2910" y="4173"/>
                      <a:pt x="2221" y="4479"/>
                    </a:cubicBezTo>
                    <a:cubicBezTo>
                      <a:pt x="2221" y="4518"/>
                      <a:pt x="2183" y="4518"/>
                      <a:pt x="2145" y="4556"/>
                    </a:cubicBezTo>
                    <a:cubicBezTo>
                      <a:pt x="2987" y="5781"/>
                      <a:pt x="4059" y="6776"/>
                      <a:pt x="5246" y="7657"/>
                    </a:cubicBezTo>
                    <a:cubicBezTo>
                      <a:pt x="9227" y="10681"/>
                      <a:pt x="14855" y="11868"/>
                      <a:pt x="19487" y="9686"/>
                    </a:cubicBezTo>
                    <a:cubicBezTo>
                      <a:pt x="22090" y="8538"/>
                      <a:pt x="24617" y="6930"/>
                      <a:pt x="26110" y="4441"/>
                    </a:cubicBezTo>
                    <a:cubicBezTo>
                      <a:pt x="26149" y="4365"/>
                      <a:pt x="26187" y="4250"/>
                      <a:pt x="26225" y="4173"/>
                    </a:cubicBezTo>
                    <a:cubicBezTo>
                      <a:pt x="26110" y="4250"/>
                      <a:pt x="25919" y="4326"/>
                      <a:pt x="25689" y="4250"/>
                    </a:cubicBezTo>
                    <a:cubicBezTo>
                      <a:pt x="25077" y="4058"/>
                      <a:pt x="24464" y="3905"/>
                      <a:pt x="23852" y="3752"/>
                    </a:cubicBezTo>
                    <a:cubicBezTo>
                      <a:pt x="18377" y="2297"/>
                      <a:pt x="12558" y="2144"/>
                      <a:pt x="6930" y="3101"/>
                    </a:cubicBezTo>
                    <a:cubicBezTo>
                      <a:pt x="6050" y="3293"/>
                      <a:pt x="5169" y="3484"/>
                      <a:pt x="4289" y="3752"/>
                    </a:cubicBezTo>
                    <a:lnTo>
                      <a:pt x="4289" y="3752"/>
                    </a:lnTo>
                    <a:close/>
                    <a:moveTo>
                      <a:pt x="728" y="4977"/>
                    </a:moveTo>
                    <a:lnTo>
                      <a:pt x="728" y="4977"/>
                    </a:lnTo>
                    <a:cubicBezTo>
                      <a:pt x="728" y="4977"/>
                      <a:pt x="690" y="4977"/>
                      <a:pt x="690" y="4977"/>
                    </a:cubicBezTo>
                    <a:lnTo>
                      <a:pt x="728" y="4977"/>
                    </a:lnTo>
                    <a:close/>
                  </a:path>
                </a:pathLst>
              </a:custGeom>
              <a:solidFill>
                <a:srgbClr val="E9846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Google Shape;2850;p47"/>
              <p:cNvSpPr/>
              <p:nvPr/>
            </p:nvSpPr>
            <p:spPr>
              <a:xfrm>
                <a:off x="4134450" y="2547850"/>
                <a:ext cx="1081525" cy="92875"/>
              </a:xfrm>
              <a:custGeom>
                <a:avLst/>
                <a:gdLst/>
                <a:ahLst/>
                <a:cxnLst/>
                <a:rect l="l" t="t" r="r" b="b"/>
                <a:pathLst>
                  <a:path w="43261" h="3715" extrusionOk="0">
                    <a:moveTo>
                      <a:pt x="1914" y="498"/>
                    </a:moveTo>
                    <a:cubicBezTo>
                      <a:pt x="2144" y="269"/>
                      <a:pt x="2565" y="192"/>
                      <a:pt x="2910" y="460"/>
                    </a:cubicBezTo>
                    <a:cubicBezTo>
                      <a:pt x="3293" y="766"/>
                      <a:pt x="3752" y="996"/>
                      <a:pt x="4211" y="1226"/>
                    </a:cubicBezTo>
                    <a:cubicBezTo>
                      <a:pt x="4786" y="537"/>
                      <a:pt x="6317" y="1226"/>
                      <a:pt x="7121" y="1188"/>
                    </a:cubicBezTo>
                    <a:cubicBezTo>
                      <a:pt x="8155" y="1379"/>
                      <a:pt x="11524" y="1379"/>
                      <a:pt x="10145" y="3102"/>
                    </a:cubicBezTo>
                    <a:cubicBezTo>
                      <a:pt x="8614" y="3714"/>
                      <a:pt x="6815" y="3599"/>
                      <a:pt x="5207" y="3255"/>
                    </a:cubicBezTo>
                    <a:cubicBezTo>
                      <a:pt x="3714" y="3102"/>
                      <a:pt x="2259" y="2757"/>
                      <a:pt x="996" y="1991"/>
                    </a:cubicBezTo>
                    <a:cubicBezTo>
                      <a:pt x="0" y="1264"/>
                      <a:pt x="1072" y="39"/>
                      <a:pt x="1876" y="498"/>
                    </a:cubicBezTo>
                    <a:lnTo>
                      <a:pt x="1876" y="498"/>
                    </a:lnTo>
                    <a:close/>
                    <a:moveTo>
                      <a:pt x="38399" y="1034"/>
                    </a:moveTo>
                    <a:cubicBezTo>
                      <a:pt x="38743" y="881"/>
                      <a:pt x="39203" y="805"/>
                      <a:pt x="39624" y="766"/>
                    </a:cubicBezTo>
                    <a:cubicBezTo>
                      <a:pt x="40160" y="575"/>
                      <a:pt x="40658" y="384"/>
                      <a:pt x="41155" y="154"/>
                    </a:cubicBezTo>
                    <a:cubicBezTo>
                      <a:pt x="41423" y="1"/>
                      <a:pt x="41768" y="1"/>
                      <a:pt x="41997" y="192"/>
                    </a:cubicBezTo>
                    <a:cubicBezTo>
                      <a:pt x="42648" y="39"/>
                      <a:pt x="43146" y="116"/>
                      <a:pt x="43261" y="920"/>
                    </a:cubicBezTo>
                    <a:cubicBezTo>
                      <a:pt x="43223" y="1456"/>
                      <a:pt x="42840" y="1685"/>
                      <a:pt x="42342" y="1838"/>
                    </a:cubicBezTo>
                    <a:cubicBezTo>
                      <a:pt x="40658" y="2795"/>
                      <a:pt x="38743" y="3255"/>
                      <a:pt x="36791" y="3140"/>
                    </a:cubicBezTo>
                    <a:cubicBezTo>
                      <a:pt x="36102" y="3063"/>
                      <a:pt x="34341" y="3140"/>
                      <a:pt x="33575" y="2604"/>
                    </a:cubicBezTo>
                    <a:cubicBezTo>
                      <a:pt x="33498" y="2604"/>
                      <a:pt x="33460" y="2566"/>
                      <a:pt x="33384" y="2527"/>
                    </a:cubicBezTo>
                    <a:cubicBezTo>
                      <a:pt x="32656" y="2145"/>
                      <a:pt x="32963" y="996"/>
                      <a:pt x="33766" y="996"/>
                    </a:cubicBezTo>
                    <a:cubicBezTo>
                      <a:pt x="35298" y="1341"/>
                      <a:pt x="36867" y="1302"/>
                      <a:pt x="38399" y="1034"/>
                    </a:cubicBezTo>
                    <a:close/>
                  </a:path>
                </a:pathLst>
              </a:custGeom>
              <a:solidFill>
                <a:srgbClr val="F5E9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Google Shape;2851;p47"/>
              <p:cNvSpPr/>
              <p:nvPr/>
            </p:nvSpPr>
            <p:spPr>
              <a:xfrm>
                <a:off x="4025325" y="2292300"/>
                <a:ext cx="1274875" cy="138825"/>
              </a:xfrm>
              <a:custGeom>
                <a:avLst/>
                <a:gdLst/>
                <a:ahLst/>
                <a:cxnLst/>
                <a:rect l="l" t="t" r="r" b="b"/>
                <a:pathLst>
                  <a:path w="50995" h="5553" extrusionOk="0">
                    <a:moveTo>
                      <a:pt x="17765" y="346"/>
                    </a:moveTo>
                    <a:cubicBezTo>
                      <a:pt x="18454" y="1"/>
                      <a:pt x="19181" y="882"/>
                      <a:pt x="18607" y="1456"/>
                    </a:cubicBezTo>
                    <a:cubicBezTo>
                      <a:pt x="18262" y="2757"/>
                      <a:pt x="16348" y="3179"/>
                      <a:pt x="15200" y="3408"/>
                    </a:cubicBezTo>
                    <a:cubicBezTo>
                      <a:pt x="13438" y="3485"/>
                      <a:pt x="11639" y="3447"/>
                      <a:pt x="9878" y="3561"/>
                    </a:cubicBezTo>
                    <a:cubicBezTo>
                      <a:pt x="6892" y="3638"/>
                      <a:pt x="3906" y="3753"/>
                      <a:pt x="996" y="4480"/>
                    </a:cubicBezTo>
                    <a:cubicBezTo>
                      <a:pt x="231" y="4480"/>
                      <a:pt x="1" y="3370"/>
                      <a:pt x="728" y="3102"/>
                    </a:cubicBezTo>
                    <a:cubicBezTo>
                      <a:pt x="2030" y="2643"/>
                      <a:pt x="3485" y="2451"/>
                      <a:pt x="4786" y="1992"/>
                    </a:cubicBezTo>
                    <a:cubicBezTo>
                      <a:pt x="5361" y="767"/>
                      <a:pt x="12711" y="614"/>
                      <a:pt x="14281" y="460"/>
                    </a:cubicBezTo>
                    <a:cubicBezTo>
                      <a:pt x="15429" y="346"/>
                      <a:pt x="16616" y="422"/>
                      <a:pt x="17765" y="346"/>
                    </a:cubicBezTo>
                    <a:lnTo>
                      <a:pt x="17765" y="346"/>
                    </a:lnTo>
                    <a:close/>
                    <a:moveTo>
                      <a:pt x="45980" y="4327"/>
                    </a:moveTo>
                    <a:cubicBezTo>
                      <a:pt x="45482" y="4289"/>
                      <a:pt x="44984" y="4289"/>
                      <a:pt x="44487" y="4250"/>
                    </a:cubicBezTo>
                    <a:cubicBezTo>
                      <a:pt x="44333" y="4212"/>
                      <a:pt x="44180" y="4136"/>
                      <a:pt x="44065" y="4021"/>
                    </a:cubicBezTo>
                    <a:cubicBezTo>
                      <a:pt x="43797" y="3982"/>
                      <a:pt x="43529" y="3944"/>
                      <a:pt x="43300" y="3906"/>
                    </a:cubicBezTo>
                    <a:cubicBezTo>
                      <a:pt x="42343" y="3868"/>
                      <a:pt x="41424" y="3829"/>
                      <a:pt x="40505" y="3715"/>
                    </a:cubicBezTo>
                    <a:cubicBezTo>
                      <a:pt x="40390" y="3829"/>
                      <a:pt x="40237" y="3906"/>
                      <a:pt x="40007" y="3906"/>
                    </a:cubicBezTo>
                    <a:cubicBezTo>
                      <a:pt x="38974" y="3906"/>
                      <a:pt x="37940" y="3829"/>
                      <a:pt x="37021" y="3447"/>
                    </a:cubicBezTo>
                    <a:cubicBezTo>
                      <a:pt x="36524" y="3332"/>
                      <a:pt x="36294" y="3102"/>
                      <a:pt x="36141" y="2834"/>
                    </a:cubicBezTo>
                    <a:cubicBezTo>
                      <a:pt x="35566" y="2643"/>
                      <a:pt x="35030" y="2375"/>
                      <a:pt x="34533" y="1992"/>
                    </a:cubicBezTo>
                    <a:cubicBezTo>
                      <a:pt x="34265" y="1609"/>
                      <a:pt x="33767" y="1226"/>
                      <a:pt x="34073" y="690"/>
                    </a:cubicBezTo>
                    <a:cubicBezTo>
                      <a:pt x="34265" y="346"/>
                      <a:pt x="34763" y="231"/>
                      <a:pt x="35107" y="460"/>
                    </a:cubicBezTo>
                    <a:cubicBezTo>
                      <a:pt x="35452" y="384"/>
                      <a:pt x="35834" y="384"/>
                      <a:pt x="36217" y="384"/>
                    </a:cubicBezTo>
                    <a:cubicBezTo>
                      <a:pt x="37289" y="384"/>
                      <a:pt x="38361" y="614"/>
                      <a:pt x="39433" y="690"/>
                    </a:cubicBezTo>
                    <a:cubicBezTo>
                      <a:pt x="40467" y="843"/>
                      <a:pt x="41500" y="920"/>
                      <a:pt x="42534" y="1111"/>
                    </a:cubicBezTo>
                    <a:cubicBezTo>
                      <a:pt x="43070" y="652"/>
                      <a:pt x="43989" y="1188"/>
                      <a:pt x="44640" y="1264"/>
                    </a:cubicBezTo>
                    <a:cubicBezTo>
                      <a:pt x="46018" y="1724"/>
                      <a:pt x="47281" y="2681"/>
                      <a:pt x="48583" y="3293"/>
                    </a:cubicBezTo>
                    <a:cubicBezTo>
                      <a:pt x="49195" y="3753"/>
                      <a:pt x="50114" y="3638"/>
                      <a:pt x="50612" y="4250"/>
                    </a:cubicBezTo>
                    <a:cubicBezTo>
                      <a:pt x="50995" y="4901"/>
                      <a:pt x="50229" y="5552"/>
                      <a:pt x="49578" y="5246"/>
                    </a:cubicBezTo>
                    <a:cubicBezTo>
                      <a:pt x="48430" y="4786"/>
                      <a:pt x="47205" y="4518"/>
                      <a:pt x="45980" y="4327"/>
                    </a:cubicBezTo>
                    <a:close/>
                  </a:path>
                </a:pathLst>
              </a:custGeom>
              <a:solidFill>
                <a:srgbClr val="6A5C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Google Shape;2852;p47"/>
              <p:cNvSpPr/>
              <p:nvPr/>
            </p:nvSpPr>
            <p:spPr>
              <a:xfrm>
                <a:off x="4032025" y="2301875"/>
                <a:ext cx="1263400" cy="121575"/>
              </a:xfrm>
              <a:custGeom>
                <a:avLst/>
                <a:gdLst/>
                <a:ahLst/>
                <a:cxnLst/>
                <a:rect l="l" t="t" r="r" b="b"/>
                <a:pathLst>
                  <a:path w="50536" h="4863" extrusionOk="0">
                    <a:moveTo>
                      <a:pt x="77" y="3829"/>
                    </a:moveTo>
                    <a:cubicBezTo>
                      <a:pt x="1" y="3676"/>
                      <a:pt x="116" y="3485"/>
                      <a:pt x="269" y="3408"/>
                    </a:cubicBezTo>
                    <a:cubicBezTo>
                      <a:pt x="843" y="3140"/>
                      <a:pt x="1494" y="2872"/>
                      <a:pt x="2145" y="2719"/>
                    </a:cubicBezTo>
                    <a:cubicBezTo>
                      <a:pt x="2796" y="2566"/>
                      <a:pt x="3446" y="2413"/>
                      <a:pt x="4097" y="2298"/>
                    </a:cubicBezTo>
                    <a:cubicBezTo>
                      <a:pt x="5935" y="1953"/>
                      <a:pt x="7772" y="1953"/>
                      <a:pt x="9610" y="1838"/>
                    </a:cubicBezTo>
                    <a:cubicBezTo>
                      <a:pt x="11409" y="1762"/>
                      <a:pt x="13209" y="1570"/>
                      <a:pt x="14970" y="1226"/>
                    </a:cubicBezTo>
                    <a:cubicBezTo>
                      <a:pt x="15889" y="1034"/>
                      <a:pt x="16846" y="843"/>
                      <a:pt x="17611" y="345"/>
                    </a:cubicBezTo>
                    <a:cubicBezTo>
                      <a:pt x="17765" y="307"/>
                      <a:pt x="17841" y="192"/>
                      <a:pt x="17956" y="116"/>
                    </a:cubicBezTo>
                    <a:cubicBezTo>
                      <a:pt x="18224" y="1"/>
                      <a:pt x="18530" y="307"/>
                      <a:pt x="18377" y="575"/>
                    </a:cubicBezTo>
                    <a:cubicBezTo>
                      <a:pt x="18224" y="766"/>
                      <a:pt x="18032" y="920"/>
                      <a:pt x="17879" y="1073"/>
                    </a:cubicBezTo>
                    <a:cubicBezTo>
                      <a:pt x="18147" y="1609"/>
                      <a:pt x="17229" y="1800"/>
                      <a:pt x="16922" y="1992"/>
                    </a:cubicBezTo>
                    <a:cubicBezTo>
                      <a:pt x="16042" y="2336"/>
                      <a:pt x="15161" y="2642"/>
                      <a:pt x="14242" y="2796"/>
                    </a:cubicBezTo>
                    <a:cubicBezTo>
                      <a:pt x="13438" y="2949"/>
                      <a:pt x="12634" y="3025"/>
                      <a:pt x="11792" y="3064"/>
                    </a:cubicBezTo>
                    <a:cubicBezTo>
                      <a:pt x="11601" y="3102"/>
                      <a:pt x="11333" y="3102"/>
                      <a:pt x="11218" y="2872"/>
                    </a:cubicBezTo>
                    <a:cubicBezTo>
                      <a:pt x="9533" y="2834"/>
                      <a:pt x="7849" y="2949"/>
                      <a:pt x="6165" y="2987"/>
                    </a:cubicBezTo>
                    <a:cubicBezTo>
                      <a:pt x="5284" y="3025"/>
                      <a:pt x="4518" y="3064"/>
                      <a:pt x="3676" y="3140"/>
                    </a:cubicBezTo>
                    <a:cubicBezTo>
                      <a:pt x="3332" y="3217"/>
                      <a:pt x="3025" y="3255"/>
                      <a:pt x="2681" y="3332"/>
                    </a:cubicBezTo>
                    <a:cubicBezTo>
                      <a:pt x="2260" y="3408"/>
                      <a:pt x="1838" y="3599"/>
                      <a:pt x="1456" y="3599"/>
                    </a:cubicBezTo>
                    <a:cubicBezTo>
                      <a:pt x="1111" y="3714"/>
                      <a:pt x="805" y="3867"/>
                      <a:pt x="499" y="3982"/>
                    </a:cubicBezTo>
                    <a:cubicBezTo>
                      <a:pt x="345" y="4059"/>
                      <a:pt x="154" y="3982"/>
                      <a:pt x="77" y="3829"/>
                    </a:cubicBezTo>
                    <a:lnTo>
                      <a:pt x="77" y="3829"/>
                    </a:lnTo>
                    <a:close/>
                    <a:moveTo>
                      <a:pt x="33959" y="1073"/>
                    </a:moveTo>
                    <a:cubicBezTo>
                      <a:pt x="33844" y="996"/>
                      <a:pt x="33729" y="920"/>
                      <a:pt x="33614" y="843"/>
                    </a:cubicBezTo>
                    <a:cubicBezTo>
                      <a:pt x="33193" y="766"/>
                      <a:pt x="33346" y="116"/>
                      <a:pt x="33767" y="231"/>
                    </a:cubicBezTo>
                    <a:lnTo>
                      <a:pt x="33805" y="231"/>
                    </a:lnTo>
                    <a:cubicBezTo>
                      <a:pt x="33959" y="116"/>
                      <a:pt x="34227" y="154"/>
                      <a:pt x="34303" y="460"/>
                    </a:cubicBezTo>
                    <a:cubicBezTo>
                      <a:pt x="34571" y="728"/>
                      <a:pt x="34839" y="958"/>
                      <a:pt x="35184" y="1188"/>
                    </a:cubicBezTo>
                    <a:cubicBezTo>
                      <a:pt x="35337" y="1264"/>
                      <a:pt x="35490" y="1341"/>
                      <a:pt x="35643" y="1379"/>
                    </a:cubicBezTo>
                    <a:cubicBezTo>
                      <a:pt x="36562" y="1685"/>
                      <a:pt x="37481" y="1800"/>
                      <a:pt x="38438" y="1877"/>
                    </a:cubicBezTo>
                    <a:cubicBezTo>
                      <a:pt x="39778" y="1953"/>
                      <a:pt x="41079" y="2068"/>
                      <a:pt x="42419" y="2221"/>
                    </a:cubicBezTo>
                    <a:cubicBezTo>
                      <a:pt x="44410" y="2451"/>
                      <a:pt x="46439" y="2642"/>
                      <a:pt x="48315" y="3217"/>
                    </a:cubicBezTo>
                    <a:cubicBezTo>
                      <a:pt x="48698" y="3370"/>
                      <a:pt x="49119" y="3523"/>
                      <a:pt x="49463" y="3714"/>
                    </a:cubicBezTo>
                    <a:cubicBezTo>
                      <a:pt x="49463" y="3753"/>
                      <a:pt x="49502" y="3753"/>
                      <a:pt x="49502" y="3753"/>
                    </a:cubicBezTo>
                    <a:cubicBezTo>
                      <a:pt x="49693" y="3867"/>
                      <a:pt x="49885" y="3944"/>
                      <a:pt x="50038" y="4021"/>
                    </a:cubicBezTo>
                    <a:cubicBezTo>
                      <a:pt x="50535" y="4327"/>
                      <a:pt x="50191" y="4863"/>
                      <a:pt x="49655" y="4671"/>
                    </a:cubicBezTo>
                    <a:cubicBezTo>
                      <a:pt x="48774" y="4480"/>
                      <a:pt x="47894" y="4097"/>
                      <a:pt x="46975" y="3906"/>
                    </a:cubicBezTo>
                    <a:cubicBezTo>
                      <a:pt x="46362" y="3791"/>
                      <a:pt x="45750" y="3714"/>
                      <a:pt x="45099" y="3676"/>
                    </a:cubicBezTo>
                    <a:cubicBezTo>
                      <a:pt x="43797" y="3599"/>
                      <a:pt x="42458" y="3599"/>
                      <a:pt x="41156" y="3485"/>
                    </a:cubicBezTo>
                    <a:cubicBezTo>
                      <a:pt x="39854" y="3332"/>
                      <a:pt x="38553" y="3370"/>
                      <a:pt x="37328" y="3102"/>
                    </a:cubicBezTo>
                    <a:cubicBezTo>
                      <a:pt x="36141" y="2796"/>
                      <a:pt x="34992" y="2298"/>
                      <a:pt x="33959" y="1647"/>
                    </a:cubicBezTo>
                    <a:cubicBezTo>
                      <a:pt x="33767" y="1532"/>
                      <a:pt x="33767" y="1188"/>
                      <a:pt x="33959" y="1073"/>
                    </a:cubicBezTo>
                    <a:close/>
                  </a:path>
                </a:pathLst>
              </a:custGeom>
              <a:solidFill>
                <a:srgbClr val="5346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Google Shape;2853;p47"/>
              <p:cNvSpPr/>
              <p:nvPr/>
            </p:nvSpPr>
            <p:spPr>
              <a:xfrm>
                <a:off x="4367975" y="3104875"/>
                <a:ext cx="669025" cy="208675"/>
              </a:xfrm>
              <a:custGeom>
                <a:avLst/>
                <a:gdLst/>
                <a:ahLst/>
                <a:cxnLst/>
                <a:rect l="l" t="t" r="r" b="b"/>
                <a:pathLst>
                  <a:path w="26761" h="8347" extrusionOk="0">
                    <a:moveTo>
                      <a:pt x="26493" y="920"/>
                    </a:moveTo>
                    <a:cubicBezTo>
                      <a:pt x="26761" y="1417"/>
                      <a:pt x="25651" y="2604"/>
                      <a:pt x="25344" y="3025"/>
                    </a:cubicBezTo>
                    <a:cubicBezTo>
                      <a:pt x="24311" y="4289"/>
                      <a:pt x="23009" y="5207"/>
                      <a:pt x="21592" y="5897"/>
                    </a:cubicBezTo>
                    <a:cubicBezTo>
                      <a:pt x="21592" y="6165"/>
                      <a:pt x="21401" y="6432"/>
                      <a:pt x="21133" y="6509"/>
                    </a:cubicBezTo>
                    <a:cubicBezTo>
                      <a:pt x="19487" y="7007"/>
                      <a:pt x="17917" y="7658"/>
                      <a:pt x="16271" y="8079"/>
                    </a:cubicBezTo>
                    <a:cubicBezTo>
                      <a:pt x="15314" y="8270"/>
                      <a:pt x="14319" y="8270"/>
                      <a:pt x="13323" y="8270"/>
                    </a:cubicBezTo>
                    <a:cubicBezTo>
                      <a:pt x="10337" y="8347"/>
                      <a:pt x="7619" y="7619"/>
                      <a:pt x="5054" y="6050"/>
                    </a:cubicBezTo>
                    <a:cubicBezTo>
                      <a:pt x="3446" y="5246"/>
                      <a:pt x="1838" y="4327"/>
                      <a:pt x="728" y="2834"/>
                    </a:cubicBezTo>
                    <a:cubicBezTo>
                      <a:pt x="460" y="2451"/>
                      <a:pt x="0" y="1800"/>
                      <a:pt x="613" y="1532"/>
                    </a:cubicBezTo>
                    <a:cubicBezTo>
                      <a:pt x="651" y="1494"/>
                      <a:pt x="728" y="1494"/>
                      <a:pt x="766" y="1494"/>
                    </a:cubicBezTo>
                    <a:cubicBezTo>
                      <a:pt x="1072" y="1034"/>
                      <a:pt x="1991" y="1302"/>
                      <a:pt x="2451" y="1226"/>
                    </a:cubicBezTo>
                    <a:cubicBezTo>
                      <a:pt x="2833" y="881"/>
                      <a:pt x="3408" y="958"/>
                      <a:pt x="3867" y="843"/>
                    </a:cubicBezTo>
                    <a:cubicBezTo>
                      <a:pt x="5092" y="652"/>
                      <a:pt x="6317" y="460"/>
                      <a:pt x="7581" y="422"/>
                    </a:cubicBezTo>
                    <a:cubicBezTo>
                      <a:pt x="10490" y="231"/>
                      <a:pt x="13400" y="154"/>
                      <a:pt x="16309" y="154"/>
                    </a:cubicBezTo>
                    <a:cubicBezTo>
                      <a:pt x="19181" y="154"/>
                      <a:pt x="22052" y="1"/>
                      <a:pt x="24885" y="460"/>
                    </a:cubicBezTo>
                    <a:cubicBezTo>
                      <a:pt x="25421" y="575"/>
                      <a:pt x="26225" y="345"/>
                      <a:pt x="26531" y="9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Google Shape;2854;p47"/>
              <p:cNvSpPr/>
              <p:nvPr/>
            </p:nvSpPr>
            <p:spPr>
              <a:xfrm>
                <a:off x="4370850" y="3100100"/>
                <a:ext cx="678600" cy="89025"/>
              </a:xfrm>
              <a:custGeom>
                <a:avLst/>
                <a:gdLst/>
                <a:ahLst/>
                <a:cxnLst/>
                <a:rect l="l" t="t" r="r" b="b"/>
                <a:pathLst>
                  <a:path w="27144" h="3561" extrusionOk="0">
                    <a:moveTo>
                      <a:pt x="996" y="3484"/>
                    </a:moveTo>
                    <a:cubicBezTo>
                      <a:pt x="689" y="3331"/>
                      <a:pt x="536" y="3025"/>
                      <a:pt x="575" y="2719"/>
                    </a:cubicBezTo>
                    <a:cubicBezTo>
                      <a:pt x="153" y="2527"/>
                      <a:pt x="0" y="1915"/>
                      <a:pt x="307" y="1570"/>
                    </a:cubicBezTo>
                    <a:cubicBezTo>
                      <a:pt x="651" y="1225"/>
                      <a:pt x="1187" y="1340"/>
                      <a:pt x="1646" y="1302"/>
                    </a:cubicBezTo>
                    <a:cubicBezTo>
                      <a:pt x="3140" y="1187"/>
                      <a:pt x="4633" y="996"/>
                      <a:pt x="6126" y="843"/>
                    </a:cubicBezTo>
                    <a:cubicBezTo>
                      <a:pt x="11600" y="230"/>
                      <a:pt x="17151" y="0"/>
                      <a:pt x="22664" y="422"/>
                    </a:cubicBezTo>
                    <a:cubicBezTo>
                      <a:pt x="23851" y="536"/>
                      <a:pt x="25191" y="460"/>
                      <a:pt x="26301" y="1072"/>
                    </a:cubicBezTo>
                    <a:cubicBezTo>
                      <a:pt x="27143" y="1647"/>
                      <a:pt x="26378" y="2948"/>
                      <a:pt x="25459" y="2833"/>
                    </a:cubicBezTo>
                    <a:cubicBezTo>
                      <a:pt x="21784" y="2412"/>
                      <a:pt x="18070" y="2144"/>
                      <a:pt x="14395" y="2221"/>
                    </a:cubicBezTo>
                    <a:cubicBezTo>
                      <a:pt x="11332" y="2297"/>
                      <a:pt x="8308" y="2412"/>
                      <a:pt x="5283" y="2795"/>
                    </a:cubicBezTo>
                    <a:cubicBezTo>
                      <a:pt x="4058" y="2987"/>
                      <a:pt x="2872" y="3178"/>
                      <a:pt x="1646" y="3446"/>
                    </a:cubicBezTo>
                    <a:cubicBezTo>
                      <a:pt x="1455" y="3561"/>
                      <a:pt x="1187" y="3561"/>
                      <a:pt x="996" y="3484"/>
                    </a:cubicBezTo>
                    <a:close/>
                  </a:path>
                </a:pathLst>
              </a:custGeom>
              <a:solidFill>
                <a:srgbClr val="E8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Google Shape;2855;p47"/>
              <p:cNvSpPr/>
              <p:nvPr/>
            </p:nvSpPr>
            <p:spPr>
              <a:xfrm>
                <a:off x="3958325" y="1587900"/>
                <a:ext cx="1466300" cy="766650"/>
              </a:xfrm>
              <a:custGeom>
                <a:avLst/>
                <a:gdLst/>
                <a:ahLst/>
                <a:cxnLst/>
                <a:rect l="l" t="t" r="r" b="b"/>
                <a:pathLst>
                  <a:path w="58652" h="30666" extrusionOk="0">
                    <a:moveTo>
                      <a:pt x="57388" y="27028"/>
                    </a:moveTo>
                    <a:cubicBezTo>
                      <a:pt x="57427" y="27909"/>
                      <a:pt x="58652" y="30665"/>
                      <a:pt x="56929" y="30397"/>
                    </a:cubicBezTo>
                    <a:cubicBezTo>
                      <a:pt x="56202" y="30091"/>
                      <a:pt x="56316" y="29096"/>
                      <a:pt x="55819" y="28522"/>
                    </a:cubicBezTo>
                    <a:cubicBezTo>
                      <a:pt x="55206" y="27488"/>
                      <a:pt x="54402" y="26607"/>
                      <a:pt x="53598" y="25689"/>
                    </a:cubicBezTo>
                    <a:cubicBezTo>
                      <a:pt x="53445" y="25650"/>
                      <a:pt x="53292" y="25612"/>
                      <a:pt x="53139" y="25459"/>
                    </a:cubicBezTo>
                    <a:cubicBezTo>
                      <a:pt x="52411" y="24655"/>
                      <a:pt x="51569" y="23966"/>
                      <a:pt x="50765" y="23200"/>
                    </a:cubicBezTo>
                    <a:cubicBezTo>
                      <a:pt x="50153" y="22626"/>
                      <a:pt x="49693" y="21898"/>
                      <a:pt x="49004" y="21439"/>
                    </a:cubicBezTo>
                    <a:cubicBezTo>
                      <a:pt x="46745" y="19946"/>
                      <a:pt x="44257" y="18721"/>
                      <a:pt x="41730" y="17802"/>
                    </a:cubicBezTo>
                    <a:cubicBezTo>
                      <a:pt x="39816" y="17572"/>
                      <a:pt x="38093" y="16577"/>
                      <a:pt x="36217" y="16271"/>
                    </a:cubicBezTo>
                    <a:cubicBezTo>
                      <a:pt x="35567" y="16424"/>
                      <a:pt x="35145" y="16194"/>
                      <a:pt x="34954" y="15850"/>
                    </a:cubicBezTo>
                    <a:cubicBezTo>
                      <a:pt x="33423" y="15735"/>
                      <a:pt x="31891" y="15620"/>
                      <a:pt x="30360" y="15735"/>
                    </a:cubicBezTo>
                    <a:cubicBezTo>
                      <a:pt x="29709" y="15697"/>
                      <a:pt x="28867" y="16194"/>
                      <a:pt x="28293" y="15735"/>
                    </a:cubicBezTo>
                    <a:cubicBezTo>
                      <a:pt x="25881" y="15926"/>
                      <a:pt x="23469" y="16232"/>
                      <a:pt x="21057" y="16462"/>
                    </a:cubicBezTo>
                    <a:lnTo>
                      <a:pt x="21057" y="16462"/>
                    </a:lnTo>
                    <a:cubicBezTo>
                      <a:pt x="18837" y="17190"/>
                      <a:pt x="16348" y="17190"/>
                      <a:pt x="14128" y="18032"/>
                    </a:cubicBezTo>
                    <a:cubicBezTo>
                      <a:pt x="13668" y="18108"/>
                      <a:pt x="13056" y="18606"/>
                      <a:pt x="12520" y="18644"/>
                    </a:cubicBezTo>
                    <a:cubicBezTo>
                      <a:pt x="10797" y="19448"/>
                      <a:pt x="9074" y="20329"/>
                      <a:pt x="7619" y="21554"/>
                    </a:cubicBezTo>
                    <a:cubicBezTo>
                      <a:pt x="5744" y="23353"/>
                      <a:pt x="3906" y="25191"/>
                      <a:pt x="2451" y="27335"/>
                    </a:cubicBezTo>
                    <a:cubicBezTo>
                      <a:pt x="1915" y="27871"/>
                      <a:pt x="1839" y="29287"/>
                      <a:pt x="882" y="29096"/>
                    </a:cubicBezTo>
                    <a:cubicBezTo>
                      <a:pt x="1" y="28828"/>
                      <a:pt x="499" y="27909"/>
                      <a:pt x="614" y="27335"/>
                    </a:cubicBezTo>
                    <a:cubicBezTo>
                      <a:pt x="920" y="25574"/>
                      <a:pt x="958" y="23813"/>
                      <a:pt x="1226" y="22052"/>
                    </a:cubicBezTo>
                    <a:cubicBezTo>
                      <a:pt x="1456" y="20827"/>
                      <a:pt x="1341" y="19372"/>
                      <a:pt x="2030" y="18300"/>
                    </a:cubicBezTo>
                    <a:cubicBezTo>
                      <a:pt x="2030" y="17496"/>
                      <a:pt x="2911" y="16462"/>
                      <a:pt x="3140" y="15850"/>
                    </a:cubicBezTo>
                    <a:cubicBezTo>
                      <a:pt x="3638" y="14663"/>
                      <a:pt x="4327" y="13553"/>
                      <a:pt x="5169" y="12557"/>
                    </a:cubicBezTo>
                    <a:cubicBezTo>
                      <a:pt x="7581" y="9035"/>
                      <a:pt x="10261" y="6738"/>
                      <a:pt x="14089" y="4786"/>
                    </a:cubicBezTo>
                    <a:cubicBezTo>
                      <a:pt x="20751" y="1264"/>
                      <a:pt x="28561" y="0"/>
                      <a:pt x="36026" y="689"/>
                    </a:cubicBezTo>
                    <a:cubicBezTo>
                      <a:pt x="36294" y="728"/>
                      <a:pt x="36485" y="881"/>
                      <a:pt x="36562" y="1072"/>
                    </a:cubicBezTo>
                    <a:cubicBezTo>
                      <a:pt x="37443" y="1072"/>
                      <a:pt x="38323" y="1110"/>
                      <a:pt x="39165" y="1302"/>
                    </a:cubicBezTo>
                    <a:cubicBezTo>
                      <a:pt x="43415" y="2374"/>
                      <a:pt x="47167" y="4862"/>
                      <a:pt x="50229" y="7963"/>
                    </a:cubicBezTo>
                    <a:cubicBezTo>
                      <a:pt x="51110" y="8040"/>
                      <a:pt x="51454" y="9112"/>
                      <a:pt x="51990" y="9686"/>
                    </a:cubicBezTo>
                    <a:cubicBezTo>
                      <a:pt x="53330" y="11485"/>
                      <a:pt x="54134" y="13591"/>
                      <a:pt x="54900" y="15697"/>
                    </a:cubicBezTo>
                    <a:cubicBezTo>
                      <a:pt x="55091" y="16692"/>
                      <a:pt x="56240" y="18836"/>
                      <a:pt x="55780" y="19678"/>
                    </a:cubicBezTo>
                    <a:cubicBezTo>
                      <a:pt x="56240" y="22128"/>
                      <a:pt x="56852" y="24578"/>
                      <a:pt x="57388" y="27028"/>
                    </a:cubicBezTo>
                    <a:close/>
                  </a:path>
                </a:pathLst>
              </a:custGeom>
              <a:solidFill>
                <a:srgbClr val="EE91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Google Shape;2856;p47"/>
              <p:cNvSpPr/>
              <p:nvPr/>
            </p:nvSpPr>
            <p:spPr>
              <a:xfrm>
                <a:off x="3832000" y="4049525"/>
                <a:ext cx="1728525" cy="692000"/>
              </a:xfrm>
              <a:custGeom>
                <a:avLst/>
                <a:gdLst/>
                <a:ahLst/>
                <a:cxnLst/>
                <a:rect l="l" t="t" r="r" b="b"/>
                <a:pathLst>
                  <a:path w="69141" h="27680" extrusionOk="0">
                    <a:moveTo>
                      <a:pt x="67648" y="2068"/>
                    </a:moveTo>
                    <a:cubicBezTo>
                      <a:pt x="69141" y="1609"/>
                      <a:pt x="68873" y="3791"/>
                      <a:pt x="68911" y="4671"/>
                    </a:cubicBezTo>
                    <a:cubicBezTo>
                      <a:pt x="68758" y="9189"/>
                      <a:pt x="68567" y="13745"/>
                      <a:pt x="68528" y="18262"/>
                    </a:cubicBezTo>
                    <a:cubicBezTo>
                      <a:pt x="68414" y="21057"/>
                      <a:pt x="68988" y="23890"/>
                      <a:pt x="68567" y="26646"/>
                    </a:cubicBezTo>
                    <a:cubicBezTo>
                      <a:pt x="68375" y="27450"/>
                      <a:pt x="67112" y="27680"/>
                      <a:pt x="66959" y="26799"/>
                    </a:cubicBezTo>
                    <a:cubicBezTo>
                      <a:pt x="66882" y="26838"/>
                      <a:pt x="66767" y="26838"/>
                      <a:pt x="66653" y="26838"/>
                    </a:cubicBezTo>
                    <a:cubicBezTo>
                      <a:pt x="63820" y="26914"/>
                      <a:pt x="60987" y="27067"/>
                      <a:pt x="58154" y="27029"/>
                    </a:cubicBezTo>
                    <a:cubicBezTo>
                      <a:pt x="46018" y="27106"/>
                      <a:pt x="33882" y="26838"/>
                      <a:pt x="21746" y="26761"/>
                    </a:cubicBezTo>
                    <a:cubicBezTo>
                      <a:pt x="17994" y="26838"/>
                      <a:pt x="14242" y="26646"/>
                      <a:pt x="10490" y="26646"/>
                    </a:cubicBezTo>
                    <a:cubicBezTo>
                      <a:pt x="8308" y="26570"/>
                      <a:pt x="6088" y="26685"/>
                      <a:pt x="3905" y="26608"/>
                    </a:cubicBezTo>
                    <a:cubicBezTo>
                      <a:pt x="3102" y="26531"/>
                      <a:pt x="2068" y="26876"/>
                      <a:pt x="1417" y="26340"/>
                    </a:cubicBezTo>
                    <a:cubicBezTo>
                      <a:pt x="1379" y="26340"/>
                      <a:pt x="1302" y="26302"/>
                      <a:pt x="1226" y="26302"/>
                    </a:cubicBezTo>
                    <a:lnTo>
                      <a:pt x="1187" y="26302"/>
                    </a:lnTo>
                    <a:cubicBezTo>
                      <a:pt x="1" y="26072"/>
                      <a:pt x="728" y="24502"/>
                      <a:pt x="651" y="23698"/>
                    </a:cubicBezTo>
                    <a:cubicBezTo>
                      <a:pt x="804" y="21708"/>
                      <a:pt x="958" y="19717"/>
                      <a:pt x="958" y="17688"/>
                    </a:cubicBezTo>
                    <a:cubicBezTo>
                      <a:pt x="881" y="13630"/>
                      <a:pt x="843" y="9572"/>
                      <a:pt x="651" y="5475"/>
                    </a:cubicBezTo>
                    <a:cubicBezTo>
                      <a:pt x="498" y="4365"/>
                      <a:pt x="460" y="3217"/>
                      <a:pt x="422" y="2068"/>
                    </a:cubicBezTo>
                    <a:cubicBezTo>
                      <a:pt x="307" y="1877"/>
                      <a:pt x="345" y="1647"/>
                      <a:pt x="422" y="1456"/>
                    </a:cubicBezTo>
                    <a:cubicBezTo>
                      <a:pt x="422" y="1226"/>
                      <a:pt x="422" y="996"/>
                      <a:pt x="422" y="767"/>
                    </a:cubicBezTo>
                    <a:cubicBezTo>
                      <a:pt x="537" y="192"/>
                      <a:pt x="1379" y="1"/>
                      <a:pt x="1723" y="537"/>
                    </a:cubicBezTo>
                    <a:cubicBezTo>
                      <a:pt x="1876" y="805"/>
                      <a:pt x="1876" y="1188"/>
                      <a:pt x="1915" y="1532"/>
                    </a:cubicBezTo>
                    <a:cubicBezTo>
                      <a:pt x="3178" y="2489"/>
                      <a:pt x="4595" y="3255"/>
                      <a:pt x="5973" y="4097"/>
                    </a:cubicBezTo>
                    <a:cubicBezTo>
                      <a:pt x="11371" y="7390"/>
                      <a:pt x="17420" y="9189"/>
                      <a:pt x="23660" y="10031"/>
                    </a:cubicBezTo>
                    <a:cubicBezTo>
                      <a:pt x="27603" y="10644"/>
                      <a:pt x="31623" y="11141"/>
                      <a:pt x="35604" y="11295"/>
                    </a:cubicBezTo>
                    <a:cubicBezTo>
                      <a:pt x="39739" y="11409"/>
                      <a:pt x="43874" y="10873"/>
                      <a:pt x="47932" y="10184"/>
                    </a:cubicBezTo>
                    <a:cubicBezTo>
                      <a:pt x="53789" y="8921"/>
                      <a:pt x="59302" y="6547"/>
                      <a:pt x="64738" y="3982"/>
                    </a:cubicBezTo>
                    <a:cubicBezTo>
                      <a:pt x="65313" y="3714"/>
                      <a:pt x="65925" y="3408"/>
                      <a:pt x="66499" y="3064"/>
                    </a:cubicBezTo>
                    <a:cubicBezTo>
                      <a:pt x="66576" y="3025"/>
                      <a:pt x="66653" y="2987"/>
                      <a:pt x="66691" y="2987"/>
                    </a:cubicBezTo>
                    <a:lnTo>
                      <a:pt x="66691" y="2987"/>
                    </a:lnTo>
                    <a:cubicBezTo>
                      <a:pt x="66997" y="2604"/>
                      <a:pt x="67342" y="2298"/>
                      <a:pt x="67648" y="2068"/>
                    </a:cubicBezTo>
                    <a:close/>
                  </a:path>
                </a:pathLst>
              </a:custGeom>
              <a:solidFill>
                <a:srgbClr val="EE91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Google Shape;2857;p47"/>
              <p:cNvSpPr/>
              <p:nvPr/>
            </p:nvSpPr>
            <p:spPr>
              <a:xfrm>
                <a:off x="3798500" y="1636700"/>
                <a:ext cx="1752475" cy="3099100"/>
              </a:xfrm>
              <a:custGeom>
                <a:avLst/>
                <a:gdLst/>
                <a:ahLst/>
                <a:cxnLst/>
                <a:rect l="l" t="t" r="r" b="b"/>
                <a:pathLst>
                  <a:path w="70099" h="123964" extrusionOk="0">
                    <a:moveTo>
                      <a:pt x="7198" y="26608"/>
                    </a:moveTo>
                    <a:cubicBezTo>
                      <a:pt x="6011" y="25804"/>
                      <a:pt x="8155" y="17879"/>
                      <a:pt x="8423" y="16195"/>
                    </a:cubicBezTo>
                    <a:cubicBezTo>
                      <a:pt x="9878" y="10069"/>
                      <a:pt x="14778" y="5360"/>
                      <a:pt x="20329" y="2719"/>
                    </a:cubicBezTo>
                    <a:cubicBezTo>
                      <a:pt x="22473" y="1877"/>
                      <a:pt x="24655" y="1073"/>
                      <a:pt x="26876" y="345"/>
                    </a:cubicBezTo>
                    <a:cubicBezTo>
                      <a:pt x="26684" y="498"/>
                      <a:pt x="26493" y="651"/>
                      <a:pt x="26340" y="805"/>
                    </a:cubicBezTo>
                    <a:cubicBezTo>
                      <a:pt x="25880" y="1226"/>
                      <a:pt x="25459" y="1647"/>
                      <a:pt x="25076" y="2106"/>
                    </a:cubicBezTo>
                    <a:cubicBezTo>
                      <a:pt x="24694" y="2566"/>
                      <a:pt x="24311" y="3025"/>
                      <a:pt x="23928" y="3523"/>
                    </a:cubicBezTo>
                    <a:cubicBezTo>
                      <a:pt x="23047" y="4710"/>
                      <a:pt x="22167" y="5973"/>
                      <a:pt x="21401" y="7275"/>
                    </a:cubicBezTo>
                    <a:cubicBezTo>
                      <a:pt x="21018" y="7925"/>
                      <a:pt x="20674" y="8576"/>
                      <a:pt x="20368" y="9265"/>
                    </a:cubicBezTo>
                    <a:cubicBezTo>
                      <a:pt x="20023" y="9993"/>
                      <a:pt x="19717" y="10720"/>
                      <a:pt x="19449" y="11447"/>
                    </a:cubicBezTo>
                    <a:cubicBezTo>
                      <a:pt x="18951" y="12864"/>
                      <a:pt x="18568" y="14319"/>
                      <a:pt x="18262" y="15774"/>
                    </a:cubicBezTo>
                    <a:cubicBezTo>
                      <a:pt x="18185" y="16233"/>
                      <a:pt x="18071" y="16692"/>
                      <a:pt x="17994" y="17152"/>
                    </a:cubicBezTo>
                    <a:cubicBezTo>
                      <a:pt x="15238" y="18836"/>
                      <a:pt x="12596" y="20712"/>
                      <a:pt x="10414" y="23047"/>
                    </a:cubicBezTo>
                    <a:cubicBezTo>
                      <a:pt x="9725" y="23890"/>
                      <a:pt x="9074" y="24808"/>
                      <a:pt x="8461" y="25766"/>
                    </a:cubicBezTo>
                    <a:cubicBezTo>
                      <a:pt x="8232" y="26110"/>
                      <a:pt x="7964" y="26684"/>
                      <a:pt x="7504" y="26684"/>
                    </a:cubicBezTo>
                    <a:cubicBezTo>
                      <a:pt x="7428" y="26684"/>
                      <a:pt x="7313" y="26684"/>
                      <a:pt x="7198" y="26608"/>
                    </a:cubicBezTo>
                    <a:close/>
                    <a:moveTo>
                      <a:pt x="26723" y="122738"/>
                    </a:moveTo>
                    <a:cubicBezTo>
                      <a:pt x="26914" y="118872"/>
                      <a:pt x="25153" y="115158"/>
                      <a:pt x="22052" y="112899"/>
                    </a:cubicBezTo>
                    <a:lnTo>
                      <a:pt x="22014" y="112861"/>
                    </a:lnTo>
                    <a:cubicBezTo>
                      <a:pt x="20061" y="111866"/>
                      <a:pt x="17879" y="111138"/>
                      <a:pt x="15888" y="110296"/>
                    </a:cubicBezTo>
                    <a:cubicBezTo>
                      <a:pt x="12022" y="108879"/>
                      <a:pt x="8117" y="107578"/>
                      <a:pt x="4748" y="105128"/>
                    </a:cubicBezTo>
                    <a:cubicBezTo>
                      <a:pt x="4059" y="104592"/>
                      <a:pt x="1" y="102027"/>
                      <a:pt x="1991" y="101491"/>
                    </a:cubicBezTo>
                    <a:cubicBezTo>
                      <a:pt x="1991" y="101184"/>
                      <a:pt x="1991" y="100878"/>
                      <a:pt x="1953" y="100610"/>
                    </a:cubicBezTo>
                    <a:cubicBezTo>
                      <a:pt x="2030" y="99232"/>
                      <a:pt x="958" y="96169"/>
                      <a:pt x="2680" y="95710"/>
                    </a:cubicBezTo>
                    <a:cubicBezTo>
                      <a:pt x="3676" y="95978"/>
                      <a:pt x="4556" y="96744"/>
                      <a:pt x="5552" y="97165"/>
                    </a:cubicBezTo>
                    <a:cubicBezTo>
                      <a:pt x="12098" y="100648"/>
                      <a:pt x="18607" y="104553"/>
                      <a:pt x="25880" y="106391"/>
                    </a:cubicBezTo>
                    <a:cubicBezTo>
                      <a:pt x="29862" y="107195"/>
                      <a:pt x="29632" y="110028"/>
                      <a:pt x="29632" y="113359"/>
                    </a:cubicBezTo>
                    <a:cubicBezTo>
                      <a:pt x="29594" y="114469"/>
                      <a:pt x="30015" y="123159"/>
                      <a:pt x="28369" y="123159"/>
                    </a:cubicBezTo>
                    <a:cubicBezTo>
                      <a:pt x="28254" y="123159"/>
                      <a:pt x="28101" y="123083"/>
                      <a:pt x="27948" y="123006"/>
                    </a:cubicBezTo>
                    <a:cubicBezTo>
                      <a:pt x="27871" y="123121"/>
                      <a:pt x="27756" y="123159"/>
                      <a:pt x="27565" y="123159"/>
                    </a:cubicBezTo>
                    <a:cubicBezTo>
                      <a:pt x="27527" y="123159"/>
                      <a:pt x="27488" y="123121"/>
                      <a:pt x="27450" y="123121"/>
                    </a:cubicBezTo>
                    <a:cubicBezTo>
                      <a:pt x="27373" y="123159"/>
                      <a:pt x="27297" y="123198"/>
                      <a:pt x="27220" y="123198"/>
                    </a:cubicBezTo>
                    <a:cubicBezTo>
                      <a:pt x="26991" y="123198"/>
                      <a:pt x="26723" y="123006"/>
                      <a:pt x="26723" y="122738"/>
                    </a:cubicBezTo>
                    <a:lnTo>
                      <a:pt x="26723" y="122738"/>
                    </a:lnTo>
                    <a:close/>
                    <a:moveTo>
                      <a:pt x="27029" y="117876"/>
                    </a:moveTo>
                    <a:cubicBezTo>
                      <a:pt x="27144" y="118221"/>
                      <a:pt x="27259" y="118642"/>
                      <a:pt x="27373" y="119025"/>
                    </a:cubicBezTo>
                    <a:cubicBezTo>
                      <a:pt x="27297" y="118795"/>
                      <a:pt x="27259" y="118527"/>
                      <a:pt x="27220" y="118336"/>
                    </a:cubicBezTo>
                    <a:cubicBezTo>
                      <a:pt x="27144" y="118182"/>
                      <a:pt x="27106" y="118029"/>
                      <a:pt x="27029" y="117876"/>
                    </a:cubicBezTo>
                    <a:close/>
                    <a:moveTo>
                      <a:pt x="69983" y="98581"/>
                    </a:moveTo>
                    <a:cubicBezTo>
                      <a:pt x="70098" y="99845"/>
                      <a:pt x="69983" y="101108"/>
                      <a:pt x="69907" y="102371"/>
                    </a:cubicBezTo>
                    <a:cubicBezTo>
                      <a:pt x="69868" y="103596"/>
                      <a:pt x="69065" y="104553"/>
                      <a:pt x="68184" y="105319"/>
                    </a:cubicBezTo>
                    <a:cubicBezTo>
                      <a:pt x="66653" y="106582"/>
                      <a:pt x="64815" y="107348"/>
                      <a:pt x="63016" y="108190"/>
                    </a:cubicBezTo>
                    <a:cubicBezTo>
                      <a:pt x="60642" y="109415"/>
                      <a:pt x="58077" y="110219"/>
                      <a:pt x="55589" y="111138"/>
                    </a:cubicBezTo>
                    <a:cubicBezTo>
                      <a:pt x="51607" y="112287"/>
                      <a:pt x="49042" y="115541"/>
                      <a:pt x="48353" y="119561"/>
                    </a:cubicBezTo>
                    <a:cubicBezTo>
                      <a:pt x="48162" y="120709"/>
                      <a:pt x="48047" y="121896"/>
                      <a:pt x="48047" y="123083"/>
                    </a:cubicBezTo>
                    <a:cubicBezTo>
                      <a:pt x="48238" y="123657"/>
                      <a:pt x="47358" y="123963"/>
                      <a:pt x="47128" y="123389"/>
                    </a:cubicBezTo>
                    <a:cubicBezTo>
                      <a:pt x="47128" y="123389"/>
                      <a:pt x="47128" y="123389"/>
                      <a:pt x="47090" y="123389"/>
                    </a:cubicBezTo>
                    <a:cubicBezTo>
                      <a:pt x="44333" y="123619"/>
                      <a:pt x="44371" y="121628"/>
                      <a:pt x="44295" y="119446"/>
                    </a:cubicBezTo>
                    <a:cubicBezTo>
                      <a:pt x="44142" y="116460"/>
                      <a:pt x="43874" y="113435"/>
                      <a:pt x="43759" y="110449"/>
                    </a:cubicBezTo>
                    <a:cubicBezTo>
                      <a:pt x="43836" y="108420"/>
                      <a:pt x="43644" y="106123"/>
                      <a:pt x="44716" y="104362"/>
                    </a:cubicBezTo>
                    <a:cubicBezTo>
                      <a:pt x="45826" y="103252"/>
                      <a:pt x="47511" y="103175"/>
                      <a:pt x="48927" y="102678"/>
                    </a:cubicBezTo>
                    <a:cubicBezTo>
                      <a:pt x="51990" y="101759"/>
                      <a:pt x="55091" y="100955"/>
                      <a:pt x="58230" y="100266"/>
                    </a:cubicBezTo>
                    <a:cubicBezTo>
                      <a:pt x="60680" y="99730"/>
                      <a:pt x="63207" y="99423"/>
                      <a:pt x="65619" y="98658"/>
                    </a:cubicBezTo>
                    <a:cubicBezTo>
                      <a:pt x="66767" y="98466"/>
                      <a:pt x="69447" y="97050"/>
                      <a:pt x="69983" y="98581"/>
                    </a:cubicBezTo>
                    <a:lnTo>
                      <a:pt x="69983" y="98581"/>
                    </a:lnTo>
                    <a:close/>
                    <a:moveTo>
                      <a:pt x="63092" y="28254"/>
                    </a:moveTo>
                    <a:cubicBezTo>
                      <a:pt x="61714" y="25842"/>
                      <a:pt x="60144" y="23507"/>
                      <a:pt x="58039" y="21708"/>
                    </a:cubicBezTo>
                    <a:cubicBezTo>
                      <a:pt x="57082" y="20789"/>
                      <a:pt x="56086" y="19946"/>
                      <a:pt x="55206" y="18989"/>
                    </a:cubicBezTo>
                    <a:cubicBezTo>
                      <a:pt x="55206" y="18683"/>
                      <a:pt x="55168" y="18339"/>
                      <a:pt x="55129" y="18032"/>
                    </a:cubicBezTo>
                    <a:cubicBezTo>
                      <a:pt x="55053" y="17113"/>
                      <a:pt x="54938" y="16195"/>
                      <a:pt x="54785" y="15276"/>
                    </a:cubicBezTo>
                    <a:cubicBezTo>
                      <a:pt x="54785" y="15314"/>
                      <a:pt x="54785" y="15314"/>
                      <a:pt x="54785" y="15352"/>
                    </a:cubicBezTo>
                    <a:cubicBezTo>
                      <a:pt x="54746" y="15084"/>
                      <a:pt x="54708" y="14855"/>
                      <a:pt x="54670" y="14625"/>
                    </a:cubicBezTo>
                    <a:cubicBezTo>
                      <a:pt x="54364" y="13247"/>
                      <a:pt x="53942" y="11869"/>
                      <a:pt x="53445" y="10529"/>
                    </a:cubicBezTo>
                    <a:cubicBezTo>
                      <a:pt x="52985" y="9150"/>
                      <a:pt x="52449" y="7811"/>
                      <a:pt x="51837" y="6471"/>
                    </a:cubicBezTo>
                    <a:cubicBezTo>
                      <a:pt x="51531" y="5820"/>
                      <a:pt x="51186" y="5131"/>
                      <a:pt x="50803" y="4518"/>
                    </a:cubicBezTo>
                    <a:cubicBezTo>
                      <a:pt x="50382" y="3867"/>
                      <a:pt x="49999" y="3216"/>
                      <a:pt x="49540" y="2604"/>
                    </a:cubicBezTo>
                    <a:cubicBezTo>
                      <a:pt x="49080" y="1991"/>
                      <a:pt x="48621" y="1417"/>
                      <a:pt x="48123" y="881"/>
                    </a:cubicBezTo>
                    <a:cubicBezTo>
                      <a:pt x="47894" y="613"/>
                      <a:pt x="47664" y="345"/>
                      <a:pt x="47396" y="77"/>
                    </a:cubicBezTo>
                    <a:cubicBezTo>
                      <a:pt x="47396" y="39"/>
                      <a:pt x="47358" y="39"/>
                      <a:pt x="47358" y="1"/>
                    </a:cubicBezTo>
                    <a:cubicBezTo>
                      <a:pt x="47626" y="116"/>
                      <a:pt x="47894" y="307"/>
                      <a:pt x="48162" y="345"/>
                    </a:cubicBezTo>
                    <a:cubicBezTo>
                      <a:pt x="50459" y="1111"/>
                      <a:pt x="52564" y="2336"/>
                      <a:pt x="54364" y="3944"/>
                    </a:cubicBezTo>
                    <a:cubicBezTo>
                      <a:pt x="59187" y="7772"/>
                      <a:pt x="61523" y="13745"/>
                      <a:pt x="62939" y="19564"/>
                    </a:cubicBezTo>
                    <a:cubicBezTo>
                      <a:pt x="63284" y="21095"/>
                      <a:pt x="63513" y="22665"/>
                      <a:pt x="63705" y="24234"/>
                    </a:cubicBezTo>
                    <a:cubicBezTo>
                      <a:pt x="63666" y="24962"/>
                      <a:pt x="64585" y="28369"/>
                      <a:pt x="63513" y="28369"/>
                    </a:cubicBezTo>
                    <a:cubicBezTo>
                      <a:pt x="63399" y="28369"/>
                      <a:pt x="63245" y="28331"/>
                      <a:pt x="63092" y="28254"/>
                    </a:cubicBezTo>
                    <a:lnTo>
                      <a:pt x="63092" y="28254"/>
                    </a:lnTo>
                    <a:close/>
                    <a:moveTo>
                      <a:pt x="19487" y="12634"/>
                    </a:moveTo>
                    <a:lnTo>
                      <a:pt x="19487" y="12634"/>
                    </a:lnTo>
                    <a:lnTo>
                      <a:pt x="19487" y="12634"/>
                    </a:lnTo>
                    <a:close/>
                    <a:moveTo>
                      <a:pt x="19487" y="12634"/>
                    </a:moveTo>
                    <a:lnTo>
                      <a:pt x="19487" y="12634"/>
                    </a:lnTo>
                    <a:lnTo>
                      <a:pt x="19487" y="12634"/>
                    </a:lnTo>
                    <a:close/>
                    <a:moveTo>
                      <a:pt x="19487" y="12634"/>
                    </a:moveTo>
                    <a:lnTo>
                      <a:pt x="19487" y="12634"/>
                    </a:lnTo>
                    <a:lnTo>
                      <a:pt x="19487" y="12634"/>
                    </a:lnTo>
                    <a:close/>
                  </a:path>
                </a:pathLst>
              </a:custGeom>
              <a:solidFill>
                <a:srgbClr val="000000">
                  <a:alpha val="8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Google Shape;2858;p47"/>
              <p:cNvSpPr/>
              <p:nvPr/>
            </p:nvSpPr>
            <p:spPr>
              <a:xfrm>
                <a:off x="4444550" y="1660625"/>
                <a:ext cx="464200" cy="156025"/>
              </a:xfrm>
              <a:custGeom>
                <a:avLst/>
                <a:gdLst/>
                <a:ahLst/>
                <a:cxnLst/>
                <a:rect l="l" t="t" r="r" b="b"/>
                <a:pathLst>
                  <a:path w="18568" h="6241" extrusionOk="0">
                    <a:moveTo>
                      <a:pt x="16462" y="2719"/>
                    </a:moveTo>
                    <a:cubicBezTo>
                      <a:pt x="17190" y="3293"/>
                      <a:pt x="18568" y="3906"/>
                      <a:pt x="18453" y="5016"/>
                    </a:cubicBezTo>
                    <a:cubicBezTo>
                      <a:pt x="18185" y="6011"/>
                      <a:pt x="14739" y="5016"/>
                      <a:pt x="13667" y="5246"/>
                    </a:cubicBezTo>
                    <a:cubicBezTo>
                      <a:pt x="9954" y="5169"/>
                      <a:pt x="6317" y="6126"/>
                      <a:pt x="2603" y="6241"/>
                    </a:cubicBezTo>
                    <a:cubicBezTo>
                      <a:pt x="0" y="6011"/>
                      <a:pt x="3982" y="652"/>
                      <a:pt x="5283" y="920"/>
                    </a:cubicBezTo>
                    <a:cubicBezTo>
                      <a:pt x="8997" y="1"/>
                      <a:pt x="13208" y="766"/>
                      <a:pt x="16462" y="2719"/>
                    </a:cubicBezTo>
                    <a:close/>
                  </a:path>
                </a:pathLst>
              </a:custGeom>
              <a:solidFill>
                <a:srgbClr val="F9AEA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Google Shape;2859;p47"/>
              <p:cNvSpPr/>
              <p:nvPr/>
            </p:nvSpPr>
            <p:spPr>
              <a:xfrm>
                <a:off x="3824350" y="1011725"/>
                <a:ext cx="1739050" cy="3729800"/>
              </a:xfrm>
              <a:custGeom>
                <a:avLst/>
                <a:gdLst/>
                <a:ahLst/>
                <a:cxnLst/>
                <a:rect l="l" t="t" r="r" b="b"/>
                <a:pathLst>
                  <a:path w="69562" h="149192" extrusionOk="0">
                    <a:moveTo>
                      <a:pt x="24157" y="148158"/>
                    </a:moveTo>
                    <a:cubicBezTo>
                      <a:pt x="24387" y="147393"/>
                      <a:pt x="24540" y="146589"/>
                      <a:pt x="24578" y="145785"/>
                    </a:cubicBezTo>
                    <a:cubicBezTo>
                      <a:pt x="24617" y="145364"/>
                      <a:pt x="24578" y="144904"/>
                      <a:pt x="24425" y="144521"/>
                    </a:cubicBezTo>
                    <a:cubicBezTo>
                      <a:pt x="24157" y="143488"/>
                      <a:pt x="23047" y="142492"/>
                      <a:pt x="21975" y="143028"/>
                    </a:cubicBezTo>
                    <a:cubicBezTo>
                      <a:pt x="21363" y="143411"/>
                      <a:pt x="20635" y="144483"/>
                      <a:pt x="21248" y="145134"/>
                    </a:cubicBezTo>
                    <a:cubicBezTo>
                      <a:pt x="21592" y="145555"/>
                      <a:pt x="22320" y="145861"/>
                      <a:pt x="22703" y="145287"/>
                    </a:cubicBezTo>
                    <a:cubicBezTo>
                      <a:pt x="22856" y="145019"/>
                      <a:pt x="22779" y="144598"/>
                      <a:pt x="22511" y="144368"/>
                    </a:cubicBezTo>
                    <a:cubicBezTo>
                      <a:pt x="22205" y="144138"/>
                      <a:pt x="22549" y="143717"/>
                      <a:pt x="22856" y="143947"/>
                    </a:cubicBezTo>
                    <a:cubicBezTo>
                      <a:pt x="23851" y="144674"/>
                      <a:pt x="23277" y="146282"/>
                      <a:pt x="22013" y="146168"/>
                    </a:cubicBezTo>
                    <a:cubicBezTo>
                      <a:pt x="21171" y="146091"/>
                      <a:pt x="20406" y="145287"/>
                      <a:pt x="20444" y="144445"/>
                    </a:cubicBezTo>
                    <a:cubicBezTo>
                      <a:pt x="20597" y="143488"/>
                      <a:pt x="21248" y="142569"/>
                      <a:pt x="22243" y="142339"/>
                    </a:cubicBezTo>
                    <a:cubicBezTo>
                      <a:pt x="23162" y="142148"/>
                      <a:pt x="24081" y="142722"/>
                      <a:pt x="24578" y="143488"/>
                    </a:cubicBezTo>
                    <a:cubicBezTo>
                      <a:pt x="24617" y="143028"/>
                      <a:pt x="24617" y="142569"/>
                      <a:pt x="24578" y="142109"/>
                    </a:cubicBezTo>
                    <a:cubicBezTo>
                      <a:pt x="24502" y="141152"/>
                      <a:pt x="24234" y="140234"/>
                      <a:pt x="23736" y="139430"/>
                    </a:cubicBezTo>
                    <a:cubicBezTo>
                      <a:pt x="23468" y="139047"/>
                      <a:pt x="23085" y="138626"/>
                      <a:pt x="22626" y="138434"/>
                    </a:cubicBezTo>
                    <a:cubicBezTo>
                      <a:pt x="21784" y="138205"/>
                      <a:pt x="20673" y="138319"/>
                      <a:pt x="20138" y="139047"/>
                    </a:cubicBezTo>
                    <a:cubicBezTo>
                      <a:pt x="19908" y="139506"/>
                      <a:pt x="20252" y="140080"/>
                      <a:pt x="20520" y="140463"/>
                    </a:cubicBezTo>
                    <a:cubicBezTo>
                      <a:pt x="20827" y="140693"/>
                      <a:pt x="21516" y="140463"/>
                      <a:pt x="21745" y="140195"/>
                    </a:cubicBezTo>
                    <a:cubicBezTo>
                      <a:pt x="21745" y="140195"/>
                      <a:pt x="21745" y="140195"/>
                      <a:pt x="21745" y="140195"/>
                    </a:cubicBezTo>
                    <a:lnTo>
                      <a:pt x="21707" y="140195"/>
                    </a:lnTo>
                    <a:cubicBezTo>
                      <a:pt x="21784" y="140042"/>
                      <a:pt x="21592" y="139851"/>
                      <a:pt x="21516" y="139698"/>
                    </a:cubicBezTo>
                    <a:cubicBezTo>
                      <a:pt x="21324" y="139391"/>
                      <a:pt x="21745" y="139047"/>
                      <a:pt x="21975" y="139315"/>
                    </a:cubicBezTo>
                    <a:cubicBezTo>
                      <a:pt x="22435" y="139889"/>
                      <a:pt x="22473" y="140578"/>
                      <a:pt x="21745" y="140884"/>
                    </a:cubicBezTo>
                    <a:cubicBezTo>
                      <a:pt x="21133" y="141229"/>
                      <a:pt x="20214" y="141267"/>
                      <a:pt x="19870" y="140540"/>
                    </a:cubicBezTo>
                    <a:cubicBezTo>
                      <a:pt x="19678" y="140157"/>
                      <a:pt x="19448" y="139736"/>
                      <a:pt x="19525" y="139276"/>
                    </a:cubicBezTo>
                    <a:cubicBezTo>
                      <a:pt x="19716" y="137898"/>
                      <a:pt x="21592" y="137554"/>
                      <a:pt x="22741" y="137860"/>
                    </a:cubicBezTo>
                    <a:cubicBezTo>
                      <a:pt x="23315" y="138128"/>
                      <a:pt x="23774" y="138511"/>
                      <a:pt x="24119" y="138970"/>
                    </a:cubicBezTo>
                    <a:cubicBezTo>
                      <a:pt x="24387" y="137286"/>
                      <a:pt x="24578" y="135410"/>
                      <a:pt x="23200" y="134146"/>
                    </a:cubicBezTo>
                    <a:cubicBezTo>
                      <a:pt x="22626" y="133687"/>
                      <a:pt x="21477" y="133304"/>
                      <a:pt x="20903" y="133955"/>
                    </a:cubicBezTo>
                    <a:cubicBezTo>
                      <a:pt x="20597" y="134300"/>
                      <a:pt x="20329" y="134797"/>
                      <a:pt x="20635" y="135218"/>
                    </a:cubicBezTo>
                    <a:cubicBezTo>
                      <a:pt x="20941" y="135640"/>
                      <a:pt x="21707" y="135908"/>
                      <a:pt x="22167" y="135525"/>
                    </a:cubicBezTo>
                    <a:cubicBezTo>
                      <a:pt x="22358" y="135295"/>
                      <a:pt x="22435" y="134912"/>
                      <a:pt x="22205" y="134644"/>
                    </a:cubicBezTo>
                    <a:cubicBezTo>
                      <a:pt x="21975" y="134338"/>
                      <a:pt x="22435" y="133993"/>
                      <a:pt x="22664" y="134300"/>
                    </a:cubicBezTo>
                    <a:cubicBezTo>
                      <a:pt x="22971" y="134644"/>
                      <a:pt x="22971" y="135180"/>
                      <a:pt x="22817" y="135601"/>
                    </a:cubicBezTo>
                    <a:cubicBezTo>
                      <a:pt x="22626" y="136137"/>
                      <a:pt x="21975" y="136329"/>
                      <a:pt x="21477" y="136290"/>
                    </a:cubicBezTo>
                    <a:cubicBezTo>
                      <a:pt x="20597" y="136175"/>
                      <a:pt x="19716" y="135372"/>
                      <a:pt x="19984" y="134453"/>
                    </a:cubicBezTo>
                    <a:cubicBezTo>
                      <a:pt x="20176" y="133725"/>
                      <a:pt x="20788" y="133075"/>
                      <a:pt x="21592" y="133036"/>
                    </a:cubicBezTo>
                    <a:cubicBezTo>
                      <a:pt x="22167" y="133036"/>
                      <a:pt x="22817" y="133228"/>
                      <a:pt x="23315" y="133534"/>
                    </a:cubicBezTo>
                    <a:cubicBezTo>
                      <a:pt x="24042" y="134032"/>
                      <a:pt x="24540" y="134950"/>
                      <a:pt x="24732" y="135793"/>
                    </a:cubicBezTo>
                    <a:cubicBezTo>
                      <a:pt x="24923" y="136711"/>
                      <a:pt x="24846" y="137630"/>
                      <a:pt x="24770" y="138549"/>
                    </a:cubicBezTo>
                    <a:cubicBezTo>
                      <a:pt x="24732" y="138817"/>
                      <a:pt x="24655" y="139047"/>
                      <a:pt x="24617" y="139276"/>
                    </a:cubicBezTo>
                    <a:cubicBezTo>
                      <a:pt x="24617" y="139391"/>
                      <a:pt x="24578" y="139506"/>
                      <a:pt x="24464" y="139544"/>
                    </a:cubicBezTo>
                    <a:cubicBezTo>
                      <a:pt x="24961" y="140540"/>
                      <a:pt x="25191" y="141727"/>
                      <a:pt x="25153" y="142760"/>
                    </a:cubicBezTo>
                    <a:cubicBezTo>
                      <a:pt x="25153" y="143181"/>
                      <a:pt x="25153" y="143564"/>
                      <a:pt x="25153" y="143985"/>
                    </a:cubicBezTo>
                    <a:cubicBezTo>
                      <a:pt x="25153" y="144100"/>
                      <a:pt x="25038" y="144215"/>
                      <a:pt x="24923" y="144253"/>
                    </a:cubicBezTo>
                    <a:cubicBezTo>
                      <a:pt x="25268" y="145134"/>
                      <a:pt x="25153" y="146053"/>
                      <a:pt x="25000" y="146971"/>
                    </a:cubicBezTo>
                    <a:cubicBezTo>
                      <a:pt x="24961" y="147393"/>
                      <a:pt x="24846" y="147814"/>
                      <a:pt x="24693" y="148197"/>
                    </a:cubicBezTo>
                    <a:cubicBezTo>
                      <a:pt x="24693" y="148350"/>
                      <a:pt x="24578" y="148426"/>
                      <a:pt x="24425" y="148426"/>
                    </a:cubicBezTo>
                    <a:cubicBezTo>
                      <a:pt x="24272" y="148426"/>
                      <a:pt x="24157" y="148311"/>
                      <a:pt x="24157" y="148158"/>
                    </a:cubicBezTo>
                    <a:lnTo>
                      <a:pt x="24157" y="148158"/>
                    </a:lnTo>
                    <a:close/>
                    <a:moveTo>
                      <a:pt x="63360" y="70557"/>
                    </a:moveTo>
                    <a:cubicBezTo>
                      <a:pt x="63781" y="66040"/>
                      <a:pt x="63858" y="61484"/>
                      <a:pt x="63781" y="56967"/>
                    </a:cubicBezTo>
                    <a:cubicBezTo>
                      <a:pt x="63475" y="56775"/>
                      <a:pt x="63398" y="56316"/>
                      <a:pt x="63436" y="55971"/>
                    </a:cubicBezTo>
                    <a:cubicBezTo>
                      <a:pt x="63398" y="55129"/>
                      <a:pt x="63360" y="54325"/>
                      <a:pt x="63283" y="53483"/>
                    </a:cubicBezTo>
                    <a:cubicBezTo>
                      <a:pt x="63130" y="52334"/>
                      <a:pt x="62939" y="51147"/>
                      <a:pt x="62786" y="49961"/>
                    </a:cubicBezTo>
                    <a:cubicBezTo>
                      <a:pt x="62786" y="49807"/>
                      <a:pt x="62786" y="49654"/>
                      <a:pt x="62862" y="49578"/>
                    </a:cubicBezTo>
                    <a:lnTo>
                      <a:pt x="62862" y="49540"/>
                    </a:lnTo>
                    <a:cubicBezTo>
                      <a:pt x="62211" y="44371"/>
                      <a:pt x="61216" y="39433"/>
                      <a:pt x="58766" y="34992"/>
                    </a:cubicBezTo>
                    <a:cubicBezTo>
                      <a:pt x="58689" y="34992"/>
                      <a:pt x="58613" y="34992"/>
                      <a:pt x="58574" y="34953"/>
                    </a:cubicBezTo>
                    <a:cubicBezTo>
                      <a:pt x="58268" y="34915"/>
                      <a:pt x="58077" y="34494"/>
                      <a:pt x="57924" y="34303"/>
                    </a:cubicBezTo>
                    <a:cubicBezTo>
                      <a:pt x="56890" y="32656"/>
                      <a:pt x="55588" y="31048"/>
                      <a:pt x="54095" y="29785"/>
                    </a:cubicBezTo>
                    <a:cubicBezTo>
                      <a:pt x="53521" y="29287"/>
                      <a:pt x="52947" y="28751"/>
                      <a:pt x="52372" y="28254"/>
                    </a:cubicBezTo>
                    <a:cubicBezTo>
                      <a:pt x="50497" y="26876"/>
                      <a:pt x="48429" y="25804"/>
                      <a:pt x="46209" y="25115"/>
                    </a:cubicBezTo>
                    <a:cubicBezTo>
                      <a:pt x="42380" y="24119"/>
                      <a:pt x="38437" y="23698"/>
                      <a:pt x="34532" y="23583"/>
                    </a:cubicBezTo>
                    <a:lnTo>
                      <a:pt x="34035" y="23583"/>
                    </a:lnTo>
                    <a:cubicBezTo>
                      <a:pt x="33881" y="23736"/>
                      <a:pt x="33690" y="23775"/>
                      <a:pt x="33499" y="23775"/>
                    </a:cubicBezTo>
                    <a:cubicBezTo>
                      <a:pt x="33001" y="23889"/>
                      <a:pt x="32503" y="24004"/>
                      <a:pt x="32044" y="24081"/>
                    </a:cubicBezTo>
                    <a:cubicBezTo>
                      <a:pt x="28330" y="24579"/>
                      <a:pt x="24693" y="25536"/>
                      <a:pt x="21171" y="26837"/>
                    </a:cubicBezTo>
                    <a:cubicBezTo>
                      <a:pt x="18147" y="28101"/>
                      <a:pt x="15543" y="29938"/>
                      <a:pt x="13170" y="32159"/>
                    </a:cubicBezTo>
                    <a:cubicBezTo>
                      <a:pt x="12021" y="33192"/>
                      <a:pt x="10988" y="34341"/>
                      <a:pt x="10107" y="35643"/>
                    </a:cubicBezTo>
                    <a:cubicBezTo>
                      <a:pt x="9686" y="36025"/>
                      <a:pt x="9303" y="37059"/>
                      <a:pt x="8729" y="37404"/>
                    </a:cubicBezTo>
                    <a:lnTo>
                      <a:pt x="8729" y="37404"/>
                    </a:lnTo>
                    <a:cubicBezTo>
                      <a:pt x="8346" y="38016"/>
                      <a:pt x="8002" y="38629"/>
                      <a:pt x="7695" y="39279"/>
                    </a:cubicBezTo>
                    <a:cubicBezTo>
                      <a:pt x="8116" y="39892"/>
                      <a:pt x="7427" y="40964"/>
                      <a:pt x="7312" y="41615"/>
                    </a:cubicBezTo>
                    <a:cubicBezTo>
                      <a:pt x="6930" y="43070"/>
                      <a:pt x="6509" y="44524"/>
                      <a:pt x="6279" y="46056"/>
                    </a:cubicBezTo>
                    <a:cubicBezTo>
                      <a:pt x="6164" y="46898"/>
                      <a:pt x="6011" y="47740"/>
                      <a:pt x="5896" y="48582"/>
                    </a:cubicBezTo>
                    <a:cubicBezTo>
                      <a:pt x="5858" y="49157"/>
                      <a:pt x="5743" y="49807"/>
                      <a:pt x="5743" y="50382"/>
                    </a:cubicBezTo>
                    <a:cubicBezTo>
                      <a:pt x="5628" y="52564"/>
                      <a:pt x="5628" y="54784"/>
                      <a:pt x="5475" y="56967"/>
                    </a:cubicBezTo>
                    <a:cubicBezTo>
                      <a:pt x="5398" y="63130"/>
                      <a:pt x="5054" y="69294"/>
                      <a:pt x="5475" y="75458"/>
                    </a:cubicBezTo>
                    <a:cubicBezTo>
                      <a:pt x="5973" y="78788"/>
                      <a:pt x="6968" y="82081"/>
                      <a:pt x="8040" y="85258"/>
                    </a:cubicBezTo>
                    <a:cubicBezTo>
                      <a:pt x="8078" y="85450"/>
                      <a:pt x="8155" y="85603"/>
                      <a:pt x="8231" y="85756"/>
                    </a:cubicBezTo>
                    <a:cubicBezTo>
                      <a:pt x="8270" y="85756"/>
                      <a:pt x="8270" y="85794"/>
                      <a:pt x="8270" y="85794"/>
                    </a:cubicBezTo>
                    <a:cubicBezTo>
                      <a:pt x="8691" y="86483"/>
                      <a:pt x="9074" y="87172"/>
                      <a:pt x="9533" y="87861"/>
                    </a:cubicBezTo>
                    <a:cubicBezTo>
                      <a:pt x="10567" y="89661"/>
                      <a:pt x="11639" y="91460"/>
                      <a:pt x="12825" y="93183"/>
                    </a:cubicBezTo>
                    <a:cubicBezTo>
                      <a:pt x="12902" y="93336"/>
                      <a:pt x="12940" y="93489"/>
                      <a:pt x="12940" y="93642"/>
                    </a:cubicBezTo>
                    <a:cubicBezTo>
                      <a:pt x="14050" y="95327"/>
                      <a:pt x="15237" y="96935"/>
                      <a:pt x="16501" y="98504"/>
                    </a:cubicBezTo>
                    <a:cubicBezTo>
                      <a:pt x="19104" y="101644"/>
                      <a:pt x="22435" y="104094"/>
                      <a:pt x="25918" y="106199"/>
                    </a:cubicBezTo>
                    <a:cubicBezTo>
                      <a:pt x="27565" y="107118"/>
                      <a:pt x="29249" y="107960"/>
                      <a:pt x="31087" y="108420"/>
                    </a:cubicBezTo>
                    <a:cubicBezTo>
                      <a:pt x="31967" y="108650"/>
                      <a:pt x="32886" y="108650"/>
                      <a:pt x="33805" y="108726"/>
                    </a:cubicBezTo>
                    <a:cubicBezTo>
                      <a:pt x="33881" y="108726"/>
                      <a:pt x="33996" y="108764"/>
                      <a:pt x="34073" y="108803"/>
                    </a:cubicBezTo>
                    <a:cubicBezTo>
                      <a:pt x="34456" y="108803"/>
                      <a:pt x="34877" y="108764"/>
                      <a:pt x="35260" y="108726"/>
                    </a:cubicBezTo>
                    <a:cubicBezTo>
                      <a:pt x="35336" y="108726"/>
                      <a:pt x="35413" y="108688"/>
                      <a:pt x="35489" y="108688"/>
                    </a:cubicBezTo>
                    <a:cubicBezTo>
                      <a:pt x="36332" y="108573"/>
                      <a:pt x="37174" y="108458"/>
                      <a:pt x="38016" y="108305"/>
                    </a:cubicBezTo>
                    <a:cubicBezTo>
                      <a:pt x="38743" y="108152"/>
                      <a:pt x="39471" y="107922"/>
                      <a:pt x="40160" y="107692"/>
                    </a:cubicBezTo>
                    <a:cubicBezTo>
                      <a:pt x="40275" y="107692"/>
                      <a:pt x="40351" y="107654"/>
                      <a:pt x="40428" y="107692"/>
                    </a:cubicBezTo>
                    <a:cubicBezTo>
                      <a:pt x="46362" y="105434"/>
                      <a:pt x="50535" y="100265"/>
                      <a:pt x="53980" y="95135"/>
                    </a:cubicBezTo>
                    <a:cubicBezTo>
                      <a:pt x="54210" y="94867"/>
                      <a:pt x="54478" y="94829"/>
                      <a:pt x="54746" y="94906"/>
                    </a:cubicBezTo>
                    <a:cubicBezTo>
                      <a:pt x="54784" y="94829"/>
                      <a:pt x="54861" y="94714"/>
                      <a:pt x="54899" y="94638"/>
                    </a:cubicBezTo>
                    <a:cubicBezTo>
                      <a:pt x="54976" y="94370"/>
                      <a:pt x="55167" y="94102"/>
                      <a:pt x="55397" y="93872"/>
                    </a:cubicBezTo>
                    <a:cubicBezTo>
                      <a:pt x="56086" y="92762"/>
                      <a:pt x="56852" y="91652"/>
                      <a:pt x="57579" y="90541"/>
                    </a:cubicBezTo>
                    <a:cubicBezTo>
                      <a:pt x="57656" y="90388"/>
                      <a:pt x="57809" y="90312"/>
                      <a:pt x="57924" y="90273"/>
                    </a:cubicBezTo>
                    <a:cubicBezTo>
                      <a:pt x="58153" y="89891"/>
                      <a:pt x="58383" y="89508"/>
                      <a:pt x="58613" y="89125"/>
                    </a:cubicBezTo>
                    <a:cubicBezTo>
                      <a:pt x="60603" y="85679"/>
                      <a:pt x="61829" y="81889"/>
                      <a:pt x="62441" y="78023"/>
                    </a:cubicBezTo>
                    <a:lnTo>
                      <a:pt x="62441" y="78023"/>
                    </a:lnTo>
                    <a:cubicBezTo>
                      <a:pt x="62441" y="77716"/>
                      <a:pt x="62518" y="77410"/>
                      <a:pt x="62594" y="77104"/>
                    </a:cubicBezTo>
                    <a:cubicBezTo>
                      <a:pt x="62671" y="76415"/>
                      <a:pt x="62747" y="75726"/>
                      <a:pt x="62824" y="75036"/>
                    </a:cubicBezTo>
                    <a:cubicBezTo>
                      <a:pt x="62824" y="74883"/>
                      <a:pt x="62862" y="74807"/>
                      <a:pt x="62939" y="74730"/>
                    </a:cubicBezTo>
                    <a:cubicBezTo>
                      <a:pt x="63092" y="73352"/>
                      <a:pt x="63207" y="71974"/>
                      <a:pt x="63322" y="70596"/>
                    </a:cubicBezTo>
                    <a:lnTo>
                      <a:pt x="63322" y="70596"/>
                    </a:lnTo>
                    <a:close/>
                    <a:moveTo>
                      <a:pt x="69332" y="113780"/>
                    </a:moveTo>
                    <a:cubicBezTo>
                      <a:pt x="69179" y="106085"/>
                      <a:pt x="69141" y="98389"/>
                      <a:pt x="69256" y="90694"/>
                    </a:cubicBezTo>
                    <a:cubicBezTo>
                      <a:pt x="69409" y="83995"/>
                      <a:pt x="69141" y="77295"/>
                      <a:pt x="69256" y="70596"/>
                    </a:cubicBezTo>
                    <a:cubicBezTo>
                      <a:pt x="69294" y="65006"/>
                      <a:pt x="69562" y="59455"/>
                      <a:pt x="69256" y="53866"/>
                    </a:cubicBezTo>
                    <a:cubicBezTo>
                      <a:pt x="69141" y="51033"/>
                      <a:pt x="69179" y="48200"/>
                      <a:pt x="69026" y="45367"/>
                    </a:cubicBezTo>
                    <a:cubicBezTo>
                      <a:pt x="68873" y="42342"/>
                      <a:pt x="68413" y="39394"/>
                      <a:pt x="68490" y="36370"/>
                    </a:cubicBezTo>
                    <a:cubicBezTo>
                      <a:pt x="68528" y="32618"/>
                      <a:pt x="68720" y="28866"/>
                      <a:pt x="68758" y="25115"/>
                    </a:cubicBezTo>
                    <a:cubicBezTo>
                      <a:pt x="68834" y="23353"/>
                      <a:pt x="68949" y="21554"/>
                      <a:pt x="68911" y="19755"/>
                    </a:cubicBezTo>
                    <a:cubicBezTo>
                      <a:pt x="69064" y="18645"/>
                      <a:pt x="68375" y="18223"/>
                      <a:pt x="67877" y="18415"/>
                    </a:cubicBezTo>
                    <a:cubicBezTo>
                      <a:pt x="66537" y="16386"/>
                      <a:pt x="64776" y="14663"/>
                      <a:pt x="62977" y="13017"/>
                    </a:cubicBezTo>
                    <a:cubicBezTo>
                      <a:pt x="62250" y="12328"/>
                      <a:pt x="61484" y="11715"/>
                      <a:pt x="60680" y="11141"/>
                    </a:cubicBezTo>
                    <a:cubicBezTo>
                      <a:pt x="60642" y="11026"/>
                      <a:pt x="60565" y="10911"/>
                      <a:pt x="60450" y="10835"/>
                    </a:cubicBezTo>
                    <a:cubicBezTo>
                      <a:pt x="60144" y="10567"/>
                      <a:pt x="59838" y="10337"/>
                      <a:pt x="59532" y="10069"/>
                    </a:cubicBezTo>
                    <a:cubicBezTo>
                      <a:pt x="58613" y="9227"/>
                      <a:pt x="57464" y="8576"/>
                      <a:pt x="56469" y="7887"/>
                    </a:cubicBezTo>
                    <a:cubicBezTo>
                      <a:pt x="56277" y="7810"/>
                      <a:pt x="56124" y="7695"/>
                      <a:pt x="55971" y="7619"/>
                    </a:cubicBezTo>
                    <a:cubicBezTo>
                      <a:pt x="55359" y="7236"/>
                      <a:pt x="54746" y="6853"/>
                      <a:pt x="54095" y="6509"/>
                    </a:cubicBezTo>
                    <a:cubicBezTo>
                      <a:pt x="53368" y="6088"/>
                      <a:pt x="52564" y="5743"/>
                      <a:pt x="51760" y="5398"/>
                    </a:cubicBezTo>
                    <a:cubicBezTo>
                      <a:pt x="51607" y="5322"/>
                      <a:pt x="51454" y="5245"/>
                      <a:pt x="51339" y="5169"/>
                    </a:cubicBezTo>
                    <a:cubicBezTo>
                      <a:pt x="50343" y="4633"/>
                      <a:pt x="49310" y="4173"/>
                      <a:pt x="48238" y="3790"/>
                    </a:cubicBezTo>
                    <a:cubicBezTo>
                      <a:pt x="39777" y="613"/>
                      <a:pt x="31852" y="0"/>
                      <a:pt x="23277" y="3255"/>
                    </a:cubicBezTo>
                    <a:cubicBezTo>
                      <a:pt x="20520" y="4173"/>
                      <a:pt x="17879" y="5360"/>
                      <a:pt x="15505" y="7045"/>
                    </a:cubicBezTo>
                    <a:cubicBezTo>
                      <a:pt x="15390" y="7121"/>
                      <a:pt x="15314" y="7198"/>
                      <a:pt x="15275" y="7313"/>
                    </a:cubicBezTo>
                    <a:cubicBezTo>
                      <a:pt x="11562" y="9380"/>
                      <a:pt x="8308" y="12136"/>
                      <a:pt x="5245" y="15008"/>
                    </a:cubicBezTo>
                    <a:cubicBezTo>
                      <a:pt x="3714" y="16692"/>
                      <a:pt x="498" y="18989"/>
                      <a:pt x="498" y="21363"/>
                    </a:cubicBezTo>
                    <a:cubicBezTo>
                      <a:pt x="536" y="24617"/>
                      <a:pt x="843" y="27909"/>
                      <a:pt x="728" y="31163"/>
                    </a:cubicBezTo>
                    <a:cubicBezTo>
                      <a:pt x="766" y="31852"/>
                      <a:pt x="460" y="34800"/>
                      <a:pt x="689" y="36332"/>
                    </a:cubicBezTo>
                    <a:cubicBezTo>
                      <a:pt x="689" y="36676"/>
                      <a:pt x="651" y="36982"/>
                      <a:pt x="651" y="37289"/>
                    </a:cubicBezTo>
                    <a:cubicBezTo>
                      <a:pt x="192" y="37672"/>
                      <a:pt x="383" y="38667"/>
                      <a:pt x="307" y="39279"/>
                    </a:cubicBezTo>
                    <a:cubicBezTo>
                      <a:pt x="421" y="49348"/>
                      <a:pt x="0" y="59455"/>
                      <a:pt x="153" y="69524"/>
                    </a:cubicBezTo>
                    <a:cubicBezTo>
                      <a:pt x="345" y="75151"/>
                      <a:pt x="307" y="80779"/>
                      <a:pt x="651" y="86368"/>
                    </a:cubicBezTo>
                    <a:cubicBezTo>
                      <a:pt x="996" y="91422"/>
                      <a:pt x="881" y="96514"/>
                      <a:pt x="881" y="101567"/>
                    </a:cubicBezTo>
                    <a:cubicBezTo>
                      <a:pt x="881" y="101605"/>
                      <a:pt x="843" y="101644"/>
                      <a:pt x="843" y="101682"/>
                    </a:cubicBezTo>
                    <a:cubicBezTo>
                      <a:pt x="728" y="103979"/>
                      <a:pt x="766" y="106314"/>
                      <a:pt x="804" y="108573"/>
                    </a:cubicBezTo>
                    <a:cubicBezTo>
                      <a:pt x="651" y="112593"/>
                      <a:pt x="766" y="116613"/>
                      <a:pt x="919" y="120594"/>
                    </a:cubicBezTo>
                    <a:cubicBezTo>
                      <a:pt x="651" y="120900"/>
                      <a:pt x="766" y="121245"/>
                      <a:pt x="996" y="121551"/>
                    </a:cubicBezTo>
                    <a:cubicBezTo>
                      <a:pt x="1072" y="121666"/>
                      <a:pt x="1149" y="121743"/>
                      <a:pt x="1225" y="121819"/>
                    </a:cubicBezTo>
                    <a:cubicBezTo>
                      <a:pt x="1417" y="122011"/>
                      <a:pt x="1685" y="122240"/>
                      <a:pt x="1876" y="122355"/>
                    </a:cubicBezTo>
                    <a:cubicBezTo>
                      <a:pt x="2068" y="122508"/>
                      <a:pt x="2221" y="122623"/>
                      <a:pt x="2412" y="122776"/>
                    </a:cubicBezTo>
                    <a:cubicBezTo>
                      <a:pt x="3982" y="124422"/>
                      <a:pt x="5705" y="125954"/>
                      <a:pt x="7695" y="127141"/>
                    </a:cubicBezTo>
                    <a:cubicBezTo>
                      <a:pt x="10643" y="128748"/>
                      <a:pt x="13782" y="130012"/>
                      <a:pt x="17037" y="130816"/>
                    </a:cubicBezTo>
                    <a:cubicBezTo>
                      <a:pt x="17113" y="130854"/>
                      <a:pt x="17190" y="130854"/>
                      <a:pt x="17266" y="130892"/>
                    </a:cubicBezTo>
                    <a:cubicBezTo>
                      <a:pt x="17228" y="130969"/>
                      <a:pt x="17266" y="131084"/>
                      <a:pt x="17381" y="131160"/>
                    </a:cubicBezTo>
                    <a:cubicBezTo>
                      <a:pt x="17343" y="131122"/>
                      <a:pt x="17343" y="131122"/>
                      <a:pt x="17305" y="131084"/>
                    </a:cubicBezTo>
                    <a:cubicBezTo>
                      <a:pt x="17840" y="131926"/>
                      <a:pt x="18108" y="132960"/>
                      <a:pt x="18070" y="133955"/>
                    </a:cubicBezTo>
                    <a:cubicBezTo>
                      <a:pt x="17955" y="135104"/>
                      <a:pt x="17381" y="136137"/>
                      <a:pt x="17190" y="137286"/>
                    </a:cubicBezTo>
                    <a:cubicBezTo>
                      <a:pt x="16922" y="138281"/>
                      <a:pt x="16960" y="139353"/>
                      <a:pt x="17343" y="140310"/>
                    </a:cubicBezTo>
                    <a:cubicBezTo>
                      <a:pt x="17917" y="141841"/>
                      <a:pt x="18683" y="143335"/>
                      <a:pt x="18147" y="144981"/>
                    </a:cubicBezTo>
                    <a:cubicBezTo>
                      <a:pt x="17840" y="146091"/>
                      <a:pt x="17458" y="147239"/>
                      <a:pt x="17802" y="148388"/>
                    </a:cubicBezTo>
                    <a:cubicBezTo>
                      <a:pt x="17917" y="148733"/>
                      <a:pt x="18415" y="148579"/>
                      <a:pt x="18338" y="148235"/>
                    </a:cubicBezTo>
                    <a:cubicBezTo>
                      <a:pt x="18223" y="147852"/>
                      <a:pt x="18223" y="147507"/>
                      <a:pt x="18262" y="147125"/>
                    </a:cubicBezTo>
                    <a:cubicBezTo>
                      <a:pt x="18300" y="146397"/>
                      <a:pt x="18530" y="145708"/>
                      <a:pt x="18721" y="145019"/>
                    </a:cubicBezTo>
                    <a:cubicBezTo>
                      <a:pt x="19219" y="143258"/>
                      <a:pt x="18491" y="141650"/>
                      <a:pt x="17840" y="140042"/>
                    </a:cubicBezTo>
                    <a:cubicBezTo>
                      <a:pt x="17534" y="139238"/>
                      <a:pt x="17496" y="138396"/>
                      <a:pt x="17687" y="137554"/>
                    </a:cubicBezTo>
                    <a:cubicBezTo>
                      <a:pt x="17955" y="136061"/>
                      <a:pt x="18836" y="134682"/>
                      <a:pt x="18606" y="133113"/>
                    </a:cubicBezTo>
                    <a:cubicBezTo>
                      <a:pt x="18530" y="132653"/>
                      <a:pt x="18300" y="131658"/>
                      <a:pt x="17994" y="131045"/>
                    </a:cubicBezTo>
                    <a:cubicBezTo>
                      <a:pt x="21018" y="131773"/>
                      <a:pt x="24157" y="131888"/>
                      <a:pt x="27067" y="132998"/>
                    </a:cubicBezTo>
                    <a:cubicBezTo>
                      <a:pt x="27143" y="132998"/>
                      <a:pt x="27182" y="133036"/>
                      <a:pt x="27258" y="133036"/>
                    </a:cubicBezTo>
                    <a:cubicBezTo>
                      <a:pt x="27335" y="133381"/>
                      <a:pt x="27450" y="133725"/>
                      <a:pt x="27411" y="133993"/>
                    </a:cubicBezTo>
                    <a:cubicBezTo>
                      <a:pt x="27526" y="135640"/>
                      <a:pt x="27450" y="137247"/>
                      <a:pt x="27411" y="138894"/>
                    </a:cubicBezTo>
                    <a:cubicBezTo>
                      <a:pt x="27297" y="140923"/>
                      <a:pt x="27450" y="142990"/>
                      <a:pt x="27488" y="145019"/>
                    </a:cubicBezTo>
                    <a:cubicBezTo>
                      <a:pt x="27641" y="146589"/>
                      <a:pt x="26646" y="148618"/>
                      <a:pt x="29058" y="148656"/>
                    </a:cubicBezTo>
                    <a:cubicBezTo>
                      <a:pt x="30972" y="148771"/>
                      <a:pt x="32809" y="147967"/>
                      <a:pt x="34724" y="148273"/>
                    </a:cubicBezTo>
                    <a:cubicBezTo>
                      <a:pt x="35872" y="148350"/>
                      <a:pt x="37021" y="148618"/>
                      <a:pt x="38169" y="148618"/>
                    </a:cubicBezTo>
                    <a:cubicBezTo>
                      <a:pt x="39279" y="148579"/>
                      <a:pt x="40390" y="148503"/>
                      <a:pt x="41538" y="148579"/>
                    </a:cubicBezTo>
                    <a:cubicBezTo>
                      <a:pt x="42227" y="148618"/>
                      <a:pt x="42955" y="148388"/>
                      <a:pt x="43644" y="148579"/>
                    </a:cubicBezTo>
                    <a:cubicBezTo>
                      <a:pt x="43835" y="148618"/>
                      <a:pt x="44027" y="148618"/>
                      <a:pt x="44141" y="148541"/>
                    </a:cubicBezTo>
                    <a:cubicBezTo>
                      <a:pt x="44601" y="148465"/>
                      <a:pt x="44907" y="147890"/>
                      <a:pt x="44639" y="147316"/>
                    </a:cubicBezTo>
                    <a:cubicBezTo>
                      <a:pt x="44601" y="145632"/>
                      <a:pt x="44333" y="144138"/>
                      <a:pt x="44256" y="142416"/>
                    </a:cubicBezTo>
                    <a:cubicBezTo>
                      <a:pt x="44065" y="139047"/>
                      <a:pt x="43988" y="135640"/>
                      <a:pt x="44601" y="132309"/>
                    </a:cubicBezTo>
                    <a:cubicBezTo>
                      <a:pt x="45520" y="132309"/>
                      <a:pt x="46745" y="131773"/>
                      <a:pt x="47549" y="131658"/>
                    </a:cubicBezTo>
                    <a:cubicBezTo>
                      <a:pt x="51492" y="130969"/>
                      <a:pt x="55320" y="129820"/>
                      <a:pt x="59110" y="128480"/>
                    </a:cubicBezTo>
                    <a:cubicBezTo>
                      <a:pt x="59646" y="128289"/>
                      <a:pt x="60106" y="128251"/>
                      <a:pt x="60603" y="127868"/>
                    </a:cubicBezTo>
                    <a:cubicBezTo>
                      <a:pt x="62479" y="126873"/>
                      <a:pt x="64585" y="126337"/>
                      <a:pt x="66423" y="125188"/>
                    </a:cubicBezTo>
                    <a:cubicBezTo>
                      <a:pt x="67380" y="124652"/>
                      <a:pt x="68337" y="124040"/>
                      <a:pt x="68873" y="123082"/>
                    </a:cubicBezTo>
                    <a:cubicBezTo>
                      <a:pt x="68949" y="122929"/>
                      <a:pt x="68988" y="122776"/>
                      <a:pt x="68949" y="122623"/>
                    </a:cubicBezTo>
                    <a:cubicBezTo>
                      <a:pt x="69064" y="122087"/>
                      <a:pt x="69064" y="121398"/>
                      <a:pt x="69102" y="120977"/>
                    </a:cubicBezTo>
                    <a:cubicBezTo>
                      <a:pt x="69294" y="118565"/>
                      <a:pt x="69370" y="116153"/>
                      <a:pt x="69332" y="113741"/>
                    </a:cubicBezTo>
                    <a:lnTo>
                      <a:pt x="69332" y="113741"/>
                    </a:lnTo>
                    <a:close/>
                    <a:moveTo>
                      <a:pt x="56124" y="148733"/>
                    </a:moveTo>
                    <a:cubicBezTo>
                      <a:pt x="55971" y="148694"/>
                      <a:pt x="55856" y="148541"/>
                      <a:pt x="55895" y="148388"/>
                    </a:cubicBezTo>
                    <a:cubicBezTo>
                      <a:pt x="55933" y="148158"/>
                      <a:pt x="55933" y="147890"/>
                      <a:pt x="55933" y="147699"/>
                    </a:cubicBezTo>
                    <a:cubicBezTo>
                      <a:pt x="55971" y="147278"/>
                      <a:pt x="55933" y="146857"/>
                      <a:pt x="55856" y="146436"/>
                    </a:cubicBezTo>
                    <a:cubicBezTo>
                      <a:pt x="55588" y="145057"/>
                      <a:pt x="54555" y="143794"/>
                      <a:pt x="54823" y="142301"/>
                    </a:cubicBezTo>
                    <a:cubicBezTo>
                      <a:pt x="54937" y="141688"/>
                      <a:pt x="55205" y="141152"/>
                      <a:pt x="55397" y="140616"/>
                    </a:cubicBezTo>
                    <a:cubicBezTo>
                      <a:pt x="56048" y="139047"/>
                      <a:pt x="55205" y="137783"/>
                      <a:pt x="54784" y="136290"/>
                    </a:cubicBezTo>
                    <a:cubicBezTo>
                      <a:pt x="54248" y="133993"/>
                      <a:pt x="56469" y="133955"/>
                      <a:pt x="54669" y="130739"/>
                    </a:cubicBezTo>
                    <a:cubicBezTo>
                      <a:pt x="54478" y="130548"/>
                      <a:pt x="54478" y="130203"/>
                      <a:pt x="54823" y="130165"/>
                    </a:cubicBezTo>
                    <a:cubicBezTo>
                      <a:pt x="54937" y="130165"/>
                      <a:pt x="55052" y="130242"/>
                      <a:pt x="55091" y="130356"/>
                    </a:cubicBezTo>
                    <a:cubicBezTo>
                      <a:pt x="55205" y="130624"/>
                      <a:pt x="55359" y="130854"/>
                      <a:pt x="55473" y="131122"/>
                    </a:cubicBezTo>
                    <a:cubicBezTo>
                      <a:pt x="56890" y="134108"/>
                      <a:pt x="54631" y="134453"/>
                      <a:pt x="55435" y="136520"/>
                    </a:cubicBezTo>
                    <a:cubicBezTo>
                      <a:pt x="55665" y="137209"/>
                      <a:pt x="55971" y="137898"/>
                      <a:pt x="56124" y="138626"/>
                    </a:cubicBezTo>
                    <a:cubicBezTo>
                      <a:pt x="56584" y="140425"/>
                      <a:pt x="55052" y="141727"/>
                      <a:pt x="55435" y="143449"/>
                    </a:cubicBezTo>
                    <a:cubicBezTo>
                      <a:pt x="55780" y="144751"/>
                      <a:pt x="56584" y="145938"/>
                      <a:pt x="56545" y="147278"/>
                    </a:cubicBezTo>
                    <a:cubicBezTo>
                      <a:pt x="56545" y="147699"/>
                      <a:pt x="56507" y="148082"/>
                      <a:pt x="56469" y="148465"/>
                    </a:cubicBezTo>
                    <a:cubicBezTo>
                      <a:pt x="56431" y="148618"/>
                      <a:pt x="56277" y="148733"/>
                      <a:pt x="56124" y="148733"/>
                    </a:cubicBezTo>
                    <a:lnTo>
                      <a:pt x="56124" y="148733"/>
                    </a:lnTo>
                    <a:close/>
                    <a:moveTo>
                      <a:pt x="15965" y="148388"/>
                    </a:moveTo>
                    <a:cubicBezTo>
                      <a:pt x="15850" y="148273"/>
                      <a:pt x="15850" y="148043"/>
                      <a:pt x="15811" y="147890"/>
                    </a:cubicBezTo>
                    <a:cubicBezTo>
                      <a:pt x="15735" y="146818"/>
                      <a:pt x="16003" y="145785"/>
                      <a:pt x="16233" y="144751"/>
                    </a:cubicBezTo>
                    <a:cubicBezTo>
                      <a:pt x="16462" y="143794"/>
                      <a:pt x="16309" y="142760"/>
                      <a:pt x="16041" y="141841"/>
                    </a:cubicBezTo>
                    <a:cubicBezTo>
                      <a:pt x="15658" y="140387"/>
                      <a:pt x="14816" y="139047"/>
                      <a:pt x="15007" y="137515"/>
                    </a:cubicBezTo>
                    <a:cubicBezTo>
                      <a:pt x="15352" y="135257"/>
                      <a:pt x="16462" y="133419"/>
                      <a:pt x="15543" y="131084"/>
                    </a:cubicBezTo>
                    <a:cubicBezTo>
                      <a:pt x="15467" y="130892"/>
                      <a:pt x="15429" y="130663"/>
                      <a:pt x="15658" y="130586"/>
                    </a:cubicBezTo>
                    <a:cubicBezTo>
                      <a:pt x="15811" y="130510"/>
                      <a:pt x="15965" y="130586"/>
                      <a:pt x="16041" y="130739"/>
                    </a:cubicBezTo>
                    <a:cubicBezTo>
                      <a:pt x="16041" y="130816"/>
                      <a:pt x="16079" y="130892"/>
                      <a:pt x="16118" y="130969"/>
                    </a:cubicBezTo>
                    <a:cubicBezTo>
                      <a:pt x="16922" y="133036"/>
                      <a:pt x="16156" y="135142"/>
                      <a:pt x="15620" y="137133"/>
                    </a:cubicBezTo>
                    <a:cubicBezTo>
                      <a:pt x="15429" y="138013"/>
                      <a:pt x="15582" y="138894"/>
                      <a:pt x="15888" y="139698"/>
                    </a:cubicBezTo>
                    <a:cubicBezTo>
                      <a:pt x="16807" y="142071"/>
                      <a:pt x="17266" y="143526"/>
                      <a:pt x="16539" y="146014"/>
                    </a:cubicBezTo>
                    <a:cubicBezTo>
                      <a:pt x="16386" y="146665"/>
                      <a:pt x="16309" y="147316"/>
                      <a:pt x="16386" y="147967"/>
                    </a:cubicBezTo>
                    <a:cubicBezTo>
                      <a:pt x="16654" y="148273"/>
                      <a:pt x="16194" y="148656"/>
                      <a:pt x="15965" y="148388"/>
                    </a:cubicBezTo>
                    <a:lnTo>
                      <a:pt x="15965" y="148388"/>
                    </a:lnTo>
                    <a:close/>
                    <a:moveTo>
                      <a:pt x="53942" y="149154"/>
                    </a:moveTo>
                    <a:cubicBezTo>
                      <a:pt x="53712" y="149039"/>
                      <a:pt x="53789" y="148771"/>
                      <a:pt x="53866" y="148618"/>
                    </a:cubicBezTo>
                    <a:cubicBezTo>
                      <a:pt x="54669" y="146665"/>
                      <a:pt x="53291" y="145478"/>
                      <a:pt x="53215" y="143679"/>
                    </a:cubicBezTo>
                    <a:cubicBezTo>
                      <a:pt x="53291" y="142071"/>
                      <a:pt x="54210" y="140961"/>
                      <a:pt x="53598" y="139238"/>
                    </a:cubicBezTo>
                    <a:cubicBezTo>
                      <a:pt x="53406" y="138702"/>
                      <a:pt x="53138" y="138205"/>
                      <a:pt x="52908" y="137669"/>
                    </a:cubicBezTo>
                    <a:cubicBezTo>
                      <a:pt x="52334" y="136290"/>
                      <a:pt x="53062" y="134874"/>
                      <a:pt x="53215" y="133496"/>
                    </a:cubicBezTo>
                    <a:cubicBezTo>
                      <a:pt x="53253" y="132807"/>
                      <a:pt x="53062" y="132156"/>
                      <a:pt x="52794" y="131543"/>
                    </a:cubicBezTo>
                    <a:cubicBezTo>
                      <a:pt x="52679" y="131275"/>
                      <a:pt x="52487" y="130854"/>
                      <a:pt x="52908" y="130816"/>
                    </a:cubicBezTo>
                    <a:cubicBezTo>
                      <a:pt x="53215" y="130816"/>
                      <a:pt x="53215" y="131199"/>
                      <a:pt x="53368" y="131428"/>
                    </a:cubicBezTo>
                    <a:cubicBezTo>
                      <a:pt x="53636" y="132079"/>
                      <a:pt x="53827" y="132845"/>
                      <a:pt x="53751" y="133572"/>
                    </a:cubicBezTo>
                    <a:cubicBezTo>
                      <a:pt x="53674" y="134797"/>
                      <a:pt x="52947" y="136022"/>
                      <a:pt x="53368" y="137286"/>
                    </a:cubicBezTo>
                    <a:cubicBezTo>
                      <a:pt x="53559" y="137822"/>
                      <a:pt x="53866" y="138319"/>
                      <a:pt x="54057" y="138855"/>
                    </a:cubicBezTo>
                    <a:cubicBezTo>
                      <a:pt x="54669" y="140310"/>
                      <a:pt x="54248" y="141573"/>
                      <a:pt x="53866" y="143028"/>
                    </a:cubicBezTo>
                    <a:cubicBezTo>
                      <a:pt x="53751" y="143411"/>
                      <a:pt x="53789" y="143871"/>
                      <a:pt x="53866" y="144253"/>
                    </a:cubicBezTo>
                    <a:cubicBezTo>
                      <a:pt x="54210" y="145632"/>
                      <a:pt x="55014" y="146780"/>
                      <a:pt x="54555" y="148235"/>
                    </a:cubicBezTo>
                    <a:cubicBezTo>
                      <a:pt x="54516" y="148503"/>
                      <a:pt x="54401" y="148733"/>
                      <a:pt x="54325" y="149001"/>
                    </a:cubicBezTo>
                    <a:cubicBezTo>
                      <a:pt x="54287" y="149154"/>
                      <a:pt x="54095" y="149192"/>
                      <a:pt x="53942" y="149154"/>
                    </a:cubicBezTo>
                    <a:lnTo>
                      <a:pt x="53942" y="149154"/>
                    </a:lnTo>
                    <a:close/>
                    <a:moveTo>
                      <a:pt x="46936" y="139123"/>
                    </a:moveTo>
                    <a:cubicBezTo>
                      <a:pt x="46745" y="138740"/>
                      <a:pt x="46706" y="138243"/>
                      <a:pt x="46592" y="137822"/>
                    </a:cubicBezTo>
                    <a:cubicBezTo>
                      <a:pt x="46400" y="136788"/>
                      <a:pt x="46285" y="135716"/>
                      <a:pt x="46630" y="134682"/>
                    </a:cubicBezTo>
                    <a:cubicBezTo>
                      <a:pt x="46936" y="133878"/>
                      <a:pt x="47625" y="133304"/>
                      <a:pt x="48391" y="132998"/>
                    </a:cubicBezTo>
                    <a:cubicBezTo>
                      <a:pt x="48889" y="132768"/>
                      <a:pt x="49501" y="132883"/>
                      <a:pt x="49922" y="133151"/>
                    </a:cubicBezTo>
                    <a:cubicBezTo>
                      <a:pt x="50382" y="133457"/>
                      <a:pt x="50650" y="133955"/>
                      <a:pt x="50611" y="134491"/>
                    </a:cubicBezTo>
                    <a:cubicBezTo>
                      <a:pt x="50650" y="135410"/>
                      <a:pt x="49999" y="136826"/>
                      <a:pt x="48889" y="136482"/>
                    </a:cubicBezTo>
                    <a:cubicBezTo>
                      <a:pt x="48353" y="136329"/>
                      <a:pt x="48008" y="135793"/>
                      <a:pt x="48085" y="135257"/>
                    </a:cubicBezTo>
                    <a:cubicBezTo>
                      <a:pt x="48085" y="134912"/>
                      <a:pt x="48314" y="134261"/>
                      <a:pt x="48735" y="134529"/>
                    </a:cubicBezTo>
                    <a:cubicBezTo>
                      <a:pt x="48850" y="134606"/>
                      <a:pt x="48889" y="134797"/>
                      <a:pt x="48812" y="134912"/>
                    </a:cubicBezTo>
                    <a:cubicBezTo>
                      <a:pt x="48429" y="135333"/>
                      <a:pt x="48735" y="136022"/>
                      <a:pt x="49348" y="135946"/>
                    </a:cubicBezTo>
                    <a:cubicBezTo>
                      <a:pt x="49731" y="135793"/>
                      <a:pt x="49922" y="135333"/>
                      <a:pt x="49999" y="134912"/>
                    </a:cubicBezTo>
                    <a:cubicBezTo>
                      <a:pt x="50229" y="134146"/>
                      <a:pt x="49807" y="133496"/>
                      <a:pt x="49042" y="133419"/>
                    </a:cubicBezTo>
                    <a:cubicBezTo>
                      <a:pt x="48621" y="133419"/>
                      <a:pt x="48314" y="133649"/>
                      <a:pt x="47970" y="133840"/>
                    </a:cubicBezTo>
                    <a:cubicBezTo>
                      <a:pt x="47587" y="134108"/>
                      <a:pt x="47319" y="134491"/>
                      <a:pt x="47166" y="134912"/>
                    </a:cubicBezTo>
                    <a:cubicBezTo>
                      <a:pt x="46821" y="136137"/>
                      <a:pt x="47089" y="137439"/>
                      <a:pt x="47396" y="138664"/>
                    </a:cubicBezTo>
                    <a:cubicBezTo>
                      <a:pt x="48429" y="137783"/>
                      <a:pt x="50305" y="137592"/>
                      <a:pt x="50918" y="139008"/>
                    </a:cubicBezTo>
                    <a:cubicBezTo>
                      <a:pt x="51262" y="139736"/>
                      <a:pt x="50994" y="140616"/>
                      <a:pt x="50382" y="141152"/>
                    </a:cubicBezTo>
                    <a:cubicBezTo>
                      <a:pt x="49999" y="141497"/>
                      <a:pt x="49425" y="141880"/>
                      <a:pt x="48889" y="141612"/>
                    </a:cubicBezTo>
                    <a:cubicBezTo>
                      <a:pt x="48161" y="141191"/>
                      <a:pt x="48008" y="140080"/>
                      <a:pt x="48582" y="139506"/>
                    </a:cubicBezTo>
                    <a:cubicBezTo>
                      <a:pt x="48889" y="139276"/>
                      <a:pt x="49271" y="139659"/>
                      <a:pt x="49003" y="139927"/>
                    </a:cubicBezTo>
                    <a:cubicBezTo>
                      <a:pt x="48659" y="140234"/>
                      <a:pt x="48774" y="140961"/>
                      <a:pt x="49195" y="141152"/>
                    </a:cubicBezTo>
                    <a:cubicBezTo>
                      <a:pt x="49501" y="141152"/>
                      <a:pt x="49731" y="140923"/>
                      <a:pt x="49961" y="140770"/>
                    </a:cubicBezTo>
                    <a:cubicBezTo>
                      <a:pt x="50190" y="140540"/>
                      <a:pt x="50382" y="140272"/>
                      <a:pt x="50458" y="139966"/>
                    </a:cubicBezTo>
                    <a:cubicBezTo>
                      <a:pt x="50688" y="138587"/>
                      <a:pt x="49195" y="138205"/>
                      <a:pt x="48161" y="138817"/>
                    </a:cubicBezTo>
                    <a:cubicBezTo>
                      <a:pt x="47319" y="139200"/>
                      <a:pt x="47089" y="140004"/>
                      <a:pt x="47013" y="140884"/>
                    </a:cubicBezTo>
                    <a:cubicBezTo>
                      <a:pt x="46974" y="141918"/>
                      <a:pt x="47051" y="142952"/>
                      <a:pt x="47204" y="144024"/>
                    </a:cubicBezTo>
                    <a:cubicBezTo>
                      <a:pt x="47242" y="143947"/>
                      <a:pt x="47281" y="143909"/>
                      <a:pt x="47319" y="143832"/>
                    </a:cubicBezTo>
                    <a:cubicBezTo>
                      <a:pt x="48123" y="142990"/>
                      <a:pt x="49807" y="142799"/>
                      <a:pt x="50535" y="143871"/>
                    </a:cubicBezTo>
                    <a:cubicBezTo>
                      <a:pt x="51186" y="144598"/>
                      <a:pt x="50765" y="145708"/>
                      <a:pt x="50075" y="146244"/>
                    </a:cubicBezTo>
                    <a:cubicBezTo>
                      <a:pt x="49693" y="146589"/>
                      <a:pt x="49118" y="146933"/>
                      <a:pt x="48582" y="146704"/>
                    </a:cubicBezTo>
                    <a:cubicBezTo>
                      <a:pt x="48046" y="146397"/>
                      <a:pt x="47817" y="145478"/>
                      <a:pt x="48161" y="144942"/>
                    </a:cubicBezTo>
                    <a:cubicBezTo>
                      <a:pt x="48353" y="144636"/>
                      <a:pt x="48850" y="144904"/>
                      <a:pt x="48659" y="145249"/>
                    </a:cubicBezTo>
                    <a:cubicBezTo>
                      <a:pt x="48506" y="145402"/>
                      <a:pt x="48582" y="145670"/>
                      <a:pt x="48621" y="145861"/>
                    </a:cubicBezTo>
                    <a:cubicBezTo>
                      <a:pt x="48812" y="146665"/>
                      <a:pt x="49731" y="145861"/>
                      <a:pt x="50037" y="145517"/>
                    </a:cubicBezTo>
                    <a:cubicBezTo>
                      <a:pt x="50497" y="144828"/>
                      <a:pt x="50305" y="144215"/>
                      <a:pt x="49616" y="143794"/>
                    </a:cubicBezTo>
                    <a:cubicBezTo>
                      <a:pt x="49003" y="143564"/>
                      <a:pt x="48238" y="143756"/>
                      <a:pt x="47778" y="144215"/>
                    </a:cubicBezTo>
                    <a:cubicBezTo>
                      <a:pt x="47281" y="144828"/>
                      <a:pt x="46898" y="145555"/>
                      <a:pt x="46821" y="146359"/>
                    </a:cubicBezTo>
                    <a:cubicBezTo>
                      <a:pt x="46821" y="146933"/>
                      <a:pt x="46860" y="147546"/>
                      <a:pt x="46936" y="148120"/>
                    </a:cubicBezTo>
                    <a:cubicBezTo>
                      <a:pt x="47089" y="148426"/>
                      <a:pt x="46668" y="148656"/>
                      <a:pt x="46477" y="148388"/>
                    </a:cubicBezTo>
                    <a:cubicBezTo>
                      <a:pt x="46400" y="148311"/>
                      <a:pt x="46400" y="148197"/>
                      <a:pt x="46362" y="148082"/>
                    </a:cubicBezTo>
                    <a:cubicBezTo>
                      <a:pt x="46324" y="147661"/>
                      <a:pt x="46285" y="147239"/>
                      <a:pt x="46247" y="146780"/>
                    </a:cubicBezTo>
                    <a:cubicBezTo>
                      <a:pt x="46209" y="145976"/>
                      <a:pt x="46477" y="145134"/>
                      <a:pt x="46898" y="144445"/>
                    </a:cubicBezTo>
                    <a:cubicBezTo>
                      <a:pt x="46821" y="144445"/>
                      <a:pt x="46706" y="144368"/>
                      <a:pt x="46668" y="144253"/>
                    </a:cubicBezTo>
                    <a:cubicBezTo>
                      <a:pt x="46553" y="143679"/>
                      <a:pt x="46553" y="143105"/>
                      <a:pt x="46477" y="142531"/>
                    </a:cubicBezTo>
                    <a:cubicBezTo>
                      <a:pt x="46400" y="141459"/>
                      <a:pt x="46362" y="140310"/>
                      <a:pt x="46821" y="139315"/>
                    </a:cubicBezTo>
                    <a:cubicBezTo>
                      <a:pt x="46860" y="139238"/>
                      <a:pt x="46898" y="139162"/>
                      <a:pt x="46936" y="13908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Google Shape;2860;p47"/>
              <p:cNvSpPr/>
              <p:nvPr/>
            </p:nvSpPr>
            <p:spPr>
              <a:xfrm>
                <a:off x="3823375" y="1048100"/>
                <a:ext cx="1752475" cy="3497225"/>
              </a:xfrm>
              <a:custGeom>
                <a:avLst/>
                <a:gdLst/>
                <a:ahLst/>
                <a:cxnLst/>
                <a:rect l="l" t="t" r="r" b="b"/>
                <a:pathLst>
                  <a:path w="70099" h="139889" extrusionOk="0">
                    <a:moveTo>
                      <a:pt x="27527" y="138817"/>
                    </a:moveTo>
                    <a:cubicBezTo>
                      <a:pt x="27450" y="137285"/>
                      <a:pt x="27604" y="135716"/>
                      <a:pt x="27527" y="134146"/>
                    </a:cubicBezTo>
                    <a:cubicBezTo>
                      <a:pt x="27642" y="133342"/>
                      <a:pt x="27106" y="131773"/>
                      <a:pt x="27718" y="131160"/>
                    </a:cubicBezTo>
                    <a:cubicBezTo>
                      <a:pt x="27336" y="131122"/>
                      <a:pt x="26991" y="131045"/>
                      <a:pt x="26608" y="131007"/>
                    </a:cubicBezTo>
                    <a:cubicBezTo>
                      <a:pt x="23086" y="130662"/>
                      <a:pt x="19564" y="130012"/>
                      <a:pt x="16157" y="128901"/>
                    </a:cubicBezTo>
                    <a:cubicBezTo>
                      <a:pt x="15391" y="128672"/>
                      <a:pt x="14587" y="128404"/>
                      <a:pt x="13821" y="128097"/>
                    </a:cubicBezTo>
                    <a:cubicBezTo>
                      <a:pt x="13707" y="128136"/>
                      <a:pt x="13553" y="128174"/>
                      <a:pt x="13439" y="128174"/>
                    </a:cubicBezTo>
                    <a:cubicBezTo>
                      <a:pt x="13324" y="128174"/>
                      <a:pt x="13247" y="128174"/>
                      <a:pt x="13171" y="128136"/>
                    </a:cubicBezTo>
                    <a:cubicBezTo>
                      <a:pt x="11103" y="127906"/>
                      <a:pt x="9648" y="126145"/>
                      <a:pt x="7773" y="125341"/>
                    </a:cubicBezTo>
                    <a:cubicBezTo>
                      <a:pt x="5476" y="124384"/>
                      <a:pt x="3408" y="123044"/>
                      <a:pt x="1724" y="121206"/>
                    </a:cubicBezTo>
                    <a:cubicBezTo>
                      <a:pt x="652" y="120173"/>
                      <a:pt x="728" y="118565"/>
                      <a:pt x="690" y="117187"/>
                    </a:cubicBezTo>
                    <a:cubicBezTo>
                      <a:pt x="805" y="111789"/>
                      <a:pt x="882" y="106429"/>
                      <a:pt x="460" y="101031"/>
                    </a:cubicBezTo>
                    <a:cubicBezTo>
                      <a:pt x="346" y="96399"/>
                      <a:pt x="767" y="91766"/>
                      <a:pt x="690" y="87134"/>
                    </a:cubicBezTo>
                    <a:cubicBezTo>
                      <a:pt x="537" y="83612"/>
                      <a:pt x="422" y="80051"/>
                      <a:pt x="499" y="76529"/>
                    </a:cubicBezTo>
                    <a:cubicBezTo>
                      <a:pt x="499" y="75840"/>
                      <a:pt x="39" y="72280"/>
                      <a:pt x="346" y="70519"/>
                    </a:cubicBezTo>
                    <a:cubicBezTo>
                      <a:pt x="1" y="66308"/>
                      <a:pt x="384" y="62020"/>
                      <a:pt x="346" y="57770"/>
                    </a:cubicBezTo>
                    <a:cubicBezTo>
                      <a:pt x="575" y="51530"/>
                      <a:pt x="346" y="45252"/>
                      <a:pt x="690" y="39011"/>
                    </a:cubicBezTo>
                    <a:cubicBezTo>
                      <a:pt x="805" y="36140"/>
                      <a:pt x="882" y="33230"/>
                      <a:pt x="958" y="30321"/>
                    </a:cubicBezTo>
                    <a:cubicBezTo>
                      <a:pt x="652" y="29517"/>
                      <a:pt x="767" y="28522"/>
                      <a:pt x="614" y="27718"/>
                    </a:cubicBezTo>
                    <a:cubicBezTo>
                      <a:pt x="346" y="24923"/>
                      <a:pt x="728" y="22205"/>
                      <a:pt x="882" y="19448"/>
                    </a:cubicBezTo>
                    <a:cubicBezTo>
                      <a:pt x="882" y="19333"/>
                      <a:pt x="882" y="19219"/>
                      <a:pt x="958" y="19142"/>
                    </a:cubicBezTo>
                    <a:cubicBezTo>
                      <a:pt x="1111" y="18338"/>
                      <a:pt x="1456" y="17572"/>
                      <a:pt x="2068" y="16883"/>
                    </a:cubicBezTo>
                    <a:cubicBezTo>
                      <a:pt x="6854" y="11409"/>
                      <a:pt x="12558" y="6662"/>
                      <a:pt x="19105" y="3446"/>
                    </a:cubicBezTo>
                    <a:cubicBezTo>
                      <a:pt x="19602" y="3254"/>
                      <a:pt x="20100" y="3063"/>
                      <a:pt x="20598" y="2871"/>
                    </a:cubicBezTo>
                    <a:cubicBezTo>
                      <a:pt x="20942" y="2757"/>
                      <a:pt x="21287" y="2603"/>
                      <a:pt x="21631" y="2489"/>
                    </a:cubicBezTo>
                    <a:cubicBezTo>
                      <a:pt x="21899" y="2412"/>
                      <a:pt x="22206" y="2297"/>
                      <a:pt x="22474" y="2221"/>
                    </a:cubicBezTo>
                    <a:cubicBezTo>
                      <a:pt x="22512" y="2221"/>
                      <a:pt x="22550" y="2259"/>
                      <a:pt x="22550" y="2259"/>
                    </a:cubicBezTo>
                    <a:cubicBezTo>
                      <a:pt x="22818" y="2374"/>
                      <a:pt x="23163" y="2297"/>
                      <a:pt x="23431" y="2221"/>
                    </a:cubicBezTo>
                    <a:cubicBezTo>
                      <a:pt x="23622" y="2182"/>
                      <a:pt x="23813" y="2106"/>
                      <a:pt x="24005" y="2029"/>
                    </a:cubicBezTo>
                    <a:cubicBezTo>
                      <a:pt x="24388" y="1876"/>
                      <a:pt x="24771" y="1761"/>
                      <a:pt x="25153" y="1608"/>
                    </a:cubicBezTo>
                    <a:cubicBezTo>
                      <a:pt x="25383" y="1532"/>
                      <a:pt x="25613" y="1455"/>
                      <a:pt x="25843" y="1378"/>
                    </a:cubicBezTo>
                    <a:cubicBezTo>
                      <a:pt x="26111" y="1302"/>
                      <a:pt x="26417" y="1264"/>
                      <a:pt x="26685" y="1187"/>
                    </a:cubicBezTo>
                    <a:cubicBezTo>
                      <a:pt x="26953" y="1110"/>
                      <a:pt x="27259" y="1072"/>
                      <a:pt x="27565" y="996"/>
                    </a:cubicBezTo>
                    <a:cubicBezTo>
                      <a:pt x="27680" y="957"/>
                      <a:pt x="27833" y="919"/>
                      <a:pt x="27948" y="881"/>
                    </a:cubicBezTo>
                    <a:cubicBezTo>
                      <a:pt x="28140" y="842"/>
                      <a:pt x="28331" y="804"/>
                      <a:pt x="28484" y="651"/>
                    </a:cubicBezTo>
                    <a:cubicBezTo>
                      <a:pt x="28522" y="651"/>
                      <a:pt x="28522" y="613"/>
                      <a:pt x="28561" y="613"/>
                    </a:cubicBezTo>
                    <a:cubicBezTo>
                      <a:pt x="28676" y="613"/>
                      <a:pt x="28790" y="574"/>
                      <a:pt x="28905" y="536"/>
                    </a:cubicBezTo>
                    <a:cubicBezTo>
                      <a:pt x="29671" y="421"/>
                      <a:pt x="30475" y="345"/>
                      <a:pt x="31241" y="268"/>
                    </a:cubicBezTo>
                    <a:cubicBezTo>
                      <a:pt x="32695" y="115"/>
                      <a:pt x="34112" y="0"/>
                      <a:pt x="35528" y="0"/>
                    </a:cubicBezTo>
                    <a:lnTo>
                      <a:pt x="35911" y="0"/>
                    </a:lnTo>
                    <a:lnTo>
                      <a:pt x="36103" y="0"/>
                    </a:lnTo>
                    <a:lnTo>
                      <a:pt x="36064" y="0"/>
                    </a:lnTo>
                    <a:lnTo>
                      <a:pt x="36179" y="0"/>
                    </a:lnTo>
                    <a:lnTo>
                      <a:pt x="36179" y="0"/>
                    </a:lnTo>
                    <a:lnTo>
                      <a:pt x="36409" y="0"/>
                    </a:lnTo>
                    <a:lnTo>
                      <a:pt x="36409" y="0"/>
                    </a:lnTo>
                    <a:cubicBezTo>
                      <a:pt x="36562" y="0"/>
                      <a:pt x="36677" y="0"/>
                      <a:pt x="36830" y="0"/>
                    </a:cubicBezTo>
                    <a:cubicBezTo>
                      <a:pt x="37021" y="0"/>
                      <a:pt x="37175" y="0"/>
                      <a:pt x="37366" y="0"/>
                    </a:cubicBezTo>
                    <a:cubicBezTo>
                      <a:pt x="38017" y="38"/>
                      <a:pt x="38668" y="38"/>
                      <a:pt x="39357" y="77"/>
                    </a:cubicBezTo>
                    <a:cubicBezTo>
                      <a:pt x="40046" y="153"/>
                      <a:pt x="40735" y="230"/>
                      <a:pt x="41424" y="345"/>
                    </a:cubicBezTo>
                    <a:cubicBezTo>
                      <a:pt x="42266" y="536"/>
                      <a:pt x="43070" y="728"/>
                      <a:pt x="43912" y="919"/>
                    </a:cubicBezTo>
                    <a:cubicBezTo>
                      <a:pt x="44716" y="1149"/>
                      <a:pt x="45482" y="1340"/>
                      <a:pt x="46286" y="1608"/>
                    </a:cubicBezTo>
                    <a:lnTo>
                      <a:pt x="46286" y="1608"/>
                    </a:lnTo>
                    <a:lnTo>
                      <a:pt x="46286" y="1608"/>
                    </a:lnTo>
                    <a:lnTo>
                      <a:pt x="46286" y="1608"/>
                    </a:lnTo>
                    <a:lnTo>
                      <a:pt x="46286" y="1608"/>
                    </a:lnTo>
                    <a:lnTo>
                      <a:pt x="46286" y="1608"/>
                    </a:lnTo>
                    <a:lnTo>
                      <a:pt x="46286" y="1608"/>
                    </a:lnTo>
                    <a:lnTo>
                      <a:pt x="46286" y="1608"/>
                    </a:lnTo>
                    <a:lnTo>
                      <a:pt x="46286" y="1608"/>
                    </a:lnTo>
                    <a:lnTo>
                      <a:pt x="46286" y="1608"/>
                    </a:lnTo>
                    <a:lnTo>
                      <a:pt x="46286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lnTo>
                      <a:pt x="46324" y="1608"/>
                    </a:lnTo>
                    <a:cubicBezTo>
                      <a:pt x="46363" y="1646"/>
                      <a:pt x="46401" y="1646"/>
                      <a:pt x="46401" y="1646"/>
                    </a:cubicBezTo>
                    <a:cubicBezTo>
                      <a:pt x="46592" y="1723"/>
                      <a:pt x="46745" y="1761"/>
                      <a:pt x="46937" y="1838"/>
                    </a:cubicBezTo>
                    <a:cubicBezTo>
                      <a:pt x="46937" y="1838"/>
                      <a:pt x="46937" y="1838"/>
                      <a:pt x="46975" y="1838"/>
                    </a:cubicBezTo>
                    <a:lnTo>
                      <a:pt x="46975" y="1838"/>
                    </a:lnTo>
                    <a:cubicBezTo>
                      <a:pt x="47588" y="2106"/>
                      <a:pt x="48239" y="2297"/>
                      <a:pt x="48889" y="2527"/>
                    </a:cubicBezTo>
                    <a:cubicBezTo>
                      <a:pt x="49387" y="2757"/>
                      <a:pt x="49885" y="2986"/>
                      <a:pt x="50382" y="3254"/>
                    </a:cubicBezTo>
                    <a:cubicBezTo>
                      <a:pt x="50995" y="3561"/>
                      <a:pt x="51646" y="3867"/>
                      <a:pt x="52258" y="4173"/>
                    </a:cubicBezTo>
                    <a:cubicBezTo>
                      <a:pt x="52871" y="4518"/>
                      <a:pt x="53522" y="4786"/>
                      <a:pt x="54134" y="5092"/>
                    </a:cubicBezTo>
                    <a:cubicBezTo>
                      <a:pt x="54326" y="5168"/>
                      <a:pt x="54517" y="5245"/>
                      <a:pt x="54708" y="5322"/>
                    </a:cubicBezTo>
                    <a:cubicBezTo>
                      <a:pt x="55283" y="5743"/>
                      <a:pt x="55819" y="6202"/>
                      <a:pt x="56355" y="6662"/>
                    </a:cubicBezTo>
                    <a:cubicBezTo>
                      <a:pt x="57312" y="7274"/>
                      <a:pt x="58231" y="7887"/>
                      <a:pt x="59111" y="8576"/>
                    </a:cubicBezTo>
                    <a:cubicBezTo>
                      <a:pt x="60949" y="9801"/>
                      <a:pt x="62595" y="11370"/>
                      <a:pt x="64126" y="12902"/>
                    </a:cubicBezTo>
                    <a:cubicBezTo>
                      <a:pt x="65351" y="14203"/>
                      <a:pt x="70099" y="17381"/>
                      <a:pt x="68644" y="19295"/>
                    </a:cubicBezTo>
                    <a:cubicBezTo>
                      <a:pt x="68720" y="24770"/>
                      <a:pt x="68605" y="30244"/>
                      <a:pt x="68759" y="35681"/>
                    </a:cubicBezTo>
                    <a:cubicBezTo>
                      <a:pt x="69065" y="39739"/>
                      <a:pt x="69141" y="43835"/>
                      <a:pt x="68567" y="47855"/>
                    </a:cubicBezTo>
                    <a:cubicBezTo>
                      <a:pt x="69103" y="48620"/>
                      <a:pt x="68950" y="49807"/>
                      <a:pt x="69103" y="50688"/>
                    </a:cubicBezTo>
                    <a:cubicBezTo>
                      <a:pt x="69486" y="59263"/>
                      <a:pt x="68988" y="67839"/>
                      <a:pt x="69256" y="76414"/>
                    </a:cubicBezTo>
                    <a:cubicBezTo>
                      <a:pt x="69754" y="83727"/>
                      <a:pt x="68988" y="91039"/>
                      <a:pt x="69027" y="98389"/>
                    </a:cubicBezTo>
                    <a:cubicBezTo>
                      <a:pt x="68950" y="99002"/>
                      <a:pt x="69295" y="104859"/>
                      <a:pt x="68873" y="107118"/>
                    </a:cubicBezTo>
                    <a:cubicBezTo>
                      <a:pt x="68912" y="107309"/>
                      <a:pt x="68912" y="107539"/>
                      <a:pt x="68950" y="107730"/>
                    </a:cubicBezTo>
                    <a:cubicBezTo>
                      <a:pt x="68873" y="110563"/>
                      <a:pt x="69945" y="120479"/>
                      <a:pt x="68414" y="122202"/>
                    </a:cubicBezTo>
                    <a:cubicBezTo>
                      <a:pt x="63437" y="125877"/>
                      <a:pt x="57503" y="128327"/>
                      <a:pt x="51531" y="129782"/>
                    </a:cubicBezTo>
                    <a:lnTo>
                      <a:pt x="51531" y="129782"/>
                    </a:lnTo>
                    <a:cubicBezTo>
                      <a:pt x="49846" y="130356"/>
                      <a:pt x="48085" y="130777"/>
                      <a:pt x="46286" y="131045"/>
                    </a:cubicBezTo>
                    <a:cubicBezTo>
                      <a:pt x="45788" y="131122"/>
                      <a:pt x="45329" y="131198"/>
                      <a:pt x="44831" y="131237"/>
                    </a:cubicBezTo>
                    <a:cubicBezTo>
                      <a:pt x="45138" y="131887"/>
                      <a:pt x="44257" y="133457"/>
                      <a:pt x="44755" y="137132"/>
                    </a:cubicBezTo>
                    <a:cubicBezTo>
                      <a:pt x="44946" y="138625"/>
                      <a:pt x="44870" y="139315"/>
                      <a:pt x="44640" y="139506"/>
                    </a:cubicBezTo>
                    <a:cubicBezTo>
                      <a:pt x="44410" y="139315"/>
                      <a:pt x="44142" y="139123"/>
                      <a:pt x="43874" y="138932"/>
                    </a:cubicBezTo>
                    <a:cubicBezTo>
                      <a:pt x="43338" y="138587"/>
                      <a:pt x="42764" y="138319"/>
                      <a:pt x="42151" y="138089"/>
                    </a:cubicBezTo>
                    <a:cubicBezTo>
                      <a:pt x="40811" y="137515"/>
                      <a:pt x="39472" y="136979"/>
                      <a:pt x="38017" y="136750"/>
                    </a:cubicBezTo>
                    <a:cubicBezTo>
                      <a:pt x="37175" y="136596"/>
                      <a:pt x="36332" y="136558"/>
                      <a:pt x="35490" y="136596"/>
                    </a:cubicBezTo>
                    <a:cubicBezTo>
                      <a:pt x="33270" y="136482"/>
                      <a:pt x="31087" y="136941"/>
                      <a:pt x="29403" y="138319"/>
                    </a:cubicBezTo>
                    <a:cubicBezTo>
                      <a:pt x="28982" y="138587"/>
                      <a:pt x="28561" y="138855"/>
                      <a:pt x="28178" y="139161"/>
                    </a:cubicBezTo>
                    <a:cubicBezTo>
                      <a:pt x="27910" y="139391"/>
                      <a:pt x="27642" y="139621"/>
                      <a:pt x="27374" y="139889"/>
                    </a:cubicBezTo>
                    <a:lnTo>
                      <a:pt x="27374" y="139889"/>
                    </a:lnTo>
                    <a:cubicBezTo>
                      <a:pt x="27068" y="139659"/>
                      <a:pt x="27259" y="139123"/>
                      <a:pt x="27527" y="138817"/>
                    </a:cubicBezTo>
                    <a:lnTo>
                      <a:pt x="27527" y="138817"/>
                    </a:lnTo>
                    <a:close/>
                    <a:moveTo>
                      <a:pt x="7390" y="121513"/>
                    </a:moveTo>
                    <a:cubicBezTo>
                      <a:pt x="7505" y="121742"/>
                      <a:pt x="7658" y="121972"/>
                      <a:pt x="7811" y="122202"/>
                    </a:cubicBezTo>
                    <a:cubicBezTo>
                      <a:pt x="10452" y="125494"/>
                      <a:pt x="14779" y="127255"/>
                      <a:pt x="18798" y="128365"/>
                    </a:cubicBezTo>
                    <a:cubicBezTo>
                      <a:pt x="22320" y="129399"/>
                      <a:pt x="25957" y="129973"/>
                      <a:pt x="29594" y="130318"/>
                    </a:cubicBezTo>
                    <a:cubicBezTo>
                      <a:pt x="30781" y="130433"/>
                      <a:pt x="31968" y="130586"/>
                      <a:pt x="33116" y="130662"/>
                    </a:cubicBezTo>
                    <a:cubicBezTo>
                      <a:pt x="33691" y="130739"/>
                      <a:pt x="34265" y="130739"/>
                      <a:pt x="34801" y="130777"/>
                    </a:cubicBezTo>
                    <a:cubicBezTo>
                      <a:pt x="36524" y="130739"/>
                      <a:pt x="38246" y="130777"/>
                      <a:pt x="39969" y="130701"/>
                    </a:cubicBezTo>
                    <a:cubicBezTo>
                      <a:pt x="43606" y="130433"/>
                      <a:pt x="47281" y="130088"/>
                      <a:pt x="50765" y="129016"/>
                    </a:cubicBezTo>
                    <a:cubicBezTo>
                      <a:pt x="51110" y="128710"/>
                      <a:pt x="51837" y="128595"/>
                      <a:pt x="52143" y="128251"/>
                    </a:cubicBezTo>
                    <a:cubicBezTo>
                      <a:pt x="54249" y="127025"/>
                      <a:pt x="56048" y="122699"/>
                      <a:pt x="52679" y="121972"/>
                    </a:cubicBezTo>
                    <a:cubicBezTo>
                      <a:pt x="50344" y="121857"/>
                      <a:pt x="48085" y="122355"/>
                      <a:pt x="45827" y="122853"/>
                    </a:cubicBezTo>
                    <a:cubicBezTo>
                      <a:pt x="43683" y="123312"/>
                      <a:pt x="41501" y="123771"/>
                      <a:pt x="39280" y="123733"/>
                    </a:cubicBezTo>
                    <a:cubicBezTo>
                      <a:pt x="39050" y="123695"/>
                      <a:pt x="38744" y="123695"/>
                      <a:pt x="38400" y="123695"/>
                    </a:cubicBezTo>
                    <a:cubicBezTo>
                      <a:pt x="37289" y="123733"/>
                      <a:pt x="35758" y="123733"/>
                      <a:pt x="35758" y="122853"/>
                    </a:cubicBezTo>
                    <a:cubicBezTo>
                      <a:pt x="35758" y="122814"/>
                      <a:pt x="35758" y="122776"/>
                      <a:pt x="35758" y="122738"/>
                    </a:cubicBezTo>
                    <a:cubicBezTo>
                      <a:pt x="35835" y="122738"/>
                      <a:pt x="35911" y="122738"/>
                      <a:pt x="35949" y="122738"/>
                    </a:cubicBezTo>
                    <a:cubicBezTo>
                      <a:pt x="36294" y="122738"/>
                      <a:pt x="36639" y="122699"/>
                      <a:pt x="36983" y="122699"/>
                    </a:cubicBezTo>
                    <a:cubicBezTo>
                      <a:pt x="37749" y="122623"/>
                      <a:pt x="38476" y="122508"/>
                      <a:pt x="39204" y="122393"/>
                    </a:cubicBezTo>
                    <a:cubicBezTo>
                      <a:pt x="39893" y="122278"/>
                      <a:pt x="40620" y="122163"/>
                      <a:pt x="41309" y="121972"/>
                    </a:cubicBezTo>
                    <a:lnTo>
                      <a:pt x="41309" y="121972"/>
                    </a:lnTo>
                    <a:lnTo>
                      <a:pt x="41309" y="121972"/>
                    </a:lnTo>
                    <a:lnTo>
                      <a:pt x="41347" y="121972"/>
                    </a:lnTo>
                    <a:lnTo>
                      <a:pt x="41347" y="121972"/>
                    </a:lnTo>
                    <a:cubicBezTo>
                      <a:pt x="41347" y="121972"/>
                      <a:pt x="41347" y="121972"/>
                      <a:pt x="41386" y="121972"/>
                    </a:cubicBezTo>
                    <a:cubicBezTo>
                      <a:pt x="41386" y="121972"/>
                      <a:pt x="41424" y="121972"/>
                      <a:pt x="41462" y="121934"/>
                    </a:cubicBezTo>
                    <a:cubicBezTo>
                      <a:pt x="42802" y="121627"/>
                      <a:pt x="44180" y="121283"/>
                      <a:pt x="45482" y="120824"/>
                    </a:cubicBezTo>
                    <a:cubicBezTo>
                      <a:pt x="45712" y="120747"/>
                      <a:pt x="45941" y="120670"/>
                      <a:pt x="46209" y="120594"/>
                    </a:cubicBezTo>
                    <a:cubicBezTo>
                      <a:pt x="46899" y="120364"/>
                      <a:pt x="47626" y="120134"/>
                      <a:pt x="48315" y="119866"/>
                    </a:cubicBezTo>
                    <a:cubicBezTo>
                      <a:pt x="49310" y="119484"/>
                      <a:pt x="50229" y="119024"/>
                      <a:pt x="51186" y="118526"/>
                    </a:cubicBezTo>
                    <a:cubicBezTo>
                      <a:pt x="57235" y="116191"/>
                      <a:pt x="62978" y="112401"/>
                      <a:pt x="63514" y="105701"/>
                    </a:cubicBezTo>
                    <a:cubicBezTo>
                      <a:pt x="63514" y="101950"/>
                      <a:pt x="61064" y="101261"/>
                      <a:pt x="58422" y="101835"/>
                    </a:cubicBezTo>
                    <a:cubicBezTo>
                      <a:pt x="57963" y="102026"/>
                      <a:pt x="57503" y="102294"/>
                      <a:pt x="57082" y="102524"/>
                    </a:cubicBezTo>
                    <a:lnTo>
                      <a:pt x="57082" y="102524"/>
                    </a:lnTo>
                    <a:cubicBezTo>
                      <a:pt x="56431" y="103060"/>
                      <a:pt x="55780" y="103634"/>
                      <a:pt x="55015" y="104208"/>
                    </a:cubicBezTo>
                    <a:cubicBezTo>
                      <a:pt x="51263" y="106735"/>
                      <a:pt x="47128" y="109109"/>
                      <a:pt x="42611" y="109874"/>
                    </a:cubicBezTo>
                    <a:cubicBezTo>
                      <a:pt x="42343" y="109874"/>
                      <a:pt x="42151" y="109645"/>
                      <a:pt x="42151" y="109377"/>
                    </a:cubicBezTo>
                    <a:cubicBezTo>
                      <a:pt x="42151" y="109262"/>
                      <a:pt x="42190" y="109224"/>
                      <a:pt x="42228" y="109147"/>
                    </a:cubicBezTo>
                    <a:cubicBezTo>
                      <a:pt x="42343" y="109147"/>
                      <a:pt x="42458" y="109109"/>
                      <a:pt x="42573" y="109109"/>
                    </a:cubicBezTo>
                    <a:cubicBezTo>
                      <a:pt x="42611" y="109109"/>
                      <a:pt x="42687" y="109070"/>
                      <a:pt x="42726" y="109070"/>
                    </a:cubicBezTo>
                    <a:cubicBezTo>
                      <a:pt x="42764" y="109070"/>
                      <a:pt x="42802" y="109070"/>
                      <a:pt x="42841" y="109032"/>
                    </a:cubicBezTo>
                    <a:cubicBezTo>
                      <a:pt x="42917" y="109032"/>
                      <a:pt x="42955" y="109032"/>
                      <a:pt x="42994" y="108994"/>
                    </a:cubicBezTo>
                    <a:cubicBezTo>
                      <a:pt x="43032" y="108994"/>
                      <a:pt x="43070" y="108994"/>
                      <a:pt x="43147" y="108994"/>
                    </a:cubicBezTo>
                    <a:cubicBezTo>
                      <a:pt x="43491" y="108879"/>
                      <a:pt x="43836" y="108802"/>
                      <a:pt x="44180" y="108688"/>
                    </a:cubicBezTo>
                    <a:cubicBezTo>
                      <a:pt x="44563" y="108611"/>
                      <a:pt x="44908" y="108458"/>
                      <a:pt x="45252" y="108305"/>
                    </a:cubicBezTo>
                    <a:cubicBezTo>
                      <a:pt x="45482" y="108228"/>
                      <a:pt x="45712" y="108113"/>
                      <a:pt x="45980" y="107998"/>
                    </a:cubicBezTo>
                    <a:cubicBezTo>
                      <a:pt x="46056" y="107960"/>
                      <a:pt x="46133" y="107922"/>
                      <a:pt x="46209" y="107884"/>
                    </a:cubicBezTo>
                    <a:cubicBezTo>
                      <a:pt x="46477" y="107769"/>
                      <a:pt x="46784" y="107616"/>
                      <a:pt x="47052" y="107501"/>
                    </a:cubicBezTo>
                    <a:cubicBezTo>
                      <a:pt x="47090" y="107463"/>
                      <a:pt x="47128" y="107463"/>
                      <a:pt x="47167" y="107424"/>
                    </a:cubicBezTo>
                    <a:cubicBezTo>
                      <a:pt x="47817" y="107118"/>
                      <a:pt x="48468" y="106812"/>
                      <a:pt x="49081" y="106467"/>
                    </a:cubicBezTo>
                    <a:cubicBezTo>
                      <a:pt x="49693" y="106123"/>
                      <a:pt x="50306" y="105740"/>
                      <a:pt x="50880" y="105319"/>
                    </a:cubicBezTo>
                    <a:cubicBezTo>
                      <a:pt x="51186" y="105127"/>
                      <a:pt x="51493" y="104936"/>
                      <a:pt x="51761" y="104706"/>
                    </a:cubicBezTo>
                    <a:cubicBezTo>
                      <a:pt x="52029" y="104476"/>
                      <a:pt x="52297" y="104247"/>
                      <a:pt x="52565" y="104017"/>
                    </a:cubicBezTo>
                    <a:cubicBezTo>
                      <a:pt x="52718" y="103902"/>
                      <a:pt x="52794" y="103749"/>
                      <a:pt x="52833" y="103596"/>
                    </a:cubicBezTo>
                    <a:cubicBezTo>
                      <a:pt x="53177" y="103328"/>
                      <a:pt x="53522" y="103098"/>
                      <a:pt x="53866" y="102830"/>
                    </a:cubicBezTo>
                    <a:cubicBezTo>
                      <a:pt x="54096" y="102677"/>
                      <a:pt x="54326" y="102524"/>
                      <a:pt x="54555" y="102371"/>
                    </a:cubicBezTo>
                    <a:cubicBezTo>
                      <a:pt x="54594" y="102218"/>
                      <a:pt x="54670" y="102103"/>
                      <a:pt x="54823" y="102026"/>
                    </a:cubicBezTo>
                    <a:cubicBezTo>
                      <a:pt x="55436" y="101414"/>
                      <a:pt x="56010" y="100801"/>
                      <a:pt x="56584" y="100189"/>
                    </a:cubicBezTo>
                    <a:cubicBezTo>
                      <a:pt x="57312" y="99423"/>
                      <a:pt x="58077" y="98696"/>
                      <a:pt x="58843" y="97930"/>
                    </a:cubicBezTo>
                    <a:cubicBezTo>
                      <a:pt x="58881" y="97241"/>
                      <a:pt x="60145" y="96284"/>
                      <a:pt x="59953" y="95480"/>
                    </a:cubicBezTo>
                    <a:cubicBezTo>
                      <a:pt x="57197" y="95518"/>
                      <a:pt x="53024" y="100457"/>
                      <a:pt x="50612" y="102141"/>
                    </a:cubicBezTo>
                    <a:cubicBezTo>
                      <a:pt x="46516" y="105510"/>
                      <a:pt x="41347" y="107884"/>
                      <a:pt x="35988" y="108037"/>
                    </a:cubicBezTo>
                    <a:cubicBezTo>
                      <a:pt x="30896" y="107998"/>
                      <a:pt x="26187" y="105510"/>
                      <a:pt x="21746" y="103290"/>
                    </a:cubicBezTo>
                    <a:cubicBezTo>
                      <a:pt x="21631" y="103213"/>
                      <a:pt x="21555" y="103175"/>
                      <a:pt x="21440" y="103098"/>
                    </a:cubicBezTo>
                    <a:cubicBezTo>
                      <a:pt x="21363" y="103098"/>
                      <a:pt x="21287" y="103098"/>
                      <a:pt x="21210" y="103060"/>
                    </a:cubicBezTo>
                    <a:cubicBezTo>
                      <a:pt x="20636" y="102830"/>
                      <a:pt x="20062" y="102562"/>
                      <a:pt x="19487" y="102294"/>
                    </a:cubicBezTo>
                    <a:cubicBezTo>
                      <a:pt x="18492" y="101835"/>
                      <a:pt x="17535" y="101337"/>
                      <a:pt x="16463" y="101107"/>
                    </a:cubicBezTo>
                    <a:cubicBezTo>
                      <a:pt x="16004" y="101069"/>
                      <a:pt x="15544" y="100993"/>
                      <a:pt x="15046" y="100993"/>
                    </a:cubicBezTo>
                    <a:lnTo>
                      <a:pt x="15046" y="100993"/>
                    </a:lnTo>
                    <a:cubicBezTo>
                      <a:pt x="14817" y="100993"/>
                      <a:pt x="14587" y="101031"/>
                      <a:pt x="14357" y="101031"/>
                    </a:cubicBezTo>
                    <a:cubicBezTo>
                      <a:pt x="13745" y="101146"/>
                      <a:pt x="13171" y="101375"/>
                      <a:pt x="12788" y="101835"/>
                    </a:cubicBezTo>
                    <a:cubicBezTo>
                      <a:pt x="12060" y="103098"/>
                      <a:pt x="12175" y="104591"/>
                      <a:pt x="12635" y="105969"/>
                    </a:cubicBezTo>
                    <a:cubicBezTo>
                      <a:pt x="15889" y="111750"/>
                      <a:pt x="25077" y="114660"/>
                      <a:pt x="30819" y="116000"/>
                    </a:cubicBezTo>
                    <a:cubicBezTo>
                      <a:pt x="33576" y="116459"/>
                      <a:pt x="36371" y="116842"/>
                      <a:pt x="39127" y="117148"/>
                    </a:cubicBezTo>
                    <a:cubicBezTo>
                      <a:pt x="39395" y="117148"/>
                      <a:pt x="39701" y="117187"/>
                      <a:pt x="39893" y="117378"/>
                    </a:cubicBezTo>
                    <a:cubicBezTo>
                      <a:pt x="40046" y="117416"/>
                      <a:pt x="40199" y="117569"/>
                      <a:pt x="40237" y="117723"/>
                    </a:cubicBezTo>
                    <a:cubicBezTo>
                      <a:pt x="40122" y="117761"/>
                      <a:pt x="40046" y="117761"/>
                      <a:pt x="39969" y="117761"/>
                    </a:cubicBezTo>
                    <a:lnTo>
                      <a:pt x="39969" y="117761"/>
                    </a:lnTo>
                    <a:lnTo>
                      <a:pt x="39472" y="117799"/>
                    </a:lnTo>
                    <a:cubicBezTo>
                      <a:pt x="39127" y="117799"/>
                      <a:pt x="38782" y="117837"/>
                      <a:pt x="38438" y="117837"/>
                    </a:cubicBezTo>
                    <a:cubicBezTo>
                      <a:pt x="38285" y="117837"/>
                      <a:pt x="38132" y="117876"/>
                      <a:pt x="37978" y="117876"/>
                    </a:cubicBezTo>
                    <a:lnTo>
                      <a:pt x="37940" y="117876"/>
                    </a:lnTo>
                    <a:cubicBezTo>
                      <a:pt x="37825" y="117876"/>
                      <a:pt x="37710" y="117876"/>
                      <a:pt x="37596" y="117914"/>
                    </a:cubicBezTo>
                    <a:cubicBezTo>
                      <a:pt x="37519" y="117914"/>
                      <a:pt x="37404" y="117914"/>
                      <a:pt x="37289" y="117914"/>
                    </a:cubicBezTo>
                    <a:cubicBezTo>
                      <a:pt x="37251" y="117914"/>
                      <a:pt x="37213" y="117914"/>
                      <a:pt x="37175" y="117952"/>
                    </a:cubicBezTo>
                    <a:cubicBezTo>
                      <a:pt x="36600" y="117991"/>
                      <a:pt x="36026" y="118029"/>
                      <a:pt x="35490" y="118067"/>
                    </a:cubicBezTo>
                    <a:cubicBezTo>
                      <a:pt x="29020" y="117493"/>
                      <a:pt x="22550" y="116038"/>
                      <a:pt x="17076" y="112516"/>
                    </a:cubicBezTo>
                    <a:cubicBezTo>
                      <a:pt x="16769" y="112325"/>
                      <a:pt x="16501" y="112095"/>
                      <a:pt x="16195" y="111903"/>
                    </a:cubicBezTo>
                    <a:cubicBezTo>
                      <a:pt x="15544" y="112057"/>
                      <a:pt x="14472" y="112018"/>
                      <a:pt x="14051" y="111942"/>
                    </a:cubicBezTo>
                    <a:cubicBezTo>
                      <a:pt x="13515" y="111827"/>
                      <a:pt x="13017" y="111750"/>
                      <a:pt x="12520" y="111750"/>
                    </a:cubicBezTo>
                    <a:cubicBezTo>
                      <a:pt x="7773" y="111750"/>
                      <a:pt x="5284" y="117148"/>
                      <a:pt x="7390" y="121513"/>
                    </a:cubicBezTo>
                    <a:lnTo>
                      <a:pt x="7390" y="121513"/>
                    </a:lnTo>
                    <a:close/>
                    <a:moveTo>
                      <a:pt x="32619" y="22434"/>
                    </a:moveTo>
                    <a:cubicBezTo>
                      <a:pt x="32427" y="23124"/>
                      <a:pt x="31470" y="22856"/>
                      <a:pt x="30934" y="23009"/>
                    </a:cubicBezTo>
                    <a:cubicBezTo>
                      <a:pt x="29862" y="23124"/>
                      <a:pt x="28752" y="23315"/>
                      <a:pt x="27680" y="23545"/>
                    </a:cubicBezTo>
                    <a:cubicBezTo>
                      <a:pt x="25421" y="24042"/>
                      <a:pt x="23278" y="24885"/>
                      <a:pt x="21172" y="25803"/>
                    </a:cubicBezTo>
                    <a:cubicBezTo>
                      <a:pt x="18492" y="27067"/>
                      <a:pt x="15774" y="28292"/>
                      <a:pt x="13515" y="30244"/>
                    </a:cubicBezTo>
                    <a:cubicBezTo>
                      <a:pt x="12443" y="31699"/>
                      <a:pt x="11180" y="33077"/>
                      <a:pt x="9955" y="34456"/>
                    </a:cubicBezTo>
                    <a:cubicBezTo>
                      <a:pt x="9725" y="35681"/>
                      <a:pt x="8883" y="36714"/>
                      <a:pt x="8385" y="37824"/>
                    </a:cubicBezTo>
                    <a:cubicBezTo>
                      <a:pt x="4404" y="45443"/>
                      <a:pt x="6165" y="54133"/>
                      <a:pt x="5437" y="62326"/>
                    </a:cubicBezTo>
                    <a:cubicBezTo>
                      <a:pt x="5514" y="62939"/>
                      <a:pt x="5284" y="63321"/>
                      <a:pt x="4978" y="63628"/>
                    </a:cubicBezTo>
                    <a:cubicBezTo>
                      <a:pt x="5016" y="64202"/>
                      <a:pt x="4978" y="64814"/>
                      <a:pt x="5016" y="65389"/>
                    </a:cubicBezTo>
                    <a:cubicBezTo>
                      <a:pt x="5093" y="70557"/>
                      <a:pt x="5744" y="75725"/>
                      <a:pt x="7505" y="80626"/>
                    </a:cubicBezTo>
                    <a:cubicBezTo>
                      <a:pt x="9036" y="85603"/>
                      <a:pt x="11065" y="90503"/>
                      <a:pt x="14472" y="94523"/>
                    </a:cubicBezTo>
                    <a:cubicBezTo>
                      <a:pt x="15927" y="96054"/>
                      <a:pt x="17382" y="97662"/>
                      <a:pt x="18990" y="99117"/>
                    </a:cubicBezTo>
                    <a:cubicBezTo>
                      <a:pt x="19105" y="99232"/>
                      <a:pt x="19258" y="99346"/>
                      <a:pt x="19411" y="99461"/>
                    </a:cubicBezTo>
                    <a:cubicBezTo>
                      <a:pt x="19641" y="99729"/>
                      <a:pt x="19870" y="99959"/>
                      <a:pt x="20138" y="100227"/>
                    </a:cubicBezTo>
                    <a:cubicBezTo>
                      <a:pt x="20483" y="100571"/>
                      <a:pt x="20866" y="100916"/>
                      <a:pt x="21248" y="101261"/>
                    </a:cubicBezTo>
                    <a:cubicBezTo>
                      <a:pt x="21287" y="101337"/>
                      <a:pt x="21363" y="101375"/>
                      <a:pt x="21402" y="101414"/>
                    </a:cubicBezTo>
                    <a:cubicBezTo>
                      <a:pt x="21402" y="101414"/>
                      <a:pt x="21363" y="101452"/>
                      <a:pt x="21363" y="101490"/>
                    </a:cubicBezTo>
                    <a:cubicBezTo>
                      <a:pt x="21440" y="101529"/>
                      <a:pt x="21516" y="101529"/>
                      <a:pt x="21593" y="101567"/>
                    </a:cubicBezTo>
                    <a:cubicBezTo>
                      <a:pt x="21861" y="101797"/>
                      <a:pt x="22129" y="102026"/>
                      <a:pt x="22435" y="102218"/>
                    </a:cubicBezTo>
                    <a:cubicBezTo>
                      <a:pt x="22474" y="102256"/>
                      <a:pt x="22512" y="102294"/>
                      <a:pt x="22550" y="102332"/>
                    </a:cubicBezTo>
                    <a:cubicBezTo>
                      <a:pt x="22703" y="102447"/>
                      <a:pt x="22818" y="102562"/>
                      <a:pt x="22971" y="102639"/>
                    </a:cubicBezTo>
                    <a:cubicBezTo>
                      <a:pt x="23048" y="102715"/>
                      <a:pt x="23163" y="102792"/>
                      <a:pt x="23278" y="102907"/>
                    </a:cubicBezTo>
                    <a:cubicBezTo>
                      <a:pt x="23278" y="102907"/>
                      <a:pt x="23239" y="102907"/>
                      <a:pt x="23239" y="102945"/>
                    </a:cubicBezTo>
                    <a:cubicBezTo>
                      <a:pt x="26302" y="104553"/>
                      <a:pt x="29518" y="105931"/>
                      <a:pt x="32848" y="106735"/>
                    </a:cubicBezTo>
                    <a:cubicBezTo>
                      <a:pt x="35413" y="107271"/>
                      <a:pt x="38055" y="107041"/>
                      <a:pt x="40543" y="106352"/>
                    </a:cubicBezTo>
                    <a:cubicBezTo>
                      <a:pt x="40429" y="105969"/>
                      <a:pt x="40773" y="105701"/>
                      <a:pt x="41118" y="105587"/>
                    </a:cubicBezTo>
                    <a:cubicBezTo>
                      <a:pt x="43644" y="104132"/>
                      <a:pt x="46363" y="102868"/>
                      <a:pt x="48583" y="100993"/>
                    </a:cubicBezTo>
                    <a:cubicBezTo>
                      <a:pt x="51761" y="97892"/>
                      <a:pt x="54440" y="94216"/>
                      <a:pt x="56776" y="90465"/>
                    </a:cubicBezTo>
                    <a:cubicBezTo>
                      <a:pt x="58805" y="87555"/>
                      <a:pt x="59992" y="84224"/>
                      <a:pt x="61446" y="80970"/>
                    </a:cubicBezTo>
                    <a:cubicBezTo>
                      <a:pt x="62748" y="76414"/>
                      <a:pt x="63399" y="71591"/>
                      <a:pt x="63743" y="66844"/>
                    </a:cubicBezTo>
                    <a:cubicBezTo>
                      <a:pt x="64050" y="64164"/>
                      <a:pt x="64088" y="61407"/>
                      <a:pt x="64050" y="58727"/>
                    </a:cubicBezTo>
                    <a:cubicBezTo>
                      <a:pt x="64088" y="58383"/>
                      <a:pt x="63897" y="58000"/>
                      <a:pt x="64050" y="57694"/>
                    </a:cubicBezTo>
                    <a:cubicBezTo>
                      <a:pt x="64088" y="57655"/>
                      <a:pt x="64088" y="57617"/>
                      <a:pt x="64126" y="57617"/>
                    </a:cubicBezTo>
                    <a:cubicBezTo>
                      <a:pt x="63897" y="54172"/>
                      <a:pt x="63169" y="50764"/>
                      <a:pt x="62671" y="47395"/>
                    </a:cubicBezTo>
                    <a:cubicBezTo>
                      <a:pt x="62442" y="45979"/>
                      <a:pt x="62250" y="44562"/>
                      <a:pt x="61982" y="43146"/>
                    </a:cubicBezTo>
                    <a:cubicBezTo>
                      <a:pt x="61982" y="42533"/>
                      <a:pt x="61408" y="41844"/>
                      <a:pt x="61791" y="41308"/>
                    </a:cubicBezTo>
                    <a:cubicBezTo>
                      <a:pt x="61753" y="40849"/>
                      <a:pt x="61140" y="39854"/>
                      <a:pt x="60987" y="39126"/>
                    </a:cubicBezTo>
                    <a:cubicBezTo>
                      <a:pt x="60987" y="39126"/>
                      <a:pt x="60987" y="39126"/>
                      <a:pt x="60949" y="39126"/>
                    </a:cubicBezTo>
                    <a:cubicBezTo>
                      <a:pt x="60949" y="39011"/>
                      <a:pt x="60910" y="38935"/>
                      <a:pt x="60910" y="38820"/>
                    </a:cubicBezTo>
                    <a:cubicBezTo>
                      <a:pt x="60910" y="38705"/>
                      <a:pt x="60872" y="38590"/>
                      <a:pt x="60834" y="38475"/>
                    </a:cubicBezTo>
                    <a:cubicBezTo>
                      <a:pt x="60872" y="38437"/>
                      <a:pt x="60872" y="38399"/>
                      <a:pt x="60910" y="38322"/>
                    </a:cubicBezTo>
                    <a:cubicBezTo>
                      <a:pt x="61140" y="37824"/>
                      <a:pt x="61370" y="37327"/>
                      <a:pt x="61600" y="36791"/>
                    </a:cubicBezTo>
                    <a:cubicBezTo>
                      <a:pt x="61791" y="36331"/>
                      <a:pt x="62021" y="35872"/>
                      <a:pt x="62174" y="35374"/>
                    </a:cubicBezTo>
                    <a:cubicBezTo>
                      <a:pt x="62327" y="34915"/>
                      <a:pt x="62442" y="34456"/>
                      <a:pt x="62557" y="33996"/>
                    </a:cubicBezTo>
                    <a:cubicBezTo>
                      <a:pt x="62671" y="33498"/>
                      <a:pt x="62748" y="33001"/>
                      <a:pt x="62863" y="32503"/>
                    </a:cubicBezTo>
                    <a:cubicBezTo>
                      <a:pt x="62901" y="32312"/>
                      <a:pt x="62939" y="32158"/>
                      <a:pt x="62978" y="31967"/>
                    </a:cubicBezTo>
                    <a:cubicBezTo>
                      <a:pt x="63093" y="31852"/>
                      <a:pt x="63169" y="31661"/>
                      <a:pt x="63169" y="31508"/>
                    </a:cubicBezTo>
                    <a:cubicBezTo>
                      <a:pt x="63169" y="31278"/>
                      <a:pt x="63169" y="31087"/>
                      <a:pt x="63207" y="30857"/>
                    </a:cubicBezTo>
                    <a:cubicBezTo>
                      <a:pt x="63207" y="30704"/>
                      <a:pt x="63246" y="30512"/>
                      <a:pt x="63284" y="30359"/>
                    </a:cubicBezTo>
                    <a:cubicBezTo>
                      <a:pt x="63399" y="29632"/>
                      <a:pt x="63514" y="28943"/>
                      <a:pt x="63514" y="28254"/>
                    </a:cubicBezTo>
                    <a:cubicBezTo>
                      <a:pt x="63514" y="27718"/>
                      <a:pt x="63475" y="27182"/>
                      <a:pt x="63437" y="26646"/>
                    </a:cubicBezTo>
                    <a:cubicBezTo>
                      <a:pt x="63399" y="24961"/>
                      <a:pt x="63131" y="23238"/>
                      <a:pt x="62557" y="21630"/>
                    </a:cubicBezTo>
                    <a:cubicBezTo>
                      <a:pt x="62557" y="21554"/>
                      <a:pt x="62557" y="21516"/>
                      <a:pt x="62518" y="21477"/>
                    </a:cubicBezTo>
                    <a:cubicBezTo>
                      <a:pt x="62404" y="20712"/>
                      <a:pt x="62250" y="19946"/>
                      <a:pt x="62021" y="19219"/>
                    </a:cubicBezTo>
                    <a:cubicBezTo>
                      <a:pt x="61791" y="18529"/>
                      <a:pt x="61485" y="17802"/>
                      <a:pt x="61140" y="17113"/>
                    </a:cubicBezTo>
                    <a:cubicBezTo>
                      <a:pt x="60834" y="16462"/>
                      <a:pt x="60451" y="15773"/>
                      <a:pt x="60068" y="15122"/>
                    </a:cubicBezTo>
                    <a:cubicBezTo>
                      <a:pt x="59724" y="14510"/>
                      <a:pt x="59341" y="13897"/>
                      <a:pt x="58881" y="13323"/>
                    </a:cubicBezTo>
                    <a:cubicBezTo>
                      <a:pt x="58690" y="13055"/>
                      <a:pt x="58460" y="12749"/>
                      <a:pt x="58269" y="12481"/>
                    </a:cubicBezTo>
                    <a:cubicBezTo>
                      <a:pt x="58039" y="12213"/>
                      <a:pt x="57809" y="11906"/>
                      <a:pt x="57580" y="11638"/>
                    </a:cubicBezTo>
                    <a:cubicBezTo>
                      <a:pt x="57044" y="11064"/>
                      <a:pt x="56546" y="10490"/>
                      <a:pt x="55934" y="9992"/>
                    </a:cubicBezTo>
                    <a:cubicBezTo>
                      <a:pt x="55512" y="9648"/>
                      <a:pt x="55053" y="9303"/>
                      <a:pt x="54594" y="8997"/>
                    </a:cubicBezTo>
                    <a:cubicBezTo>
                      <a:pt x="54173" y="8614"/>
                      <a:pt x="53713" y="8308"/>
                      <a:pt x="53292" y="7963"/>
                    </a:cubicBezTo>
                    <a:cubicBezTo>
                      <a:pt x="52641" y="7504"/>
                      <a:pt x="51990" y="7044"/>
                      <a:pt x="51340" y="6662"/>
                    </a:cubicBezTo>
                    <a:cubicBezTo>
                      <a:pt x="50689" y="6279"/>
                      <a:pt x="50038" y="5972"/>
                      <a:pt x="49387" y="5666"/>
                    </a:cubicBezTo>
                    <a:cubicBezTo>
                      <a:pt x="48698" y="5322"/>
                      <a:pt x="48009" y="4977"/>
                      <a:pt x="47281" y="4709"/>
                    </a:cubicBezTo>
                    <a:cubicBezTo>
                      <a:pt x="46592" y="4441"/>
                      <a:pt x="45903" y="4211"/>
                      <a:pt x="45176" y="3982"/>
                    </a:cubicBezTo>
                    <a:cubicBezTo>
                      <a:pt x="44448" y="3752"/>
                      <a:pt x="43683" y="3522"/>
                      <a:pt x="42917" y="3331"/>
                    </a:cubicBezTo>
                    <a:cubicBezTo>
                      <a:pt x="42151" y="3101"/>
                      <a:pt x="41386" y="2948"/>
                      <a:pt x="40620" y="2795"/>
                    </a:cubicBezTo>
                    <a:cubicBezTo>
                      <a:pt x="39127" y="2450"/>
                      <a:pt x="37596" y="2297"/>
                      <a:pt x="36064" y="2297"/>
                    </a:cubicBezTo>
                    <a:lnTo>
                      <a:pt x="35835" y="2297"/>
                    </a:lnTo>
                    <a:cubicBezTo>
                      <a:pt x="34418" y="2297"/>
                      <a:pt x="33002" y="2412"/>
                      <a:pt x="31623" y="2642"/>
                    </a:cubicBezTo>
                    <a:cubicBezTo>
                      <a:pt x="28561" y="3101"/>
                      <a:pt x="25613" y="3982"/>
                      <a:pt x="22856" y="5322"/>
                    </a:cubicBezTo>
                    <a:cubicBezTo>
                      <a:pt x="22206" y="5628"/>
                      <a:pt x="21555" y="6011"/>
                      <a:pt x="20942" y="6394"/>
                    </a:cubicBezTo>
                    <a:cubicBezTo>
                      <a:pt x="20291" y="6815"/>
                      <a:pt x="19641" y="7236"/>
                      <a:pt x="18990" y="7695"/>
                    </a:cubicBezTo>
                    <a:cubicBezTo>
                      <a:pt x="17765" y="8576"/>
                      <a:pt x="16616" y="9571"/>
                      <a:pt x="15544" y="10643"/>
                    </a:cubicBezTo>
                    <a:cubicBezTo>
                      <a:pt x="15046" y="11217"/>
                      <a:pt x="14549" y="11792"/>
                      <a:pt x="14128" y="12404"/>
                    </a:cubicBezTo>
                    <a:cubicBezTo>
                      <a:pt x="13707" y="13017"/>
                      <a:pt x="13285" y="13667"/>
                      <a:pt x="12903" y="14318"/>
                    </a:cubicBezTo>
                    <a:cubicBezTo>
                      <a:pt x="12175" y="15620"/>
                      <a:pt x="11524" y="17036"/>
                      <a:pt x="11027" y="18453"/>
                    </a:cubicBezTo>
                    <a:cubicBezTo>
                      <a:pt x="10797" y="19180"/>
                      <a:pt x="10529" y="19946"/>
                      <a:pt x="10338" y="20673"/>
                    </a:cubicBezTo>
                    <a:cubicBezTo>
                      <a:pt x="10146" y="21439"/>
                      <a:pt x="9993" y="22205"/>
                      <a:pt x="9878" y="22970"/>
                    </a:cubicBezTo>
                    <a:cubicBezTo>
                      <a:pt x="9802" y="23392"/>
                      <a:pt x="9763" y="23813"/>
                      <a:pt x="9687" y="24234"/>
                    </a:cubicBezTo>
                    <a:cubicBezTo>
                      <a:pt x="9495" y="25306"/>
                      <a:pt x="9381" y="26416"/>
                      <a:pt x="9304" y="27526"/>
                    </a:cubicBezTo>
                    <a:cubicBezTo>
                      <a:pt x="9189" y="28713"/>
                      <a:pt x="9227" y="29900"/>
                      <a:pt x="9381" y="31048"/>
                    </a:cubicBezTo>
                    <a:cubicBezTo>
                      <a:pt x="12520" y="27679"/>
                      <a:pt x="16808" y="25535"/>
                      <a:pt x="21057" y="23889"/>
                    </a:cubicBezTo>
                    <a:cubicBezTo>
                      <a:pt x="24962" y="22434"/>
                      <a:pt x="29135" y="21516"/>
                      <a:pt x="33346" y="21439"/>
                    </a:cubicBezTo>
                    <a:cubicBezTo>
                      <a:pt x="34188" y="21516"/>
                      <a:pt x="35069" y="21592"/>
                      <a:pt x="35911" y="21707"/>
                    </a:cubicBezTo>
                    <a:cubicBezTo>
                      <a:pt x="35949" y="21707"/>
                      <a:pt x="35949" y="21707"/>
                      <a:pt x="35949" y="21707"/>
                    </a:cubicBezTo>
                    <a:cubicBezTo>
                      <a:pt x="35988" y="21707"/>
                      <a:pt x="36026" y="21707"/>
                      <a:pt x="36064" y="21745"/>
                    </a:cubicBezTo>
                    <a:lnTo>
                      <a:pt x="36064" y="21745"/>
                    </a:lnTo>
                    <a:cubicBezTo>
                      <a:pt x="36103" y="21745"/>
                      <a:pt x="36141" y="21745"/>
                      <a:pt x="36179" y="21745"/>
                    </a:cubicBezTo>
                    <a:cubicBezTo>
                      <a:pt x="36256" y="21745"/>
                      <a:pt x="36332" y="21784"/>
                      <a:pt x="36409" y="21784"/>
                    </a:cubicBezTo>
                    <a:lnTo>
                      <a:pt x="36409" y="21784"/>
                    </a:lnTo>
                    <a:lnTo>
                      <a:pt x="36409" y="21784"/>
                    </a:lnTo>
                    <a:lnTo>
                      <a:pt x="36409" y="21784"/>
                    </a:lnTo>
                    <a:lnTo>
                      <a:pt x="36409" y="21784"/>
                    </a:lnTo>
                    <a:lnTo>
                      <a:pt x="36447" y="21784"/>
                    </a:lnTo>
                    <a:cubicBezTo>
                      <a:pt x="36447" y="21784"/>
                      <a:pt x="36485" y="21784"/>
                      <a:pt x="36485" y="21784"/>
                    </a:cubicBezTo>
                    <a:lnTo>
                      <a:pt x="36485" y="21784"/>
                    </a:lnTo>
                    <a:cubicBezTo>
                      <a:pt x="36868" y="21822"/>
                      <a:pt x="37213" y="21898"/>
                      <a:pt x="37596" y="21937"/>
                    </a:cubicBezTo>
                    <a:cubicBezTo>
                      <a:pt x="37634" y="22243"/>
                      <a:pt x="37442" y="22588"/>
                      <a:pt x="37060" y="22549"/>
                    </a:cubicBezTo>
                    <a:cubicBezTo>
                      <a:pt x="36026" y="22473"/>
                      <a:pt x="34992" y="22358"/>
                      <a:pt x="33920" y="22358"/>
                    </a:cubicBezTo>
                    <a:cubicBezTo>
                      <a:pt x="33499" y="22358"/>
                      <a:pt x="33040" y="22396"/>
                      <a:pt x="32619" y="224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Google Shape;2861;p47"/>
              <p:cNvSpPr/>
              <p:nvPr/>
            </p:nvSpPr>
            <p:spPr>
              <a:xfrm>
                <a:off x="3939200" y="2332500"/>
                <a:ext cx="1493075" cy="1403125"/>
              </a:xfrm>
              <a:custGeom>
                <a:avLst/>
                <a:gdLst/>
                <a:ahLst/>
                <a:cxnLst/>
                <a:rect l="l" t="t" r="r" b="b"/>
                <a:pathLst>
                  <a:path w="59723" h="56125" extrusionOk="0">
                    <a:moveTo>
                      <a:pt x="30398" y="56087"/>
                    </a:moveTo>
                    <a:cubicBezTo>
                      <a:pt x="28713" y="56087"/>
                      <a:pt x="26990" y="55742"/>
                      <a:pt x="25344" y="55283"/>
                    </a:cubicBezTo>
                    <a:cubicBezTo>
                      <a:pt x="23009" y="54670"/>
                      <a:pt x="20865" y="53560"/>
                      <a:pt x="18836" y="52220"/>
                    </a:cubicBezTo>
                    <a:cubicBezTo>
                      <a:pt x="16807" y="50956"/>
                      <a:pt x="15008" y="49349"/>
                      <a:pt x="13323" y="47664"/>
                    </a:cubicBezTo>
                    <a:cubicBezTo>
                      <a:pt x="12060" y="46362"/>
                      <a:pt x="10796" y="45061"/>
                      <a:pt x="9686" y="43606"/>
                    </a:cubicBezTo>
                    <a:cubicBezTo>
                      <a:pt x="8155" y="41654"/>
                      <a:pt x="6853" y="39510"/>
                      <a:pt x="5666" y="37366"/>
                    </a:cubicBezTo>
                    <a:cubicBezTo>
                      <a:pt x="4058" y="34686"/>
                      <a:pt x="2795" y="31815"/>
                      <a:pt x="1953" y="28829"/>
                    </a:cubicBezTo>
                    <a:cubicBezTo>
                      <a:pt x="957" y="25345"/>
                      <a:pt x="268" y="21708"/>
                      <a:pt x="115" y="18071"/>
                    </a:cubicBezTo>
                    <a:cubicBezTo>
                      <a:pt x="0" y="14396"/>
                      <a:pt x="192" y="10682"/>
                      <a:pt x="307" y="7007"/>
                    </a:cubicBezTo>
                    <a:cubicBezTo>
                      <a:pt x="345" y="5858"/>
                      <a:pt x="421" y="4710"/>
                      <a:pt x="460" y="3561"/>
                    </a:cubicBezTo>
                    <a:cubicBezTo>
                      <a:pt x="498" y="2987"/>
                      <a:pt x="498" y="2374"/>
                      <a:pt x="536" y="1800"/>
                    </a:cubicBezTo>
                    <a:cubicBezTo>
                      <a:pt x="575" y="1303"/>
                      <a:pt x="498" y="767"/>
                      <a:pt x="728" y="345"/>
                    </a:cubicBezTo>
                    <a:cubicBezTo>
                      <a:pt x="1034" y="1"/>
                      <a:pt x="1570" y="345"/>
                      <a:pt x="1302" y="767"/>
                    </a:cubicBezTo>
                    <a:cubicBezTo>
                      <a:pt x="1340" y="728"/>
                      <a:pt x="1340" y="690"/>
                      <a:pt x="1340" y="652"/>
                    </a:cubicBezTo>
                    <a:cubicBezTo>
                      <a:pt x="1187" y="1494"/>
                      <a:pt x="1225" y="2298"/>
                      <a:pt x="1187" y="3140"/>
                    </a:cubicBezTo>
                    <a:cubicBezTo>
                      <a:pt x="996" y="7466"/>
                      <a:pt x="804" y="11792"/>
                      <a:pt x="766" y="16118"/>
                    </a:cubicBezTo>
                    <a:cubicBezTo>
                      <a:pt x="728" y="20023"/>
                      <a:pt x="1379" y="23928"/>
                      <a:pt x="2374" y="27718"/>
                    </a:cubicBezTo>
                    <a:cubicBezTo>
                      <a:pt x="2872" y="29441"/>
                      <a:pt x="3369" y="31126"/>
                      <a:pt x="4058" y="32772"/>
                    </a:cubicBezTo>
                    <a:cubicBezTo>
                      <a:pt x="4786" y="34495"/>
                      <a:pt x="5743" y="36102"/>
                      <a:pt x="6700" y="37749"/>
                    </a:cubicBezTo>
                    <a:cubicBezTo>
                      <a:pt x="7695" y="39548"/>
                      <a:pt x="8806" y="41309"/>
                      <a:pt x="10069" y="42955"/>
                    </a:cubicBezTo>
                    <a:cubicBezTo>
                      <a:pt x="11103" y="44333"/>
                      <a:pt x="12289" y="45558"/>
                      <a:pt x="13476" y="46822"/>
                    </a:cubicBezTo>
                    <a:cubicBezTo>
                      <a:pt x="15467" y="48889"/>
                      <a:pt x="17611" y="50689"/>
                      <a:pt x="20061" y="52143"/>
                    </a:cubicBezTo>
                    <a:cubicBezTo>
                      <a:pt x="21899" y="53368"/>
                      <a:pt x="23928" y="54249"/>
                      <a:pt x="26033" y="54747"/>
                    </a:cubicBezTo>
                    <a:cubicBezTo>
                      <a:pt x="27947" y="55283"/>
                      <a:pt x="29938" y="55512"/>
                      <a:pt x="31929" y="55359"/>
                    </a:cubicBezTo>
                    <a:cubicBezTo>
                      <a:pt x="33613" y="55244"/>
                      <a:pt x="35183" y="54593"/>
                      <a:pt x="36676" y="53828"/>
                    </a:cubicBezTo>
                    <a:cubicBezTo>
                      <a:pt x="37595" y="53368"/>
                      <a:pt x="38514" y="52832"/>
                      <a:pt x="39356" y="52258"/>
                    </a:cubicBezTo>
                    <a:cubicBezTo>
                      <a:pt x="41615" y="50765"/>
                      <a:pt x="43720" y="49081"/>
                      <a:pt x="45481" y="47090"/>
                    </a:cubicBezTo>
                    <a:cubicBezTo>
                      <a:pt x="47204" y="45099"/>
                      <a:pt x="48774" y="43032"/>
                      <a:pt x="50305" y="40926"/>
                    </a:cubicBezTo>
                    <a:cubicBezTo>
                      <a:pt x="52870" y="37366"/>
                      <a:pt x="54938" y="33461"/>
                      <a:pt x="56392" y="29326"/>
                    </a:cubicBezTo>
                    <a:cubicBezTo>
                      <a:pt x="57464" y="26149"/>
                      <a:pt x="58038" y="22818"/>
                      <a:pt x="58383" y="19487"/>
                    </a:cubicBezTo>
                    <a:cubicBezTo>
                      <a:pt x="58996" y="14051"/>
                      <a:pt x="59264" y="8538"/>
                      <a:pt x="58383" y="3140"/>
                    </a:cubicBezTo>
                    <a:cubicBezTo>
                      <a:pt x="58268" y="2642"/>
                      <a:pt x="58153" y="2145"/>
                      <a:pt x="58000" y="1685"/>
                    </a:cubicBezTo>
                    <a:cubicBezTo>
                      <a:pt x="57962" y="1494"/>
                      <a:pt x="58077" y="1264"/>
                      <a:pt x="58268" y="1226"/>
                    </a:cubicBezTo>
                    <a:cubicBezTo>
                      <a:pt x="58460" y="1188"/>
                      <a:pt x="58651" y="1303"/>
                      <a:pt x="58689" y="1494"/>
                    </a:cubicBezTo>
                    <a:cubicBezTo>
                      <a:pt x="58881" y="2068"/>
                      <a:pt x="58996" y="2642"/>
                      <a:pt x="59110" y="3217"/>
                    </a:cubicBezTo>
                    <a:cubicBezTo>
                      <a:pt x="59532" y="6203"/>
                      <a:pt x="59723" y="9189"/>
                      <a:pt x="59646" y="12213"/>
                    </a:cubicBezTo>
                    <a:cubicBezTo>
                      <a:pt x="59532" y="15774"/>
                      <a:pt x="59187" y="19372"/>
                      <a:pt x="58651" y="22933"/>
                    </a:cubicBezTo>
                    <a:cubicBezTo>
                      <a:pt x="58077" y="26531"/>
                      <a:pt x="57043" y="30054"/>
                      <a:pt x="55512" y="33346"/>
                    </a:cubicBezTo>
                    <a:cubicBezTo>
                      <a:pt x="54057" y="36677"/>
                      <a:pt x="52105" y="39701"/>
                      <a:pt x="49961" y="42611"/>
                    </a:cubicBezTo>
                    <a:cubicBezTo>
                      <a:pt x="48391" y="44716"/>
                      <a:pt x="46821" y="46745"/>
                      <a:pt x="45022" y="48621"/>
                    </a:cubicBezTo>
                    <a:cubicBezTo>
                      <a:pt x="43223" y="50421"/>
                      <a:pt x="41155" y="51990"/>
                      <a:pt x="39011" y="53368"/>
                    </a:cubicBezTo>
                    <a:cubicBezTo>
                      <a:pt x="37365" y="54325"/>
                      <a:pt x="35681" y="55206"/>
                      <a:pt x="33881" y="55742"/>
                    </a:cubicBezTo>
                    <a:cubicBezTo>
                      <a:pt x="32733" y="56048"/>
                      <a:pt x="31584" y="56125"/>
                      <a:pt x="30398" y="561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Google Shape;2862;p47"/>
              <p:cNvSpPr/>
              <p:nvPr/>
            </p:nvSpPr>
            <p:spPr>
              <a:xfrm>
                <a:off x="3949725" y="1975525"/>
                <a:ext cx="1464375" cy="429750"/>
              </a:xfrm>
              <a:custGeom>
                <a:avLst/>
                <a:gdLst/>
                <a:ahLst/>
                <a:cxnLst/>
                <a:rect l="l" t="t" r="r" b="b"/>
                <a:pathLst>
                  <a:path w="58575" h="17190" extrusionOk="0">
                    <a:moveTo>
                      <a:pt x="57771" y="16730"/>
                    </a:moveTo>
                    <a:cubicBezTo>
                      <a:pt x="57388" y="15620"/>
                      <a:pt x="56852" y="14624"/>
                      <a:pt x="56201" y="13629"/>
                    </a:cubicBezTo>
                    <a:cubicBezTo>
                      <a:pt x="55397" y="12366"/>
                      <a:pt x="54631" y="11102"/>
                      <a:pt x="53636" y="9954"/>
                    </a:cubicBezTo>
                    <a:cubicBezTo>
                      <a:pt x="51952" y="8040"/>
                      <a:pt x="49769" y="6585"/>
                      <a:pt x="47702" y="5092"/>
                    </a:cubicBezTo>
                    <a:cubicBezTo>
                      <a:pt x="45750" y="3790"/>
                      <a:pt x="43567" y="2948"/>
                      <a:pt x="41347" y="2297"/>
                    </a:cubicBezTo>
                    <a:cubicBezTo>
                      <a:pt x="37519" y="1149"/>
                      <a:pt x="33499" y="727"/>
                      <a:pt x="29517" y="727"/>
                    </a:cubicBezTo>
                    <a:cubicBezTo>
                      <a:pt x="26148" y="766"/>
                      <a:pt x="22779" y="919"/>
                      <a:pt x="19487" y="1531"/>
                    </a:cubicBezTo>
                    <a:cubicBezTo>
                      <a:pt x="16654" y="2106"/>
                      <a:pt x="13897" y="2986"/>
                      <a:pt x="11294" y="4211"/>
                    </a:cubicBezTo>
                    <a:cubicBezTo>
                      <a:pt x="7810" y="6011"/>
                      <a:pt x="4901" y="8767"/>
                      <a:pt x="2719" y="11983"/>
                    </a:cubicBezTo>
                    <a:cubicBezTo>
                      <a:pt x="2106" y="12902"/>
                      <a:pt x="1532" y="13897"/>
                      <a:pt x="1149" y="14931"/>
                    </a:cubicBezTo>
                    <a:cubicBezTo>
                      <a:pt x="1111" y="15046"/>
                      <a:pt x="1111" y="15160"/>
                      <a:pt x="1111" y="15275"/>
                    </a:cubicBezTo>
                    <a:cubicBezTo>
                      <a:pt x="1111" y="15467"/>
                      <a:pt x="919" y="15620"/>
                      <a:pt x="728" y="15620"/>
                    </a:cubicBezTo>
                    <a:cubicBezTo>
                      <a:pt x="0" y="15505"/>
                      <a:pt x="613" y="14433"/>
                      <a:pt x="728" y="14012"/>
                    </a:cubicBezTo>
                    <a:cubicBezTo>
                      <a:pt x="1723" y="11830"/>
                      <a:pt x="3255" y="9916"/>
                      <a:pt x="4901" y="8155"/>
                    </a:cubicBezTo>
                    <a:cubicBezTo>
                      <a:pt x="6547" y="6393"/>
                      <a:pt x="8538" y="4939"/>
                      <a:pt x="10682" y="3752"/>
                    </a:cubicBezTo>
                    <a:cubicBezTo>
                      <a:pt x="11792" y="3178"/>
                      <a:pt x="12940" y="2718"/>
                      <a:pt x="14089" y="2297"/>
                    </a:cubicBezTo>
                    <a:cubicBezTo>
                      <a:pt x="19219" y="383"/>
                      <a:pt x="24732" y="0"/>
                      <a:pt x="30168" y="38"/>
                    </a:cubicBezTo>
                    <a:cubicBezTo>
                      <a:pt x="35566" y="77"/>
                      <a:pt x="41079" y="957"/>
                      <a:pt x="45979" y="3292"/>
                    </a:cubicBezTo>
                    <a:cubicBezTo>
                      <a:pt x="48161" y="4326"/>
                      <a:pt x="49999" y="5857"/>
                      <a:pt x="51913" y="7312"/>
                    </a:cubicBezTo>
                    <a:cubicBezTo>
                      <a:pt x="53291" y="8422"/>
                      <a:pt x="54478" y="9762"/>
                      <a:pt x="55474" y="11217"/>
                    </a:cubicBezTo>
                    <a:cubicBezTo>
                      <a:pt x="56584" y="12902"/>
                      <a:pt x="57771" y="14548"/>
                      <a:pt x="58421" y="16462"/>
                    </a:cubicBezTo>
                    <a:cubicBezTo>
                      <a:pt x="58575" y="16883"/>
                      <a:pt x="57962" y="17189"/>
                      <a:pt x="57771" y="167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Google Shape;2863;p47"/>
              <p:cNvSpPr/>
              <p:nvPr/>
            </p:nvSpPr>
            <p:spPr>
              <a:xfrm>
                <a:off x="3955475" y="1595550"/>
                <a:ext cx="1461500" cy="815475"/>
              </a:xfrm>
              <a:custGeom>
                <a:avLst/>
                <a:gdLst/>
                <a:ahLst/>
                <a:cxnLst/>
                <a:rect l="l" t="t" r="r" b="b"/>
                <a:pathLst>
                  <a:path w="58460" h="32619" extrusionOk="0">
                    <a:moveTo>
                      <a:pt x="57732" y="32120"/>
                    </a:moveTo>
                    <a:cubicBezTo>
                      <a:pt x="57426" y="29900"/>
                      <a:pt x="57043" y="27680"/>
                      <a:pt x="56813" y="25459"/>
                    </a:cubicBezTo>
                    <a:cubicBezTo>
                      <a:pt x="56469" y="22358"/>
                      <a:pt x="55971" y="19219"/>
                      <a:pt x="54937" y="16309"/>
                    </a:cubicBezTo>
                    <a:cubicBezTo>
                      <a:pt x="54287" y="14433"/>
                      <a:pt x="53483" y="12596"/>
                      <a:pt x="52372" y="10988"/>
                    </a:cubicBezTo>
                    <a:cubicBezTo>
                      <a:pt x="50764" y="8653"/>
                      <a:pt x="48850" y="6509"/>
                      <a:pt x="46477" y="4901"/>
                    </a:cubicBezTo>
                    <a:cubicBezTo>
                      <a:pt x="43261" y="2833"/>
                      <a:pt x="39586" y="1379"/>
                      <a:pt x="35757" y="1034"/>
                    </a:cubicBezTo>
                    <a:cubicBezTo>
                      <a:pt x="30819" y="422"/>
                      <a:pt x="25765" y="804"/>
                      <a:pt x="20980" y="2259"/>
                    </a:cubicBezTo>
                    <a:cubicBezTo>
                      <a:pt x="16156" y="3523"/>
                      <a:pt x="11485" y="5858"/>
                      <a:pt x="7925" y="9418"/>
                    </a:cubicBezTo>
                    <a:cubicBezTo>
                      <a:pt x="4977" y="12366"/>
                      <a:pt x="2489" y="16041"/>
                      <a:pt x="1799" y="20214"/>
                    </a:cubicBezTo>
                    <a:cubicBezTo>
                      <a:pt x="1340" y="22588"/>
                      <a:pt x="1072" y="25000"/>
                      <a:pt x="919" y="27412"/>
                    </a:cubicBezTo>
                    <a:cubicBezTo>
                      <a:pt x="804" y="28598"/>
                      <a:pt x="689" y="29823"/>
                      <a:pt x="728" y="31010"/>
                    </a:cubicBezTo>
                    <a:cubicBezTo>
                      <a:pt x="728" y="31431"/>
                      <a:pt x="38" y="31508"/>
                      <a:pt x="0" y="31010"/>
                    </a:cubicBezTo>
                    <a:cubicBezTo>
                      <a:pt x="0" y="28790"/>
                      <a:pt x="306" y="26569"/>
                      <a:pt x="460" y="24349"/>
                    </a:cubicBezTo>
                    <a:cubicBezTo>
                      <a:pt x="728" y="21975"/>
                      <a:pt x="1110" y="19563"/>
                      <a:pt x="1838" y="17266"/>
                    </a:cubicBezTo>
                    <a:cubicBezTo>
                      <a:pt x="2221" y="16194"/>
                      <a:pt x="2757" y="15123"/>
                      <a:pt x="3331" y="14127"/>
                    </a:cubicBezTo>
                    <a:cubicBezTo>
                      <a:pt x="5972" y="9686"/>
                      <a:pt x="9992" y="6088"/>
                      <a:pt x="14663" y="3867"/>
                    </a:cubicBezTo>
                    <a:cubicBezTo>
                      <a:pt x="16309" y="2987"/>
                      <a:pt x="18108" y="2336"/>
                      <a:pt x="19908" y="1838"/>
                    </a:cubicBezTo>
                    <a:cubicBezTo>
                      <a:pt x="23430" y="728"/>
                      <a:pt x="27067" y="115"/>
                      <a:pt x="30780" y="39"/>
                    </a:cubicBezTo>
                    <a:cubicBezTo>
                      <a:pt x="32618" y="0"/>
                      <a:pt x="34456" y="192"/>
                      <a:pt x="36293" y="383"/>
                    </a:cubicBezTo>
                    <a:cubicBezTo>
                      <a:pt x="37518" y="536"/>
                      <a:pt x="38705" y="728"/>
                      <a:pt x="39854" y="1111"/>
                    </a:cubicBezTo>
                    <a:cubicBezTo>
                      <a:pt x="44524" y="2489"/>
                      <a:pt x="48927" y="5054"/>
                      <a:pt x="51798" y="9035"/>
                    </a:cubicBezTo>
                    <a:cubicBezTo>
                      <a:pt x="55282" y="13285"/>
                      <a:pt x="56698" y="18759"/>
                      <a:pt x="57387" y="24119"/>
                    </a:cubicBezTo>
                    <a:cubicBezTo>
                      <a:pt x="57579" y="25804"/>
                      <a:pt x="57732" y="27450"/>
                      <a:pt x="58000" y="29096"/>
                    </a:cubicBezTo>
                    <a:cubicBezTo>
                      <a:pt x="58153" y="30091"/>
                      <a:pt x="58268" y="31049"/>
                      <a:pt x="58421" y="32044"/>
                    </a:cubicBezTo>
                    <a:cubicBezTo>
                      <a:pt x="58459" y="32503"/>
                      <a:pt x="57809" y="32618"/>
                      <a:pt x="57732" y="321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Google Shape;2864;p47"/>
              <p:cNvSpPr/>
              <p:nvPr/>
            </p:nvSpPr>
            <p:spPr>
              <a:xfrm>
                <a:off x="4424450" y="2783300"/>
                <a:ext cx="81375" cy="177075"/>
              </a:xfrm>
              <a:custGeom>
                <a:avLst/>
                <a:gdLst/>
                <a:ahLst/>
                <a:cxnLst/>
                <a:rect l="l" t="t" r="r" b="b"/>
                <a:pathLst>
                  <a:path w="3255" h="7083" extrusionOk="0">
                    <a:moveTo>
                      <a:pt x="2565" y="6930"/>
                    </a:moveTo>
                    <a:cubicBezTo>
                      <a:pt x="1225" y="6317"/>
                      <a:pt x="0" y="4939"/>
                      <a:pt x="230" y="3369"/>
                    </a:cubicBezTo>
                    <a:cubicBezTo>
                      <a:pt x="383" y="2374"/>
                      <a:pt x="842" y="1417"/>
                      <a:pt x="1608" y="728"/>
                    </a:cubicBezTo>
                    <a:cubicBezTo>
                      <a:pt x="1876" y="536"/>
                      <a:pt x="2259" y="1"/>
                      <a:pt x="2603" y="307"/>
                    </a:cubicBezTo>
                    <a:cubicBezTo>
                      <a:pt x="2795" y="536"/>
                      <a:pt x="2680" y="804"/>
                      <a:pt x="2450" y="958"/>
                    </a:cubicBezTo>
                    <a:cubicBezTo>
                      <a:pt x="2221" y="1111"/>
                      <a:pt x="1991" y="1302"/>
                      <a:pt x="1800" y="1532"/>
                    </a:cubicBezTo>
                    <a:cubicBezTo>
                      <a:pt x="1225" y="2259"/>
                      <a:pt x="766" y="3216"/>
                      <a:pt x="957" y="4135"/>
                    </a:cubicBezTo>
                    <a:cubicBezTo>
                      <a:pt x="1149" y="5131"/>
                      <a:pt x="1991" y="5858"/>
                      <a:pt x="2833" y="6279"/>
                    </a:cubicBezTo>
                    <a:cubicBezTo>
                      <a:pt x="3254" y="6470"/>
                      <a:pt x="2986" y="7083"/>
                      <a:pt x="2565" y="69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Google Shape;2865;p47"/>
              <p:cNvSpPr/>
              <p:nvPr/>
            </p:nvSpPr>
            <p:spPr>
              <a:xfrm>
                <a:off x="4493350" y="2877100"/>
                <a:ext cx="105300" cy="67025"/>
              </a:xfrm>
              <a:custGeom>
                <a:avLst/>
                <a:gdLst/>
                <a:ahLst/>
                <a:cxnLst/>
                <a:rect l="l" t="t" r="r" b="b"/>
                <a:pathLst>
                  <a:path w="4212" h="2681" extrusionOk="0">
                    <a:moveTo>
                      <a:pt x="3484" y="2642"/>
                    </a:moveTo>
                    <a:cubicBezTo>
                      <a:pt x="2527" y="2527"/>
                      <a:pt x="728" y="2412"/>
                      <a:pt x="192" y="1532"/>
                    </a:cubicBezTo>
                    <a:cubicBezTo>
                      <a:pt x="1" y="1187"/>
                      <a:pt x="192" y="728"/>
                      <a:pt x="537" y="536"/>
                    </a:cubicBezTo>
                    <a:cubicBezTo>
                      <a:pt x="1494" y="0"/>
                      <a:pt x="2872" y="996"/>
                      <a:pt x="3676" y="1532"/>
                    </a:cubicBezTo>
                    <a:cubicBezTo>
                      <a:pt x="4097" y="1493"/>
                      <a:pt x="4212" y="2029"/>
                      <a:pt x="3867" y="2221"/>
                    </a:cubicBezTo>
                    <a:cubicBezTo>
                      <a:pt x="3944" y="2450"/>
                      <a:pt x="3714" y="2680"/>
                      <a:pt x="3484" y="2642"/>
                    </a:cubicBezTo>
                    <a:close/>
                    <a:moveTo>
                      <a:pt x="2948" y="1876"/>
                    </a:moveTo>
                    <a:cubicBezTo>
                      <a:pt x="2451" y="1608"/>
                      <a:pt x="1264" y="766"/>
                      <a:pt x="805" y="1225"/>
                    </a:cubicBezTo>
                    <a:lnTo>
                      <a:pt x="805" y="1225"/>
                    </a:lnTo>
                    <a:cubicBezTo>
                      <a:pt x="1417" y="1685"/>
                      <a:pt x="2221" y="1761"/>
                      <a:pt x="2948" y="18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Google Shape;2866;p47"/>
              <p:cNvSpPr/>
              <p:nvPr/>
            </p:nvSpPr>
            <p:spPr>
              <a:xfrm>
                <a:off x="4757500" y="2877100"/>
                <a:ext cx="115850" cy="68925"/>
              </a:xfrm>
              <a:custGeom>
                <a:avLst/>
                <a:gdLst/>
                <a:ahLst/>
                <a:cxnLst/>
                <a:rect l="l" t="t" r="r" b="b"/>
                <a:pathLst>
                  <a:path w="4634" h="2757" extrusionOk="0">
                    <a:moveTo>
                      <a:pt x="881" y="2412"/>
                    </a:moveTo>
                    <a:cubicBezTo>
                      <a:pt x="843" y="2106"/>
                      <a:pt x="1149" y="2029"/>
                      <a:pt x="1417" y="1991"/>
                    </a:cubicBezTo>
                    <a:cubicBezTo>
                      <a:pt x="2183" y="1800"/>
                      <a:pt x="3217" y="1570"/>
                      <a:pt x="3676" y="919"/>
                    </a:cubicBezTo>
                    <a:cubicBezTo>
                      <a:pt x="3255" y="766"/>
                      <a:pt x="2796" y="1072"/>
                      <a:pt x="2413" y="1225"/>
                    </a:cubicBezTo>
                    <a:cubicBezTo>
                      <a:pt x="1800" y="1493"/>
                      <a:pt x="1303" y="1991"/>
                      <a:pt x="690" y="2297"/>
                    </a:cubicBezTo>
                    <a:cubicBezTo>
                      <a:pt x="192" y="2412"/>
                      <a:pt x="1" y="1685"/>
                      <a:pt x="499" y="1570"/>
                    </a:cubicBezTo>
                    <a:cubicBezTo>
                      <a:pt x="1456" y="957"/>
                      <a:pt x="2643" y="0"/>
                      <a:pt x="3791" y="192"/>
                    </a:cubicBezTo>
                    <a:cubicBezTo>
                      <a:pt x="4633" y="421"/>
                      <a:pt x="4518" y="1302"/>
                      <a:pt x="3906" y="1723"/>
                    </a:cubicBezTo>
                    <a:cubicBezTo>
                      <a:pt x="3523" y="2029"/>
                      <a:pt x="3102" y="2221"/>
                      <a:pt x="2681" y="2374"/>
                    </a:cubicBezTo>
                    <a:cubicBezTo>
                      <a:pt x="2221" y="2527"/>
                      <a:pt x="1762" y="2642"/>
                      <a:pt x="1264" y="2718"/>
                    </a:cubicBezTo>
                    <a:cubicBezTo>
                      <a:pt x="1111" y="2757"/>
                      <a:pt x="920" y="2604"/>
                      <a:pt x="881" y="24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Google Shape;2867;p47"/>
              <p:cNvSpPr/>
              <p:nvPr/>
            </p:nvSpPr>
            <p:spPr>
              <a:xfrm>
                <a:off x="4595750" y="2908675"/>
                <a:ext cx="150300" cy="50750"/>
              </a:xfrm>
              <a:custGeom>
                <a:avLst/>
                <a:gdLst/>
                <a:ahLst/>
                <a:cxnLst/>
                <a:rect l="l" t="t" r="r" b="b"/>
                <a:pathLst>
                  <a:path w="6012" h="2030" extrusionOk="0">
                    <a:moveTo>
                      <a:pt x="3638" y="1991"/>
                    </a:moveTo>
                    <a:cubicBezTo>
                      <a:pt x="2528" y="1953"/>
                      <a:pt x="1073" y="1838"/>
                      <a:pt x="307" y="958"/>
                    </a:cubicBezTo>
                    <a:cubicBezTo>
                      <a:pt x="1" y="422"/>
                      <a:pt x="882" y="1"/>
                      <a:pt x="996" y="652"/>
                    </a:cubicBezTo>
                    <a:cubicBezTo>
                      <a:pt x="1609" y="1111"/>
                      <a:pt x="2413" y="1187"/>
                      <a:pt x="3140" y="1264"/>
                    </a:cubicBezTo>
                    <a:cubicBezTo>
                      <a:pt x="3944" y="1341"/>
                      <a:pt x="4748" y="1264"/>
                      <a:pt x="5399" y="805"/>
                    </a:cubicBezTo>
                    <a:cubicBezTo>
                      <a:pt x="5590" y="728"/>
                      <a:pt x="5820" y="766"/>
                      <a:pt x="5897" y="958"/>
                    </a:cubicBezTo>
                    <a:cubicBezTo>
                      <a:pt x="6012" y="1111"/>
                      <a:pt x="5935" y="1341"/>
                      <a:pt x="5782" y="1417"/>
                    </a:cubicBezTo>
                    <a:cubicBezTo>
                      <a:pt x="5131" y="1800"/>
                      <a:pt x="4404" y="2030"/>
                      <a:pt x="3638" y="19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Google Shape;2868;p47"/>
              <p:cNvSpPr/>
              <p:nvPr/>
            </p:nvSpPr>
            <p:spPr>
              <a:xfrm>
                <a:off x="4837900" y="2750750"/>
                <a:ext cx="96700" cy="182850"/>
              </a:xfrm>
              <a:custGeom>
                <a:avLst/>
                <a:gdLst/>
                <a:ahLst/>
                <a:cxnLst/>
                <a:rect l="l" t="t" r="r" b="b"/>
                <a:pathLst>
                  <a:path w="3868" h="7314" extrusionOk="0">
                    <a:moveTo>
                      <a:pt x="1341" y="6930"/>
                    </a:moveTo>
                    <a:cubicBezTo>
                      <a:pt x="1341" y="6547"/>
                      <a:pt x="1762" y="6433"/>
                      <a:pt x="1992" y="6126"/>
                    </a:cubicBezTo>
                    <a:cubicBezTo>
                      <a:pt x="2719" y="5322"/>
                      <a:pt x="2910" y="4059"/>
                      <a:pt x="2374" y="3025"/>
                    </a:cubicBezTo>
                    <a:cubicBezTo>
                      <a:pt x="2068" y="2451"/>
                      <a:pt x="1609" y="1953"/>
                      <a:pt x="1111" y="1494"/>
                    </a:cubicBezTo>
                    <a:cubicBezTo>
                      <a:pt x="805" y="1226"/>
                      <a:pt x="498" y="958"/>
                      <a:pt x="192" y="690"/>
                    </a:cubicBezTo>
                    <a:cubicBezTo>
                      <a:pt x="39" y="575"/>
                      <a:pt x="1" y="345"/>
                      <a:pt x="116" y="192"/>
                    </a:cubicBezTo>
                    <a:cubicBezTo>
                      <a:pt x="230" y="39"/>
                      <a:pt x="460" y="1"/>
                      <a:pt x="613" y="154"/>
                    </a:cubicBezTo>
                    <a:cubicBezTo>
                      <a:pt x="1188" y="613"/>
                      <a:pt x="1762" y="1035"/>
                      <a:pt x="2221" y="1571"/>
                    </a:cubicBezTo>
                    <a:cubicBezTo>
                      <a:pt x="3523" y="2949"/>
                      <a:pt x="3867" y="4863"/>
                      <a:pt x="2681" y="6433"/>
                    </a:cubicBezTo>
                    <a:cubicBezTo>
                      <a:pt x="2489" y="6662"/>
                      <a:pt x="2260" y="6854"/>
                      <a:pt x="2030" y="7083"/>
                    </a:cubicBezTo>
                    <a:cubicBezTo>
                      <a:pt x="1992" y="7198"/>
                      <a:pt x="1838" y="7313"/>
                      <a:pt x="1685" y="7313"/>
                    </a:cubicBezTo>
                    <a:cubicBezTo>
                      <a:pt x="1494" y="7313"/>
                      <a:pt x="1341" y="7160"/>
                      <a:pt x="1341" y="69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Google Shape;2869;p47"/>
              <p:cNvSpPr/>
              <p:nvPr/>
            </p:nvSpPr>
            <p:spPr>
              <a:xfrm>
                <a:off x="4556525" y="2558375"/>
                <a:ext cx="47875" cy="184750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7390" extrusionOk="0">
                    <a:moveTo>
                      <a:pt x="39" y="6968"/>
                    </a:moveTo>
                    <a:cubicBezTo>
                      <a:pt x="0" y="6739"/>
                      <a:pt x="153" y="6586"/>
                      <a:pt x="230" y="6394"/>
                    </a:cubicBezTo>
                    <a:cubicBezTo>
                      <a:pt x="383" y="6088"/>
                      <a:pt x="498" y="5782"/>
                      <a:pt x="651" y="5475"/>
                    </a:cubicBezTo>
                    <a:cubicBezTo>
                      <a:pt x="1111" y="3868"/>
                      <a:pt x="1302" y="2106"/>
                      <a:pt x="804" y="499"/>
                    </a:cubicBezTo>
                    <a:cubicBezTo>
                      <a:pt x="766" y="307"/>
                      <a:pt x="881" y="116"/>
                      <a:pt x="1072" y="77"/>
                    </a:cubicBezTo>
                    <a:cubicBezTo>
                      <a:pt x="1264" y="1"/>
                      <a:pt x="1455" y="116"/>
                      <a:pt x="1493" y="307"/>
                    </a:cubicBezTo>
                    <a:cubicBezTo>
                      <a:pt x="1608" y="690"/>
                      <a:pt x="1723" y="1111"/>
                      <a:pt x="1761" y="1532"/>
                    </a:cubicBezTo>
                    <a:cubicBezTo>
                      <a:pt x="1915" y="3332"/>
                      <a:pt x="1647" y="5246"/>
                      <a:pt x="804" y="6854"/>
                    </a:cubicBezTo>
                    <a:cubicBezTo>
                      <a:pt x="804" y="7313"/>
                      <a:pt x="192" y="7390"/>
                      <a:pt x="77" y="696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Google Shape;2870;p47"/>
              <p:cNvSpPr/>
              <p:nvPr/>
            </p:nvSpPr>
            <p:spPr>
              <a:xfrm>
                <a:off x="3993750" y="2286575"/>
                <a:ext cx="511125" cy="132100"/>
              </a:xfrm>
              <a:custGeom>
                <a:avLst/>
                <a:gdLst/>
                <a:ahLst/>
                <a:cxnLst/>
                <a:rect l="l" t="t" r="r" b="b"/>
                <a:pathLst>
                  <a:path w="20445" h="5284" extrusionOk="0">
                    <a:moveTo>
                      <a:pt x="345" y="5092"/>
                    </a:moveTo>
                    <a:cubicBezTo>
                      <a:pt x="0" y="4518"/>
                      <a:pt x="919" y="4097"/>
                      <a:pt x="1302" y="3790"/>
                    </a:cubicBezTo>
                    <a:cubicBezTo>
                      <a:pt x="1800" y="3484"/>
                      <a:pt x="2298" y="3178"/>
                      <a:pt x="2833" y="2910"/>
                    </a:cubicBezTo>
                    <a:cubicBezTo>
                      <a:pt x="6279" y="1111"/>
                      <a:pt x="10146" y="536"/>
                      <a:pt x="13974" y="268"/>
                    </a:cubicBezTo>
                    <a:cubicBezTo>
                      <a:pt x="15123" y="192"/>
                      <a:pt x="16271" y="153"/>
                      <a:pt x="17420" y="153"/>
                    </a:cubicBezTo>
                    <a:cubicBezTo>
                      <a:pt x="18185" y="115"/>
                      <a:pt x="18951" y="115"/>
                      <a:pt x="19678" y="115"/>
                    </a:cubicBezTo>
                    <a:cubicBezTo>
                      <a:pt x="19755" y="115"/>
                      <a:pt x="19831" y="115"/>
                      <a:pt x="19870" y="153"/>
                    </a:cubicBezTo>
                    <a:cubicBezTo>
                      <a:pt x="20099" y="0"/>
                      <a:pt x="20444" y="153"/>
                      <a:pt x="20444" y="460"/>
                    </a:cubicBezTo>
                    <a:cubicBezTo>
                      <a:pt x="20406" y="575"/>
                      <a:pt x="20406" y="689"/>
                      <a:pt x="20367" y="843"/>
                    </a:cubicBezTo>
                    <a:cubicBezTo>
                      <a:pt x="20329" y="1455"/>
                      <a:pt x="20099" y="2068"/>
                      <a:pt x="19602" y="2489"/>
                    </a:cubicBezTo>
                    <a:cubicBezTo>
                      <a:pt x="18453" y="3484"/>
                      <a:pt x="16884" y="3905"/>
                      <a:pt x="15391" y="4173"/>
                    </a:cubicBezTo>
                    <a:cubicBezTo>
                      <a:pt x="14701" y="4288"/>
                      <a:pt x="13936" y="4250"/>
                      <a:pt x="13208" y="4250"/>
                    </a:cubicBezTo>
                    <a:cubicBezTo>
                      <a:pt x="11409" y="4173"/>
                      <a:pt x="9571" y="4020"/>
                      <a:pt x="7772" y="4173"/>
                    </a:cubicBezTo>
                    <a:cubicBezTo>
                      <a:pt x="6011" y="4326"/>
                      <a:pt x="4212" y="4479"/>
                      <a:pt x="2489" y="4824"/>
                    </a:cubicBezTo>
                    <a:cubicBezTo>
                      <a:pt x="2030" y="4901"/>
                      <a:pt x="1532" y="5054"/>
                      <a:pt x="1072" y="5169"/>
                    </a:cubicBezTo>
                    <a:cubicBezTo>
                      <a:pt x="843" y="5207"/>
                      <a:pt x="536" y="5283"/>
                      <a:pt x="345" y="5054"/>
                    </a:cubicBezTo>
                    <a:lnTo>
                      <a:pt x="345" y="5054"/>
                    </a:lnTo>
                    <a:close/>
                    <a:moveTo>
                      <a:pt x="2298" y="4020"/>
                    </a:moveTo>
                    <a:cubicBezTo>
                      <a:pt x="2183" y="4097"/>
                      <a:pt x="2068" y="4135"/>
                      <a:pt x="1953" y="4211"/>
                    </a:cubicBezTo>
                    <a:cubicBezTo>
                      <a:pt x="3025" y="3982"/>
                      <a:pt x="4097" y="3829"/>
                      <a:pt x="5207" y="3714"/>
                    </a:cubicBezTo>
                    <a:cubicBezTo>
                      <a:pt x="6700" y="3561"/>
                      <a:pt x="8193" y="3369"/>
                      <a:pt x="9686" y="3408"/>
                    </a:cubicBezTo>
                    <a:cubicBezTo>
                      <a:pt x="11371" y="3408"/>
                      <a:pt x="13017" y="3599"/>
                      <a:pt x="14701" y="3561"/>
                    </a:cubicBezTo>
                    <a:cubicBezTo>
                      <a:pt x="15544" y="3484"/>
                      <a:pt x="16424" y="3254"/>
                      <a:pt x="17190" y="2986"/>
                    </a:cubicBezTo>
                    <a:cubicBezTo>
                      <a:pt x="17879" y="2757"/>
                      <a:pt x="18530" y="2450"/>
                      <a:pt x="19066" y="2029"/>
                    </a:cubicBezTo>
                    <a:cubicBezTo>
                      <a:pt x="19219" y="1876"/>
                      <a:pt x="19372" y="1723"/>
                      <a:pt x="19487" y="1532"/>
                    </a:cubicBezTo>
                    <a:cubicBezTo>
                      <a:pt x="19602" y="1302"/>
                      <a:pt x="19640" y="1072"/>
                      <a:pt x="19678" y="804"/>
                    </a:cubicBezTo>
                    <a:cubicBezTo>
                      <a:pt x="13783" y="919"/>
                      <a:pt x="7504" y="957"/>
                      <a:pt x="2259" y="40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Google Shape;2871;p47"/>
              <p:cNvSpPr/>
              <p:nvPr/>
            </p:nvSpPr>
            <p:spPr>
              <a:xfrm>
                <a:off x="4855125" y="2288475"/>
                <a:ext cx="468050" cy="151250"/>
              </a:xfrm>
              <a:custGeom>
                <a:avLst/>
                <a:gdLst/>
                <a:ahLst/>
                <a:cxnLst/>
                <a:rect l="l" t="t" r="r" b="b"/>
                <a:pathLst>
                  <a:path w="18722" h="6050" extrusionOk="0">
                    <a:moveTo>
                      <a:pt x="17803" y="5935"/>
                    </a:moveTo>
                    <a:cubicBezTo>
                      <a:pt x="15200" y="5246"/>
                      <a:pt x="12520" y="4786"/>
                      <a:pt x="9840" y="4557"/>
                    </a:cubicBezTo>
                    <a:cubicBezTo>
                      <a:pt x="7964" y="4403"/>
                      <a:pt x="6050" y="4518"/>
                      <a:pt x="4174" y="4097"/>
                    </a:cubicBezTo>
                    <a:cubicBezTo>
                      <a:pt x="2681" y="3753"/>
                      <a:pt x="1035" y="3064"/>
                      <a:pt x="422" y="1532"/>
                    </a:cubicBezTo>
                    <a:cubicBezTo>
                      <a:pt x="307" y="1264"/>
                      <a:pt x="192" y="920"/>
                      <a:pt x="116" y="613"/>
                    </a:cubicBezTo>
                    <a:cubicBezTo>
                      <a:pt x="1" y="307"/>
                      <a:pt x="345" y="1"/>
                      <a:pt x="652" y="192"/>
                    </a:cubicBezTo>
                    <a:cubicBezTo>
                      <a:pt x="5475" y="231"/>
                      <a:pt x="10529" y="154"/>
                      <a:pt x="14817" y="2681"/>
                    </a:cubicBezTo>
                    <a:cubicBezTo>
                      <a:pt x="16042" y="3446"/>
                      <a:pt x="17267" y="4289"/>
                      <a:pt x="18377" y="5169"/>
                    </a:cubicBezTo>
                    <a:cubicBezTo>
                      <a:pt x="18607" y="5361"/>
                      <a:pt x="18722" y="5743"/>
                      <a:pt x="18454" y="5935"/>
                    </a:cubicBezTo>
                    <a:cubicBezTo>
                      <a:pt x="18224" y="6050"/>
                      <a:pt x="17994" y="5973"/>
                      <a:pt x="17803" y="5935"/>
                    </a:cubicBezTo>
                    <a:close/>
                    <a:moveTo>
                      <a:pt x="10912" y="3944"/>
                    </a:moveTo>
                    <a:cubicBezTo>
                      <a:pt x="12941" y="4174"/>
                      <a:pt x="14970" y="4480"/>
                      <a:pt x="16922" y="4978"/>
                    </a:cubicBezTo>
                    <a:cubicBezTo>
                      <a:pt x="15391" y="3829"/>
                      <a:pt x="13745" y="2757"/>
                      <a:pt x="11907" y="2145"/>
                    </a:cubicBezTo>
                    <a:cubicBezTo>
                      <a:pt x="8423" y="881"/>
                      <a:pt x="4633" y="958"/>
                      <a:pt x="958" y="920"/>
                    </a:cubicBezTo>
                    <a:cubicBezTo>
                      <a:pt x="2106" y="4403"/>
                      <a:pt x="7964" y="3485"/>
                      <a:pt x="10912" y="39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Google Shape;2872;p47"/>
              <p:cNvSpPr/>
              <p:nvPr/>
            </p:nvSpPr>
            <p:spPr>
              <a:xfrm>
                <a:off x="4132525" y="2537325"/>
                <a:ext cx="286200" cy="102425"/>
              </a:xfrm>
              <a:custGeom>
                <a:avLst/>
                <a:gdLst/>
                <a:ahLst/>
                <a:cxnLst/>
                <a:rect l="l" t="t" r="r" b="b"/>
                <a:pathLst>
                  <a:path w="11448" h="4097" extrusionOk="0">
                    <a:moveTo>
                      <a:pt x="5475" y="4059"/>
                    </a:moveTo>
                    <a:cubicBezTo>
                      <a:pt x="4480" y="3906"/>
                      <a:pt x="3523" y="2987"/>
                      <a:pt x="3446" y="1953"/>
                    </a:cubicBezTo>
                    <a:cubicBezTo>
                      <a:pt x="3446" y="1685"/>
                      <a:pt x="3408" y="1379"/>
                      <a:pt x="3523" y="1111"/>
                    </a:cubicBezTo>
                    <a:cubicBezTo>
                      <a:pt x="2987" y="1149"/>
                      <a:pt x="2489" y="1226"/>
                      <a:pt x="1953" y="1302"/>
                    </a:cubicBezTo>
                    <a:cubicBezTo>
                      <a:pt x="1494" y="1417"/>
                      <a:pt x="1073" y="1532"/>
                      <a:pt x="613" y="1685"/>
                    </a:cubicBezTo>
                    <a:cubicBezTo>
                      <a:pt x="192" y="1800"/>
                      <a:pt x="1" y="1149"/>
                      <a:pt x="422" y="996"/>
                    </a:cubicBezTo>
                    <a:cubicBezTo>
                      <a:pt x="3408" y="1"/>
                      <a:pt x="6815" y="154"/>
                      <a:pt x="9648" y="1532"/>
                    </a:cubicBezTo>
                    <a:cubicBezTo>
                      <a:pt x="10222" y="1800"/>
                      <a:pt x="10758" y="2106"/>
                      <a:pt x="11179" y="2566"/>
                    </a:cubicBezTo>
                    <a:cubicBezTo>
                      <a:pt x="11333" y="2604"/>
                      <a:pt x="11447" y="2757"/>
                      <a:pt x="11447" y="2910"/>
                    </a:cubicBezTo>
                    <a:cubicBezTo>
                      <a:pt x="11447" y="3102"/>
                      <a:pt x="11333" y="3255"/>
                      <a:pt x="11141" y="3293"/>
                    </a:cubicBezTo>
                    <a:cubicBezTo>
                      <a:pt x="11065" y="3255"/>
                      <a:pt x="10988" y="3216"/>
                      <a:pt x="10873" y="3178"/>
                    </a:cubicBezTo>
                    <a:cubicBezTo>
                      <a:pt x="10835" y="3140"/>
                      <a:pt x="10758" y="3102"/>
                      <a:pt x="10682" y="3063"/>
                    </a:cubicBezTo>
                    <a:cubicBezTo>
                      <a:pt x="10529" y="2910"/>
                      <a:pt x="10299" y="2719"/>
                      <a:pt x="10108" y="2566"/>
                    </a:cubicBezTo>
                    <a:cubicBezTo>
                      <a:pt x="9648" y="2298"/>
                      <a:pt x="9189" y="2068"/>
                      <a:pt x="8691" y="1838"/>
                    </a:cubicBezTo>
                    <a:cubicBezTo>
                      <a:pt x="8614" y="3216"/>
                      <a:pt x="7351" y="4097"/>
                      <a:pt x="6049" y="4097"/>
                    </a:cubicBezTo>
                    <a:cubicBezTo>
                      <a:pt x="5858" y="4097"/>
                      <a:pt x="5667" y="4097"/>
                      <a:pt x="5475" y="40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Google Shape;2873;p47"/>
              <p:cNvSpPr/>
              <p:nvPr/>
            </p:nvSpPr>
            <p:spPr>
              <a:xfrm>
                <a:off x="4936475" y="2533500"/>
                <a:ext cx="329275" cy="106250"/>
              </a:xfrm>
              <a:custGeom>
                <a:avLst/>
                <a:gdLst/>
                <a:ahLst/>
                <a:cxnLst/>
                <a:rect l="l" t="t" r="r" b="b"/>
                <a:pathLst>
                  <a:path w="13171" h="4250" extrusionOk="0">
                    <a:moveTo>
                      <a:pt x="12864" y="651"/>
                    </a:moveTo>
                    <a:cubicBezTo>
                      <a:pt x="13056" y="690"/>
                      <a:pt x="13171" y="881"/>
                      <a:pt x="13132" y="1072"/>
                    </a:cubicBezTo>
                    <a:cubicBezTo>
                      <a:pt x="13094" y="1264"/>
                      <a:pt x="12864" y="1379"/>
                      <a:pt x="12673" y="1302"/>
                    </a:cubicBezTo>
                    <a:cubicBezTo>
                      <a:pt x="12252" y="1187"/>
                      <a:pt x="11792" y="1072"/>
                      <a:pt x="11371" y="958"/>
                    </a:cubicBezTo>
                    <a:cubicBezTo>
                      <a:pt x="10338" y="766"/>
                      <a:pt x="9266" y="728"/>
                      <a:pt x="8232" y="728"/>
                    </a:cubicBezTo>
                    <a:cubicBezTo>
                      <a:pt x="8768" y="2068"/>
                      <a:pt x="8309" y="3484"/>
                      <a:pt x="6816" y="3944"/>
                    </a:cubicBezTo>
                    <a:cubicBezTo>
                      <a:pt x="6088" y="4173"/>
                      <a:pt x="5322" y="4250"/>
                      <a:pt x="4633" y="3982"/>
                    </a:cubicBezTo>
                    <a:cubicBezTo>
                      <a:pt x="3638" y="3676"/>
                      <a:pt x="2757" y="2604"/>
                      <a:pt x="3025" y="1570"/>
                    </a:cubicBezTo>
                    <a:cubicBezTo>
                      <a:pt x="2796" y="1647"/>
                      <a:pt x="2566" y="1762"/>
                      <a:pt x="2336" y="1876"/>
                    </a:cubicBezTo>
                    <a:cubicBezTo>
                      <a:pt x="1877" y="2106"/>
                      <a:pt x="1456" y="2374"/>
                      <a:pt x="1073" y="2680"/>
                    </a:cubicBezTo>
                    <a:cubicBezTo>
                      <a:pt x="920" y="2833"/>
                      <a:pt x="767" y="3025"/>
                      <a:pt x="575" y="3140"/>
                    </a:cubicBezTo>
                    <a:cubicBezTo>
                      <a:pt x="422" y="3255"/>
                      <a:pt x="192" y="3178"/>
                      <a:pt x="116" y="3025"/>
                    </a:cubicBezTo>
                    <a:cubicBezTo>
                      <a:pt x="1" y="2872"/>
                      <a:pt x="78" y="2680"/>
                      <a:pt x="231" y="2565"/>
                    </a:cubicBezTo>
                    <a:cubicBezTo>
                      <a:pt x="192" y="2565"/>
                      <a:pt x="192" y="2565"/>
                      <a:pt x="154" y="2604"/>
                    </a:cubicBezTo>
                    <a:cubicBezTo>
                      <a:pt x="2183" y="460"/>
                      <a:pt x="5322" y="115"/>
                      <a:pt x="8079" y="39"/>
                    </a:cubicBezTo>
                    <a:cubicBezTo>
                      <a:pt x="9266" y="0"/>
                      <a:pt x="10452" y="77"/>
                      <a:pt x="11601" y="307"/>
                    </a:cubicBezTo>
                    <a:cubicBezTo>
                      <a:pt x="12060" y="383"/>
                      <a:pt x="12443" y="498"/>
                      <a:pt x="12864" y="6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Google Shape;2874;p47"/>
              <p:cNvSpPr/>
              <p:nvPr/>
            </p:nvSpPr>
            <p:spPr>
              <a:xfrm>
                <a:off x="4083725" y="2553600"/>
                <a:ext cx="332125" cy="67025"/>
              </a:xfrm>
              <a:custGeom>
                <a:avLst/>
                <a:gdLst/>
                <a:ahLst/>
                <a:cxnLst/>
                <a:rect l="l" t="t" r="r" b="b"/>
                <a:pathLst>
                  <a:path w="13285" h="2681" extrusionOk="0">
                    <a:moveTo>
                      <a:pt x="12825" y="2527"/>
                    </a:moveTo>
                    <a:cubicBezTo>
                      <a:pt x="12634" y="2412"/>
                      <a:pt x="12404" y="2336"/>
                      <a:pt x="12174" y="2259"/>
                    </a:cubicBezTo>
                    <a:cubicBezTo>
                      <a:pt x="11102" y="1723"/>
                      <a:pt x="9992" y="1340"/>
                      <a:pt x="8882" y="1072"/>
                    </a:cubicBezTo>
                    <a:cubicBezTo>
                      <a:pt x="7810" y="843"/>
                      <a:pt x="6662" y="843"/>
                      <a:pt x="5590" y="919"/>
                    </a:cubicBezTo>
                    <a:cubicBezTo>
                      <a:pt x="4211" y="996"/>
                      <a:pt x="2833" y="1264"/>
                      <a:pt x="1455" y="1034"/>
                    </a:cubicBezTo>
                    <a:cubicBezTo>
                      <a:pt x="1072" y="919"/>
                      <a:pt x="77" y="881"/>
                      <a:pt x="38" y="460"/>
                    </a:cubicBezTo>
                    <a:cubicBezTo>
                      <a:pt x="0" y="268"/>
                      <a:pt x="115" y="115"/>
                      <a:pt x="306" y="39"/>
                    </a:cubicBezTo>
                    <a:cubicBezTo>
                      <a:pt x="574" y="0"/>
                      <a:pt x="842" y="115"/>
                      <a:pt x="1110" y="154"/>
                    </a:cubicBezTo>
                    <a:cubicBezTo>
                      <a:pt x="1838" y="230"/>
                      <a:pt x="2527" y="268"/>
                      <a:pt x="3254" y="230"/>
                    </a:cubicBezTo>
                    <a:cubicBezTo>
                      <a:pt x="3905" y="154"/>
                      <a:pt x="4518" y="77"/>
                      <a:pt x="5168" y="0"/>
                    </a:cubicBezTo>
                    <a:cubicBezTo>
                      <a:pt x="5322" y="0"/>
                      <a:pt x="5475" y="77"/>
                      <a:pt x="5513" y="192"/>
                    </a:cubicBezTo>
                    <a:cubicBezTo>
                      <a:pt x="6470" y="154"/>
                      <a:pt x="7427" y="154"/>
                      <a:pt x="8346" y="268"/>
                    </a:cubicBezTo>
                    <a:cubicBezTo>
                      <a:pt x="9418" y="383"/>
                      <a:pt x="10452" y="728"/>
                      <a:pt x="11447" y="1149"/>
                    </a:cubicBezTo>
                    <a:cubicBezTo>
                      <a:pt x="11906" y="1379"/>
                      <a:pt x="13285" y="1800"/>
                      <a:pt x="13285" y="2412"/>
                    </a:cubicBezTo>
                    <a:cubicBezTo>
                      <a:pt x="13285" y="2527"/>
                      <a:pt x="13246" y="2604"/>
                      <a:pt x="13170" y="2680"/>
                    </a:cubicBezTo>
                    <a:cubicBezTo>
                      <a:pt x="13055" y="2604"/>
                      <a:pt x="12940" y="2565"/>
                      <a:pt x="12864" y="25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Google Shape;2875;p47"/>
              <p:cNvSpPr/>
              <p:nvPr/>
            </p:nvSpPr>
            <p:spPr>
              <a:xfrm>
                <a:off x="4943175" y="2532550"/>
                <a:ext cx="358950" cy="76575"/>
              </a:xfrm>
              <a:custGeom>
                <a:avLst/>
                <a:gdLst/>
                <a:ahLst/>
                <a:cxnLst/>
                <a:rect l="l" t="t" r="r" b="b"/>
                <a:pathLst>
                  <a:path w="14358" h="3063" extrusionOk="0">
                    <a:moveTo>
                      <a:pt x="78" y="2833"/>
                    </a:moveTo>
                    <a:cubicBezTo>
                      <a:pt x="1" y="2642"/>
                      <a:pt x="78" y="2450"/>
                      <a:pt x="231" y="2374"/>
                    </a:cubicBezTo>
                    <a:cubicBezTo>
                      <a:pt x="460" y="2221"/>
                      <a:pt x="728" y="2068"/>
                      <a:pt x="958" y="1914"/>
                    </a:cubicBezTo>
                    <a:cubicBezTo>
                      <a:pt x="3255" y="766"/>
                      <a:pt x="5858" y="536"/>
                      <a:pt x="8347" y="460"/>
                    </a:cubicBezTo>
                    <a:cubicBezTo>
                      <a:pt x="8423" y="421"/>
                      <a:pt x="8538" y="383"/>
                      <a:pt x="8615" y="383"/>
                    </a:cubicBezTo>
                    <a:cubicBezTo>
                      <a:pt x="9419" y="498"/>
                      <a:pt x="10223" y="613"/>
                      <a:pt x="11027" y="574"/>
                    </a:cubicBezTo>
                    <a:cubicBezTo>
                      <a:pt x="11907" y="498"/>
                      <a:pt x="12788" y="345"/>
                      <a:pt x="13668" y="115"/>
                    </a:cubicBezTo>
                    <a:cubicBezTo>
                      <a:pt x="13860" y="77"/>
                      <a:pt x="14128" y="0"/>
                      <a:pt x="14319" y="153"/>
                    </a:cubicBezTo>
                    <a:cubicBezTo>
                      <a:pt x="14319" y="192"/>
                      <a:pt x="14357" y="230"/>
                      <a:pt x="14357" y="230"/>
                    </a:cubicBezTo>
                    <a:cubicBezTo>
                      <a:pt x="14128" y="536"/>
                      <a:pt x="13860" y="842"/>
                      <a:pt x="13592" y="1149"/>
                    </a:cubicBezTo>
                    <a:cubicBezTo>
                      <a:pt x="13630" y="1110"/>
                      <a:pt x="13630" y="1110"/>
                      <a:pt x="13630" y="1110"/>
                    </a:cubicBezTo>
                    <a:cubicBezTo>
                      <a:pt x="13630" y="1110"/>
                      <a:pt x="13592" y="1149"/>
                      <a:pt x="13553" y="1187"/>
                    </a:cubicBezTo>
                    <a:cubicBezTo>
                      <a:pt x="13056" y="1378"/>
                      <a:pt x="12481" y="1493"/>
                      <a:pt x="12252" y="1455"/>
                    </a:cubicBezTo>
                    <a:cubicBezTo>
                      <a:pt x="11295" y="1455"/>
                      <a:pt x="10376" y="1264"/>
                      <a:pt x="9419" y="1225"/>
                    </a:cubicBezTo>
                    <a:cubicBezTo>
                      <a:pt x="8538" y="1149"/>
                      <a:pt x="7696" y="1187"/>
                      <a:pt x="6815" y="1264"/>
                    </a:cubicBezTo>
                    <a:cubicBezTo>
                      <a:pt x="5361" y="1340"/>
                      <a:pt x="3944" y="1570"/>
                      <a:pt x="2566" y="2029"/>
                    </a:cubicBezTo>
                    <a:cubicBezTo>
                      <a:pt x="1992" y="2221"/>
                      <a:pt x="1417" y="2450"/>
                      <a:pt x="920" y="2795"/>
                    </a:cubicBezTo>
                    <a:cubicBezTo>
                      <a:pt x="767" y="2910"/>
                      <a:pt x="537" y="3063"/>
                      <a:pt x="384" y="3063"/>
                    </a:cubicBezTo>
                    <a:cubicBezTo>
                      <a:pt x="231" y="3063"/>
                      <a:pt x="154" y="2986"/>
                      <a:pt x="78" y="28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Google Shape;2876;p47"/>
              <p:cNvSpPr/>
              <p:nvPr/>
            </p:nvSpPr>
            <p:spPr>
              <a:xfrm>
                <a:off x="4068400" y="2540200"/>
                <a:ext cx="153175" cy="36400"/>
              </a:xfrm>
              <a:custGeom>
                <a:avLst/>
                <a:gdLst/>
                <a:ahLst/>
                <a:cxnLst/>
                <a:rect l="l" t="t" r="r" b="b"/>
                <a:pathLst>
                  <a:path w="6127" h="1456" extrusionOk="0">
                    <a:moveTo>
                      <a:pt x="2489" y="1455"/>
                    </a:moveTo>
                    <a:cubicBezTo>
                      <a:pt x="1685" y="1379"/>
                      <a:pt x="919" y="1187"/>
                      <a:pt x="230" y="804"/>
                    </a:cubicBezTo>
                    <a:cubicBezTo>
                      <a:pt x="192" y="804"/>
                      <a:pt x="154" y="766"/>
                      <a:pt x="115" y="728"/>
                    </a:cubicBezTo>
                    <a:cubicBezTo>
                      <a:pt x="115" y="690"/>
                      <a:pt x="77" y="651"/>
                      <a:pt x="39" y="613"/>
                    </a:cubicBezTo>
                    <a:cubicBezTo>
                      <a:pt x="1" y="536"/>
                      <a:pt x="1" y="422"/>
                      <a:pt x="39" y="345"/>
                    </a:cubicBezTo>
                    <a:cubicBezTo>
                      <a:pt x="192" y="0"/>
                      <a:pt x="537" y="115"/>
                      <a:pt x="766" y="307"/>
                    </a:cubicBezTo>
                    <a:cubicBezTo>
                      <a:pt x="1762" y="766"/>
                      <a:pt x="2872" y="804"/>
                      <a:pt x="3944" y="728"/>
                    </a:cubicBezTo>
                    <a:cubicBezTo>
                      <a:pt x="4518" y="690"/>
                      <a:pt x="5131" y="613"/>
                      <a:pt x="5705" y="536"/>
                    </a:cubicBezTo>
                    <a:cubicBezTo>
                      <a:pt x="5896" y="498"/>
                      <a:pt x="6088" y="651"/>
                      <a:pt x="6126" y="843"/>
                    </a:cubicBezTo>
                    <a:cubicBezTo>
                      <a:pt x="6126" y="1034"/>
                      <a:pt x="6011" y="1187"/>
                      <a:pt x="5820" y="1226"/>
                    </a:cubicBezTo>
                    <a:cubicBezTo>
                      <a:pt x="4901" y="1340"/>
                      <a:pt x="3982" y="1455"/>
                      <a:pt x="3102" y="1455"/>
                    </a:cubicBezTo>
                    <a:cubicBezTo>
                      <a:pt x="2872" y="1455"/>
                      <a:pt x="2680" y="1455"/>
                      <a:pt x="2489" y="1455"/>
                    </a:cubicBezTo>
                    <a:close/>
                  </a:path>
                </a:pathLst>
              </a:custGeom>
              <a:solidFill>
                <a:srgbClr val="5729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Google Shape;2877;p47"/>
              <p:cNvSpPr/>
              <p:nvPr/>
            </p:nvSpPr>
            <p:spPr>
              <a:xfrm>
                <a:off x="4060750" y="2537325"/>
                <a:ext cx="189525" cy="48850"/>
              </a:xfrm>
              <a:custGeom>
                <a:avLst/>
                <a:gdLst/>
                <a:ahLst/>
                <a:cxnLst/>
                <a:rect l="l" t="t" r="r" b="b"/>
                <a:pathLst>
                  <a:path w="7581" h="1954" extrusionOk="0">
                    <a:moveTo>
                      <a:pt x="2986" y="1915"/>
                    </a:moveTo>
                    <a:cubicBezTo>
                      <a:pt x="2183" y="1838"/>
                      <a:pt x="1340" y="1647"/>
                      <a:pt x="651" y="1149"/>
                    </a:cubicBezTo>
                    <a:lnTo>
                      <a:pt x="460" y="843"/>
                    </a:lnTo>
                    <a:cubicBezTo>
                      <a:pt x="307" y="651"/>
                      <a:pt x="153" y="422"/>
                      <a:pt x="39" y="192"/>
                    </a:cubicBezTo>
                    <a:cubicBezTo>
                      <a:pt x="39" y="192"/>
                      <a:pt x="0" y="154"/>
                      <a:pt x="0" y="154"/>
                    </a:cubicBezTo>
                    <a:cubicBezTo>
                      <a:pt x="77" y="77"/>
                      <a:pt x="192" y="1"/>
                      <a:pt x="307" y="1"/>
                    </a:cubicBezTo>
                    <a:cubicBezTo>
                      <a:pt x="498" y="1"/>
                      <a:pt x="575" y="192"/>
                      <a:pt x="728" y="307"/>
                    </a:cubicBezTo>
                    <a:cubicBezTo>
                      <a:pt x="1149" y="690"/>
                      <a:pt x="1685" y="996"/>
                      <a:pt x="2259" y="1073"/>
                    </a:cubicBezTo>
                    <a:cubicBezTo>
                      <a:pt x="3408" y="1341"/>
                      <a:pt x="4633" y="1302"/>
                      <a:pt x="5819" y="1073"/>
                    </a:cubicBezTo>
                    <a:cubicBezTo>
                      <a:pt x="6279" y="958"/>
                      <a:pt x="6700" y="881"/>
                      <a:pt x="7159" y="843"/>
                    </a:cubicBezTo>
                    <a:cubicBezTo>
                      <a:pt x="7351" y="843"/>
                      <a:pt x="7542" y="958"/>
                      <a:pt x="7581" y="1149"/>
                    </a:cubicBezTo>
                    <a:cubicBezTo>
                      <a:pt x="7581" y="1341"/>
                      <a:pt x="7466" y="1532"/>
                      <a:pt x="7274" y="1570"/>
                    </a:cubicBezTo>
                    <a:cubicBezTo>
                      <a:pt x="6891" y="1609"/>
                      <a:pt x="6509" y="1647"/>
                      <a:pt x="6126" y="1723"/>
                    </a:cubicBezTo>
                    <a:cubicBezTo>
                      <a:pt x="5398" y="1877"/>
                      <a:pt x="4671" y="1953"/>
                      <a:pt x="3944" y="1953"/>
                    </a:cubicBezTo>
                    <a:cubicBezTo>
                      <a:pt x="3637" y="1953"/>
                      <a:pt x="3293" y="1953"/>
                      <a:pt x="2986" y="1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Google Shape;2878;p47"/>
              <p:cNvSpPr/>
              <p:nvPr/>
            </p:nvSpPr>
            <p:spPr>
              <a:xfrm>
                <a:off x="4063625" y="2536375"/>
                <a:ext cx="291925" cy="48825"/>
              </a:xfrm>
              <a:custGeom>
                <a:avLst/>
                <a:gdLst/>
                <a:ahLst/>
                <a:cxnLst/>
                <a:rect l="l" t="t" r="r" b="b"/>
                <a:pathLst>
                  <a:path w="11677" h="1953" extrusionOk="0">
                    <a:moveTo>
                      <a:pt x="11026" y="1915"/>
                    </a:moveTo>
                    <a:cubicBezTo>
                      <a:pt x="10222" y="1570"/>
                      <a:pt x="9456" y="1225"/>
                      <a:pt x="8614" y="996"/>
                    </a:cubicBezTo>
                    <a:cubicBezTo>
                      <a:pt x="7006" y="766"/>
                      <a:pt x="5360" y="996"/>
                      <a:pt x="3790" y="1149"/>
                    </a:cubicBezTo>
                    <a:cubicBezTo>
                      <a:pt x="3063" y="1225"/>
                      <a:pt x="2336" y="1225"/>
                      <a:pt x="1608" y="1149"/>
                    </a:cubicBezTo>
                    <a:cubicBezTo>
                      <a:pt x="1187" y="1072"/>
                      <a:pt x="728" y="1034"/>
                      <a:pt x="345" y="881"/>
                    </a:cubicBezTo>
                    <a:cubicBezTo>
                      <a:pt x="230" y="728"/>
                      <a:pt x="115" y="536"/>
                      <a:pt x="0" y="345"/>
                    </a:cubicBezTo>
                    <a:cubicBezTo>
                      <a:pt x="77" y="153"/>
                      <a:pt x="345" y="0"/>
                      <a:pt x="574" y="230"/>
                    </a:cubicBezTo>
                    <a:cubicBezTo>
                      <a:pt x="2489" y="804"/>
                      <a:pt x="4441" y="268"/>
                      <a:pt x="6355" y="192"/>
                    </a:cubicBezTo>
                    <a:cubicBezTo>
                      <a:pt x="8537" y="77"/>
                      <a:pt x="9341" y="383"/>
                      <a:pt x="11294" y="1264"/>
                    </a:cubicBezTo>
                    <a:cubicBezTo>
                      <a:pt x="11677" y="1455"/>
                      <a:pt x="11524" y="1953"/>
                      <a:pt x="11179" y="1953"/>
                    </a:cubicBezTo>
                    <a:cubicBezTo>
                      <a:pt x="11141" y="1953"/>
                      <a:pt x="11064" y="1953"/>
                      <a:pt x="11026" y="1915"/>
                    </a:cubicBezTo>
                    <a:close/>
                  </a:path>
                </a:pathLst>
              </a:custGeom>
              <a:solidFill>
                <a:srgbClr val="5729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Google Shape;2879;p47"/>
              <p:cNvSpPr/>
              <p:nvPr/>
            </p:nvSpPr>
            <p:spPr>
              <a:xfrm>
                <a:off x="4958500" y="2530625"/>
                <a:ext cx="345525" cy="68950"/>
              </a:xfrm>
              <a:custGeom>
                <a:avLst/>
                <a:gdLst/>
                <a:ahLst/>
                <a:cxnLst/>
                <a:rect l="l" t="t" r="r" b="b"/>
                <a:pathLst>
                  <a:path w="13821" h="2758" extrusionOk="0">
                    <a:moveTo>
                      <a:pt x="77" y="2604"/>
                    </a:moveTo>
                    <a:cubicBezTo>
                      <a:pt x="1" y="2451"/>
                      <a:pt x="39" y="2221"/>
                      <a:pt x="230" y="2106"/>
                    </a:cubicBezTo>
                    <a:cubicBezTo>
                      <a:pt x="804" y="1800"/>
                      <a:pt x="1455" y="1647"/>
                      <a:pt x="2068" y="1494"/>
                    </a:cubicBezTo>
                    <a:cubicBezTo>
                      <a:pt x="3446" y="1111"/>
                      <a:pt x="4901" y="996"/>
                      <a:pt x="6356" y="958"/>
                    </a:cubicBezTo>
                    <a:cubicBezTo>
                      <a:pt x="7389" y="919"/>
                      <a:pt x="8461" y="958"/>
                      <a:pt x="9533" y="1034"/>
                    </a:cubicBezTo>
                    <a:cubicBezTo>
                      <a:pt x="10797" y="1111"/>
                      <a:pt x="12366" y="1264"/>
                      <a:pt x="13285" y="192"/>
                    </a:cubicBezTo>
                    <a:cubicBezTo>
                      <a:pt x="13476" y="1"/>
                      <a:pt x="13706" y="39"/>
                      <a:pt x="13821" y="192"/>
                    </a:cubicBezTo>
                    <a:cubicBezTo>
                      <a:pt x="13553" y="537"/>
                      <a:pt x="13285" y="881"/>
                      <a:pt x="12979" y="1226"/>
                    </a:cubicBezTo>
                    <a:cubicBezTo>
                      <a:pt x="12940" y="1264"/>
                      <a:pt x="12864" y="1341"/>
                      <a:pt x="12826" y="1417"/>
                    </a:cubicBezTo>
                    <a:cubicBezTo>
                      <a:pt x="12864" y="1379"/>
                      <a:pt x="12902" y="1341"/>
                      <a:pt x="12940" y="1302"/>
                    </a:cubicBezTo>
                    <a:cubicBezTo>
                      <a:pt x="12864" y="1341"/>
                      <a:pt x="12826" y="1379"/>
                      <a:pt x="12787" y="1455"/>
                    </a:cubicBezTo>
                    <a:cubicBezTo>
                      <a:pt x="11486" y="2030"/>
                      <a:pt x="9839" y="1723"/>
                      <a:pt x="8461" y="1685"/>
                    </a:cubicBezTo>
                    <a:cubicBezTo>
                      <a:pt x="7772" y="1647"/>
                      <a:pt x="7045" y="1647"/>
                      <a:pt x="6356" y="1685"/>
                    </a:cubicBezTo>
                    <a:cubicBezTo>
                      <a:pt x="4556" y="1723"/>
                      <a:pt x="2795" y="1915"/>
                      <a:pt x="1111" y="2489"/>
                    </a:cubicBezTo>
                    <a:cubicBezTo>
                      <a:pt x="881" y="2566"/>
                      <a:pt x="613" y="2757"/>
                      <a:pt x="383" y="2757"/>
                    </a:cubicBezTo>
                    <a:cubicBezTo>
                      <a:pt x="269" y="2757"/>
                      <a:pt x="192" y="2719"/>
                      <a:pt x="115" y="26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Google Shape;2880;p47"/>
              <p:cNvSpPr/>
              <p:nvPr/>
            </p:nvSpPr>
            <p:spPr>
              <a:xfrm>
                <a:off x="5282950" y="2560300"/>
                <a:ext cx="975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9" extrusionOk="0">
                    <a:moveTo>
                      <a:pt x="39" y="0"/>
                    </a:moveTo>
                    <a:cubicBezTo>
                      <a:pt x="39" y="0"/>
                      <a:pt x="1" y="0"/>
                      <a:pt x="1" y="39"/>
                    </a:cubicBezTo>
                    <a:cubicBezTo>
                      <a:pt x="1" y="0"/>
                      <a:pt x="39" y="0"/>
                      <a:pt x="39" y="0"/>
                    </a:cubicBezTo>
                    <a:close/>
                  </a:path>
                </a:pathLst>
              </a:custGeom>
              <a:solidFill>
                <a:srgbClr val="5729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Google Shape;2881;p47"/>
              <p:cNvSpPr/>
              <p:nvPr/>
            </p:nvSpPr>
            <p:spPr>
              <a:xfrm>
                <a:off x="5047500" y="2522975"/>
                <a:ext cx="262275" cy="43100"/>
              </a:xfrm>
              <a:custGeom>
                <a:avLst/>
                <a:gdLst/>
                <a:ahLst/>
                <a:cxnLst/>
                <a:rect l="l" t="t" r="r" b="b"/>
                <a:pathLst>
                  <a:path w="10491" h="1724" extrusionOk="0">
                    <a:moveTo>
                      <a:pt x="39" y="1493"/>
                    </a:moveTo>
                    <a:cubicBezTo>
                      <a:pt x="1" y="1302"/>
                      <a:pt x="116" y="1072"/>
                      <a:pt x="269" y="1034"/>
                    </a:cubicBezTo>
                    <a:cubicBezTo>
                      <a:pt x="996" y="843"/>
                      <a:pt x="1724" y="651"/>
                      <a:pt x="2489" y="498"/>
                    </a:cubicBezTo>
                    <a:cubicBezTo>
                      <a:pt x="3714" y="307"/>
                      <a:pt x="5016" y="383"/>
                      <a:pt x="6241" y="460"/>
                    </a:cubicBezTo>
                    <a:cubicBezTo>
                      <a:pt x="7505" y="536"/>
                      <a:pt x="8883" y="957"/>
                      <a:pt x="9993" y="153"/>
                    </a:cubicBezTo>
                    <a:cubicBezTo>
                      <a:pt x="10184" y="0"/>
                      <a:pt x="10376" y="77"/>
                      <a:pt x="10491" y="230"/>
                    </a:cubicBezTo>
                    <a:cubicBezTo>
                      <a:pt x="10261" y="536"/>
                      <a:pt x="10031" y="804"/>
                      <a:pt x="9802" y="1072"/>
                    </a:cubicBezTo>
                    <a:cubicBezTo>
                      <a:pt x="8806" y="1493"/>
                      <a:pt x="7619" y="1340"/>
                      <a:pt x="6547" y="1225"/>
                    </a:cubicBezTo>
                    <a:cubicBezTo>
                      <a:pt x="5437" y="1111"/>
                      <a:pt x="4442" y="1034"/>
                      <a:pt x="3370" y="1111"/>
                    </a:cubicBezTo>
                    <a:cubicBezTo>
                      <a:pt x="2375" y="1187"/>
                      <a:pt x="1417" y="1493"/>
                      <a:pt x="460" y="1723"/>
                    </a:cubicBezTo>
                    <a:cubicBezTo>
                      <a:pt x="460" y="1723"/>
                      <a:pt x="422" y="1723"/>
                      <a:pt x="384" y="1723"/>
                    </a:cubicBezTo>
                    <a:cubicBezTo>
                      <a:pt x="231" y="1723"/>
                      <a:pt x="77" y="1647"/>
                      <a:pt x="39" y="14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Google Shape;2882;p47"/>
              <p:cNvSpPr/>
              <p:nvPr/>
            </p:nvSpPr>
            <p:spPr>
              <a:xfrm>
                <a:off x="4057875" y="2532550"/>
                <a:ext cx="377125" cy="95725"/>
              </a:xfrm>
              <a:custGeom>
                <a:avLst/>
                <a:gdLst/>
                <a:ahLst/>
                <a:cxnLst/>
                <a:rect l="l" t="t" r="r" b="b"/>
                <a:pathLst>
                  <a:path w="15085" h="3829" extrusionOk="0">
                    <a:moveTo>
                      <a:pt x="14280" y="3752"/>
                    </a:moveTo>
                    <a:cubicBezTo>
                      <a:pt x="13323" y="3025"/>
                      <a:pt x="12213" y="2527"/>
                      <a:pt x="11179" y="1953"/>
                    </a:cubicBezTo>
                    <a:cubicBezTo>
                      <a:pt x="9265" y="1072"/>
                      <a:pt x="7160" y="689"/>
                      <a:pt x="5131" y="1110"/>
                    </a:cubicBezTo>
                    <a:cubicBezTo>
                      <a:pt x="5054" y="1187"/>
                      <a:pt x="4977" y="1225"/>
                      <a:pt x="4901" y="1225"/>
                    </a:cubicBezTo>
                    <a:cubicBezTo>
                      <a:pt x="4595" y="1264"/>
                      <a:pt x="4250" y="1264"/>
                      <a:pt x="3944" y="1302"/>
                    </a:cubicBezTo>
                    <a:cubicBezTo>
                      <a:pt x="3178" y="1378"/>
                      <a:pt x="2336" y="1455"/>
                      <a:pt x="1570" y="1264"/>
                    </a:cubicBezTo>
                    <a:cubicBezTo>
                      <a:pt x="1187" y="1187"/>
                      <a:pt x="804" y="1034"/>
                      <a:pt x="460" y="881"/>
                    </a:cubicBezTo>
                    <a:cubicBezTo>
                      <a:pt x="345" y="728"/>
                      <a:pt x="230" y="574"/>
                      <a:pt x="154" y="383"/>
                    </a:cubicBezTo>
                    <a:lnTo>
                      <a:pt x="77" y="230"/>
                    </a:lnTo>
                    <a:cubicBezTo>
                      <a:pt x="39" y="153"/>
                      <a:pt x="39" y="115"/>
                      <a:pt x="1" y="77"/>
                    </a:cubicBezTo>
                    <a:cubicBezTo>
                      <a:pt x="115" y="0"/>
                      <a:pt x="268" y="0"/>
                      <a:pt x="383" y="38"/>
                    </a:cubicBezTo>
                    <a:cubicBezTo>
                      <a:pt x="613" y="115"/>
                      <a:pt x="843" y="192"/>
                      <a:pt x="1034" y="230"/>
                    </a:cubicBezTo>
                    <a:cubicBezTo>
                      <a:pt x="1953" y="498"/>
                      <a:pt x="2910" y="651"/>
                      <a:pt x="3867" y="574"/>
                    </a:cubicBezTo>
                    <a:cubicBezTo>
                      <a:pt x="5360" y="345"/>
                      <a:pt x="6892" y="38"/>
                      <a:pt x="8385" y="345"/>
                    </a:cubicBezTo>
                    <a:cubicBezTo>
                      <a:pt x="9763" y="574"/>
                      <a:pt x="11103" y="1034"/>
                      <a:pt x="12290" y="1761"/>
                    </a:cubicBezTo>
                    <a:cubicBezTo>
                      <a:pt x="13055" y="2182"/>
                      <a:pt x="13898" y="2527"/>
                      <a:pt x="14587" y="3101"/>
                    </a:cubicBezTo>
                    <a:cubicBezTo>
                      <a:pt x="14893" y="3025"/>
                      <a:pt x="15084" y="3522"/>
                      <a:pt x="14855" y="3714"/>
                    </a:cubicBezTo>
                    <a:cubicBezTo>
                      <a:pt x="14778" y="3790"/>
                      <a:pt x="14663" y="3829"/>
                      <a:pt x="14548" y="3829"/>
                    </a:cubicBezTo>
                    <a:cubicBezTo>
                      <a:pt x="14433" y="3829"/>
                      <a:pt x="14357" y="3790"/>
                      <a:pt x="14280" y="375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Google Shape;2883;p47"/>
              <p:cNvSpPr/>
              <p:nvPr/>
            </p:nvSpPr>
            <p:spPr>
              <a:xfrm>
                <a:off x="4175600" y="2532550"/>
                <a:ext cx="261300" cy="102425"/>
              </a:xfrm>
              <a:custGeom>
                <a:avLst/>
                <a:gdLst/>
                <a:ahLst/>
                <a:cxnLst/>
                <a:rect l="l" t="t" r="r" b="b"/>
                <a:pathLst>
                  <a:path w="10452" h="4097" extrusionOk="0">
                    <a:moveTo>
                      <a:pt x="9839" y="3943"/>
                    </a:moveTo>
                    <a:cubicBezTo>
                      <a:pt x="8691" y="3216"/>
                      <a:pt x="7619" y="2221"/>
                      <a:pt x="6394" y="1608"/>
                    </a:cubicBezTo>
                    <a:cubicBezTo>
                      <a:pt x="4518" y="651"/>
                      <a:pt x="2489" y="1072"/>
                      <a:pt x="536" y="1378"/>
                    </a:cubicBezTo>
                    <a:cubicBezTo>
                      <a:pt x="77" y="1417"/>
                      <a:pt x="0" y="728"/>
                      <a:pt x="460" y="651"/>
                    </a:cubicBezTo>
                    <a:cubicBezTo>
                      <a:pt x="2259" y="383"/>
                      <a:pt x="4173" y="0"/>
                      <a:pt x="5973" y="651"/>
                    </a:cubicBezTo>
                    <a:cubicBezTo>
                      <a:pt x="7542" y="1225"/>
                      <a:pt x="8767" y="2374"/>
                      <a:pt x="10107" y="3293"/>
                    </a:cubicBezTo>
                    <a:cubicBezTo>
                      <a:pt x="10299" y="3293"/>
                      <a:pt x="10452" y="3484"/>
                      <a:pt x="10452" y="3675"/>
                    </a:cubicBezTo>
                    <a:cubicBezTo>
                      <a:pt x="10452" y="3982"/>
                      <a:pt x="10107" y="4097"/>
                      <a:pt x="9839" y="39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2884;p47"/>
              <p:cNvSpPr/>
              <p:nvPr/>
            </p:nvSpPr>
            <p:spPr>
              <a:xfrm>
                <a:off x="4358400" y="3090525"/>
                <a:ext cx="677650" cy="54575"/>
              </a:xfrm>
              <a:custGeom>
                <a:avLst/>
                <a:gdLst/>
                <a:ahLst/>
                <a:cxnLst/>
                <a:rect l="l" t="t" r="r" b="b"/>
                <a:pathLst>
                  <a:path w="27106" h="2183" extrusionOk="0">
                    <a:moveTo>
                      <a:pt x="77" y="1915"/>
                    </a:moveTo>
                    <a:cubicBezTo>
                      <a:pt x="1" y="1455"/>
                      <a:pt x="422" y="1417"/>
                      <a:pt x="728" y="1417"/>
                    </a:cubicBezTo>
                    <a:cubicBezTo>
                      <a:pt x="1302" y="1341"/>
                      <a:pt x="1877" y="1264"/>
                      <a:pt x="2451" y="1187"/>
                    </a:cubicBezTo>
                    <a:cubicBezTo>
                      <a:pt x="4748" y="881"/>
                      <a:pt x="7007" y="537"/>
                      <a:pt x="9304" y="422"/>
                    </a:cubicBezTo>
                    <a:cubicBezTo>
                      <a:pt x="15084" y="230"/>
                      <a:pt x="20904" y="1"/>
                      <a:pt x="26646" y="805"/>
                    </a:cubicBezTo>
                    <a:cubicBezTo>
                      <a:pt x="27106" y="881"/>
                      <a:pt x="27029" y="1570"/>
                      <a:pt x="26570" y="1532"/>
                    </a:cubicBezTo>
                    <a:cubicBezTo>
                      <a:pt x="22205" y="881"/>
                      <a:pt x="17764" y="919"/>
                      <a:pt x="13362" y="996"/>
                    </a:cubicBezTo>
                    <a:cubicBezTo>
                      <a:pt x="11026" y="1073"/>
                      <a:pt x="8653" y="1111"/>
                      <a:pt x="6356" y="1379"/>
                    </a:cubicBezTo>
                    <a:cubicBezTo>
                      <a:pt x="4671" y="1570"/>
                      <a:pt x="2987" y="1800"/>
                      <a:pt x="1341" y="2030"/>
                    </a:cubicBezTo>
                    <a:cubicBezTo>
                      <a:pt x="1073" y="2068"/>
                      <a:pt x="805" y="2106"/>
                      <a:pt x="537" y="2144"/>
                    </a:cubicBezTo>
                    <a:cubicBezTo>
                      <a:pt x="345" y="2183"/>
                      <a:pt x="115" y="2106"/>
                      <a:pt x="77" y="1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2885;p47"/>
              <p:cNvSpPr/>
              <p:nvPr/>
            </p:nvSpPr>
            <p:spPr>
              <a:xfrm>
                <a:off x="4359350" y="3124975"/>
                <a:ext cx="683400" cy="199100"/>
              </a:xfrm>
              <a:custGeom>
                <a:avLst/>
                <a:gdLst/>
                <a:ahLst/>
                <a:cxnLst/>
                <a:rect l="l" t="t" r="r" b="b"/>
                <a:pathLst>
                  <a:path w="27336" h="7964" extrusionOk="0">
                    <a:moveTo>
                      <a:pt x="12826" y="7811"/>
                    </a:moveTo>
                    <a:cubicBezTo>
                      <a:pt x="11065" y="7734"/>
                      <a:pt x="9342" y="7428"/>
                      <a:pt x="7658" y="6854"/>
                    </a:cubicBezTo>
                    <a:cubicBezTo>
                      <a:pt x="6356" y="6356"/>
                      <a:pt x="5093" y="5667"/>
                      <a:pt x="3906" y="4939"/>
                    </a:cubicBezTo>
                    <a:cubicBezTo>
                      <a:pt x="2566" y="4021"/>
                      <a:pt x="1303" y="2834"/>
                      <a:pt x="499" y="1417"/>
                    </a:cubicBezTo>
                    <a:cubicBezTo>
                      <a:pt x="345" y="1111"/>
                      <a:pt x="1" y="805"/>
                      <a:pt x="231" y="498"/>
                    </a:cubicBezTo>
                    <a:cubicBezTo>
                      <a:pt x="345" y="345"/>
                      <a:pt x="575" y="307"/>
                      <a:pt x="728" y="460"/>
                    </a:cubicBezTo>
                    <a:cubicBezTo>
                      <a:pt x="843" y="575"/>
                      <a:pt x="920" y="766"/>
                      <a:pt x="996" y="920"/>
                    </a:cubicBezTo>
                    <a:cubicBezTo>
                      <a:pt x="2183" y="2987"/>
                      <a:pt x="4136" y="4442"/>
                      <a:pt x="6241" y="5437"/>
                    </a:cubicBezTo>
                    <a:cubicBezTo>
                      <a:pt x="9227" y="7007"/>
                      <a:pt x="12788" y="7351"/>
                      <a:pt x="16118" y="6968"/>
                    </a:cubicBezTo>
                    <a:cubicBezTo>
                      <a:pt x="18492" y="6700"/>
                      <a:pt x="20751" y="5782"/>
                      <a:pt x="22780" y="4518"/>
                    </a:cubicBezTo>
                    <a:cubicBezTo>
                      <a:pt x="24273" y="3446"/>
                      <a:pt x="25651" y="2298"/>
                      <a:pt x="26455" y="690"/>
                    </a:cubicBezTo>
                    <a:cubicBezTo>
                      <a:pt x="26570" y="422"/>
                      <a:pt x="26685" y="1"/>
                      <a:pt x="27068" y="154"/>
                    </a:cubicBezTo>
                    <a:cubicBezTo>
                      <a:pt x="27259" y="230"/>
                      <a:pt x="27335" y="422"/>
                      <a:pt x="27259" y="613"/>
                    </a:cubicBezTo>
                    <a:cubicBezTo>
                      <a:pt x="26378" y="2642"/>
                      <a:pt x="24617" y="4135"/>
                      <a:pt x="22818" y="5322"/>
                    </a:cubicBezTo>
                    <a:cubicBezTo>
                      <a:pt x="19794" y="7198"/>
                      <a:pt x="16348" y="7964"/>
                      <a:pt x="12826" y="78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Google Shape;2886;p47"/>
              <p:cNvSpPr/>
              <p:nvPr/>
            </p:nvSpPr>
            <p:spPr>
              <a:xfrm>
                <a:off x="4338300" y="3086700"/>
                <a:ext cx="43100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724" h="3025" extrusionOk="0">
                    <a:moveTo>
                      <a:pt x="460" y="2987"/>
                    </a:moveTo>
                    <a:cubicBezTo>
                      <a:pt x="1" y="2719"/>
                      <a:pt x="460" y="2183"/>
                      <a:pt x="537" y="1838"/>
                    </a:cubicBezTo>
                    <a:cubicBezTo>
                      <a:pt x="651" y="1494"/>
                      <a:pt x="766" y="1111"/>
                      <a:pt x="881" y="728"/>
                    </a:cubicBezTo>
                    <a:cubicBezTo>
                      <a:pt x="919" y="345"/>
                      <a:pt x="1302" y="0"/>
                      <a:pt x="1609" y="345"/>
                    </a:cubicBezTo>
                    <a:cubicBezTo>
                      <a:pt x="1723" y="498"/>
                      <a:pt x="1723" y="690"/>
                      <a:pt x="1570" y="804"/>
                    </a:cubicBezTo>
                    <a:cubicBezTo>
                      <a:pt x="1532" y="958"/>
                      <a:pt x="1494" y="1149"/>
                      <a:pt x="1455" y="1302"/>
                    </a:cubicBezTo>
                    <a:cubicBezTo>
                      <a:pt x="1302" y="1800"/>
                      <a:pt x="1149" y="2297"/>
                      <a:pt x="919" y="2795"/>
                    </a:cubicBezTo>
                    <a:cubicBezTo>
                      <a:pt x="843" y="2948"/>
                      <a:pt x="651" y="3025"/>
                      <a:pt x="460" y="29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Google Shape;2887;p47"/>
              <p:cNvSpPr/>
              <p:nvPr/>
            </p:nvSpPr>
            <p:spPr>
              <a:xfrm>
                <a:off x="5014975" y="3085750"/>
                <a:ext cx="51700" cy="89025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3561" extrusionOk="0">
                    <a:moveTo>
                      <a:pt x="1264" y="3178"/>
                    </a:moveTo>
                    <a:cubicBezTo>
                      <a:pt x="881" y="2718"/>
                      <a:pt x="651" y="2144"/>
                      <a:pt x="421" y="1608"/>
                    </a:cubicBezTo>
                    <a:cubicBezTo>
                      <a:pt x="307" y="1187"/>
                      <a:pt x="0" y="766"/>
                      <a:pt x="115" y="345"/>
                    </a:cubicBezTo>
                    <a:cubicBezTo>
                      <a:pt x="230" y="0"/>
                      <a:pt x="804" y="77"/>
                      <a:pt x="804" y="460"/>
                    </a:cubicBezTo>
                    <a:cubicBezTo>
                      <a:pt x="766" y="574"/>
                      <a:pt x="843" y="689"/>
                      <a:pt x="843" y="728"/>
                    </a:cubicBezTo>
                    <a:cubicBezTo>
                      <a:pt x="1110" y="1455"/>
                      <a:pt x="1378" y="2144"/>
                      <a:pt x="1800" y="2757"/>
                    </a:cubicBezTo>
                    <a:cubicBezTo>
                      <a:pt x="2068" y="3139"/>
                      <a:pt x="1532" y="3561"/>
                      <a:pt x="1264" y="31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Google Shape;2888;p47"/>
              <p:cNvSpPr/>
              <p:nvPr/>
            </p:nvSpPr>
            <p:spPr>
              <a:xfrm>
                <a:off x="3825300" y="2299975"/>
                <a:ext cx="135925" cy="365625"/>
              </a:xfrm>
              <a:custGeom>
                <a:avLst/>
                <a:gdLst/>
                <a:ahLst/>
                <a:cxnLst/>
                <a:rect l="l" t="t" r="r" b="b"/>
                <a:pathLst>
                  <a:path w="5437" h="14625" extrusionOk="0">
                    <a:moveTo>
                      <a:pt x="4595" y="14204"/>
                    </a:moveTo>
                    <a:cubicBezTo>
                      <a:pt x="2680" y="10949"/>
                      <a:pt x="1723" y="7312"/>
                      <a:pt x="805" y="3675"/>
                    </a:cubicBezTo>
                    <a:cubicBezTo>
                      <a:pt x="537" y="2604"/>
                      <a:pt x="115" y="1570"/>
                      <a:pt x="1" y="460"/>
                    </a:cubicBezTo>
                    <a:cubicBezTo>
                      <a:pt x="1" y="153"/>
                      <a:pt x="422" y="0"/>
                      <a:pt x="613" y="230"/>
                    </a:cubicBezTo>
                    <a:cubicBezTo>
                      <a:pt x="805" y="421"/>
                      <a:pt x="728" y="728"/>
                      <a:pt x="805" y="957"/>
                    </a:cubicBezTo>
                    <a:cubicBezTo>
                      <a:pt x="1149" y="2450"/>
                      <a:pt x="1608" y="3905"/>
                      <a:pt x="1991" y="5360"/>
                    </a:cubicBezTo>
                    <a:cubicBezTo>
                      <a:pt x="2298" y="6662"/>
                      <a:pt x="2680" y="8002"/>
                      <a:pt x="3102" y="9227"/>
                    </a:cubicBezTo>
                    <a:cubicBezTo>
                      <a:pt x="3676" y="10835"/>
                      <a:pt x="4403" y="12366"/>
                      <a:pt x="5207" y="13859"/>
                    </a:cubicBezTo>
                    <a:cubicBezTo>
                      <a:pt x="5437" y="14242"/>
                      <a:pt x="4824" y="14625"/>
                      <a:pt x="4595" y="142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Google Shape;2889;p47"/>
              <p:cNvSpPr/>
              <p:nvPr/>
            </p:nvSpPr>
            <p:spPr>
              <a:xfrm>
                <a:off x="5422700" y="2080800"/>
                <a:ext cx="133050" cy="513025"/>
              </a:xfrm>
              <a:custGeom>
                <a:avLst/>
                <a:gdLst/>
                <a:ahLst/>
                <a:cxnLst/>
                <a:rect l="l" t="t" r="r" b="b"/>
                <a:pathLst>
                  <a:path w="5322" h="20521" extrusionOk="0">
                    <a:moveTo>
                      <a:pt x="268" y="20444"/>
                    </a:moveTo>
                    <a:cubicBezTo>
                      <a:pt x="115" y="20367"/>
                      <a:pt x="0" y="20176"/>
                      <a:pt x="115" y="19984"/>
                    </a:cubicBezTo>
                    <a:cubicBezTo>
                      <a:pt x="383" y="19295"/>
                      <a:pt x="728" y="18644"/>
                      <a:pt x="996" y="17955"/>
                    </a:cubicBezTo>
                    <a:cubicBezTo>
                      <a:pt x="1302" y="17266"/>
                      <a:pt x="1570" y="16539"/>
                      <a:pt x="1799" y="15811"/>
                    </a:cubicBezTo>
                    <a:cubicBezTo>
                      <a:pt x="3025" y="12289"/>
                      <a:pt x="3790" y="8614"/>
                      <a:pt x="4250" y="4939"/>
                    </a:cubicBezTo>
                    <a:cubicBezTo>
                      <a:pt x="4403" y="3446"/>
                      <a:pt x="4632" y="2029"/>
                      <a:pt x="4556" y="575"/>
                    </a:cubicBezTo>
                    <a:cubicBezTo>
                      <a:pt x="4403" y="383"/>
                      <a:pt x="4556" y="0"/>
                      <a:pt x="4862" y="0"/>
                    </a:cubicBezTo>
                    <a:cubicBezTo>
                      <a:pt x="5322" y="39"/>
                      <a:pt x="5283" y="613"/>
                      <a:pt x="5283" y="957"/>
                    </a:cubicBezTo>
                    <a:cubicBezTo>
                      <a:pt x="5283" y="1379"/>
                      <a:pt x="5283" y="1761"/>
                      <a:pt x="5245" y="2144"/>
                    </a:cubicBezTo>
                    <a:cubicBezTo>
                      <a:pt x="5054" y="4441"/>
                      <a:pt x="4747" y="6700"/>
                      <a:pt x="4326" y="8959"/>
                    </a:cubicBezTo>
                    <a:cubicBezTo>
                      <a:pt x="3599" y="12864"/>
                      <a:pt x="2450" y="16692"/>
                      <a:pt x="728" y="20291"/>
                    </a:cubicBezTo>
                    <a:cubicBezTo>
                      <a:pt x="651" y="20444"/>
                      <a:pt x="460" y="20520"/>
                      <a:pt x="268" y="204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2890;p47"/>
              <p:cNvSpPr/>
              <p:nvPr/>
            </p:nvSpPr>
            <p:spPr>
              <a:xfrm>
                <a:off x="5375800" y="2604325"/>
                <a:ext cx="176125" cy="412525"/>
              </a:xfrm>
              <a:custGeom>
                <a:avLst/>
                <a:gdLst/>
                <a:ahLst/>
                <a:cxnLst/>
                <a:rect l="l" t="t" r="r" b="b"/>
                <a:pathLst>
                  <a:path w="7045" h="16501" extrusionOk="0">
                    <a:moveTo>
                      <a:pt x="230" y="16424"/>
                    </a:moveTo>
                    <a:cubicBezTo>
                      <a:pt x="39" y="16309"/>
                      <a:pt x="0" y="16080"/>
                      <a:pt x="77" y="15926"/>
                    </a:cubicBezTo>
                    <a:cubicBezTo>
                      <a:pt x="804" y="14778"/>
                      <a:pt x="1455" y="13591"/>
                      <a:pt x="2068" y="12366"/>
                    </a:cubicBezTo>
                    <a:cubicBezTo>
                      <a:pt x="3025" y="10452"/>
                      <a:pt x="3982" y="8423"/>
                      <a:pt x="4709" y="6394"/>
                    </a:cubicBezTo>
                    <a:cubicBezTo>
                      <a:pt x="5398" y="4441"/>
                      <a:pt x="5743" y="2451"/>
                      <a:pt x="6240" y="460"/>
                    </a:cubicBezTo>
                    <a:cubicBezTo>
                      <a:pt x="6355" y="0"/>
                      <a:pt x="7044" y="192"/>
                      <a:pt x="6930" y="651"/>
                    </a:cubicBezTo>
                    <a:cubicBezTo>
                      <a:pt x="6585" y="2030"/>
                      <a:pt x="6317" y="3446"/>
                      <a:pt x="5934" y="4786"/>
                    </a:cubicBezTo>
                    <a:cubicBezTo>
                      <a:pt x="5207" y="7542"/>
                      <a:pt x="3982" y="10146"/>
                      <a:pt x="2680" y="12672"/>
                    </a:cubicBezTo>
                    <a:cubicBezTo>
                      <a:pt x="2068" y="13936"/>
                      <a:pt x="1455" y="15123"/>
                      <a:pt x="689" y="16271"/>
                    </a:cubicBezTo>
                    <a:cubicBezTo>
                      <a:pt x="574" y="16462"/>
                      <a:pt x="383" y="16501"/>
                      <a:pt x="192" y="164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2891;p47"/>
              <p:cNvSpPr/>
              <p:nvPr/>
            </p:nvSpPr>
            <p:spPr>
              <a:xfrm>
                <a:off x="3876975" y="2978550"/>
                <a:ext cx="234525" cy="314900"/>
              </a:xfrm>
              <a:custGeom>
                <a:avLst/>
                <a:gdLst/>
                <a:ahLst/>
                <a:cxnLst/>
                <a:rect l="l" t="t" r="r" b="b"/>
                <a:pathLst>
                  <a:path w="9381" h="12596" extrusionOk="0">
                    <a:moveTo>
                      <a:pt x="8538" y="12251"/>
                    </a:moveTo>
                    <a:cubicBezTo>
                      <a:pt x="6509" y="10375"/>
                      <a:pt x="4786" y="8231"/>
                      <a:pt x="3255" y="5896"/>
                    </a:cubicBezTo>
                    <a:cubicBezTo>
                      <a:pt x="2145" y="4212"/>
                      <a:pt x="1073" y="2489"/>
                      <a:pt x="154" y="689"/>
                    </a:cubicBezTo>
                    <a:cubicBezTo>
                      <a:pt x="1" y="192"/>
                      <a:pt x="690" y="0"/>
                      <a:pt x="843" y="498"/>
                    </a:cubicBezTo>
                    <a:cubicBezTo>
                      <a:pt x="2145" y="2987"/>
                      <a:pt x="3676" y="5322"/>
                      <a:pt x="5322" y="7581"/>
                    </a:cubicBezTo>
                    <a:cubicBezTo>
                      <a:pt x="6394" y="9112"/>
                      <a:pt x="7696" y="10452"/>
                      <a:pt x="9036" y="11753"/>
                    </a:cubicBezTo>
                    <a:cubicBezTo>
                      <a:pt x="9380" y="12098"/>
                      <a:pt x="8883" y="12596"/>
                      <a:pt x="8538" y="122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Google Shape;2892;p47"/>
              <p:cNvSpPr/>
              <p:nvPr/>
            </p:nvSpPr>
            <p:spPr>
              <a:xfrm>
                <a:off x="3830075" y="1014600"/>
                <a:ext cx="1720900" cy="512075"/>
              </a:xfrm>
              <a:custGeom>
                <a:avLst/>
                <a:gdLst/>
                <a:ahLst/>
                <a:cxnLst/>
                <a:rect l="l" t="t" r="r" b="b"/>
                <a:pathLst>
                  <a:path w="68836" h="20483" extrusionOk="0">
                    <a:moveTo>
                      <a:pt x="1" y="20137"/>
                    </a:moveTo>
                    <a:cubicBezTo>
                      <a:pt x="1" y="19946"/>
                      <a:pt x="154" y="19793"/>
                      <a:pt x="269" y="19640"/>
                    </a:cubicBezTo>
                    <a:cubicBezTo>
                      <a:pt x="460" y="19372"/>
                      <a:pt x="690" y="19104"/>
                      <a:pt x="881" y="18836"/>
                    </a:cubicBezTo>
                    <a:cubicBezTo>
                      <a:pt x="1341" y="18300"/>
                      <a:pt x="1800" y="17764"/>
                      <a:pt x="2260" y="17266"/>
                    </a:cubicBezTo>
                    <a:cubicBezTo>
                      <a:pt x="3753" y="15658"/>
                      <a:pt x="5284" y="14127"/>
                      <a:pt x="6892" y="12672"/>
                    </a:cubicBezTo>
                    <a:cubicBezTo>
                      <a:pt x="10567" y="9265"/>
                      <a:pt x="14817" y="6470"/>
                      <a:pt x="19487" y="4556"/>
                    </a:cubicBezTo>
                    <a:cubicBezTo>
                      <a:pt x="23392" y="2795"/>
                      <a:pt x="27565" y="1608"/>
                      <a:pt x="31815" y="996"/>
                    </a:cubicBezTo>
                    <a:cubicBezTo>
                      <a:pt x="39280" y="0"/>
                      <a:pt x="45865" y="1914"/>
                      <a:pt x="52488" y="5207"/>
                    </a:cubicBezTo>
                    <a:cubicBezTo>
                      <a:pt x="54976" y="6432"/>
                      <a:pt x="57273" y="8002"/>
                      <a:pt x="59532" y="9648"/>
                    </a:cubicBezTo>
                    <a:cubicBezTo>
                      <a:pt x="61753" y="11217"/>
                      <a:pt x="63782" y="13055"/>
                      <a:pt x="65696" y="15046"/>
                    </a:cubicBezTo>
                    <a:cubicBezTo>
                      <a:pt x="66691" y="16079"/>
                      <a:pt x="67648" y="17151"/>
                      <a:pt x="68605" y="18262"/>
                    </a:cubicBezTo>
                    <a:cubicBezTo>
                      <a:pt x="68835" y="18606"/>
                      <a:pt x="68376" y="19066"/>
                      <a:pt x="68031" y="18683"/>
                    </a:cubicBezTo>
                    <a:cubicBezTo>
                      <a:pt x="66998" y="17458"/>
                      <a:pt x="65964" y="16347"/>
                      <a:pt x="64854" y="15199"/>
                    </a:cubicBezTo>
                    <a:cubicBezTo>
                      <a:pt x="63169" y="13476"/>
                      <a:pt x="61370" y="11868"/>
                      <a:pt x="59417" y="10452"/>
                    </a:cubicBezTo>
                    <a:cubicBezTo>
                      <a:pt x="56316" y="8078"/>
                      <a:pt x="52986" y="6011"/>
                      <a:pt x="49349" y="4518"/>
                    </a:cubicBezTo>
                    <a:cubicBezTo>
                      <a:pt x="44448" y="2412"/>
                      <a:pt x="39165" y="1110"/>
                      <a:pt x="33806" y="1532"/>
                    </a:cubicBezTo>
                    <a:cubicBezTo>
                      <a:pt x="32466" y="1646"/>
                      <a:pt x="31087" y="1800"/>
                      <a:pt x="29786" y="2068"/>
                    </a:cubicBezTo>
                    <a:cubicBezTo>
                      <a:pt x="26532" y="2680"/>
                      <a:pt x="23392" y="3599"/>
                      <a:pt x="20368" y="4939"/>
                    </a:cubicBezTo>
                    <a:cubicBezTo>
                      <a:pt x="16769" y="6394"/>
                      <a:pt x="13324" y="8308"/>
                      <a:pt x="10261" y="10720"/>
                    </a:cubicBezTo>
                    <a:cubicBezTo>
                      <a:pt x="8309" y="12251"/>
                      <a:pt x="6586" y="13859"/>
                      <a:pt x="4863" y="15582"/>
                    </a:cubicBezTo>
                    <a:cubicBezTo>
                      <a:pt x="3408" y="17075"/>
                      <a:pt x="1953" y="18530"/>
                      <a:pt x="728" y="20176"/>
                    </a:cubicBezTo>
                    <a:cubicBezTo>
                      <a:pt x="652" y="20329"/>
                      <a:pt x="537" y="20482"/>
                      <a:pt x="346" y="20482"/>
                    </a:cubicBezTo>
                    <a:cubicBezTo>
                      <a:pt x="154" y="20482"/>
                      <a:pt x="1" y="20329"/>
                      <a:pt x="1" y="201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Google Shape;2893;p47"/>
              <p:cNvSpPr/>
              <p:nvPr/>
            </p:nvSpPr>
            <p:spPr>
              <a:xfrm>
                <a:off x="4861825" y="3410200"/>
                <a:ext cx="501550" cy="388600"/>
              </a:xfrm>
              <a:custGeom>
                <a:avLst/>
                <a:gdLst/>
                <a:ahLst/>
                <a:cxnLst/>
                <a:rect l="l" t="t" r="r" b="b"/>
                <a:pathLst>
                  <a:path w="20062" h="15544" extrusionOk="0">
                    <a:moveTo>
                      <a:pt x="77" y="15237"/>
                    </a:moveTo>
                    <a:cubicBezTo>
                      <a:pt x="1" y="14893"/>
                      <a:pt x="345" y="14778"/>
                      <a:pt x="613" y="14701"/>
                    </a:cubicBezTo>
                    <a:cubicBezTo>
                      <a:pt x="2030" y="14204"/>
                      <a:pt x="3446" y="13668"/>
                      <a:pt x="4825" y="13017"/>
                    </a:cubicBezTo>
                    <a:cubicBezTo>
                      <a:pt x="8538" y="11294"/>
                      <a:pt x="11831" y="8844"/>
                      <a:pt x="14740" y="5973"/>
                    </a:cubicBezTo>
                    <a:cubicBezTo>
                      <a:pt x="16310" y="4403"/>
                      <a:pt x="17650" y="2680"/>
                      <a:pt x="18951" y="919"/>
                    </a:cubicBezTo>
                    <a:cubicBezTo>
                      <a:pt x="19219" y="651"/>
                      <a:pt x="19411" y="0"/>
                      <a:pt x="19870" y="268"/>
                    </a:cubicBezTo>
                    <a:cubicBezTo>
                      <a:pt x="20023" y="383"/>
                      <a:pt x="20062" y="613"/>
                      <a:pt x="19947" y="766"/>
                    </a:cubicBezTo>
                    <a:cubicBezTo>
                      <a:pt x="19487" y="1379"/>
                      <a:pt x="19066" y="1953"/>
                      <a:pt x="18607" y="2527"/>
                    </a:cubicBezTo>
                    <a:cubicBezTo>
                      <a:pt x="16769" y="5015"/>
                      <a:pt x="14625" y="7236"/>
                      <a:pt x="12213" y="9188"/>
                    </a:cubicBezTo>
                    <a:cubicBezTo>
                      <a:pt x="10223" y="10911"/>
                      <a:pt x="7926" y="12289"/>
                      <a:pt x="5514" y="13438"/>
                    </a:cubicBezTo>
                    <a:cubicBezTo>
                      <a:pt x="4174" y="14127"/>
                      <a:pt x="2796" y="14663"/>
                      <a:pt x="1379" y="15199"/>
                    </a:cubicBezTo>
                    <a:cubicBezTo>
                      <a:pt x="1111" y="15276"/>
                      <a:pt x="805" y="15390"/>
                      <a:pt x="537" y="15467"/>
                    </a:cubicBezTo>
                    <a:cubicBezTo>
                      <a:pt x="345" y="15544"/>
                      <a:pt x="116" y="15429"/>
                      <a:pt x="77" y="152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Google Shape;2894;p47"/>
              <p:cNvSpPr/>
              <p:nvPr/>
            </p:nvSpPr>
            <p:spPr>
              <a:xfrm>
                <a:off x="3829125" y="3437950"/>
                <a:ext cx="1126525" cy="565675"/>
              </a:xfrm>
              <a:custGeom>
                <a:avLst/>
                <a:gdLst/>
                <a:ahLst/>
                <a:cxnLst/>
                <a:rect l="l" t="t" r="r" b="b"/>
                <a:pathLst>
                  <a:path w="45061" h="22627" extrusionOk="0">
                    <a:moveTo>
                      <a:pt x="36064" y="22588"/>
                    </a:moveTo>
                    <a:cubicBezTo>
                      <a:pt x="33040" y="22473"/>
                      <a:pt x="30015" y="22014"/>
                      <a:pt x="27067" y="21325"/>
                    </a:cubicBezTo>
                    <a:cubicBezTo>
                      <a:pt x="25230" y="20865"/>
                      <a:pt x="23392" y="20367"/>
                      <a:pt x="21631" y="19602"/>
                    </a:cubicBezTo>
                    <a:cubicBezTo>
                      <a:pt x="19028" y="18568"/>
                      <a:pt x="16616" y="17152"/>
                      <a:pt x="14242" y="15659"/>
                    </a:cubicBezTo>
                    <a:cubicBezTo>
                      <a:pt x="11830" y="14089"/>
                      <a:pt x="9610" y="12251"/>
                      <a:pt x="7543" y="10261"/>
                    </a:cubicBezTo>
                    <a:cubicBezTo>
                      <a:pt x="6509" y="9303"/>
                      <a:pt x="5514" y="8346"/>
                      <a:pt x="4595" y="7313"/>
                    </a:cubicBezTo>
                    <a:cubicBezTo>
                      <a:pt x="3063" y="5513"/>
                      <a:pt x="1800" y="3561"/>
                      <a:pt x="690" y="1494"/>
                    </a:cubicBezTo>
                    <a:cubicBezTo>
                      <a:pt x="575" y="1264"/>
                      <a:pt x="460" y="996"/>
                      <a:pt x="345" y="766"/>
                    </a:cubicBezTo>
                    <a:cubicBezTo>
                      <a:pt x="154" y="651"/>
                      <a:pt x="1" y="422"/>
                      <a:pt x="154" y="230"/>
                    </a:cubicBezTo>
                    <a:cubicBezTo>
                      <a:pt x="269" y="39"/>
                      <a:pt x="498" y="1"/>
                      <a:pt x="652" y="115"/>
                    </a:cubicBezTo>
                    <a:cubicBezTo>
                      <a:pt x="958" y="307"/>
                      <a:pt x="1073" y="690"/>
                      <a:pt x="1226" y="996"/>
                    </a:cubicBezTo>
                    <a:cubicBezTo>
                      <a:pt x="1455" y="1417"/>
                      <a:pt x="1723" y="1876"/>
                      <a:pt x="1953" y="2298"/>
                    </a:cubicBezTo>
                    <a:cubicBezTo>
                      <a:pt x="2642" y="3446"/>
                      <a:pt x="3370" y="4595"/>
                      <a:pt x="4174" y="5667"/>
                    </a:cubicBezTo>
                    <a:cubicBezTo>
                      <a:pt x="5399" y="7274"/>
                      <a:pt x="6892" y="8653"/>
                      <a:pt x="8347" y="10069"/>
                    </a:cubicBezTo>
                    <a:cubicBezTo>
                      <a:pt x="12213" y="13706"/>
                      <a:pt x="16692" y="16731"/>
                      <a:pt x="21554" y="18836"/>
                    </a:cubicBezTo>
                    <a:cubicBezTo>
                      <a:pt x="23775" y="19755"/>
                      <a:pt x="26072" y="20406"/>
                      <a:pt x="28407" y="20865"/>
                    </a:cubicBezTo>
                    <a:cubicBezTo>
                      <a:pt x="30321" y="21286"/>
                      <a:pt x="32274" y="21593"/>
                      <a:pt x="34226" y="21746"/>
                    </a:cubicBezTo>
                    <a:cubicBezTo>
                      <a:pt x="37710" y="22090"/>
                      <a:pt x="41194" y="21746"/>
                      <a:pt x="44640" y="21439"/>
                    </a:cubicBezTo>
                    <a:cubicBezTo>
                      <a:pt x="44869" y="21439"/>
                      <a:pt x="45061" y="21669"/>
                      <a:pt x="45022" y="21861"/>
                    </a:cubicBezTo>
                    <a:cubicBezTo>
                      <a:pt x="44563" y="21975"/>
                      <a:pt x="44104" y="22129"/>
                      <a:pt x="43644" y="22243"/>
                    </a:cubicBezTo>
                    <a:cubicBezTo>
                      <a:pt x="41577" y="22435"/>
                      <a:pt x="39471" y="22626"/>
                      <a:pt x="37404" y="22626"/>
                    </a:cubicBezTo>
                    <a:cubicBezTo>
                      <a:pt x="36945" y="22626"/>
                      <a:pt x="36523" y="22588"/>
                      <a:pt x="36102" y="2258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Google Shape;2895;p47"/>
              <p:cNvSpPr/>
              <p:nvPr/>
            </p:nvSpPr>
            <p:spPr>
              <a:xfrm>
                <a:off x="4885750" y="3618850"/>
                <a:ext cx="688175" cy="524500"/>
              </a:xfrm>
              <a:custGeom>
                <a:avLst/>
                <a:gdLst/>
                <a:ahLst/>
                <a:cxnLst/>
                <a:rect l="l" t="t" r="r" b="b"/>
                <a:pathLst>
                  <a:path w="27527" h="20980" extrusionOk="0">
                    <a:moveTo>
                      <a:pt x="39" y="20673"/>
                    </a:moveTo>
                    <a:cubicBezTo>
                      <a:pt x="1" y="20482"/>
                      <a:pt x="116" y="20252"/>
                      <a:pt x="307" y="20252"/>
                    </a:cubicBezTo>
                    <a:cubicBezTo>
                      <a:pt x="996" y="20137"/>
                      <a:pt x="1685" y="19984"/>
                      <a:pt x="2336" y="19831"/>
                    </a:cubicBezTo>
                    <a:cubicBezTo>
                      <a:pt x="3753" y="19525"/>
                      <a:pt x="5131" y="19104"/>
                      <a:pt x="6509" y="18644"/>
                    </a:cubicBezTo>
                    <a:cubicBezTo>
                      <a:pt x="13821" y="16041"/>
                      <a:pt x="20712" y="11256"/>
                      <a:pt x="24656" y="4441"/>
                    </a:cubicBezTo>
                    <a:lnTo>
                      <a:pt x="24656" y="4479"/>
                    </a:lnTo>
                    <a:cubicBezTo>
                      <a:pt x="24656" y="4479"/>
                      <a:pt x="24656" y="4479"/>
                      <a:pt x="24656" y="4479"/>
                    </a:cubicBezTo>
                    <a:cubicBezTo>
                      <a:pt x="25345" y="3254"/>
                      <a:pt x="25957" y="2029"/>
                      <a:pt x="26378" y="689"/>
                    </a:cubicBezTo>
                    <a:cubicBezTo>
                      <a:pt x="26417" y="574"/>
                      <a:pt x="26417" y="460"/>
                      <a:pt x="26378" y="345"/>
                    </a:cubicBezTo>
                    <a:cubicBezTo>
                      <a:pt x="26417" y="192"/>
                      <a:pt x="26570" y="0"/>
                      <a:pt x="26761" y="38"/>
                    </a:cubicBezTo>
                    <a:cubicBezTo>
                      <a:pt x="27527" y="192"/>
                      <a:pt x="26876" y="1378"/>
                      <a:pt x="26723" y="1800"/>
                    </a:cubicBezTo>
                    <a:cubicBezTo>
                      <a:pt x="26340" y="2757"/>
                      <a:pt x="25881" y="3714"/>
                      <a:pt x="25421" y="4594"/>
                    </a:cubicBezTo>
                    <a:cubicBezTo>
                      <a:pt x="24464" y="6317"/>
                      <a:pt x="23316" y="7925"/>
                      <a:pt x="21976" y="9380"/>
                    </a:cubicBezTo>
                    <a:cubicBezTo>
                      <a:pt x="18109" y="13667"/>
                      <a:pt x="13132" y="16883"/>
                      <a:pt x="7773" y="18912"/>
                    </a:cubicBezTo>
                    <a:cubicBezTo>
                      <a:pt x="5399" y="19831"/>
                      <a:pt x="2949" y="20520"/>
                      <a:pt x="460" y="20941"/>
                    </a:cubicBezTo>
                    <a:cubicBezTo>
                      <a:pt x="269" y="20980"/>
                      <a:pt x="78" y="20865"/>
                      <a:pt x="39" y="206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Google Shape;2896;p47"/>
              <p:cNvSpPr/>
              <p:nvPr/>
            </p:nvSpPr>
            <p:spPr>
              <a:xfrm>
                <a:off x="4697225" y="3938500"/>
                <a:ext cx="736025" cy="209650"/>
              </a:xfrm>
              <a:custGeom>
                <a:avLst/>
                <a:gdLst/>
                <a:ahLst/>
                <a:cxnLst/>
                <a:rect l="l" t="t" r="r" b="b"/>
                <a:pathLst>
                  <a:path w="29441" h="8386" extrusionOk="0">
                    <a:moveTo>
                      <a:pt x="2297" y="8194"/>
                    </a:moveTo>
                    <a:cubicBezTo>
                      <a:pt x="1723" y="8194"/>
                      <a:pt x="1187" y="8155"/>
                      <a:pt x="613" y="8079"/>
                    </a:cubicBezTo>
                    <a:cubicBezTo>
                      <a:pt x="498" y="8079"/>
                      <a:pt x="345" y="8079"/>
                      <a:pt x="230" y="7964"/>
                    </a:cubicBezTo>
                    <a:cubicBezTo>
                      <a:pt x="0" y="7773"/>
                      <a:pt x="191" y="7351"/>
                      <a:pt x="498" y="7390"/>
                    </a:cubicBezTo>
                    <a:cubicBezTo>
                      <a:pt x="1570" y="7466"/>
                      <a:pt x="2527" y="7505"/>
                      <a:pt x="3599" y="7505"/>
                    </a:cubicBezTo>
                    <a:cubicBezTo>
                      <a:pt x="6393" y="7543"/>
                      <a:pt x="9188" y="7198"/>
                      <a:pt x="11945" y="6662"/>
                    </a:cubicBezTo>
                    <a:cubicBezTo>
                      <a:pt x="15084" y="5973"/>
                      <a:pt x="18223" y="5169"/>
                      <a:pt x="21286" y="4136"/>
                    </a:cubicBezTo>
                    <a:cubicBezTo>
                      <a:pt x="23162" y="3523"/>
                      <a:pt x="24999" y="2834"/>
                      <a:pt x="26646" y="1800"/>
                    </a:cubicBezTo>
                    <a:cubicBezTo>
                      <a:pt x="27220" y="1417"/>
                      <a:pt x="27794" y="996"/>
                      <a:pt x="28330" y="613"/>
                    </a:cubicBezTo>
                    <a:cubicBezTo>
                      <a:pt x="28636" y="422"/>
                      <a:pt x="29096" y="1"/>
                      <a:pt x="29325" y="460"/>
                    </a:cubicBezTo>
                    <a:cubicBezTo>
                      <a:pt x="29440" y="805"/>
                      <a:pt x="29172" y="920"/>
                      <a:pt x="28904" y="1073"/>
                    </a:cubicBezTo>
                    <a:cubicBezTo>
                      <a:pt x="28024" y="1685"/>
                      <a:pt x="27143" y="2375"/>
                      <a:pt x="26148" y="2910"/>
                    </a:cubicBezTo>
                    <a:cubicBezTo>
                      <a:pt x="24731" y="3714"/>
                      <a:pt x="23123" y="4289"/>
                      <a:pt x="21592" y="4786"/>
                    </a:cubicBezTo>
                    <a:cubicBezTo>
                      <a:pt x="19448" y="5552"/>
                      <a:pt x="17266" y="6126"/>
                      <a:pt x="15084" y="6662"/>
                    </a:cubicBezTo>
                    <a:cubicBezTo>
                      <a:pt x="10911" y="7734"/>
                      <a:pt x="6585" y="8385"/>
                      <a:pt x="2297" y="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Google Shape;2897;p47"/>
              <p:cNvSpPr/>
              <p:nvPr/>
            </p:nvSpPr>
            <p:spPr>
              <a:xfrm>
                <a:off x="3837750" y="4044750"/>
                <a:ext cx="1722775" cy="306300"/>
              </a:xfrm>
              <a:custGeom>
                <a:avLst/>
                <a:gdLst/>
                <a:ahLst/>
                <a:cxnLst/>
                <a:rect l="l" t="t" r="r" b="b"/>
                <a:pathLst>
                  <a:path w="68911" h="12252" extrusionOk="0">
                    <a:moveTo>
                      <a:pt x="31699" y="12060"/>
                    </a:moveTo>
                    <a:cubicBezTo>
                      <a:pt x="28101" y="11945"/>
                      <a:pt x="24540" y="11294"/>
                      <a:pt x="21018" y="10682"/>
                    </a:cubicBezTo>
                    <a:cubicBezTo>
                      <a:pt x="17458" y="10069"/>
                      <a:pt x="13936" y="9227"/>
                      <a:pt x="10643" y="7810"/>
                    </a:cubicBezTo>
                    <a:cubicBezTo>
                      <a:pt x="7542" y="6585"/>
                      <a:pt x="4709" y="4786"/>
                      <a:pt x="2259" y="2527"/>
                    </a:cubicBezTo>
                    <a:cubicBezTo>
                      <a:pt x="1570" y="1915"/>
                      <a:pt x="957" y="1264"/>
                      <a:pt x="230" y="728"/>
                    </a:cubicBezTo>
                    <a:cubicBezTo>
                      <a:pt x="77" y="613"/>
                      <a:pt x="0" y="422"/>
                      <a:pt x="115" y="230"/>
                    </a:cubicBezTo>
                    <a:cubicBezTo>
                      <a:pt x="192" y="77"/>
                      <a:pt x="421" y="0"/>
                      <a:pt x="574" y="115"/>
                    </a:cubicBezTo>
                    <a:cubicBezTo>
                      <a:pt x="1876" y="1072"/>
                      <a:pt x="2986" y="2297"/>
                      <a:pt x="4250" y="3293"/>
                    </a:cubicBezTo>
                    <a:cubicBezTo>
                      <a:pt x="5169" y="4020"/>
                      <a:pt x="6087" y="4633"/>
                      <a:pt x="7083" y="5245"/>
                    </a:cubicBezTo>
                    <a:cubicBezTo>
                      <a:pt x="8308" y="5973"/>
                      <a:pt x="9571" y="6623"/>
                      <a:pt x="10911" y="7159"/>
                    </a:cubicBezTo>
                    <a:cubicBezTo>
                      <a:pt x="13246" y="8117"/>
                      <a:pt x="15543" y="8844"/>
                      <a:pt x="17955" y="9342"/>
                    </a:cubicBezTo>
                    <a:cubicBezTo>
                      <a:pt x="22013" y="10184"/>
                      <a:pt x="26071" y="10911"/>
                      <a:pt x="30206" y="11294"/>
                    </a:cubicBezTo>
                    <a:cubicBezTo>
                      <a:pt x="36332" y="11677"/>
                      <a:pt x="42495" y="11103"/>
                      <a:pt x="48506" y="9992"/>
                    </a:cubicBezTo>
                    <a:cubicBezTo>
                      <a:pt x="52908" y="9074"/>
                      <a:pt x="57311" y="7925"/>
                      <a:pt x="61369" y="5973"/>
                    </a:cubicBezTo>
                    <a:cubicBezTo>
                      <a:pt x="63819" y="4748"/>
                      <a:pt x="66346" y="3561"/>
                      <a:pt x="68298" y="1647"/>
                    </a:cubicBezTo>
                    <a:cubicBezTo>
                      <a:pt x="68413" y="1493"/>
                      <a:pt x="68643" y="1493"/>
                      <a:pt x="68796" y="1647"/>
                    </a:cubicBezTo>
                    <a:cubicBezTo>
                      <a:pt x="68911" y="1761"/>
                      <a:pt x="68911" y="1991"/>
                      <a:pt x="68796" y="2144"/>
                    </a:cubicBezTo>
                    <a:cubicBezTo>
                      <a:pt x="68490" y="2412"/>
                      <a:pt x="68184" y="2680"/>
                      <a:pt x="67916" y="2948"/>
                    </a:cubicBezTo>
                    <a:cubicBezTo>
                      <a:pt x="66461" y="4173"/>
                      <a:pt x="64738" y="5054"/>
                      <a:pt x="63054" y="5934"/>
                    </a:cubicBezTo>
                    <a:cubicBezTo>
                      <a:pt x="58038" y="8538"/>
                      <a:pt x="52449" y="10031"/>
                      <a:pt x="46898" y="10988"/>
                    </a:cubicBezTo>
                    <a:cubicBezTo>
                      <a:pt x="41883" y="11830"/>
                      <a:pt x="36791" y="12251"/>
                      <a:pt x="31699" y="120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Google Shape;2898;p47"/>
              <p:cNvSpPr/>
              <p:nvPr/>
            </p:nvSpPr>
            <p:spPr>
              <a:xfrm>
                <a:off x="4819725" y="2285625"/>
                <a:ext cx="29700" cy="55525"/>
              </a:xfrm>
              <a:custGeom>
                <a:avLst/>
                <a:gdLst/>
                <a:ahLst/>
                <a:cxnLst/>
                <a:rect l="l" t="t" r="r" b="b"/>
                <a:pathLst>
                  <a:path w="1188" h="2221" extrusionOk="0">
                    <a:moveTo>
                      <a:pt x="345" y="1799"/>
                    </a:moveTo>
                    <a:cubicBezTo>
                      <a:pt x="115" y="1416"/>
                      <a:pt x="0" y="919"/>
                      <a:pt x="39" y="459"/>
                    </a:cubicBezTo>
                    <a:cubicBezTo>
                      <a:pt x="39" y="0"/>
                      <a:pt x="728" y="0"/>
                      <a:pt x="728" y="459"/>
                    </a:cubicBezTo>
                    <a:cubicBezTo>
                      <a:pt x="728" y="804"/>
                      <a:pt x="804" y="1149"/>
                      <a:pt x="957" y="1455"/>
                    </a:cubicBezTo>
                    <a:cubicBezTo>
                      <a:pt x="1187" y="1876"/>
                      <a:pt x="613" y="2220"/>
                      <a:pt x="345" y="179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Google Shape;2899;p47"/>
              <p:cNvSpPr/>
              <p:nvPr/>
            </p:nvSpPr>
            <p:spPr>
              <a:xfrm>
                <a:off x="4494300" y="4329950"/>
                <a:ext cx="29700" cy="408725"/>
              </a:xfrm>
              <a:custGeom>
                <a:avLst/>
                <a:gdLst/>
                <a:ahLst/>
                <a:cxnLst/>
                <a:rect l="l" t="t" r="r" b="b"/>
                <a:pathLst>
                  <a:path w="1188" h="16349" extrusionOk="0">
                    <a:moveTo>
                      <a:pt x="422" y="15889"/>
                    </a:moveTo>
                    <a:cubicBezTo>
                      <a:pt x="1" y="11448"/>
                      <a:pt x="345" y="7045"/>
                      <a:pt x="307" y="2604"/>
                    </a:cubicBezTo>
                    <a:cubicBezTo>
                      <a:pt x="307" y="1953"/>
                      <a:pt x="307" y="1264"/>
                      <a:pt x="192" y="613"/>
                    </a:cubicBezTo>
                    <a:cubicBezTo>
                      <a:pt x="1" y="384"/>
                      <a:pt x="154" y="1"/>
                      <a:pt x="460" y="1"/>
                    </a:cubicBezTo>
                    <a:cubicBezTo>
                      <a:pt x="728" y="1"/>
                      <a:pt x="843" y="307"/>
                      <a:pt x="881" y="537"/>
                    </a:cubicBezTo>
                    <a:cubicBezTo>
                      <a:pt x="996" y="1111"/>
                      <a:pt x="996" y="1724"/>
                      <a:pt x="1035" y="2298"/>
                    </a:cubicBezTo>
                    <a:cubicBezTo>
                      <a:pt x="1073" y="5284"/>
                      <a:pt x="881" y="8309"/>
                      <a:pt x="920" y="11333"/>
                    </a:cubicBezTo>
                    <a:cubicBezTo>
                      <a:pt x="958" y="12788"/>
                      <a:pt x="958" y="14281"/>
                      <a:pt x="1111" y="15774"/>
                    </a:cubicBezTo>
                    <a:cubicBezTo>
                      <a:pt x="1188" y="16233"/>
                      <a:pt x="499" y="16348"/>
                      <a:pt x="422" y="158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Google Shape;2900;p47"/>
              <p:cNvSpPr/>
              <p:nvPr/>
            </p:nvSpPr>
            <p:spPr>
              <a:xfrm>
                <a:off x="4925950" y="4298375"/>
                <a:ext cx="31625" cy="424975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6999" extrusionOk="0">
                    <a:moveTo>
                      <a:pt x="460" y="16539"/>
                    </a:moveTo>
                    <a:cubicBezTo>
                      <a:pt x="422" y="14587"/>
                      <a:pt x="307" y="12749"/>
                      <a:pt x="154" y="10835"/>
                    </a:cubicBezTo>
                    <a:cubicBezTo>
                      <a:pt x="77" y="8576"/>
                      <a:pt x="1" y="6317"/>
                      <a:pt x="39" y="4059"/>
                    </a:cubicBezTo>
                    <a:cubicBezTo>
                      <a:pt x="39" y="3523"/>
                      <a:pt x="39" y="1"/>
                      <a:pt x="996" y="498"/>
                    </a:cubicBezTo>
                    <a:cubicBezTo>
                      <a:pt x="1264" y="651"/>
                      <a:pt x="1188" y="919"/>
                      <a:pt x="1073" y="1149"/>
                    </a:cubicBezTo>
                    <a:cubicBezTo>
                      <a:pt x="881" y="1685"/>
                      <a:pt x="843" y="2298"/>
                      <a:pt x="767" y="2872"/>
                    </a:cubicBezTo>
                    <a:cubicBezTo>
                      <a:pt x="652" y="5743"/>
                      <a:pt x="805" y="8729"/>
                      <a:pt x="920" y="11562"/>
                    </a:cubicBezTo>
                    <a:cubicBezTo>
                      <a:pt x="1035" y="13208"/>
                      <a:pt x="1149" y="14893"/>
                      <a:pt x="1188" y="16539"/>
                    </a:cubicBezTo>
                    <a:cubicBezTo>
                      <a:pt x="1188" y="16999"/>
                      <a:pt x="499" y="16999"/>
                      <a:pt x="499" y="165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Google Shape;2901;p47"/>
              <p:cNvSpPr/>
              <p:nvPr/>
            </p:nvSpPr>
            <p:spPr>
              <a:xfrm>
                <a:off x="4102850" y="1967850"/>
                <a:ext cx="278550" cy="141675"/>
              </a:xfrm>
              <a:custGeom>
                <a:avLst/>
                <a:gdLst/>
                <a:ahLst/>
                <a:cxnLst/>
                <a:rect l="l" t="t" r="r" b="b"/>
                <a:pathLst>
                  <a:path w="11142" h="5667" extrusionOk="0">
                    <a:moveTo>
                      <a:pt x="345" y="5475"/>
                    </a:moveTo>
                    <a:cubicBezTo>
                      <a:pt x="1" y="5207"/>
                      <a:pt x="345" y="4863"/>
                      <a:pt x="575" y="4671"/>
                    </a:cubicBezTo>
                    <a:cubicBezTo>
                      <a:pt x="996" y="4289"/>
                      <a:pt x="1456" y="3944"/>
                      <a:pt x="1915" y="3638"/>
                    </a:cubicBezTo>
                    <a:cubicBezTo>
                      <a:pt x="3178" y="2796"/>
                      <a:pt x="4557" y="2221"/>
                      <a:pt x="5935" y="1609"/>
                    </a:cubicBezTo>
                    <a:cubicBezTo>
                      <a:pt x="7390" y="881"/>
                      <a:pt x="8959" y="384"/>
                      <a:pt x="10567" y="77"/>
                    </a:cubicBezTo>
                    <a:cubicBezTo>
                      <a:pt x="11027" y="1"/>
                      <a:pt x="11141" y="690"/>
                      <a:pt x="10682" y="805"/>
                    </a:cubicBezTo>
                    <a:cubicBezTo>
                      <a:pt x="8921" y="1111"/>
                      <a:pt x="7275" y="1724"/>
                      <a:pt x="5667" y="2489"/>
                    </a:cubicBezTo>
                    <a:cubicBezTo>
                      <a:pt x="4442" y="3025"/>
                      <a:pt x="3217" y="3599"/>
                      <a:pt x="2106" y="4365"/>
                    </a:cubicBezTo>
                    <a:cubicBezTo>
                      <a:pt x="1724" y="4633"/>
                      <a:pt x="1341" y="4939"/>
                      <a:pt x="996" y="5246"/>
                    </a:cubicBezTo>
                    <a:cubicBezTo>
                      <a:pt x="805" y="5437"/>
                      <a:pt x="652" y="5667"/>
                      <a:pt x="345" y="54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Google Shape;2902;p47"/>
              <p:cNvSpPr/>
              <p:nvPr/>
            </p:nvSpPr>
            <p:spPr>
              <a:xfrm>
                <a:off x="4429225" y="1944900"/>
                <a:ext cx="63200" cy="23950"/>
              </a:xfrm>
              <a:custGeom>
                <a:avLst/>
                <a:gdLst/>
                <a:ahLst/>
                <a:cxnLst/>
                <a:rect l="l" t="t" r="r" b="b"/>
                <a:pathLst>
                  <a:path w="2528" h="958" extrusionOk="0">
                    <a:moveTo>
                      <a:pt x="115" y="651"/>
                    </a:moveTo>
                    <a:cubicBezTo>
                      <a:pt x="1" y="77"/>
                      <a:pt x="766" y="115"/>
                      <a:pt x="1111" y="77"/>
                    </a:cubicBezTo>
                    <a:cubicBezTo>
                      <a:pt x="1417" y="38"/>
                      <a:pt x="1723" y="38"/>
                      <a:pt x="2030" y="0"/>
                    </a:cubicBezTo>
                    <a:cubicBezTo>
                      <a:pt x="2489" y="0"/>
                      <a:pt x="2527" y="689"/>
                      <a:pt x="2068" y="727"/>
                    </a:cubicBezTo>
                    <a:cubicBezTo>
                      <a:pt x="1609" y="727"/>
                      <a:pt x="1111" y="766"/>
                      <a:pt x="651" y="842"/>
                    </a:cubicBezTo>
                    <a:cubicBezTo>
                      <a:pt x="422" y="957"/>
                      <a:pt x="192" y="881"/>
                      <a:pt x="115" y="6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Google Shape;2903;p47"/>
              <p:cNvSpPr/>
              <p:nvPr/>
            </p:nvSpPr>
            <p:spPr>
              <a:xfrm>
                <a:off x="5242750" y="1746775"/>
                <a:ext cx="176125" cy="322550"/>
              </a:xfrm>
              <a:custGeom>
                <a:avLst/>
                <a:gdLst/>
                <a:ahLst/>
                <a:cxnLst/>
                <a:rect l="l" t="t" r="r" b="b"/>
                <a:pathLst>
                  <a:path w="7045" h="12902" extrusionOk="0">
                    <a:moveTo>
                      <a:pt x="6241" y="12442"/>
                    </a:moveTo>
                    <a:cubicBezTo>
                      <a:pt x="5284" y="8499"/>
                      <a:pt x="3446" y="4747"/>
                      <a:pt x="881" y="1608"/>
                    </a:cubicBezTo>
                    <a:cubicBezTo>
                      <a:pt x="652" y="1340"/>
                      <a:pt x="460" y="1072"/>
                      <a:pt x="269" y="804"/>
                    </a:cubicBezTo>
                    <a:cubicBezTo>
                      <a:pt x="1" y="421"/>
                      <a:pt x="537" y="0"/>
                      <a:pt x="843" y="383"/>
                    </a:cubicBezTo>
                    <a:cubicBezTo>
                      <a:pt x="2489" y="2412"/>
                      <a:pt x="3982" y="4594"/>
                      <a:pt x="5093" y="6968"/>
                    </a:cubicBezTo>
                    <a:cubicBezTo>
                      <a:pt x="5858" y="8691"/>
                      <a:pt x="6471" y="10452"/>
                      <a:pt x="6930" y="12289"/>
                    </a:cubicBezTo>
                    <a:cubicBezTo>
                      <a:pt x="7045" y="12749"/>
                      <a:pt x="6356" y="12902"/>
                      <a:pt x="6241" y="124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Google Shape;2904;p47"/>
              <p:cNvSpPr/>
              <p:nvPr/>
            </p:nvSpPr>
            <p:spPr>
              <a:xfrm>
                <a:off x="5409300" y="2121950"/>
                <a:ext cx="26825" cy="63200"/>
              </a:xfrm>
              <a:custGeom>
                <a:avLst/>
                <a:gdLst/>
                <a:ahLst/>
                <a:cxnLst/>
                <a:rect l="l" t="t" r="r" b="b"/>
                <a:pathLst>
                  <a:path w="1073" h="2528" extrusionOk="0">
                    <a:moveTo>
                      <a:pt x="383" y="2183"/>
                    </a:moveTo>
                    <a:cubicBezTo>
                      <a:pt x="345" y="1723"/>
                      <a:pt x="268" y="1264"/>
                      <a:pt x="192" y="804"/>
                    </a:cubicBezTo>
                    <a:cubicBezTo>
                      <a:pt x="77" y="536"/>
                      <a:pt x="0" y="115"/>
                      <a:pt x="345" y="39"/>
                    </a:cubicBezTo>
                    <a:cubicBezTo>
                      <a:pt x="536" y="0"/>
                      <a:pt x="728" y="115"/>
                      <a:pt x="766" y="307"/>
                    </a:cubicBezTo>
                    <a:cubicBezTo>
                      <a:pt x="919" y="881"/>
                      <a:pt x="1034" y="1494"/>
                      <a:pt x="1072" y="2106"/>
                    </a:cubicBezTo>
                    <a:cubicBezTo>
                      <a:pt x="1072" y="2298"/>
                      <a:pt x="957" y="2489"/>
                      <a:pt x="766" y="2527"/>
                    </a:cubicBezTo>
                    <a:cubicBezTo>
                      <a:pt x="574" y="2527"/>
                      <a:pt x="383" y="2374"/>
                      <a:pt x="383" y="21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2905;p47"/>
              <p:cNvSpPr/>
              <p:nvPr/>
            </p:nvSpPr>
            <p:spPr>
              <a:xfrm>
                <a:off x="4182300" y="2467450"/>
                <a:ext cx="143575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5743" h="1762" extrusionOk="0">
                    <a:moveTo>
                      <a:pt x="77" y="1341"/>
                    </a:moveTo>
                    <a:cubicBezTo>
                      <a:pt x="0" y="1188"/>
                      <a:pt x="77" y="958"/>
                      <a:pt x="268" y="881"/>
                    </a:cubicBezTo>
                    <a:cubicBezTo>
                      <a:pt x="575" y="690"/>
                      <a:pt x="881" y="575"/>
                      <a:pt x="1225" y="460"/>
                    </a:cubicBezTo>
                    <a:cubicBezTo>
                      <a:pt x="2527" y="1"/>
                      <a:pt x="3982" y="1"/>
                      <a:pt x="5360" y="192"/>
                    </a:cubicBezTo>
                    <a:cubicBezTo>
                      <a:pt x="5666" y="269"/>
                      <a:pt x="5743" y="690"/>
                      <a:pt x="5475" y="843"/>
                    </a:cubicBezTo>
                    <a:cubicBezTo>
                      <a:pt x="5360" y="920"/>
                      <a:pt x="5245" y="920"/>
                      <a:pt x="5092" y="881"/>
                    </a:cubicBezTo>
                    <a:cubicBezTo>
                      <a:pt x="4671" y="843"/>
                      <a:pt x="4250" y="805"/>
                      <a:pt x="3790" y="805"/>
                    </a:cubicBezTo>
                    <a:cubicBezTo>
                      <a:pt x="3140" y="805"/>
                      <a:pt x="2451" y="843"/>
                      <a:pt x="1800" y="1035"/>
                    </a:cubicBezTo>
                    <a:cubicBezTo>
                      <a:pt x="1532" y="1073"/>
                      <a:pt x="1264" y="1188"/>
                      <a:pt x="1034" y="1264"/>
                    </a:cubicBezTo>
                    <a:cubicBezTo>
                      <a:pt x="728" y="1417"/>
                      <a:pt x="307" y="1762"/>
                      <a:pt x="77" y="13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Google Shape;2906;p47"/>
              <p:cNvSpPr/>
              <p:nvPr/>
            </p:nvSpPr>
            <p:spPr>
              <a:xfrm>
                <a:off x="5031250" y="2468425"/>
                <a:ext cx="117725" cy="33525"/>
              </a:xfrm>
              <a:custGeom>
                <a:avLst/>
                <a:gdLst/>
                <a:ahLst/>
                <a:cxnLst/>
                <a:rect l="l" t="t" r="r" b="b"/>
                <a:pathLst>
                  <a:path w="4709" h="1341" extrusionOk="0">
                    <a:moveTo>
                      <a:pt x="345" y="919"/>
                    </a:moveTo>
                    <a:cubicBezTo>
                      <a:pt x="0" y="230"/>
                      <a:pt x="1914" y="77"/>
                      <a:pt x="2335" y="38"/>
                    </a:cubicBezTo>
                    <a:cubicBezTo>
                      <a:pt x="3063" y="0"/>
                      <a:pt x="3752" y="0"/>
                      <a:pt x="4441" y="230"/>
                    </a:cubicBezTo>
                    <a:cubicBezTo>
                      <a:pt x="4632" y="268"/>
                      <a:pt x="4709" y="498"/>
                      <a:pt x="4671" y="689"/>
                    </a:cubicBezTo>
                    <a:cubicBezTo>
                      <a:pt x="4556" y="957"/>
                      <a:pt x="4250" y="957"/>
                      <a:pt x="4020" y="842"/>
                    </a:cubicBezTo>
                    <a:cubicBezTo>
                      <a:pt x="3101" y="613"/>
                      <a:pt x="2182" y="728"/>
                      <a:pt x="1263" y="919"/>
                    </a:cubicBezTo>
                    <a:cubicBezTo>
                      <a:pt x="957" y="996"/>
                      <a:pt x="536" y="1340"/>
                      <a:pt x="345" y="9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Google Shape;2907;p47"/>
              <p:cNvSpPr/>
              <p:nvPr/>
            </p:nvSpPr>
            <p:spPr>
              <a:xfrm>
                <a:off x="4630225" y="3452300"/>
                <a:ext cx="136875" cy="33525"/>
              </a:xfrm>
              <a:custGeom>
                <a:avLst/>
                <a:gdLst/>
                <a:ahLst/>
                <a:cxnLst/>
                <a:rect l="l" t="t" r="r" b="b"/>
                <a:pathLst>
                  <a:path w="5475" h="1341" extrusionOk="0">
                    <a:moveTo>
                      <a:pt x="230" y="958"/>
                    </a:moveTo>
                    <a:cubicBezTo>
                      <a:pt x="0" y="384"/>
                      <a:pt x="881" y="307"/>
                      <a:pt x="1264" y="192"/>
                    </a:cubicBezTo>
                    <a:cubicBezTo>
                      <a:pt x="2527" y="1"/>
                      <a:pt x="3790" y="116"/>
                      <a:pt x="5015" y="384"/>
                    </a:cubicBezTo>
                    <a:cubicBezTo>
                      <a:pt x="5475" y="499"/>
                      <a:pt x="5360" y="1188"/>
                      <a:pt x="4901" y="1073"/>
                    </a:cubicBezTo>
                    <a:cubicBezTo>
                      <a:pt x="4594" y="1034"/>
                      <a:pt x="4326" y="958"/>
                      <a:pt x="4020" y="920"/>
                    </a:cubicBezTo>
                    <a:cubicBezTo>
                      <a:pt x="3063" y="805"/>
                      <a:pt x="2068" y="728"/>
                      <a:pt x="1149" y="958"/>
                    </a:cubicBezTo>
                    <a:cubicBezTo>
                      <a:pt x="842" y="996"/>
                      <a:pt x="421" y="1341"/>
                      <a:pt x="230" y="9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Google Shape;2908;p47"/>
              <p:cNvSpPr/>
              <p:nvPr/>
            </p:nvSpPr>
            <p:spPr>
              <a:xfrm>
                <a:off x="5383450" y="3292475"/>
                <a:ext cx="70850" cy="95725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3829" extrusionOk="0">
                    <a:moveTo>
                      <a:pt x="536" y="3714"/>
                    </a:moveTo>
                    <a:cubicBezTo>
                      <a:pt x="1" y="3408"/>
                      <a:pt x="690" y="2833"/>
                      <a:pt x="843" y="2451"/>
                    </a:cubicBezTo>
                    <a:cubicBezTo>
                      <a:pt x="1340" y="1723"/>
                      <a:pt x="1723" y="1034"/>
                      <a:pt x="2106" y="268"/>
                    </a:cubicBezTo>
                    <a:cubicBezTo>
                      <a:pt x="2221" y="77"/>
                      <a:pt x="2412" y="0"/>
                      <a:pt x="2604" y="115"/>
                    </a:cubicBezTo>
                    <a:cubicBezTo>
                      <a:pt x="2757" y="192"/>
                      <a:pt x="2834" y="422"/>
                      <a:pt x="2757" y="575"/>
                    </a:cubicBezTo>
                    <a:cubicBezTo>
                      <a:pt x="2489" y="1111"/>
                      <a:pt x="2183" y="1647"/>
                      <a:pt x="1876" y="2144"/>
                    </a:cubicBezTo>
                    <a:cubicBezTo>
                      <a:pt x="1608" y="2604"/>
                      <a:pt x="1340" y="3025"/>
                      <a:pt x="1072" y="3484"/>
                    </a:cubicBezTo>
                    <a:cubicBezTo>
                      <a:pt x="996" y="3676"/>
                      <a:pt x="766" y="3829"/>
                      <a:pt x="536" y="37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Google Shape;2909;p47"/>
              <p:cNvSpPr/>
              <p:nvPr/>
            </p:nvSpPr>
            <p:spPr>
              <a:xfrm>
                <a:off x="3987050" y="3743275"/>
                <a:ext cx="235475" cy="163675"/>
              </a:xfrm>
              <a:custGeom>
                <a:avLst/>
                <a:gdLst/>
                <a:ahLst/>
                <a:cxnLst/>
                <a:rect l="l" t="t" r="r" b="b"/>
                <a:pathLst>
                  <a:path w="9419" h="6547" extrusionOk="0">
                    <a:moveTo>
                      <a:pt x="8729" y="6393"/>
                    </a:moveTo>
                    <a:cubicBezTo>
                      <a:pt x="7351" y="5857"/>
                      <a:pt x="5973" y="5207"/>
                      <a:pt x="4671" y="4441"/>
                    </a:cubicBezTo>
                    <a:cubicBezTo>
                      <a:pt x="3063" y="3484"/>
                      <a:pt x="1723" y="2106"/>
                      <a:pt x="345" y="842"/>
                    </a:cubicBezTo>
                    <a:cubicBezTo>
                      <a:pt x="1" y="536"/>
                      <a:pt x="460" y="0"/>
                      <a:pt x="804" y="306"/>
                    </a:cubicBezTo>
                    <a:cubicBezTo>
                      <a:pt x="1072" y="574"/>
                      <a:pt x="1340" y="804"/>
                      <a:pt x="1570" y="1034"/>
                    </a:cubicBezTo>
                    <a:cubicBezTo>
                      <a:pt x="2642" y="2029"/>
                      <a:pt x="3752" y="3024"/>
                      <a:pt x="4977" y="3828"/>
                    </a:cubicBezTo>
                    <a:cubicBezTo>
                      <a:pt x="6241" y="4556"/>
                      <a:pt x="7619" y="5207"/>
                      <a:pt x="8997" y="5743"/>
                    </a:cubicBezTo>
                    <a:cubicBezTo>
                      <a:pt x="9418" y="5896"/>
                      <a:pt x="9189" y="6547"/>
                      <a:pt x="8729" y="63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Google Shape;2910;p47"/>
              <p:cNvSpPr/>
              <p:nvPr/>
            </p:nvSpPr>
            <p:spPr>
              <a:xfrm>
                <a:off x="4374675" y="3133600"/>
                <a:ext cx="191450" cy="78500"/>
              </a:xfrm>
              <a:custGeom>
                <a:avLst/>
                <a:gdLst/>
                <a:ahLst/>
                <a:cxnLst/>
                <a:rect l="l" t="t" r="r" b="b"/>
                <a:pathLst>
                  <a:path w="7658" h="3140" extrusionOk="0">
                    <a:moveTo>
                      <a:pt x="7121" y="3101"/>
                    </a:moveTo>
                    <a:cubicBezTo>
                      <a:pt x="4824" y="2718"/>
                      <a:pt x="2412" y="2221"/>
                      <a:pt x="536" y="766"/>
                    </a:cubicBezTo>
                    <a:cubicBezTo>
                      <a:pt x="0" y="804"/>
                      <a:pt x="0" y="115"/>
                      <a:pt x="498" y="39"/>
                    </a:cubicBezTo>
                    <a:cubicBezTo>
                      <a:pt x="690" y="0"/>
                      <a:pt x="804" y="115"/>
                      <a:pt x="958" y="192"/>
                    </a:cubicBezTo>
                    <a:cubicBezTo>
                      <a:pt x="1302" y="498"/>
                      <a:pt x="1685" y="728"/>
                      <a:pt x="2106" y="919"/>
                    </a:cubicBezTo>
                    <a:cubicBezTo>
                      <a:pt x="2872" y="1340"/>
                      <a:pt x="3752" y="1608"/>
                      <a:pt x="4633" y="1876"/>
                    </a:cubicBezTo>
                    <a:cubicBezTo>
                      <a:pt x="5475" y="2106"/>
                      <a:pt x="6356" y="2259"/>
                      <a:pt x="7198" y="2412"/>
                    </a:cubicBezTo>
                    <a:cubicBezTo>
                      <a:pt x="7657" y="2451"/>
                      <a:pt x="7581" y="3140"/>
                      <a:pt x="7121" y="31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Google Shape;2911;p47"/>
              <p:cNvSpPr/>
              <p:nvPr/>
            </p:nvSpPr>
            <p:spPr>
              <a:xfrm>
                <a:off x="4858975" y="3137425"/>
                <a:ext cx="157925" cy="62225"/>
              </a:xfrm>
              <a:custGeom>
                <a:avLst/>
                <a:gdLst/>
                <a:ahLst/>
                <a:cxnLst/>
                <a:rect l="l" t="t" r="r" b="b"/>
                <a:pathLst>
                  <a:path w="6317" h="2489" extrusionOk="0">
                    <a:moveTo>
                      <a:pt x="0" y="2106"/>
                    </a:moveTo>
                    <a:cubicBezTo>
                      <a:pt x="0" y="1953"/>
                      <a:pt x="191" y="1762"/>
                      <a:pt x="345" y="1762"/>
                    </a:cubicBezTo>
                    <a:cubicBezTo>
                      <a:pt x="689" y="1723"/>
                      <a:pt x="1072" y="1647"/>
                      <a:pt x="1417" y="1608"/>
                    </a:cubicBezTo>
                    <a:cubicBezTo>
                      <a:pt x="2948" y="1264"/>
                      <a:pt x="4364" y="766"/>
                      <a:pt x="5743" y="77"/>
                    </a:cubicBezTo>
                    <a:cubicBezTo>
                      <a:pt x="5934" y="0"/>
                      <a:pt x="6164" y="115"/>
                      <a:pt x="6240" y="268"/>
                    </a:cubicBezTo>
                    <a:cubicBezTo>
                      <a:pt x="6317" y="460"/>
                      <a:pt x="6202" y="651"/>
                      <a:pt x="6049" y="728"/>
                    </a:cubicBezTo>
                    <a:cubicBezTo>
                      <a:pt x="5360" y="1072"/>
                      <a:pt x="4671" y="1379"/>
                      <a:pt x="3943" y="1608"/>
                    </a:cubicBezTo>
                    <a:cubicBezTo>
                      <a:pt x="2795" y="2030"/>
                      <a:pt x="1608" y="2336"/>
                      <a:pt x="383" y="2451"/>
                    </a:cubicBezTo>
                    <a:cubicBezTo>
                      <a:pt x="191" y="2489"/>
                      <a:pt x="38" y="2298"/>
                      <a:pt x="38" y="21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Google Shape;2912;p47"/>
              <p:cNvSpPr/>
              <p:nvPr/>
            </p:nvSpPr>
            <p:spPr>
              <a:xfrm>
                <a:off x="4719225" y="3191025"/>
                <a:ext cx="93825" cy="22025"/>
              </a:xfrm>
              <a:custGeom>
                <a:avLst/>
                <a:gdLst/>
                <a:ahLst/>
                <a:cxnLst/>
                <a:rect l="l" t="t" r="r" b="b"/>
                <a:pathLst>
                  <a:path w="3753" h="881" extrusionOk="0">
                    <a:moveTo>
                      <a:pt x="460" y="843"/>
                    </a:moveTo>
                    <a:cubicBezTo>
                      <a:pt x="1" y="843"/>
                      <a:pt x="1" y="154"/>
                      <a:pt x="460" y="154"/>
                    </a:cubicBezTo>
                    <a:lnTo>
                      <a:pt x="1379" y="154"/>
                    </a:lnTo>
                    <a:cubicBezTo>
                      <a:pt x="2030" y="154"/>
                      <a:pt x="2680" y="77"/>
                      <a:pt x="3331" y="39"/>
                    </a:cubicBezTo>
                    <a:cubicBezTo>
                      <a:pt x="3523" y="0"/>
                      <a:pt x="3714" y="115"/>
                      <a:pt x="3714" y="345"/>
                    </a:cubicBezTo>
                    <a:cubicBezTo>
                      <a:pt x="3752" y="498"/>
                      <a:pt x="3638" y="728"/>
                      <a:pt x="3446" y="728"/>
                    </a:cubicBezTo>
                    <a:cubicBezTo>
                      <a:pt x="2451" y="843"/>
                      <a:pt x="1455" y="881"/>
                      <a:pt x="460" y="84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Google Shape;2913;p47"/>
              <p:cNvSpPr/>
              <p:nvPr/>
            </p:nvSpPr>
            <p:spPr>
              <a:xfrm>
                <a:off x="3918150" y="4198850"/>
                <a:ext cx="128275" cy="22015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8806" extrusionOk="0">
                    <a:moveTo>
                      <a:pt x="268" y="8729"/>
                    </a:moveTo>
                    <a:cubicBezTo>
                      <a:pt x="115" y="8652"/>
                      <a:pt x="0" y="8423"/>
                      <a:pt x="77" y="8269"/>
                    </a:cubicBezTo>
                    <a:cubicBezTo>
                      <a:pt x="421" y="7542"/>
                      <a:pt x="766" y="6815"/>
                      <a:pt x="1149" y="6125"/>
                    </a:cubicBezTo>
                    <a:cubicBezTo>
                      <a:pt x="1991" y="4441"/>
                      <a:pt x="2910" y="2795"/>
                      <a:pt x="3867" y="1149"/>
                    </a:cubicBezTo>
                    <a:cubicBezTo>
                      <a:pt x="4058" y="881"/>
                      <a:pt x="4211" y="613"/>
                      <a:pt x="4364" y="306"/>
                    </a:cubicBezTo>
                    <a:cubicBezTo>
                      <a:pt x="4364" y="153"/>
                      <a:pt x="4556" y="0"/>
                      <a:pt x="4709" y="0"/>
                    </a:cubicBezTo>
                    <a:cubicBezTo>
                      <a:pt x="4900" y="0"/>
                      <a:pt x="5015" y="115"/>
                      <a:pt x="5054" y="268"/>
                    </a:cubicBezTo>
                    <a:cubicBezTo>
                      <a:pt x="5130" y="459"/>
                      <a:pt x="5015" y="613"/>
                      <a:pt x="4939" y="804"/>
                    </a:cubicBezTo>
                    <a:cubicBezTo>
                      <a:pt x="4824" y="957"/>
                      <a:pt x="4747" y="1110"/>
                      <a:pt x="4632" y="1263"/>
                    </a:cubicBezTo>
                    <a:cubicBezTo>
                      <a:pt x="4058" y="2297"/>
                      <a:pt x="3446" y="3292"/>
                      <a:pt x="2910" y="4326"/>
                    </a:cubicBezTo>
                    <a:cubicBezTo>
                      <a:pt x="2374" y="5283"/>
                      <a:pt x="1876" y="6279"/>
                      <a:pt x="1378" y="7236"/>
                    </a:cubicBezTo>
                    <a:cubicBezTo>
                      <a:pt x="1149" y="7657"/>
                      <a:pt x="957" y="8116"/>
                      <a:pt x="727" y="8537"/>
                    </a:cubicBezTo>
                    <a:cubicBezTo>
                      <a:pt x="651" y="8690"/>
                      <a:pt x="459" y="8805"/>
                      <a:pt x="268" y="87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Google Shape;2914;p47"/>
              <p:cNvSpPr/>
              <p:nvPr/>
            </p:nvSpPr>
            <p:spPr>
              <a:xfrm>
                <a:off x="3893250" y="4143325"/>
                <a:ext cx="90000" cy="116800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4672" extrusionOk="0">
                    <a:moveTo>
                      <a:pt x="230" y="4556"/>
                    </a:moveTo>
                    <a:cubicBezTo>
                      <a:pt x="39" y="4480"/>
                      <a:pt x="1" y="4250"/>
                      <a:pt x="116" y="4097"/>
                    </a:cubicBezTo>
                    <a:cubicBezTo>
                      <a:pt x="805" y="2834"/>
                      <a:pt x="1532" y="1532"/>
                      <a:pt x="2527" y="460"/>
                    </a:cubicBezTo>
                    <a:cubicBezTo>
                      <a:pt x="2642" y="345"/>
                      <a:pt x="2757" y="230"/>
                      <a:pt x="2872" y="192"/>
                    </a:cubicBezTo>
                    <a:cubicBezTo>
                      <a:pt x="3293" y="1"/>
                      <a:pt x="3599" y="613"/>
                      <a:pt x="3178" y="805"/>
                    </a:cubicBezTo>
                    <a:cubicBezTo>
                      <a:pt x="2106" y="1838"/>
                      <a:pt x="1455" y="3178"/>
                      <a:pt x="728" y="4442"/>
                    </a:cubicBezTo>
                    <a:cubicBezTo>
                      <a:pt x="613" y="4595"/>
                      <a:pt x="384" y="4671"/>
                      <a:pt x="230" y="45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Google Shape;2915;p47"/>
              <p:cNvSpPr/>
              <p:nvPr/>
            </p:nvSpPr>
            <p:spPr>
              <a:xfrm>
                <a:off x="3930575" y="1152425"/>
                <a:ext cx="237400" cy="178025"/>
              </a:xfrm>
              <a:custGeom>
                <a:avLst/>
                <a:gdLst/>
                <a:ahLst/>
                <a:cxnLst/>
                <a:rect l="l" t="t" r="r" b="b"/>
                <a:pathLst>
                  <a:path w="9496" h="7121" extrusionOk="0">
                    <a:moveTo>
                      <a:pt x="154" y="6853"/>
                    </a:moveTo>
                    <a:cubicBezTo>
                      <a:pt x="1" y="6700"/>
                      <a:pt x="1" y="6508"/>
                      <a:pt x="154" y="6355"/>
                    </a:cubicBezTo>
                    <a:cubicBezTo>
                      <a:pt x="652" y="5819"/>
                      <a:pt x="1264" y="5436"/>
                      <a:pt x="1838" y="4977"/>
                    </a:cubicBezTo>
                    <a:cubicBezTo>
                      <a:pt x="2451" y="4518"/>
                      <a:pt x="3063" y="4058"/>
                      <a:pt x="3676" y="3560"/>
                    </a:cubicBezTo>
                    <a:cubicBezTo>
                      <a:pt x="5246" y="2297"/>
                      <a:pt x="6930" y="1072"/>
                      <a:pt x="8768" y="192"/>
                    </a:cubicBezTo>
                    <a:cubicBezTo>
                      <a:pt x="9189" y="0"/>
                      <a:pt x="9495" y="651"/>
                      <a:pt x="9036" y="842"/>
                    </a:cubicBezTo>
                    <a:cubicBezTo>
                      <a:pt x="6394" y="2106"/>
                      <a:pt x="4250" y="4135"/>
                      <a:pt x="1877" y="5858"/>
                    </a:cubicBezTo>
                    <a:cubicBezTo>
                      <a:pt x="1532" y="6087"/>
                      <a:pt x="1188" y="6317"/>
                      <a:pt x="881" y="6585"/>
                    </a:cubicBezTo>
                    <a:cubicBezTo>
                      <a:pt x="690" y="6815"/>
                      <a:pt x="422" y="7121"/>
                      <a:pt x="116" y="68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Google Shape;2916;p47"/>
              <p:cNvSpPr/>
              <p:nvPr/>
            </p:nvSpPr>
            <p:spPr>
              <a:xfrm>
                <a:off x="4216750" y="1085425"/>
                <a:ext cx="79475" cy="46925"/>
              </a:xfrm>
              <a:custGeom>
                <a:avLst/>
                <a:gdLst/>
                <a:ahLst/>
                <a:cxnLst/>
                <a:rect l="l" t="t" r="r" b="b"/>
                <a:pathLst>
                  <a:path w="3179" h="1877" extrusionOk="0">
                    <a:moveTo>
                      <a:pt x="77" y="1570"/>
                    </a:moveTo>
                    <a:cubicBezTo>
                      <a:pt x="1" y="1378"/>
                      <a:pt x="115" y="1149"/>
                      <a:pt x="307" y="1072"/>
                    </a:cubicBezTo>
                    <a:cubicBezTo>
                      <a:pt x="651" y="919"/>
                      <a:pt x="1034" y="728"/>
                      <a:pt x="1379" y="575"/>
                    </a:cubicBezTo>
                    <a:cubicBezTo>
                      <a:pt x="1800" y="383"/>
                      <a:pt x="2221" y="230"/>
                      <a:pt x="2642" y="77"/>
                    </a:cubicBezTo>
                    <a:cubicBezTo>
                      <a:pt x="2834" y="0"/>
                      <a:pt x="3025" y="77"/>
                      <a:pt x="3102" y="268"/>
                    </a:cubicBezTo>
                    <a:cubicBezTo>
                      <a:pt x="3178" y="421"/>
                      <a:pt x="3102" y="651"/>
                      <a:pt x="2910" y="728"/>
                    </a:cubicBezTo>
                    <a:cubicBezTo>
                      <a:pt x="2183" y="996"/>
                      <a:pt x="1455" y="1302"/>
                      <a:pt x="766" y="1646"/>
                    </a:cubicBezTo>
                    <a:cubicBezTo>
                      <a:pt x="537" y="1800"/>
                      <a:pt x="230" y="1876"/>
                      <a:pt x="77" y="15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47"/>
              <p:cNvSpPr/>
              <p:nvPr/>
            </p:nvSpPr>
            <p:spPr>
              <a:xfrm>
                <a:off x="3819550" y="933250"/>
                <a:ext cx="1742900" cy="3810200"/>
              </a:xfrm>
              <a:custGeom>
                <a:avLst/>
                <a:gdLst/>
                <a:ahLst/>
                <a:cxnLst/>
                <a:rect l="l" t="t" r="r" b="b"/>
                <a:pathLst>
                  <a:path w="69716" h="152408" extrusionOk="0">
                    <a:moveTo>
                      <a:pt x="537" y="150685"/>
                    </a:moveTo>
                    <a:lnTo>
                      <a:pt x="537" y="150685"/>
                    </a:lnTo>
                    <a:lnTo>
                      <a:pt x="537" y="150685"/>
                    </a:lnTo>
                    <a:lnTo>
                      <a:pt x="537" y="150685"/>
                    </a:lnTo>
                    <a:lnTo>
                      <a:pt x="537" y="150685"/>
                    </a:lnTo>
                    <a:lnTo>
                      <a:pt x="537" y="150685"/>
                    </a:lnTo>
                    <a:lnTo>
                      <a:pt x="537" y="150685"/>
                    </a:lnTo>
                    <a:lnTo>
                      <a:pt x="537" y="150685"/>
                    </a:lnTo>
                    <a:lnTo>
                      <a:pt x="537" y="150685"/>
                    </a:lnTo>
                    <a:lnTo>
                      <a:pt x="537" y="150685"/>
                    </a:lnTo>
                    <a:lnTo>
                      <a:pt x="537" y="150646"/>
                    </a:lnTo>
                    <a:lnTo>
                      <a:pt x="537" y="150646"/>
                    </a:lnTo>
                    <a:lnTo>
                      <a:pt x="537" y="150646"/>
                    </a:lnTo>
                    <a:lnTo>
                      <a:pt x="537" y="150646"/>
                    </a:lnTo>
                    <a:lnTo>
                      <a:pt x="537" y="150646"/>
                    </a:lnTo>
                    <a:lnTo>
                      <a:pt x="537" y="150646"/>
                    </a:lnTo>
                    <a:lnTo>
                      <a:pt x="537" y="150646"/>
                    </a:lnTo>
                    <a:lnTo>
                      <a:pt x="537" y="150646"/>
                    </a:lnTo>
                    <a:lnTo>
                      <a:pt x="537" y="150646"/>
                    </a:lnTo>
                    <a:lnTo>
                      <a:pt x="537" y="150646"/>
                    </a:lnTo>
                    <a:lnTo>
                      <a:pt x="537" y="150608"/>
                    </a:lnTo>
                    <a:lnTo>
                      <a:pt x="537" y="150608"/>
                    </a:lnTo>
                    <a:lnTo>
                      <a:pt x="537" y="150608"/>
                    </a:lnTo>
                    <a:lnTo>
                      <a:pt x="537" y="150608"/>
                    </a:lnTo>
                    <a:lnTo>
                      <a:pt x="537" y="150608"/>
                    </a:lnTo>
                    <a:lnTo>
                      <a:pt x="537" y="150608"/>
                    </a:lnTo>
                    <a:lnTo>
                      <a:pt x="537" y="150608"/>
                    </a:lnTo>
                    <a:lnTo>
                      <a:pt x="537" y="150608"/>
                    </a:lnTo>
                    <a:lnTo>
                      <a:pt x="537" y="150608"/>
                    </a:lnTo>
                    <a:lnTo>
                      <a:pt x="537" y="150608"/>
                    </a:lnTo>
                    <a:lnTo>
                      <a:pt x="537" y="150608"/>
                    </a:lnTo>
                    <a:lnTo>
                      <a:pt x="537" y="150608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70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532"/>
                    </a:lnTo>
                    <a:lnTo>
                      <a:pt x="537" y="150493"/>
                    </a:lnTo>
                    <a:lnTo>
                      <a:pt x="537" y="150493"/>
                    </a:lnTo>
                    <a:lnTo>
                      <a:pt x="537" y="150493"/>
                    </a:lnTo>
                    <a:lnTo>
                      <a:pt x="537" y="150493"/>
                    </a:lnTo>
                    <a:lnTo>
                      <a:pt x="537" y="150493"/>
                    </a:lnTo>
                    <a:lnTo>
                      <a:pt x="537" y="150493"/>
                    </a:lnTo>
                    <a:lnTo>
                      <a:pt x="537" y="150493"/>
                    </a:lnTo>
                    <a:lnTo>
                      <a:pt x="537" y="150493"/>
                    </a:lnTo>
                    <a:lnTo>
                      <a:pt x="537" y="150493"/>
                    </a:lnTo>
                    <a:lnTo>
                      <a:pt x="537" y="150493"/>
                    </a:lnTo>
                    <a:lnTo>
                      <a:pt x="537" y="150493"/>
                    </a:lnTo>
                    <a:lnTo>
                      <a:pt x="537" y="150493"/>
                    </a:lnTo>
                    <a:lnTo>
                      <a:pt x="537" y="150455"/>
                    </a:lnTo>
                    <a:lnTo>
                      <a:pt x="537" y="150455"/>
                    </a:lnTo>
                    <a:lnTo>
                      <a:pt x="537" y="150455"/>
                    </a:lnTo>
                    <a:lnTo>
                      <a:pt x="537" y="150455"/>
                    </a:lnTo>
                    <a:cubicBezTo>
                      <a:pt x="537" y="149153"/>
                      <a:pt x="613" y="147852"/>
                      <a:pt x="690" y="146550"/>
                    </a:cubicBezTo>
                    <a:cubicBezTo>
                      <a:pt x="843" y="143028"/>
                      <a:pt x="881" y="139621"/>
                      <a:pt x="805" y="136137"/>
                    </a:cubicBezTo>
                    <a:cubicBezTo>
                      <a:pt x="652" y="127408"/>
                      <a:pt x="499" y="118680"/>
                      <a:pt x="499" y="109951"/>
                    </a:cubicBezTo>
                    <a:cubicBezTo>
                      <a:pt x="575" y="98006"/>
                      <a:pt x="537" y="86062"/>
                      <a:pt x="1" y="74117"/>
                    </a:cubicBezTo>
                    <a:cubicBezTo>
                      <a:pt x="39" y="65312"/>
                      <a:pt x="192" y="56545"/>
                      <a:pt x="269" y="47740"/>
                    </a:cubicBezTo>
                    <a:cubicBezTo>
                      <a:pt x="422" y="40581"/>
                      <a:pt x="499" y="33422"/>
                      <a:pt x="460" y="26263"/>
                    </a:cubicBezTo>
                    <a:cubicBezTo>
                      <a:pt x="460" y="19487"/>
                      <a:pt x="690" y="12749"/>
                      <a:pt x="422" y="5972"/>
                    </a:cubicBezTo>
                    <a:cubicBezTo>
                      <a:pt x="345" y="4594"/>
                      <a:pt x="269" y="3254"/>
                      <a:pt x="231" y="1876"/>
                    </a:cubicBezTo>
                    <a:cubicBezTo>
                      <a:pt x="192" y="1531"/>
                      <a:pt x="192" y="1187"/>
                      <a:pt x="192" y="842"/>
                    </a:cubicBezTo>
                    <a:lnTo>
                      <a:pt x="192" y="842"/>
                    </a:lnTo>
                    <a:lnTo>
                      <a:pt x="192" y="842"/>
                    </a:lnTo>
                    <a:lnTo>
                      <a:pt x="192" y="842"/>
                    </a:lnTo>
                    <a:lnTo>
                      <a:pt x="192" y="842"/>
                    </a:lnTo>
                    <a:lnTo>
                      <a:pt x="192" y="842"/>
                    </a:lnTo>
                    <a:lnTo>
                      <a:pt x="192" y="842"/>
                    </a:lnTo>
                    <a:lnTo>
                      <a:pt x="192" y="842"/>
                    </a:lnTo>
                    <a:lnTo>
                      <a:pt x="192" y="804"/>
                    </a:lnTo>
                    <a:lnTo>
                      <a:pt x="192" y="804"/>
                    </a:lnTo>
                    <a:lnTo>
                      <a:pt x="192" y="804"/>
                    </a:lnTo>
                    <a:lnTo>
                      <a:pt x="192" y="804"/>
                    </a:lnTo>
                    <a:lnTo>
                      <a:pt x="192" y="804"/>
                    </a:lnTo>
                    <a:lnTo>
                      <a:pt x="192" y="804"/>
                    </a:lnTo>
                    <a:lnTo>
                      <a:pt x="192" y="804"/>
                    </a:lnTo>
                    <a:lnTo>
                      <a:pt x="192" y="804"/>
                    </a:lnTo>
                    <a:lnTo>
                      <a:pt x="192" y="804"/>
                    </a:lnTo>
                    <a:lnTo>
                      <a:pt x="192" y="804"/>
                    </a:lnTo>
                    <a:lnTo>
                      <a:pt x="192" y="804"/>
                    </a:lnTo>
                    <a:lnTo>
                      <a:pt x="192" y="804"/>
                    </a:lnTo>
                    <a:lnTo>
                      <a:pt x="192" y="766"/>
                    </a:lnTo>
                    <a:lnTo>
                      <a:pt x="192" y="766"/>
                    </a:lnTo>
                    <a:lnTo>
                      <a:pt x="192" y="766"/>
                    </a:lnTo>
                    <a:lnTo>
                      <a:pt x="192" y="766"/>
                    </a:lnTo>
                    <a:lnTo>
                      <a:pt x="192" y="766"/>
                    </a:lnTo>
                    <a:lnTo>
                      <a:pt x="192" y="766"/>
                    </a:lnTo>
                    <a:lnTo>
                      <a:pt x="192" y="766"/>
                    </a:lnTo>
                    <a:lnTo>
                      <a:pt x="192" y="766"/>
                    </a:lnTo>
                    <a:lnTo>
                      <a:pt x="192" y="766"/>
                    </a:lnTo>
                    <a:lnTo>
                      <a:pt x="192" y="766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728"/>
                    </a:lnTo>
                    <a:lnTo>
                      <a:pt x="192" y="689"/>
                    </a:lnTo>
                    <a:lnTo>
                      <a:pt x="192" y="689"/>
                    </a:lnTo>
                    <a:cubicBezTo>
                      <a:pt x="192" y="689"/>
                      <a:pt x="192" y="689"/>
                      <a:pt x="231" y="689"/>
                    </a:cubicBezTo>
                    <a:lnTo>
                      <a:pt x="231" y="689"/>
                    </a:lnTo>
                    <a:cubicBezTo>
                      <a:pt x="231" y="689"/>
                      <a:pt x="231" y="651"/>
                      <a:pt x="231" y="651"/>
                    </a:cubicBezTo>
                    <a:lnTo>
                      <a:pt x="231" y="651"/>
                    </a:lnTo>
                    <a:lnTo>
                      <a:pt x="231" y="651"/>
                    </a:lnTo>
                    <a:lnTo>
                      <a:pt x="231" y="651"/>
                    </a:lnTo>
                    <a:cubicBezTo>
                      <a:pt x="231" y="651"/>
                      <a:pt x="269" y="613"/>
                      <a:pt x="269" y="613"/>
                    </a:cubicBezTo>
                    <a:lnTo>
                      <a:pt x="269" y="613"/>
                    </a:lnTo>
                    <a:lnTo>
                      <a:pt x="269" y="613"/>
                    </a:lnTo>
                    <a:lnTo>
                      <a:pt x="269" y="613"/>
                    </a:lnTo>
                    <a:lnTo>
                      <a:pt x="269" y="613"/>
                    </a:lnTo>
                    <a:lnTo>
                      <a:pt x="269" y="613"/>
                    </a:lnTo>
                    <a:lnTo>
                      <a:pt x="269" y="613"/>
                    </a:lnTo>
                    <a:cubicBezTo>
                      <a:pt x="269" y="613"/>
                      <a:pt x="307" y="613"/>
                      <a:pt x="307" y="613"/>
                    </a:cubicBezTo>
                    <a:lnTo>
                      <a:pt x="307" y="613"/>
                    </a:lnTo>
                    <a:cubicBezTo>
                      <a:pt x="307" y="613"/>
                      <a:pt x="307" y="613"/>
                      <a:pt x="307" y="574"/>
                    </a:cubicBezTo>
                    <a:lnTo>
                      <a:pt x="307" y="574"/>
                    </a:lnTo>
                    <a:cubicBezTo>
                      <a:pt x="345" y="574"/>
                      <a:pt x="384" y="574"/>
                      <a:pt x="422" y="536"/>
                    </a:cubicBezTo>
                    <a:lnTo>
                      <a:pt x="422" y="536"/>
                    </a:lnTo>
                    <a:lnTo>
                      <a:pt x="422" y="536"/>
                    </a:lnTo>
                    <a:lnTo>
                      <a:pt x="422" y="536"/>
                    </a:lnTo>
                    <a:cubicBezTo>
                      <a:pt x="499" y="383"/>
                      <a:pt x="652" y="230"/>
                      <a:pt x="958" y="268"/>
                    </a:cubicBezTo>
                    <a:cubicBezTo>
                      <a:pt x="4978" y="0"/>
                      <a:pt x="8998" y="574"/>
                      <a:pt x="13017" y="536"/>
                    </a:cubicBezTo>
                    <a:cubicBezTo>
                      <a:pt x="15812" y="574"/>
                      <a:pt x="18683" y="728"/>
                      <a:pt x="21440" y="728"/>
                    </a:cubicBezTo>
                    <a:cubicBezTo>
                      <a:pt x="26340" y="689"/>
                      <a:pt x="31279" y="651"/>
                      <a:pt x="36141" y="651"/>
                    </a:cubicBezTo>
                    <a:cubicBezTo>
                      <a:pt x="44831" y="498"/>
                      <a:pt x="53522" y="306"/>
                      <a:pt x="62212" y="421"/>
                    </a:cubicBezTo>
                    <a:cubicBezTo>
                      <a:pt x="63322" y="421"/>
                      <a:pt x="64471" y="383"/>
                      <a:pt x="65619" y="383"/>
                    </a:cubicBezTo>
                    <a:cubicBezTo>
                      <a:pt x="66615" y="383"/>
                      <a:pt x="67648" y="268"/>
                      <a:pt x="68644" y="498"/>
                    </a:cubicBezTo>
                    <a:cubicBezTo>
                      <a:pt x="68758" y="498"/>
                      <a:pt x="68873" y="574"/>
                      <a:pt x="68912" y="689"/>
                    </a:cubicBez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lnTo>
                      <a:pt x="68912" y="689"/>
                    </a:lnTo>
                    <a:cubicBezTo>
                      <a:pt x="69103" y="689"/>
                      <a:pt x="69256" y="881"/>
                      <a:pt x="69256" y="1034"/>
                    </a:cubicBezTo>
                    <a:cubicBezTo>
                      <a:pt x="69333" y="1685"/>
                      <a:pt x="69333" y="2335"/>
                      <a:pt x="69371" y="2986"/>
                    </a:cubicBezTo>
                    <a:cubicBezTo>
                      <a:pt x="69448" y="5551"/>
                      <a:pt x="69333" y="8155"/>
                      <a:pt x="69294" y="10681"/>
                    </a:cubicBezTo>
                    <a:cubicBezTo>
                      <a:pt x="69294" y="13667"/>
                      <a:pt x="69524" y="16615"/>
                      <a:pt x="69448" y="19601"/>
                    </a:cubicBezTo>
                    <a:cubicBezTo>
                      <a:pt x="69448" y="22511"/>
                      <a:pt x="69256" y="25421"/>
                      <a:pt x="69141" y="28330"/>
                    </a:cubicBezTo>
                    <a:cubicBezTo>
                      <a:pt x="69065" y="31852"/>
                      <a:pt x="69180" y="35298"/>
                      <a:pt x="69256" y="38820"/>
                    </a:cubicBezTo>
                    <a:cubicBezTo>
                      <a:pt x="69371" y="44524"/>
                      <a:pt x="69294" y="50228"/>
                      <a:pt x="69333" y="55933"/>
                    </a:cubicBezTo>
                    <a:cubicBezTo>
                      <a:pt x="69486" y="61943"/>
                      <a:pt x="69448" y="67992"/>
                      <a:pt x="69448" y="74003"/>
                    </a:cubicBezTo>
                    <a:cubicBezTo>
                      <a:pt x="69524" y="80664"/>
                      <a:pt x="69716" y="87287"/>
                      <a:pt x="69716" y="93948"/>
                    </a:cubicBezTo>
                    <a:cubicBezTo>
                      <a:pt x="69716" y="101222"/>
                      <a:pt x="69639" y="108458"/>
                      <a:pt x="69524" y="115732"/>
                    </a:cubicBezTo>
                    <a:cubicBezTo>
                      <a:pt x="69524" y="121359"/>
                      <a:pt x="69524" y="126949"/>
                      <a:pt x="69562" y="132538"/>
                    </a:cubicBezTo>
                    <a:cubicBezTo>
                      <a:pt x="69486" y="137171"/>
                      <a:pt x="69333" y="141841"/>
                      <a:pt x="69371" y="146435"/>
                    </a:cubicBezTo>
                    <a:lnTo>
                      <a:pt x="69371" y="146512"/>
                    </a:lnTo>
                    <a:lnTo>
                      <a:pt x="69371" y="146512"/>
                    </a:lnTo>
                    <a:lnTo>
                      <a:pt x="69371" y="146588"/>
                    </a:lnTo>
                    <a:lnTo>
                      <a:pt x="69371" y="146588"/>
                    </a:lnTo>
                    <a:lnTo>
                      <a:pt x="69371" y="146665"/>
                    </a:lnTo>
                    <a:lnTo>
                      <a:pt x="69371" y="146703"/>
                    </a:lnTo>
                    <a:lnTo>
                      <a:pt x="69371" y="146742"/>
                    </a:lnTo>
                    <a:lnTo>
                      <a:pt x="69371" y="146780"/>
                    </a:lnTo>
                    <a:lnTo>
                      <a:pt x="69371" y="146818"/>
                    </a:lnTo>
                    <a:lnTo>
                      <a:pt x="69371" y="146856"/>
                    </a:lnTo>
                    <a:lnTo>
                      <a:pt x="69371" y="146933"/>
                    </a:lnTo>
                    <a:lnTo>
                      <a:pt x="69371" y="146971"/>
                    </a:lnTo>
                    <a:lnTo>
                      <a:pt x="69371" y="147010"/>
                    </a:lnTo>
                    <a:lnTo>
                      <a:pt x="69371" y="147048"/>
                    </a:lnTo>
                    <a:lnTo>
                      <a:pt x="69371" y="147086"/>
                    </a:lnTo>
                    <a:lnTo>
                      <a:pt x="69371" y="147124"/>
                    </a:lnTo>
                    <a:lnTo>
                      <a:pt x="69371" y="147163"/>
                    </a:lnTo>
                    <a:lnTo>
                      <a:pt x="69371" y="147201"/>
                    </a:lnTo>
                    <a:lnTo>
                      <a:pt x="69371" y="147239"/>
                    </a:lnTo>
                    <a:lnTo>
                      <a:pt x="69371" y="147277"/>
                    </a:lnTo>
                    <a:lnTo>
                      <a:pt x="69371" y="147316"/>
                    </a:lnTo>
                    <a:lnTo>
                      <a:pt x="69371" y="147354"/>
                    </a:lnTo>
                    <a:lnTo>
                      <a:pt x="69371" y="147392"/>
                    </a:lnTo>
                    <a:lnTo>
                      <a:pt x="69371" y="147431"/>
                    </a:lnTo>
                    <a:lnTo>
                      <a:pt x="69371" y="147469"/>
                    </a:lnTo>
                    <a:lnTo>
                      <a:pt x="69371" y="147507"/>
                    </a:lnTo>
                    <a:lnTo>
                      <a:pt x="69371" y="147545"/>
                    </a:lnTo>
                    <a:lnTo>
                      <a:pt x="69371" y="147584"/>
                    </a:lnTo>
                    <a:lnTo>
                      <a:pt x="69371" y="147622"/>
                    </a:lnTo>
                    <a:lnTo>
                      <a:pt x="69371" y="147622"/>
                    </a:lnTo>
                    <a:lnTo>
                      <a:pt x="69371" y="147699"/>
                    </a:lnTo>
                    <a:lnTo>
                      <a:pt x="69371" y="147699"/>
                    </a:lnTo>
                    <a:lnTo>
                      <a:pt x="69371" y="147775"/>
                    </a:lnTo>
                    <a:lnTo>
                      <a:pt x="69371" y="147775"/>
                    </a:lnTo>
                    <a:lnTo>
                      <a:pt x="69371" y="147852"/>
                    </a:lnTo>
                    <a:lnTo>
                      <a:pt x="69371" y="147852"/>
                    </a:lnTo>
                    <a:lnTo>
                      <a:pt x="69371" y="147928"/>
                    </a:lnTo>
                    <a:lnTo>
                      <a:pt x="69371" y="147928"/>
                    </a:lnTo>
                    <a:lnTo>
                      <a:pt x="69371" y="148005"/>
                    </a:lnTo>
                    <a:lnTo>
                      <a:pt x="69371" y="148005"/>
                    </a:lnTo>
                    <a:lnTo>
                      <a:pt x="69371" y="148081"/>
                    </a:lnTo>
                    <a:lnTo>
                      <a:pt x="69371" y="148081"/>
                    </a:lnTo>
                    <a:lnTo>
                      <a:pt x="69371" y="148235"/>
                    </a:lnTo>
                    <a:lnTo>
                      <a:pt x="69371" y="148235"/>
                    </a:lnTo>
                    <a:lnTo>
                      <a:pt x="69371" y="148311"/>
                    </a:lnTo>
                    <a:lnTo>
                      <a:pt x="69371" y="148311"/>
                    </a:lnTo>
                    <a:lnTo>
                      <a:pt x="69371" y="148388"/>
                    </a:lnTo>
                    <a:lnTo>
                      <a:pt x="69371" y="148426"/>
                    </a:lnTo>
                    <a:lnTo>
                      <a:pt x="69371" y="148464"/>
                    </a:lnTo>
                    <a:lnTo>
                      <a:pt x="69371" y="148503"/>
                    </a:lnTo>
                    <a:lnTo>
                      <a:pt x="69371" y="148541"/>
                    </a:lnTo>
                    <a:lnTo>
                      <a:pt x="69371" y="148579"/>
                    </a:lnTo>
                    <a:lnTo>
                      <a:pt x="69371" y="148617"/>
                    </a:lnTo>
                    <a:lnTo>
                      <a:pt x="69371" y="148656"/>
                    </a:lnTo>
                    <a:lnTo>
                      <a:pt x="69371" y="148694"/>
                    </a:lnTo>
                    <a:lnTo>
                      <a:pt x="69371" y="148732"/>
                    </a:lnTo>
                    <a:lnTo>
                      <a:pt x="69371" y="148771"/>
                    </a:lnTo>
                    <a:lnTo>
                      <a:pt x="69371" y="148809"/>
                    </a:lnTo>
                    <a:lnTo>
                      <a:pt x="69371" y="148847"/>
                    </a:lnTo>
                    <a:lnTo>
                      <a:pt x="69371" y="148885"/>
                    </a:lnTo>
                    <a:lnTo>
                      <a:pt x="69371" y="148924"/>
                    </a:lnTo>
                    <a:lnTo>
                      <a:pt x="69371" y="148962"/>
                    </a:lnTo>
                    <a:lnTo>
                      <a:pt x="69371" y="148962"/>
                    </a:lnTo>
                    <a:lnTo>
                      <a:pt x="69371" y="149077"/>
                    </a:lnTo>
                    <a:lnTo>
                      <a:pt x="69371" y="149077"/>
                    </a:lnTo>
                    <a:lnTo>
                      <a:pt x="69371" y="149153"/>
                    </a:lnTo>
                    <a:lnTo>
                      <a:pt x="69371" y="149153"/>
                    </a:lnTo>
                    <a:lnTo>
                      <a:pt x="69371" y="149230"/>
                    </a:lnTo>
                    <a:lnTo>
                      <a:pt x="69371" y="149230"/>
                    </a:lnTo>
                    <a:lnTo>
                      <a:pt x="69371" y="149307"/>
                    </a:lnTo>
                    <a:lnTo>
                      <a:pt x="69371" y="149307"/>
                    </a:lnTo>
                    <a:lnTo>
                      <a:pt x="69371" y="149383"/>
                    </a:lnTo>
                    <a:lnTo>
                      <a:pt x="69371" y="149383"/>
                    </a:lnTo>
                    <a:lnTo>
                      <a:pt x="69371" y="149460"/>
                    </a:lnTo>
                    <a:lnTo>
                      <a:pt x="69371" y="149460"/>
                    </a:lnTo>
                    <a:lnTo>
                      <a:pt x="69371" y="149536"/>
                    </a:lnTo>
                    <a:lnTo>
                      <a:pt x="69371" y="149613"/>
                    </a:lnTo>
                    <a:lnTo>
                      <a:pt x="69371" y="149613"/>
                    </a:lnTo>
                    <a:lnTo>
                      <a:pt x="69371" y="149689"/>
                    </a:lnTo>
                    <a:cubicBezTo>
                      <a:pt x="69371" y="149766"/>
                      <a:pt x="69371" y="149804"/>
                      <a:pt x="69371" y="149881"/>
                    </a:cubicBezTo>
                    <a:lnTo>
                      <a:pt x="69371" y="149957"/>
                    </a:lnTo>
                    <a:lnTo>
                      <a:pt x="69371" y="149957"/>
                    </a:lnTo>
                    <a:lnTo>
                      <a:pt x="69371" y="149996"/>
                    </a:lnTo>
                    <a:lnTo>
                      <a:pt x="69371" y="150034"/>
                    </a:lnTo>
                    <a:lnTo>
                      <a:pt x="69371" y="150110"/>
                    </a:lnTo>
                    <a:lnTo>
                      <a:pt x="69371" y="150110"/>
                    </a:lnTo>
                    <a:lnTo>
                      <a:pt x="69371" y="150264"/>
                    </a:lnTo>
                    <a:lnTo>
                      <a:pt x="69371" y="150340"/>
                    </a:lnTo>
                    <a:lnTo>
                      <a:pt x="69371" y="150340"/>
                    </a:lnTo>
                    <a:lnTo>
                      <a:pt x="69371" y="150493"/>
                    </a:lnTo>
                    <a:lnTo>
                      <a:pt x="69371" y="150493"/>
                    </a:lnTo>
                    <a:lnTo>
                      <a:pt x="69371" y="150570"/>
                    </a:lnTo>
                    <a:lnTo>
                      <a:pt x="69371" y="150570"/>
                    </a:lnTo>
                    <a:lnTo>
                      <a:pt x="69371" y="150646"/>
                    </a:lnTo>
                    <a:lnTo>
                      <a:pt x="69371" y="150723"/>
                    </a:lnTo>
                    <a:lnTo>
                      <a:pt x="69371" y="150723"/>
                    </a:lnTo>
                    <a:lnTo>
                      <a:pt x="69371" y="150800"/>
                    </a:lnTo>
                    <a:lnTo>
                      <a:pt x="69371" y="150876"/>
                    </a:lnTo>
                    <a:lnTo>
                      <a:pt x="69371" y="150876"/>
                    </a:lnTo>
                    <a:lnTo>
                      <a:pt x="69371" y="150953"/>
                    </a:lnTo>
                    <a:lnTo>
                      <a:pt x="69371" y="150991"/>
                    </a:lnTo>
                    <a:lnTo>
                      <a:pt x="69371" y="151029"/>
                    </a:lnTo>
                    <a:lnTo>
                      <a:pt x="69371" y="151068"/>
                    </a:lnTo>
                    <a:lnTo>
                      <a:pt x="69371" y="151106"/>
                    </a:lnTo>
                    <a:lnTo>
                      <a:pt x="69371" y="151144"/>
                    </a:lnTo>
                    <a:lnTo>
                      <a:pt x="69371" y="151182"/>
                    </a:lnTo>
                    <a:lnTo>
                      <a:pt x="69371" y="151221"/>
                    </a:lnTo>
                    <a:lnTo>
                      <a:pt x="69371" y="151259"/>
                    </a:lnTo>
                    <a:lnTo>
                      <a:pt x="69371" y="151259"/>
                    </a:lnTo>
                    <a:cubicBezTo>
                      <a:pt x="69371" y="151259"/>
                      <a:pt x="69371" y="151259"/>
                      <a:pt x="69371" y="151259"/>
                    </a:cubicBezTo>
                    <a:lnTo>
                      <a:pt x="69371" y="151259"/>
                    </a:lnTo>
                    <a:lnTo>
                      <a:pt x="69371" y="151259"/>
                    </a:lnTo>
                    <a:lnTo>
                      <a:pt x="69371" y="151259"/>
                    </a:lnTo>
                    <a:lnTo>
                      <a:pt x="69409" y="151259"/>
                    </a:lnTo>
                    <a:lnTo>
                      <a:pt x="69409" y="151259"/>
                    </a:lnTo>
                    <a:cubicBezTo>
                      <a:pt x="69409" y="151259"/>
                      <a:pt x="69409" y="151297"/>
                      <a:pt x="69448" y="151297"/>
                    </a:cubicBezTo>
                    <a:lnTo>
                      <a:pt x="69448" y="151297"/>
                    </a:lnTo>
                    <a:lnTo>
                      <a:pt x="69448" y="151297"/>
                    </a:lnTo>
                    <a:lnTo>
                      <a:pt x="69448" y="151297"/>
                    </a:lnTo>
                    <a:lnTo>
                      <a:pt x="69448" y="151336"/>
                    </a:lnTo>
                    <a:lnTo>
                      <a:pt x="69448" y="151336"/>
                    </a:lnTo>
                    <a:cubicBezTo>
                      <a:pt x="69448" y="151336"/>
                      <a:pt x="69448" y="151336"/>
                      <a:pt x="69448" y="151336"/>
                    </a:cubicBezTo>
                    <a:lnTo>
                      <a:pt x="69448" y="151336"/>
                    </a:lnTo>
                    <a:lnTo>
                      <a:pt x="69448" y="151374"/>
                    </a:lnTo>
                    <a:lnTo>
                      <a:pt x="69448" y="151374"/>
                    </a:lnTo>
                    <a:lnTo>
                      <a:pt x="69486" y="151374"/>
                    </a:lnTo>
                    <a:lnTo>
                      <a:pt x="69486" y="151374"/>
                    </a:lnTo>
                    <a:lnTo>
                      <a:pt x="69486" y="151374"/>
                    </a:lnTo>
                    <a:lnTo>
                      <a:pt x="69486" y="151374"/>
                    </a:lnTo>
                    <a:lnTo>
                      <a:pt x="69486" y="151412"/>
                    </a:lnTo>
                    <a:lnTo>
                      <a:pt x="69486" y="151412"/>
                    </a:lnTo>
                    <a:cubicBezTo>
                      <a:pt x="69486" y="151412"/>
                      <a:pt x="69486" y="151412"/>
                      <a:pt x="69486" y="151412"/>
                    </a:cubicBezTo>
                    <a:lnTo>
                      <a:pt x="69486" y="151412"/>
                    </a:lnTo>
                    <a:lnTo>
                      <a:pt x="69486" y="151450"/>
                    </a:lnTo>
                    <a:lnTo>
                      <a:pt x="69486" y="151450"/>
                    </a:lnTo>
                    <a:lnTo>
                      <a:pt x="69486" y="151450"/>
                    </a:lnTo>
                    <a:lnTo>
                      <a:pt x="69486" y="151450"/>
                    </a:lnTo>
                    <a:lnTo>
                      <a:pt x="69486" y="151450"/>
                    </a:lnTo>
                    <a:lnTo>
                      <a:pt x="69486" y="151450"/>
                    </a:lnTo>
                    <a:lnTo>
                      <a:pt x="69486" y="151489"/>
                    </a:lnTo>
                    <a:lnTo>
                      <a:pt x="69486" y="151489"/>
                    </a:lnTo>
                    <a:lnTo>
                      <a:pt x="69486" y="151489"/>
                    </a:lnTo>
                    <a:lnTo>
                      <a:pt x="69486" y="151489"/>
                    </a:lnTo>
                    <a:lnTo>
                      <a:pt x="69486" y="151489"/>
                    </a:lnTo>
                    <a:lnTo>
                      <a:pt x="69486" y="151527"/>
                    </a:lnTo>
                    <a:lnTo>
                      <a:pt x="69486" y="151527"/>
                    </a:lnTo>
                    <a:lnTo>
                      <a:pt x="69486" y="151527"/>
                    </a:lnTo>
                    <a:lnTo>
                      <a:pt x="69486" y="151527"/>
                    </a:lnTo>
                    <a:lnTo>
                      <a:pt x="69486" y="151565"/>
                    </a:lnTo>
                    <a:lnTo>
                      <a:pt x="69486" y="151565"/>
                    </a:lnTo>
                    <a:lnTo>
                      <a:pt x="69486" y="151565"/>
                    </a:lnTo>
                    <a:lnTo>
                      <a:pt x="69486" y="151565"/>
                    </a:lnTo>
                    <a:lnTo>
                      <a:pt x="69486" y="151565"/>
                    </a:lnTo>
                    <a:lnTo>
                      <a:pt x="69486" y="151604"/>
                    </a:lnTo>
                    <a:lnTo>
                      <a:pt x="69486" y="151604"/>
                    </a:lnTo>
                    <a:lnTo>
                      <a:pt x="69486" y="151604"/>
                    </a:lnTo>
                    <a:lnTo>
                      <a:pt x="69486" y="151604"/>
                    </a:lnTo>
                    <a:lnTo>
                      <a:pt x="69486" y="151642"/>
                    </a:lnTo>
                    <a:lnTo>
                      <a:pt x="69486" y="151642"/>
                    </a:lnTo>
                    <a:lnTo>
                      <a:pt x="69486" y="151642"/>
                    </a:lnTo>
                    <a:lnTo>
                      <a:pt x="69486" y="151642"/>
                    </a:lnTo>
                    <a:lnTo>
                      <a:pt x="69486" y="151680"/>
                    </a:lnTo>
                    <a:lnTo>
                      <a:pt x="69486" y="151680"/>
                    </a:lnTo>
                    <a:lnTo>
                      <a:pt x="69486" y="151680"/>
                    </a:lnTo>
                    <a:lnTo>
                      <a:pt x="69486" y="151680"/>
                    </a:lnTo>
                    <a:lnTo>
                      <a:pt x="69486" y="151680"/>
                    </a:lnTo>
                    <a:lnTo>
                      <a:pt x="69486" y="151680"/>
                    </a:lnTo>
                    <a:lnTo>
                      <a:pt x="69486" y="151718"/>
                    </a:lnTo>
                    <a:lnTo>
                      <a:pt x="69486" y="151718"/>
                    </a:lnTo>
                    <a:cubicBezTo>
                      <a:pt x="69486" y="151718"/>
                      <a:pt x="69486" y="151718"/>
                      <a:pt x="69486" y="151718"/>
                    </a:cubicBezTo>
                    <a:lnTo>
                      <a:pt x="69486" y="151718"/>
                    </a:lnTo>
                    <a:cubicBezTo>
                      <a:pt x="69486" y="151718"/>
                      <a:pt x="69486" y="151718"/>
                      <a:pt x="69486" y="151718"/>
                    </a:cubicBezTo>
                    <a:lnTo>
                      <a:pt x="69486" y="151718"/>
                    </a:lnTo>
                    <a:lnTo>
                      <a:pt x="69486" y="151757"/>
                    </a:lnTo>
                    <a:lnTo>
                      <a:pt x="69486" y="151757"/>
                    </a:lnTo>
                    <a:lnTo>
                      <a:pt x="69486" y="151757"/>
                    </a:lnTo>
                    <a:lnTo>
                      <a:pt x="69486" y="151757"/>
                    </a:lnTo>
                    <a:lnTo>
                      <a:pt x="69486" y="151795"/>
                    </a:lnTo>
                    <a:lnTo>
                      <a:pt x="69486" y="151795"/>
                    </a:lnTo>
                    <a:cubicBezTo>
                      <a:pt x="69486" y="151795"/>
                      <a:pt x="69448" y="151795"/>
                      <a:pt x="69448" y="151795"/>
                    </a:cubicBezTo>
                    <a:lnTo>
                      <a:pt x="69448" y="151795"/>
                    </a:lnTo>
                    <a:cubicBezTo>
                      <a:pt x="69448" y="151795"/>
                      <a:pt x="69448" y="151795"/>
                      <a:pt x="69448" y="151795"/>
                    </a:cubicBezTo>
                    <a:lnTo>
                      <a:pt x="69448" y="151795"/>
                    </a:lnTo>
                    <a:cubicBezTo>
                      <a:pt x="69448" y="151795"/>
                      <a:pt x="69448" y="151833"/>
                      <a:pt x="69448" y="151833"/>
                    </a:cubicBezTo>
                    <a:lnTo>
                      <a:pt x="69448" y="151833"/>
                    </a:lnTo>
                    <a:lnTo>
                      <a:pt x="69448" y="151833"/>
                    </a:lnTo>
                    <a:lnTo>
                      <a:pt x="69448" y="151833"/>
                    </a:lnTo>
                    <a:lnTo>
                      <a:pt x="69409" y="151833"/>
                    </a:lnTo>
                    <a:lnTo>
                      <a:pt x="69409" y="151833"/>
                    </a:lnTo>
                    <a:cubicBezTo>
                      <a:pt x="69409" y="151833"/>
                      <a:pt x="69409" y="151833"/>
                      <a:pt x="69409" y="151833"/>
                    </a:cubicBezTo>
                    <a:lnTo>
                      <a:pt x="69409" y="151833"/>
                    </a:lnTo>
                    <a:lnTo>
                      <a:pt x="69409" y="151833"/>
                    </a:lnTo>
                    <a:cubicBezTo>
                      <a:pt x="69409" y="151833"/>
                      <a:pt x="69409" y="151872"/>
                      <a:pt x="69409" y="151872"/>
                    </a:cubicBezTo>
                    <a:lnTo>
                      <a:pt x="69409" y="151872"/>
                    </a:lnTo>
                    <a:lnTo>
                      <a:pt x="69409" y="151872"/>
                    </a:lnTo>
                    <a:lnTo>
                      <a:pt x="69371" y="151872"/>
                    </a:lnTo>
                    <a:lnTo>
                      <a:pt x="69371" y="151872"/>
                    </a:lnTo>
                    <a:lnTo>
                      <a:pt x="69371" y="151872"/>
                    </a:lnTo>
                    <a:lnTo>
                      <a:pt x="69371" y="151872"/>
                    </a:lnTo>
                    <a:lnTo>
                      <a:pt x="69371" y="151872"/>
                    </a:lnTo>
                    <a:cubicBezTo>
                      <a:pt x="69371" y="151872"/>
                      <a:pt x="69333" y="151910"/>
                      <a:pt x="69333" y="151910"/>
                    </a:cubicBezTo>
                    <a:lnTo>
                      <a:pt x="69333" y="151910"/>
                    </a:lnTo>
                    <a:cubicBezTo>
                      <a:pt x="69333" y="151910"/>
                      <a:pt x="69333" y="151910"/>
                      <a:pt x="69333" y="151910"/>
                    </a:cubicBezTo>
                    <a:lnTo>
                      <a:pt x="69333" y="151910"/>
                    </a:lnTo>
                    <a:lnTo>
                      <a:pt x="69294" y="151910"/>
                    </a:lnTo>
                    <a:lnTo>
                      <a:pt x="69294" y="151910"/>
                    </a:lnTo>
                    <a:cubicBezTo>
                      <a:pt x="69294" y="151910"/>
                      <a:pt x="69294" y="151910"/>
                      <a:pt x="69294" y="151910"/>
                    </a:cubicBezTo>
                    <a:lnTo>
                      <a:pt x="69294" y="151910"/>
                    </a:lnTo>
                    <a:lnTo>
                      <a:pt x="69256" y="151910"/>
                    </a:lnTo>
                    <a:lnTo>
                      <a:pt x="69256" y="151910"/>
                    </a:lnTo>
                    <a:lnTo>
                      <a:pt x="69218" y="151910"/>
                    </a:lnTo>
                    <a:cubicBezTo>
                      <a:pt x="68299" y="151986"/>
                      <a:pt x="67380" y="152025"/>
                      <a:pt x="66461" y="152101"/>
                    </a:cubicBezTo>
                    <a:cubicBezTo>
                      <a:pt x="61025" y="152331"/>
                      <a:pt x="55589" y="152408"/>
                      <a:pt x="50191" y="152331"/>
                    </a:cubicBezTo>
                    <a:cubicBezTo>
                      <a:pt x="45903" y="152254"/>
                      <a:pt x="41654" y="152063"/>
                      <a:pt x="37404" y="152025"/>
                    </a:cubicBezTo>
                    <a:cubicBezTo>
                      <a:pt x="28637" y="151986"/>
                      <a:pt x="19870" y="152140"/>
                      <a:pt x="11103" y="151910"/>
                    </a:cubicBezTo>
                    <a:cubicBezTo>
                      <a:pt x="8308" y="151833"/>
                      <a:pt x="5552" y="151795"/>
                      <a:pt x="2757" y="151795"/>
                    </a:cubicBezTo>
                    <a:cubicBezTo>
                      <a:pt x="2183" y="151795"/>
                      <a:pt x="1570" y="151757"/>
                      <a:pt x="958" y="151604"/>
                    </a:cubicBezTo>
                    <a:lnTo>
                      <a:pt x="958" y="151604"/>
                    </a:lnTo>
                    <a:lnTo>
                      <a:pt x="958" y="151604"/>
                    </a:lnTo>
                    <a:lnTo>
                      <a:pt x="958" y="151604"/>
                    </a:lnTo>
                    <a:lnTo>
                      <a:pt x="920" y="151604"/>
                    </a:lnTo>
                    <a:lnTo>
                      <a:pt x="920" y="151604"/>
                    </a:lnTo>
                    <a:lnTo>
                      <a:pt x="920" y="151604"/>
                    </a:lnTo>
                    <a:lnTo>
                      <a:pt x="920" y="151604"/>
                    </a:lnTo>
                    <a:lnTo>
                      <a:pt x="881" y="151604"/>
                    </a:lnTo>
                    <a:lnTo>
                      <a:pt x="881" y="151604"/>
                    </a:lnTo>
                    <a:lnTo>
                      <a:pt x="881" y="151604"/>
                    </a:lnTo>
                    <a:lnTo>
                      <a:pt x="881" y="151604"/>
                    </a:lnTo>
                    <a:lnTo>
                      <a:pt x="843" y="151604"/>
                    </a:lnTo>
                    <a:lnTo>
                      <a:pt x="843" y="151604"/>
                    </a:lnTo>
                    <a:lnTo>
                      <a:pt x="843" y="151604"/>
                    </a:lnTo>
                    <a:lnTo>
                      <a:pt x="843" y="151604"/>
                    </a:lnTo>
                    <a:lnTo>
                      <a:pt x="805" y="151604"/>
                    </a:lnTo>
                    <a:lnTo>
                      <a:pt x="805" y="151604"/>
                    </a:lnTo>
                    <a:lnTo>
                      <a:pt x="805" y="151604"/>
                    </a:lnTo>
                    <a:lnTo>
                      <a:pt x="805" y="151604"/>
                    </a:lnTo>
                    <a:lnTo>
                      <a:pt x="805" y="151604"/>
                    </a:lnTo>
                    <a:lnTo>
                      <a:pt x="767" y="151604"/>
                    </a:lnTo>
                    <a:lnTo>
                      <a:pt x="767" y="151565"/>
                    </a:lnTo>
                    <a:lnTo>
                      <a:pt x="767" y="151565"/>
                    </a:lnTo>
                    <a:lnTo>
                      <a:pt x="767" y="151565"/>
                    </a:lnTo>
                    <a:lnTo>
                      <a:pt x="767" y="151565"/>
                    </a:lnTo>
                    <a:lnTo>
                      <a:pt x="728" y="151565"/>
                    </a:lnTo>
                    <a:lnTo>
                      <a:pt x="728" y="151565"/>
                    </a:lnTo>
                    <a:lnTo>
                      <a:pt x="728" y="151565"/>
                    </a:lnTo>
                    <a:lnTo>
                      <a:pt x="728" y="151565"/>
                    </a:lnTo>
                    <a:lnTo>
                      <a:pt x="728" y="151527"/>
                    </a:lnTo>
                    <a:lnTo>
                      <a:pt x="690" y="151527"/>
                    </a:lnTo>
                    <a:lnTo>
                      <a:pt x="690" y="151527"/>
                    </a:lnTo>
                    <a:lnTo>
                      <a:pt x="690" y="151527"/>
                    </a:lnTo>
                    <a:lnTo>
                      <a:pt x="690" y="151527"/>
                    </a:lnTo>
                    <a:lnTo>
                      <a:pt x="690" y="151527"/>
                    </a:lnTo>
                    <a:lnTo>
                      <a:pt x="652" y="151527"/>
                    </a:lnTo>
                    <a:lnTo>
                      <a:pt x="652" y="151527"/>
                    </a:lnTo>
                    <a:lnTo>
                      <a:pt x="652" y="151489"/>
                    </a:lnTo>
                    <a:lnTo>
                      <a:pt x="652" y="151489"/>
                    </a:lnTo>
                    <a:lnTo>
                      <a:pt x="652" y="151489"/>
                    </a:lnTo>
                    <a:lnTo>
                      <a:pt x="652" y="151489"/>
                    </a:lnTo>
                    <a:lnTo>
                      <a:pt x="652" y="151489"/>
                    </a:lnTo>
                    <a:lnTo>
                      <a:pt x="652" y="151489"/>
                    </a:lnTo>
                    <a:lnTo>
                      <a:pt x="613" y="151489"/>
                    </a:lnTo>
                    <a:lnTo>
                      <a:pt x="613" y="151489"/>
                    </a:lnTo>
                    <a:lnTo>
                      <a:pt x="613" y="151450"/>
                    </a:lnTo>
                    <a:lnTo>
                      <a:pt x="613" y="151450"/>
                    </a:lnTo>
                    <a:lnTo>
                      <a:pt x="613" y="151450"/>
                    </a:lnTo>
                    <a:lnTo>
                      <a:pt x="613" y="151450"/>
                    </a:lnTo>
                    <a:lnTo>
                      <a:pt x="613" y="151412"/>
                    </a:lnTo>
                    <a:lnTo>
                      <a:pt x="613" y="151412"/>
                    </a:lnTo>
                    <a:lnTo>
                      <a:pt x="613" y="151412"/>
                    </a:lnTo>
                    <a:lnTo>
                      <a:pt x="613" y="151412"/>
                    </a:lnTo>
                    <a:lnTo>
                      <a:pt x="575" y="151412"/>
                    </a:lnTo>
                    <a:lnTo>
                      <a:pt x="575" y="151412"/>
                    </a:lnTo>
                    <a:lnTo>
                      <a:pt x="575" y="151374"/>
                    </a:lnTo>
                    <a:lnTo>
                      <a:pt x="575" y="151374"/>
                    </a:lnTo>
                    <a:lnTo>
                      <a:pt x="575" y="151374"/>
                    </a:lnTo>
                    <a:lnTo>
                      <a:pt x="575" y="151374"/>
                    </a:lnTo>
                    <a:lnTo>
                      <a:pt x="575" y="151374"/>
                    </a:lnTo>
                    <a:lnTo>
                      <a:pt x="575" y="151374"/>
                    </a:lnTo>
                    <a:lnTo>
                      <a:pt x="575" y="151336"/>
                    </a:lnTo>
                    <a:lnTo>
                      <a:pt x="575" y="151336"/>
                    </a:lnTo>
                    <a:cubicBezTo>
                      <a:pt x="575" y="151336"/>
                      <a:pt x="575" y="151336"/>
                      <a:pt x="575" y="151336"/>
                    </a:cubicBezTo>
                    <a:lnTo>
                      <a:pt x="575" y="151336"/>
                    </a:lnTo>
                    <a:cubicBezTo>
                      <a:pt x="575" y="151336"/>
                      <a:pt x="575" y="151336"/>
                      <a:pt x="575" y="151297"/>
                    </a:cubicBezTo>
                    <a:lnTo>
                      <a:pt x="575" y="151297"/>
                    </a:lnTo>
                    <a:cubicBezTo>
                      <a:pt x="499" y="151182"/>
                      <a:pt x="499" y="151029"/>
                      <a:pt x="537" y="150876"/>
                    </a:cubicBezTo>
                    <a:lnTo>
                      <a:pt x="537" y="150876"/>
                    </a:lnTo>
                    <a:cubicBezTo>
                      <a:pt x="537" y="150876"/>
                      <a:pt x="575" y="150838"/>
                      <a:pt x="575" y="150838"/>
                    </a:cubicBezTo>
                    <a:lnTo>
                      <a:pt x="575" y="150838"/>
                    </a:lnTo>
                    <a:cubicBezTo>
                      <a:pt x="575" y="150838"/>
                      <a:pt x="575" y="150800"/>
                      <a:pt x="575" y="150800"/>
                    </a:cubicBezTo>
                    <a:lnTo>
                      <a:pt x="575" y="150800"/>
                    </a:lnTo>
                    <a:close/>
                    <a:moveTo>
                      <a:pt x="44755" y="151412"/>
                    </a:moveTo>
                    <a:lnTo>
                      <a:pt x="45176" y="151412"/>
                    </a:lnTo>
                    <a:lnTo>
                      <a:pt x="45176" y="151412"/>
                    </a:lnTo>
                    <a:lnTo>
                      <a:pt x="45520" y="151412"/>
                    </a:lnTo>
                    <a:lnTo>
                      <a:pt x="45559" y="151412"/>
                    </a:lnTo>
                    <a:lnTo>
                      <a:pt x="45827" y="151412"/>
                    </a:lnTo>
                    <a:lnTo>
                      <a:pt x="45941" y="151412"/>
                    </a:lnTo>
                    <a:lnTo>
                      <a:pt x="46171" y="151450"/>
                    </a:lnTo>
                    <a:lnTo>
                      <a:pt x="46362" y="151450"/>
                    </a:lnTo>
                    <a:lnTo>
                      <a:pt x="46516" y="151450"/>
                    </a:lnTo>
                    <a:lnTo>
                      <a:pt x="46745" y="151450"/>
                    </a:lnTo>
                    <a:lnTo>
                      <a:pt x="47013" y="151450"/>
                    </a:lnTo>
                    <a:lnTo>
                      <a:pt x="47128" y="151450"/>
                    </a:lnTo>
                    <a:lnTo>
                      <a:pt x="47434" y="151489"/>
                    </a:lnTo>
                    <a:lnTo>
                      <a:pt x="47549" y="151489"/>
                    </a:lnTo>
                    <a:lnTo>
                      <a:pt x="47779" y="151489"/>
                    </a:lnTo>
                    <a:lnTo>
                      <a:pt x="47932" y="151489"/>
                    </a:lnTo>
                    <a:lnTo>
                      <a:pt x="48162" y="151489"/>
                    </a:lnTo>
                    <a:lnTo>
                      <a:pt x="48353" y="151489"/>
                    </a:lnTo>
                    <a:lnTo>
                      <a:pt x="48621" y="151489"/>
                    </a:lnTo>
                    <a:lnTo>
                      <a:pt x="48736" y="151489"/>
                    </a:lnTo>
                    <a:lnTo>
                      <a:pt x="49004" y="151527"/>
                    </a:lnTo>
                    <a:lnTo>
                      <a:pt x="49119" y="151527"/>
                    </a:lnTo>
                    <a:lnTo>
                      <a:pt x="49387" y="151527"/>
                    </a:lnTo>
                    <a:lnTo>
                      <a:pt x="49540" y="151527"/>
                    </a:lnTo>
                    <a:lnTo>
                      <a:pt x="49808" y="151527"/>
                    </a:lnTo>
                    <a:lnTo>
                      <a:pt x="49923" y="151527"/>
                    </a:lnTo>
                    <a:lnTo>
                      <a:pt x="50229" y="151527"/>
                    </a:lnTo>
                    <a:lnTo>
                      <a:pt x="50344" y="151527"/>
                    </a:lnTo>
                    <a:lnTo>
                      <a:pt x="50650" y="151527"/>
                    </a:lnTo>
                    <a:lnTo>
                      <a:pt x="50727" y="151527"/>
                    </a:lnTo>
                    <a:lnTo>
                      <a:pt x="51033" y="151565"/>
                    </a:lnTo>
                    <a:lnTo>
                      <a:pt x="51110" y="151565"/>
                    </a:lnTo>
                    <a:lnTo>
                      <a:pt x="51454" y="151565"/>
                    </a:lnTo>
                    <a:lnTo>
                      <a:pt x="51531" y="151565"/>
                    </a:lnTo>
                    <a:lnTo>
                      <a:pt x="51799" y="151565"/>
                    </a:lnTo>
                    <a:lnTo>
                      <a:pt x="51952" y="151565"/>
                    </a:lnTo>
                    <a:lnTo>
                      <a:pt x="52220" y="151565"/>
                    </a:lnTo>
                    <a:lnTo>
                      <a:pt x="52335" y="151565"/>
                    </a:lnTo>
                    <a:lnTo>
                      <a:pt x="52641" y="151565"/>
                    </a:lnTo>
                    <a:lnTo>
                      <a:pt x="52756" y="151565"/>
                    </a:lnTo>
                    <a:lnTo>
                      <a:pt x="53024" y="151565"/>
                    </a:lnTo>
                    <a:lnTo>
                      <a:pt x="53139" y="151565"/>
                    </a:lnTo>
                    <a:lnTo>
                      <a:pt x="53445" y="151565"/>
                    </a:lnTo>
                    <a:lnTo>
                      <a:pt x="53522" y="151565"/>
                    </a:lnTo>
                    <a:lnTo>
                      <a:pt x="53866" y="151565"/>
                    </a:lnTo>
                    <a:lnTo>
                      <a:pt x="53904" y="151565"/>
                    </a:lnTo>
                    <a:lnTo>
                      <a:pt x="54249" y="151565"/>
                    </a:lnTo>
                    <a:lnTo>
                      <a:pt x="54326" y="151565"/>
                    </a:lnTo>
                    <a:lnTo>
                      <a:pt x="54670" y="151565"/>
                    </a:lnTo>
                    <a:lnTo>
                      <a:pt x="54708" y="151565"/>
                    </a:lnTo>
                    <a:lnTo>
                      <a:pt x="55053" y="151565"/>
                    </a:lnTo>
                    <a:lnTo>
                      <a:pt x="55091" y="151565"/>
                    </a:lnTo>
                    <a:lnTo>
                      <a:pt x="55474" y="151565"/>
                    </a:lnTo>
                    <a:lnTo>
                      <a:pt x="55512" y="151565"/>
                    </a:lnTo>
                    <a:lnTo>
                      <a:pt x="55857" y="151565"/>
                    </a:lnTo>
                    <a:lnTo>
                      <a:pt x="55933" y="151565"/>
                    </a:lnTo>
                    <a:lnTo>
                      <a:pt x="56240" y="151565"/>
                    </a:lnTo>
                    <a:lnTo>
                      <a:pt x="56316" y="151565"/>
                    </a:lnTo>
                    <a:lnTo>
                      <a:pt x="56661" y="151565"/>
                    </a:lnTo>
                    <a:lnTo>
                      <a:pt x="56699" y="151565"/>
                    </a:lnTo>
                    <a:cubicBezTo>
                      <a:pt x="56967" y="151565"/>
                      <a:pt x="57197" y="151565"/>
                      <a:pt x="57465" y="151527"/>
                    </a:cubicBezTo>
                    <a:lnTo>
                      <a:pt x="57465" y="151527"/>
                    </a:lnTo>
                    <a:cubicBezTo>
                      <a:pt x="61178" y="151489"/>
                      <a:pt x="64892" y="151374"/>
                      <a:pt x="68605" y="151144"/>
                    </a:cubicBezTo>
                    <a:lnTo>
                      <a:pt x="68605" y="151106"/>
                    </a:lnTo>
                    <a:lnTo>
                      <a:pt x="68605" y="151106"/>
                    </a:lnTo>
                    <a:lnTo>
                      <a:pt x="68605" y="151068"/>
                    </a:lnTo>
                    <a:lnTo>
                      <a:pt x="68605" y="151029"/>
                    </a:lnTo>
                    <a:lnTo>
                      <a:pt x="68605" y="151029"/>
                    </a:lnTo>
                    <a:lnTo>
                      <a:pt x="68605" y="150953"/>
                    </a:lnTo>
                    <a:lnTo>
                      <a:pt x="68605" y="150953"/>
                    </a:lnTo>
                    <a:lnTo>
                      <a:pt x="68605" y="150914"/>
                    </a:lnTo>
                    <a:lnTo>
                      <a:pt x="68605" y="150914"/>
                    </a:lnTo>
                    <a:lnTo>
                      <a:pt x="68605" y="150876"/>
                    </a:lnTo>
                    <a:lnTo>
                      <a:pt x="68605" y="150876"/>
                    </a:lnTo>
                    <a:lnTo>
                      <a:pt x="68605" y="150838"/>
                    </a:lnTo>
                    <a:lnTo>
                      <a:pt x="68605" y="150838"/>
                    </a:lnTo>
                    <a:lnTo>
                      <a:pt x="68605" y="150800"/>
                    </a:lnTo>
                    <a:lnTo>
                      <a:pt x="68605" y="150800"/>
                    </a:lnTo>
                    <a:lnTo>
                      <a:pt x="68605" y="150761"/>
                    </a:lnTo>
                    <a:lnTo>
                      <a:pt x="68605" y="150761"/>
                    </a:lnTo>
                    <a:lnTo>
                      <a:pt x="68605" y="150723"/>
                    </a:lnTo>
                    <a:lnTo>
                      <a:pt x="68605" y="150685"/>
                    </a:lnTo>
                    <a:lnTo>
                      <a:pt x="68605" y="150685"/>
                    </a:lnTo>
                    <a:lnTo>
                      <a:pt x="68605" y="150646"/>
                    </a:lnTo>
                    <a:lnTo>
                      <a:pt x="68605" y="150646"/>
                    </a:lnTo>
                    <a:lnTo>
                      <a:pt x="68605" y="150608"/>
                    </a:lnTo>
                    <a:lnTo>
                      <a:pt x="68605" y="150608"/>
                    </a:lnTo>
                    <a:lnTo>
                      <a:pt x="68605" y="150570"/>
                    </a:lnTo>
                    <a:lnTo>
                      <a:pt x="68605" y="150570"/>
                    </a:lnTo>
                    <a:lnTo>
                      <a:pt x="68605" y="150532"/>
                    </a:lnTo>
                    <a:lnTo>
                      <a:pt x="68605" y="150532"/>
                    </a:lnTo>
                    <a:lnTo>
                      <a:pt x="68605" y="150455"/>
                    </a:lnTo>
                    <a:lnTo>
                      <a:pt x="68605" y="150455"/>
                    </a:lnTo>
                    <a:lnTo>
                      <a:pt x="68605" y="150417"/>
                    </a:lnTo>
                    <a:lnTo>
                      <a:pt x="68605" y="150417"/>
                    </a:lnTo>
                    <a:lnTo>
                      <a:pt x="68605" y="150378"/>
                    </a:lnTo>
                    <a:lnTo>
                      <a:pt x="68605" y="150378"/>
                    </a:lnTo>
                    <a:lnTo>
                      <a:pt x="68605" y="150340"/>
                    </a:lnTo>
                    <a:lnTo>
                      <a:pt x="68605" y="150340"/>
                    </a:lnTo>
                    <a:lnTo>
                      <a:pt x="68605" y="150302"/>
                    </a:lnTo>
                    <a:lnTo>
                      <a:pt x="68605" y="150302"/>
                    </a:lnTo>
                    <a:lnTo>
                      <a:pt x="68605" y="150264"/>
                    </a:lnTo>
                    <a:lnTo>
                      <a:pt x="68605" y="150264"/>
                    </a:lnTo>
                    <a:lnTo>
                      <a:pt x="68605" y="150225"/>
                    </a:lnTo>
                    <a:lnTo>
                      <a:pt x="68605" y="150225"/>
                    </a:lnTo>
                    <a:lnTo>
                      <a:pt x="68605" y="150187"/>
                    </a:lnTo>
                    <a:lnTo>
                      <a:pt x="68605" y="150149"/>
                    </a:lnTo>
                    <a:lnTo>
                      <a:pt x="68605" y="150149"/>
                    </a:lnTo>
                    <a:lnTo>
                      <a:pt x="68605" y="150110"/>
                    </a:lnTo>
                    <a:lnTo>
                      <a:pt x="68605" y="150110"/>
                    </a:lnTo>
                    <a:lnTo>
                      <a:pt x="68605" y="150072"/>
                    </a:lnTo>
                    <a:lnTo>
                      <a:pt x="68605" y="150072"/>
                    </a:lnTo>
                    <a:lnTo>
                      <a:pt x="68605" y="150034"/>
                    </a:lnTo>
                    <a:lnTo>
                      <a:pt x="68605" y="150034"/>
                    </a:lnTo>
                    <a:lnTo>
                      <a:pt x="68605" y="149996"/>
                    </a:lnTo>
                    <a:lnTo>
                      <a:pt x="68605" y="149996"/>
                    </a:lnTo>
                    <a:lnTo>
                      <a:pt x="68605" y="149957"/>
                    </a:lnTo>
                    <a:lnTo>
                      <a:pt x="68605" y="149957"/>
                    </a:lnTo>
                    <a:lnTo>
                      <a:pt x="68605" y="149919"/>
                    </a:lnTo>
                    <a:lnTo>
                      <a:pt x="68605" y="149881"/>
                    </a:lnTo>
                    <a:lnTo>
                      <a:pt x="68605" y="149843"/>
                    </a:lnTo>
                    <a:lnTo>
                      <a:pt x="68605" y="149843"/>
                    </a:lnTo>
                    <a:lnTo>
                      <a:pt x="68605" y="149804"/>
                    </a:lnTo>
                    <a:lnTo>
                      <a:pt x="68605" y="149804"/>
                    </a:lnTo>
                    <a:lnTo>
                      <a:pt x="68605" y="149766"/>
                    </a:lnTo>
                    <a:lnTo>
                      <a:pt x="68605" y="149766"/>
                    </a:lnTo>
                    <a:lnTo>
                      <a:pt x="68605" y="149728"/>
                    </a:lnTo>
                    <a:lnTo>
                      <a:pt x="68605" y="149728"/>
                    </a:lnTo>
                    <a:lnTo>
                      <a:pt x="68605" y="149689"/>
                    </a:lnTo>
                    <a:lnTo>
                      <a:pt x="68605" y="149689"/>
                    </a:lnTo>
                    <a:lnTo>
                      <a:pt x="68605" y="149651"/>
                    </a:lnTo>
                    <a:lnTo>
                      <a:pt x="68605" y="149613"/>
                    </a:lnTo>
                    <a:lnTo>
                      <a:pt x="68605" y="149613"/>
                    </a:lnTo>
                    <a:lnTo>
                      <a:pt x="68605" y="149575"/>
                    </a:lnTo>
                    <a:lnTo>
                      <a:pt x="68605" y="149575"/>
                    </a:lnTo>
                    <a:lnTo>
                      <a:pt x="68605" y="149536"/>
                    </a:lnTo>
                    <a:lnTo>
                      <a:pt x="68605" y="149536"/>
                    </a:lnTo>
                    <a:lnTo>
                      <a:pt x="68605" y="149498"/>
                    </a:lnTo>
                    <a:lnTo>
                      <a:pt x="68605" y="149498"/>
                    </a:lnTo>
                    <a:lnTo>
                      <a:pt x="68605" y="149460"/>
                    </a:lnTo>
                    <a:lnTo>
                      <a:pt x="68605" y="149460"/>
                    </a:lnTo>
                    <a:lnTo>
                      <a:pt x="68605" y="149421"/>
                    </a:lnTo>
                    <a:lnTo>
                      <a:pt x="68605" y="149421"/>
                    </a:lnTo>
                    <a:lnTo>
                      <a:pt x="68605" y="149383"/>
                    </a:lnTo>
                    <a:lnTo>
                      <a:pt x="68605" y="149383"/>
                    </a:lnTo>
                    <a:lnTo>
                      <a:pt x="68605" y="149345"/>
                    </a:lnTo>
                    <a:lnTo>
                      <a:pt x="68605" y="149345"/>
                    </a:lnTo>
                    <a:lnTo>
                      <a:pt x="68605" y="149307"/>
                    </a:lnTo>
                    <a:lnTo>
                      <a:pt x="68605" y="149268"/>
                    </a:lnTo>
                    <a:lnTo>
                      <a:pt x="68605" y="149268"/>
                    </a:lnTo>
                    <a:lnTo>
                      <a:pt x="68605" y="149230"/>
                    </a:lnTo>
                    <a:lnTo>
                      <a:pt x="68605" y="149230"/>
                    </a:lnTo>
                    <a:lnTo>
                      <a:pt x="68605" y="149192"/>
                    </a:lnTo>
                    <a:lnTo>
                      <a:pt x="68605" y="149192"/>
                    </a:lnTo>
                    <a:lnTo>
                      <a:pt x="68605" y="149153"/>
                    </a:lnTo>
                    <a:lnTo>
                      <a:pt x="68605" y="149153"/>
                    </a:lnTo>
                    <a:lnTo>
                      <a:pt x="68605" y="149115"/>
                    </a:lnTo>
                    <a:lnTo>
                      <a:pt x="68605" y="149115"/>
                    </a:lnTo>
                    <a:lnTo>
                      <a:pt x="68605" y="149077"/>
                    </a:lnTo>
                    <a:lnTo>
                      <a:pt x="68605" y="149077"/>
                    </a:lnTo>
                    <a:lnTo>
                      <a:pt x="68605" y="149000"/>
                    </a:lnTo>
                    <a:lnTo>
                      <a:pt x="68605" y="149000"/>
                    </a:lnTo>
                    <a:lnTo>
                      <a:pt x="68605" y="148962"/>
                    </a:lnTo>
                    <a:lnTo>
                      <a:pt x="68605" y="148962"/>
                    </a:lnTo>
                    <a:lnTo>
                      <a:pt x="68605" y="148924"/>
                    </a:lnTo>
                    <a:lnTo>
                      <a:pt x="68605" y="148924"/>
                    </a:lnTo>
                    <a:lnTo>
                      <a:pt x="68605" y="148885"/>
                    </a:lnTo>
                    <a:lnTo>
                      <a:pt x="68605" y="148885"/>
                    </a:lnTo>
                    <a:lnTo>
                      <a:pt x="68605" y="148847"/>
                    </a:lnTo>
                    <a:lnTo>
                      <a:pt x="68605" y="148847"/>
                    </a:lnTo>
                    <a:lnTo>
                      <a:pt x="68605" y="148809"/>
                    </a:lnTo>
                    <a:lnTo>
                      <a:pt x="68605" y="148809"/>
                    </a:lnTo>
                    <a:lnTo>
                      <a:pt x="68605" y="148771"/>
                    </a:lnTo>
                    <a:lnTo>
                      <a:pt x="68605" y="148771"/>
                    </a:lnTo>
                    <a:lnTo>
                      <a:pt x="68605" y="148732"/>
                    </a:lnTo>
                    <a:lnTo>
                      <a:pt x="68605" y="148694"/>
                    </a:lnTo>
                    <a:lnTo>
                      <a:pt x="68605" y="148694"/>
                    </a:lnTo>
                    <a:lnTo>
                      <a:pt x="68605" y="148656"/>
                    </a:lnTo>
                    <a:lnTo>
                      <a:pt x="68605" y="148656"/>
                    </a:lnTo>
                    <a:lnTo>
                      <a:pt x="68605" y="148617"/>
                    </a:lnTo>
                    <a:lnTo>
                      <a:pt x="68605" y="148617"/>
                    </a:lnTo>
                    <a:lnTo>
                      <a:pt x="68605" y="148579"/>
                    </a:lnTo>
                    <a:lnTo>
                      <a:pt x="68605" y="148579"/>
                    </a:lnTo>
                    <a:lnTo>
                      <a:pt x="68605" y="148541"/>
                    </a:lnTo>
                    <a:cubicBezTo>
                      <a:pt x="68529" y="143066"/>
                      <a:pt x="68720" y="137592"/>
                      <a:pt x="68797" y="132117"/>
                    </a:cubicBezTo>
                    <a:cubicBezTo>
                      <a:pt x="68758" y="126643"/>
                      <a:pt x="68758" y="121168"/>
                      <a:pt x="68758" y="115693"/>
                    </a:cubicBezTo>
                    <a:cubicBezTo>
                      <a:pt x="68873" y="108037"/>
                      <a:pt x="68950" y="100380"/>
                      <a:pt x="68950" y="92762"/>
                    </a:cubicBezTo>
                    <a:cubicBezTo>
                      <a:pt x="68950" y="88321"/>
                      <a:pt x="68835" y="83918"/>
                      <a:pt x="68758" y="79515"/>
                    </a:cubicBezTo>
                    <a:cubicBezTo>
                      <a:pt x="68644" y="74079"/>
                      <a:pt x="68720" y="68605"/>
                      <a:pt x="68682" y="63168"/>
                    </a:cubicBezTo>
                    <a:cubicBezTo>
                      <a:pt x="68529" y="55971"/>
                      <a:pt x="68605" y="48774"/>
                      <a:pt x="68529" y="41576"/>
                    </a:cubicBezTo>
                    <a:cubicBezTo>
                      <a:pt x="68452" y="37403"/>
                      <a:pt x="68337" y="33230"/>
                      <a:pt x="68376" y="29057"/>
                    </a:cubicBezTo>
                    <a:cubicBezTo>
                      <a:pt x="68452" y="25612"/>
                      <a:pt x="68720" y="22090"/>
                      <a:pt x="68720" y="18644"/>
                    </a:cubicBezTo>
                    <a:cubicBezTo>
                      <a:pt x="68720" y="16500"/>
                      <a:pt x="68605" y="14357"/>
                      <a:pt x="68567" y="12213"/>
                    </a:cubicBezTo>
                    <a:cubicBezTo>
                      <a:pt x="68529" y="10184"/>
                      <a:pt x="68605" y="8155"/>
                      <a:pt x="68644" y="6202"/>
                    </a:cubicBezTo>
                    <a:cubicBezTo>
                      <a:pt x="68644" y="4824"/>
                      <a:pt x="68605" y="3446"/>
                      <a:pt x="68567" y="2106"/>
                    </a:cubicBezTo>
                    <a:cubicBezTo>
                      <a:pt x="68529" y="1799"/>
                      <a:pt x="68529" y="1493"/>
                      <a:pt x="68490" y="1149"/>
                    </a:cubicBez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lnTo>
                      <a:pt x="68490" y="1149"/>
                    </a:lnTo>
                    <a:cubicBezTo>
                      <a:pt x="68490" y="1149"/>
                      <a:pt x="68452" y="1149"/>
                      <a:pt x="68414" y="1149"/>
                    </a:cubicBezTo>
                    <a:cubicBezTo>
                      <a:pt x="67687" y="996"/>
                      <a:pt x="66806" y="1072"/>
                      <a:pt x="66079" y="1034"/>
                    </a:cubicBezTo>
                    <a:cubicBezTo>
                      <a:pt x="64854" y="1034"/>
                      <a:pt x="63667" y="1072"/>
                      <a:pt x="62480" y="1110"/>
                    </a:cubicBezTo>
                    <a:cubicBezTo>
                      <a:pt x="59838" y="1110"/>
                      <a:pt x="57197" y="1072"/>
                      <a:pt x="54593" y="1072"/>
                    </a:cubicBezTo>
                    <a:cubicBezTo>
                      <a:pt x="49157" y="1034"/>
                      <a:pt x="43721" y="1225"/>
                      <a:pt x="38285" y="1302"/>
                    </a:cubicBezTo>
                    <a:cubicBezTo>
                      <a:pt x="32427" y="1340"/>
                      <a:pt x="26570" y="1378"/>
                      <a:pt x="20751" y="1378"/>
                    </a:cubicBezTo>
                    <a:cubicBezTo>
                      <a:pt x="17229" y="1340"/>
                      <a:pt x="13706" y="1225"/>
                      <a:pt x="10223" y="1187"/>
                    </a:cubicBezTo>
                    <a:cubicBezTo>
                      <a:pt x="7045" y="1110"/>
                      <a:pt x="3906" y="651"/>
                      <a:pt x="767" y="957"/>
                    </a:cubicBezTo>
                    <a:lnTo>
                      <a:pt x="767" y="1225"/>
                    </a:lnTo>
                    <a:lnTo>
                      <a:pt x="767" y="1225"/>
                    </a:lnTo>
                    <a:lnTo>
                      <a:pt x="767" y="1264"/>
                    </a:lnTo>
                    <a:lnTo>
                      <a:pt x="767" y="1264"/>
                    </a:lnTo>
                    <a:lnTo>
                      <a:pt x="767" y="1264"/>
                    </a:lnTo>
                    <a:lnTo>
                      <a:pt x="767" y="1264"/>
                    </a:lnTo>
                    <a:lnTo>
                      <a:pt x="767" y="1302"/>
                    </a:lnTo>
                    <a:lnTo>
                      <a:pt x="767" y="1340"/>
                    </a:lnTo>
                    <a:lnTo>
                      <a:pt x="767" y="1340"/>
                    </a:lnTo>
                    <a:lnTo>
                      <a:pt x="767" y="1340"/>
                    </a:lnTo>
                    <a:lnTo>
                      <a:pt x="767" y="1340"/>
                    </a:lnTo>
                    <a:lnTo>
                      <a:pt x="767" y="1378"/>
                    </a:lnTo>
                    <a:lnTo>
                      <a:pt x="767" y="1378"/>
                    </a:lnTo>
                    <a:lnTo>
                      <a:pt x="767" y="1417"/>
                    </a:lnTo>
                    <a:lnTo>
                      <a:pt x="767" y="1417"/>
                    </a:lnTo>
                    <a:lnTo>
                      <a:pt x="767" y="1417"/>
                    </a:lnTo>
                    <a:lnTo>
                      <a:pt x="767" y="1417"/>
                    </a:lnTo>
                    <a:cubicBezTo>
                      <a:pt x="767" y="1455"/>
                      <a:pt x="767" y="1531"/>
                      <a:pt x="767" y="1570"/>
                    </a:cubicBezTo>
                    <a:lnTo>
                      <a:pt x="767" y="1570"/>
                    </a:lnTo>
                    <a:lnTo>
                      <a:pt x="767" y="1570"/>
                    </a:lnTo>
                    <a:lnTo>
                      <a:pt x="767" y="1608"/>
                    </a:lnTo>
                    <a:lnTo>
                      <a:pt x="767" y="1608"/>
                    </a:lnTo>
                    <a:lnTo>
                      <a:pt x="767" y="1646"/>
                    </a:lnTo>
                    <a:lnTo>
                      <a:pt x="767" y="1646"/>
                    </a:lnTo>
                    <a:lnTo>
                      <a:pt x="767" y="1646"/>
                    </a:lnTo>
                    <a:lnTo>
                      <a:pt x="767" y="1685"/>
                    </a:lnTo>
                    <a:lnTo>
                      <a:pt x="767" y="1685"/>
                    </a:lnTo>
                    <a:lnTo>
                      <a:pt x="767" y="1685"/>
                    </a:lnTo>
                    <a:lnTo>
                      <a:pt x="767" y="1723"/>
                    </a:lnTo>
                    <a:lnTo>
                      <a:pt x="767" y="1723"/>
                    </a:lnTo>
                    <a:lnTo>
                      <a:pt x="767" y="1723"/>
                    </a:lnTo>
                    <a:lnTo>
                      <a:pt x="767" y="1761"/>
                    </a:lnTo>
                    <a:lnTo>
                      <a:pt x="767" y="1761"/>
                    </a:lnTo>
                    <a:lnTo>
                      <a:pt x="767" y="1799"/>
                    </a:lnTo>
                    <a:lnTo>
                      <a:pt x="767" y="1799"/>
                    </a:lnTo>
                    <a:lnTo>
                      <a:pt x="767" y="1838"/>
                    </a:lnTo>
                    <a:lnTo>
                      <a:pt x="767" y="1838"/>
                    </a:lnTo>
                    <a:lnTo>
                      <a:pt x="767" y="1838"/>
                    </a:lnTo>
                    <a:lnTo>
                      <a:pt x="767" y="1838"/>
                    </a:lnTo>
                    <a:lnTo>
                      <a:pt x="767" y="1876"/>
                    </a:lnTo>
                    <a:lnTo>
                      <a:pt x="767" y="1876"/>
                    </a:lnTo>
                    <a:lnTo>
                      <a:pt x="767" y="1914"/>
                    </a:lnTo>
                    <a:lnTo>
                      <a:pt x="767" y="1914"/>
                    </a:lnTo>
                    <a:lnTo>
                      <a:pt x="767" y="1953"/>
                    </a:lnTo>
                    <a:lnTo>
                      <a:pt x="767" y="1953"/>
                    </a:lnTo>
                    <a:lnTo>
                      <a:pt x="767" y="1953"/>
                    </a:lnTo>
                    <a:lnTo>
                      <a:pt x="767" y="1953"/>
                    </a:lnTo>
                    <a:lnTo>
                      <a:pt x="767" y="2029"/>
                    </a:lnTo>
                    <a:lnTo>
                      <a:pt x="767" y="2029"/>
                    </a:lnTo>
                    <a:lnTo>
                      <a:pt x="767" y="2029"/>
                    </a:lnTo>
                    <a:lnTo>
                      <a:pt x="767" y="2029"/>
                    </a:lnTo>
                    <a:lnTo>
                      <a:pt x="767" y="2067"/>
                    </a:lnTo>
                    <a:lnTo>
                      <a:pt x="767" y="2067"/>
                    </a:lnTo>
                    <a:lnTo>
                      <a:pt x="767" y="2106"/>
                    </a:lnTo>
                    <a:lnTo>
                      <a:pt x="767" y="2106"/>
                    </a:lnTo>
                    <a:lnTo>
                      <a:pt x="767" y="2106"/>
                    </a:lnTo>
                    <a:lnTo>
                      <a:pt x="767" y="2106"/>
                    </a:lnTo>
                    <a:lnTo>
                      <a:pt x="767" y="2144"/>
                    </a:lnTo>
                    <a:lnTo>
                      <a:pt x="767" y="2144"/>
                    </a:lnTo>
                    <a:lnTo>
                      <a:pt x="767" y="2144"/>
                    </a:lnTo>
                    <a:lnTo>
                      <a:pt x="767" y="2182"/>
                    </a:lnTo>
                    <a:lnTo>
                      <a:pt x="767" y="2182"/>
                    </a:lnTo>
                    <a:lnTo>
                      <a:pt x="767" y="2182"/>
                    </a:lnTo>
                    <a:lnTo>
                      <a:pt x="767" y="2221"/>
                    </a:lnTo>
                    <a:lnTo>
                      <a:pt x="767" y="2221"/>
                    </a:lnTo>
                    <a:lnTo>
                      <a:pt x="767" y="2221"/>
                    </a:lnTo>
                    <a:lnTo>
                      <a:pt x="767" y="2259"/>
                    </a:lnTo>
                    <a:lnTo>
                      <a:pt x="767" y="2259"/>
                    </a:lnTo>
                    <a:lnTo>
                      <a:pt x="767" y="2259"/>
                    </a:lnTo>
                    <a:lnTo>
                      <a:pt x="767" y="2297"/>
                    </a:lnTo>
                    <a:lnTo>
                      <a:pt x="767" y="2297"/>
                    </a:lnTo>
                    <a:lnTo>
                      <a:pt x="767" y="2335"/>
                    </a:lnTo>
                    <a:lnTo>
                      <a:pt x="767" y="2335"/>
                    </a:lnTo>
                    <a:lnTo>
                      <a:pt x="767" y="2335"/>
                    </a:lnTo>
                    <a:lnTo>
                      <a:pt x="767" y="2374"/>
                    </a:lnTo>
                    <a:lnTo>
                      <a:pt x="767" y="2374"/>
                    </a:lnTo>
                    <a:lnTo>
                      <a:pt x="767" y="2374"/>
                    </a:lnTo>
                    <a:lnTo>
                      <a:pt x="767" y="2374"/>
                    </a:lnTo>
                    <a:lnTo>
                      <a:pt x="767" y="2412"/>
                    </a:lnTo>
                    <a:lnTo>
                      <a:pt x="767" y="2412"/>
                    </a:lnTo>
                    <a:lnTo>
                      <a:pt x="767" y="2450"/>
                    </a:lnTo>
                    <a:lnTo>
                      <a:pt x="767" y="2450"/>
                    </a:lnTo>
                    <a:lnTo>
                      <a:pt x="767" y="2450"/>
                    </a:lnTo>
                    <a:lnTo>
                      <a:pt x="767" y="2450"/>
                    </a:lnTo>
                    <a:lnTo>
                      <a:pt x="767" y="2489"/>
                    </a:lnTo>
                    <a:lnTo>
                      <a:pt x="767" y="2489"/>
                    </a:lnTo>
                    <a:lnTo>
                      <a:pt x="767" y="2527"/>
                    </a:lnTo>
                    <a:lnTo>
                      <a:pt x="767" y="2527"/>
                    </a:lnTo>
                    <a:lnTo>
                      <a:pt x="767" y="2527"/>
                    </a:lnTo>
                    <a:lnTo>
                      <a:pt x="767" y="2527"/>
                    </a:lnTo>
                    <a:lnTo>
                      <a:pt x="767" y="2565"/>
                    </a:lnTo>
                    <a:lnTo>
                      <a:pt x="767" y="2565"/>
                    </a:lnTo>
                    <a:lnTo>
                      <a:pt x="767" y="2565"/>
                    </a:lnTo>
                    <a:cubicBezTo>
                      <a:pt x="843" y="4632"/>
                      <a:pt x="1035" y="6700"/>
                      <a:pt x="1035" y="8767"/>
                    </a:cubicBezTo>
                    <a:cubicBezTo>
                      <a:pt x="1111" y="13591"/>
                      <a:pt x="1035" y="18415"/>
                      <a:pt x="958" y="23200"/>
                    </a:cubicBezTo>
                    <a:cubicBezTo>
                      <a:pt x="920" y="27603"/>
                      <a:pt x="996" y="32005"/>
                      <a:pt x="996" y="36408"/>
                    </a:cubicBezTo>
                    <a:cubicBezTo>
                      <a:pt x="805" y="45826"/>
                      <a:pt x="690" y="55244"/>
                      <a:pt x="613" y="64661"/>
                    </a:cubicBezTo>
                    <a:cubicBezTo>
                      <a:pt x="575" y="68375"/>
                      <a:pt x="422" y="72088"/>
                      <a:pt x="575" y="75802"/>
                    </a:cubicBezTo>
                    <a:cubicBezTo>
                      <a:pt x="1379" y="92340"/>
                      <a:pt x="843" y="108879"/>
                      <a:pt x="1111" y="125379"/>
                    </a:cubicBezTo>
                    <a:cubicBezTo>
                      <a:pt x="1264" y="132730"/>
                      <a:pt x="1532" y="140042"/>
                      <a:pt x="1149" y="147354"/>
                    </a:cubicBezTo>
                    <a:cubicBezTo>
                      <a:pt x="1111" y="148388"/>
                      <a:pt x="1035" y="149460"/>
                      <a:pt x="1035" y="150493"/>
                    </a:cubicBez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493"/>
                    </a:lnTo>
                    <a:lnTo>
                      <a:pt x="1035" y="150532"/>
                    </a:lnTo>
                    <a:lnTo>
                      <a:pt x="1035" y="150532"/>
                    </a:lnTo>
                    <a:cubicBezTo>
                      <a:pt x="1035" y="150532"/>
                      <a:pt x="1035" y="150532"/>
                      <a:pt x="1035" y="150532"/>
                    </a:cubicBezTo>
                    <a:lnTo>
                      <a:pt x="1035" y="150532"/>
                    </a:lnTo>
                    <a:cubicBezTo>
                      <a:pt x="1035" y="150532"/>
                      <a:pt x="1035" y="150532"/>
                      <a:pt x="1073" y="150532"/>
                    </a:cubicBezTo>
                    <a:lnTo>
                      <a:pt x="1073" y="150532"/>
                    </a:lnTo>
                    <a:lnTo>
                      <a:pt x="1073" y="150532"/>
                    </a:lnTo>
                    <a:lnTo>
                      <a:pt x="1073" y="150532"/>
                    </a:lnTo>
                    <a:cubicBezTo>
                      <a:pt x="1073" y="150532"/>
                      <a:pt x="1073" y="150570"/>
                      <a:pt x="1073" y="150570"/>
                    </a:cubicBezTo>
                    <a:lnTo>
                      <a:pt x="1073" y="150570"/>
                    </a:lnTo>
                    <a:cubicBezTo>
                      <a:pt x="1073" y="150570"/>
                      <a:pt x="1073" y="150570"/>
                      <a:pt x="1073" y="150570"/>
                    </a:cubicBezTo>
                    <a:lnTo>
                      <a:pt x="1073" y="150570"/>
                    </a:lnTo>
                    <a:cubicBezTo>
                      <a:pt x="1073" y="150570"/>
                      <a:pt x="1073" y="150570"/>
                      <a:pt x="1111" y="150570"/>
                    </a:cubicBezTo>
                    <a:lnTo>
                      <a:pt x="1111" y="150570"/>
                    </a:lnTo>
                    <a:cubicBezTo>
                      <a:pt x="1111" y="150570"/>
                      <a:pt x="1111" y="150608"/>
                      <a:pt x="1111" y="150608"/>
                    </a:cubicBezTo>
                    <a:lnTo>
                      <a:pt x="1111" y="150608"/>
                    </a:lnTo>
                    <a:cubicBezTo>
                      <a:pt x="1111" y="150608"/>
                      <a:pt x="1111" y="150608"/>
                      <a:pt x="1111" y="150608"/>
                    </a:cubicBezTo>
                    <a:lnTo>
                      <a:pt x="1111" y="150608"/>
                    </a:lnTo>
                    <a:cubicBezTo>
                      <a:pt x="1111" y="150608"/>
                      <a:pt x="1111" y="150608"/>
                      <a:pt x="1111" y="150646"/>
                    </a:cubicBezTo>
                    <a:lnTo>
                      <a:pt x="1111" y="150646"/>
                    </a:lnTo>
                    <a:cubicBezTo>
                      <a:pt x="1111" y="150646"/>
                      <a:pt x="1111" y="150646"/>
                      <a:pt x="1111" y="150646"/>
                    </a:cubicBezTo>
                    <a:lnTo>
                      <a:pt x="1111" y="150646"/>
                    </a:lnTo>
                    <a:cubicBezTo>
                      <a:pt x="1111" y="150646"/>
                      <a:pt x="1111" y="150646"/>
                      <a:pt x="1111" y="150646"/>
                    </a:cubicBezTo>
                    <a:lnTo>
                      <a:pt x="1111" y="150646"/>
                    </a:lnTo>
                    <a:lnTo>
                      <a:pt x="1111" y="150646"/>
                    </a:lnTo>
                    <a:lnTo>
                      <a:pt x="1111" y="150685"/>
                    </a:lnTo>
                    <a:lnTo>
                      <a:pt x="1111" y="150685"/>
                    </a:lnTo>
                    <a:lnTo>
                      <a:pt x="1111" y="150685"/>
                    </a:lnTo>
                    <a:lnTo>
                      <a:pt x="1111" y="150685"/>
                    </a:lnTo>
                    <a:lnTo>
                      <a:pt x="1111" y="150723"/>
                    </a:lnTo>
                    <a:lnTo>
                      <a:pt x="1111" y="150723"/>
                    </a:lnTo>
                    <a:lnTo>
                      <a:pt x="1111" y="150723"/>
                    </a:lnTo>
                    <a:lnTo>
                      <a:pt x="1111" y="150723"/>
                    </a:lnTo>
                    <a:lnTo>
                      <a:pt x="1111" y="150761"/>
                    </a:lnTo>
                    <a:lnTo>
                      <a:pt x="1111" y="150761"/>
                    </a:lnTo>
                    <a:lnTo>
                      <a:pt x="1111" y="150761"/>
                    </a:lnTo>
                    <a:lnTo>
                      <a:pt x="1111" y="150761"/>
                    </a:lnTo>
                    <a:lnTo>
                      <a:pt x="1111" y="150800"/>
                    </a:lnTo>
                    <a:lnTo>
                      <a:pt x="1111" y="150800"/>
                    </a:lnTo>
                    <a:lnTo>
                      <a:pt x="1111" y="150800"/>
                    </a:lnTo>
                    <a:lnTo>
                      <a:pt x="1111" y="150800"/>
                    </a:lnTo>
                    <a:lnTo>
                      <a:pt x="1111" y="150838"/>
                    </a:lnTo>
                    <a:lnTo>
                      <a:pt x="1111" y="150838"/>
                    </a:lnTo>
                    <a:lnTo>
                      <a:pt x="1111" y="150838"/>
                    </a:lnTo>
                    <a:lnTo>
                      <a:pt x="1111" y="150838"/>
                    </a:lnTo>
                    <a:lnTo>
                      <a:pt x="1111" y="150838"/>
                    </a:lnTo>
                    <a:cubicBezTo>
                      <a:pt x="1111" y="150838"/>
                      <a:pt x="1111" y="150876"/>
                      <a:pt x="1111" y="150876"/>
                    </a:cubicBezTo>
                    <a:cubicBezTo>
                      <a:pt x="2451" y="151068"/>
                      <a:pt x="3829" y="150953"/>
                      <a:pt x="5169" y="151029"/>
                    </a:cubicBezTo>
                    <a:cubicBezTo>
                      <a:pt x="6586" y="151029"/>
                      <a:pt x="7964" y="151068"/>
                      <a:pt x="9380" y="151106"/>
                    </a:cubicBezTo>
                    <a:cubicBezTo>
                      <a:pt x="20598" y="151450"/>
                      <a:pt x="31776" y="151029"/>
                      <a:pt x="42994" y="151374"/>
                    </a:cubicBezTo>
                    <a:lnTo>
                      <a:pt x="43376" y="151374"/>
                    </a:lnTo>
                    <a:lnTo>
                      <a:pt x="43376" y="151374"/>
                    </a:lnTo>
                    <a:lnTo>
                      <a:pt x="43797" y="151374"/>
                    </a:lnTo>
                    <a:lnTo>
                      <a:pt x="43797" y="151374"/>
                    </a:lnTo>
                    <a:cubicBezTo>
                      <a:pt x="43912" y="151412"/>
                      <a:pt x="44065" y="151412"/>
                      <a:pt x="44180" y="151412"/>
                    </a:cubicBezTo>
                    <a:lnTo>
                      <a:pt x="44219" y="151412"/>
                    </a:lnTo>
                    <a:lnTo>
                      <a:pt x="44333" y="151412"/>
                    </a:lnTo>
                    <a:lnTo>
                      <a:pt x="44601" y="151412"/>
                    </a:lnTo>
                    <a:lnTo>
                      <a:pt x="44601" y="15141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18" name="Google Shape;2918;p47"/>
            <p:cNvGrpSpPr/>
            <p:nvPr/>
          </p:nvGrpSpPr>
          <p:grpSpPr>
            <a:xfrm>
              <a:off x="3799353" y="2947603"/>
              <a:ext cx="287321" cy="11252"/>
              <a:chOff x="5752683" y="7151347"/>
              <a:chExt cx="554353" cy="21710"/>
            </a:xfrm>
          </p:grpSpPr>
          <p:sp>
            <p:nvSpPr>
              <p:cNvPr id="2919" name="Google Shape;2919;p47"/>
              <p:cNvSpPr/>
              <p:nvPr/>
            </p:nvSpPr>
            <p:spPr>
              <a:xfrm>
                <a:off x="5752683" y="7151347"/>
                <a:ext cx="409995" cy="17353"/>
              </a:xfrm>
              <a:custGeom>
                <a:avLst/>
                <a:gdLst/>
                <a:ahLst/>
                <a:cxnLst/>
                <a:rect l="l" t="t" r="r" b="b"/>
                <a:pathLst>
                  <a:path w="11199" h="474" extrusionOk="0">
                    <a:moveTo>
                      <a:pt x="10962" y="474"/>
                    </a:moveTo>
                    <a:cubicBezTo>
                      <a:pt x="7394" y="356"/>
                      <a:pt x="3806" y="395"/>
                      <a:pt x="237" y="415"/>
                    </a:cubicBezTo>
                    <a:cubicBezTo>
                      <a:pt x="1" y="395"/>
                      <a:pt x="1" y="40"/>
                      <a:pt x="237" y="40"/>
                    </a:cubicBezTo>
                    <a:cubicBezTo>
                      <a:pt x="3372" y="21"/>
                      <a:pt x="6507" y="1"/>
                      <a:pt x="9641" y="80"/>
                    </a:cubicBezTo>
                    <a:cubicBezTo>
                      <a:pt x="10075" y="80"/>
                      <a:pt x="10529" y="99"/>
                      <a:pt x="10962" y="99"/>
                    </a:cubicBezTo>
                    <a:cubicBezTo>
                      <a:pt x="11199" y="99"/>
                      <a:pt x="11199" y="454"/>
                      <a:pt x="10962" y="4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47"/>
              <p:cNvSpPr/>
              <p:nvPr/>
            </p:nvSpPr>
            <p:spPr>
              <a:xfrm>
                <a:off x="6216061" y="7155704"/>
                <a:ext cx="90976" cy="17353"/>
              </a:xfrm>
              <a:custGeom>
                <a:avLst/>
                <a:gdLst/>
                <a:ahLst/>
                <a:cxnLst/>
                <a:rect l="l" t="t" r="r" b="b"/>
                <a:pathLst>
                  <a:path w="2485" h="474" extrusionOk="0">
                    <a:moveTo>
                      <a:pt x="1" y="296"/>
                    </a:moveTo>
                    <a:cubicBezTo>
                      <a:pt x="1" y="79"/>
                      <a:pt x="237" y="118"/>
                      <a:pt x="375" y="99"/>
                    </a:cubicBezTo>
                    <a:cubicBezTo>
                      <a:pt x="651" y="79"/>
                      <a:pt x="927" y="79"/>
                      <a:pt x="1203" y="59"/>
                    </a:cubicBezTo>
                    <a:cubicBezTo>
                      <a:pt x="1558" y="40"/>
                      <a:pt x="1933" y="20"/>
                      <a:pt x="2307" y="0"/>
                    </a:cubicBezTo>
                    <a:cubicBezTo>
                      <a:pt x="2406" y="0"/>
                      <a:pt x="2485" y="79"/>
                      <a:pt x="2485" y="178"/>
                    </a:cubicBezTo>
                    <a:cubicBezTo>
                      <a:pt x="2485" y="296"/>
                      <a:pt x="2406" y="355"/>
                      <a:pt x="2307" y="375"/>
                    </a:cubicBezTo>
                    <a:cubicBezTo>
                      <a:pt x="1755" y="394"/>
                      <a:pt x="1203" y="414"/>
                      <a:pt x="671" y="454"/>
                    </a:cubicBezTo>
                    <a:cubicBezTo>
                      <a:pt x="513" y="454"/>
                      <a:pt x="336" y="473"/>
                      <a:pt x="178" y="473"/>
                    </a:cubicBezTo>
                    <a:cubicBezTo>
                      <a:pt x="80" y="473"/>
                      <a:pt x="1" y="394"/>
                      <a:pt x="1" y="29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21" name="Google Shape;2921;p47"/>
          <p:cNvGrpSpPr/>
          <p:nvPr/>
        </p:nvGrpSpPr>
        <p:grpSpPr>
          <a:xfrm>
            <a:off x="6735281" y="722773"/>
            <a:ext cx="1686203" cy="3695767"/>
            <a:chOff x="4659881" y="1423603"/>
            <a:chExt cx="690642" cy="1513728"/>
          </a:xfrm>
        </p:grpSpPr>
        <p:grpSp>
          <p:nvGrpSpPr>
            <p:cNvPr id="2922" name="Google Shape;2922;p47"/>
            <p:cNvGrpSpPr/>
            <p:nvPr/>
          </p:nvGrpSpPr>
          <p:grpSpPr>
            <a:xfrm>
              <a:off x="4659881" y="1442575"/>
              <a:ext cx="690642" cy="1494756"/>
              <a:chOff x="5605500" y="936125"/>
              <a:chExt cx="1759150" cy="3807325"/>
            </a:xfrm>
          </p:grpSpPr>
          <p:sp>
            <p:nvSpPr>
              <p:cNvPr id="2923" name="Google Shape;2923;p47"/>
              <p:cNvSpPr/>
              <p:nvPr/>
            </p:nvSpPr>
            <p:spPr>
              <a:xfrm>
                <a:off x="5613150" y="939950"/>
                <a:ext cx="1739075" cy="3788175"/>
              </a:xfrm>
              <a:custGeom>
                <a:avLst/>
                <a:gdLst/>
                <a:ahLst/>
                <a:cxnLst/>
                <a:rect l="l" t="t" r="r" b="b"/>
                <a:pathLst>
                  <a:path w="69563" h="151527" extrusionOk="0">
                    <a:moveTo>
                      <a:pt x="15927" y="151489"/>
                    </a:moveTo>
                    <a:cubicBezTo>
                      <a:pt x="14472" y="151489"/>
                      <a:pt x="13017" y="151412"/>
                      <a:pt x="11524" y="151336"/>
                    </a:cubicBezTo>
                    <a:cubicBezTo>
                      <a:pt x="9993" y="151221"/>
                      <a:pt x="8461" y="151144"/>
                      <a:pt x="6930" y="151144"/>
                    </a:cubicBezTo>
                    <a:cubicBezTo>
                      <a:pt x="6394" y="151068"/>
                      <a:pt x="5552" y="151144"/>
                      <a:pt x="4671" y="151221"/>
                    </a:cubicBezTo>
                    <a:cubicBezTo>
                      <a:pt x="3216" y="151336"/>
                      <a:pt x="1647" y="151450"/>
                      <a:pt x="1073" y="150991"/>
                    </a:cubicBezTo>
                    <a:cubicBezTo>
                      <a:pt x="1" y="150570"/>
                      <a:pt x="39" y="149651"/>
                      <a:pt x="498" y="149000"/>
                    </a:cubicBezTo>
                    <a:cubicBezTo>
                      <a:pt x="537" y="144330"/>
                      <a:pt x="307" y="139659"/>
                      <a:pt x="537" y="135027"/>
                    </a:cubicBezTo>
                    <a:cubicBezTo>
                      <a:pt x="498" y="134874"/>
                      <a:pt x="460" y="134720"/>
                      <a:pt x="460" y="134529"/>
                    </a:cubicBezTo>
                    <a:cubicBezTo>
                      <a:pt x="1073" y="127025"/>
                      <a:pt x="575" y="119522"/>
                      <a:pt x="575" y="112018"/>
                    </a:cubicBezTo>
                    <a:cubicBezTo>
                      <a:pt x="498" y="98619"/>
                      <a:pt x="537" y="85220"/>
                      <a:pt x="383" y="71859"/>
                    </a:cubicBezTo>
                    <a:cubicBezTo>
                      <a:pt x="345" y="62785"/>
                      <a:pt x="766" y="53750"/>
                      <a:pt x="651" y="44715"/>
                    </a:cubicBezTo>
                    <a:cubicBezTo>
                      <a:pt x="460" y="37212"/>
                      <a:pt x="383" y="29708"/>
                      <a:pt x="651" y="22205"/>
                    </a:cubicBezTo>
                    <a:cubicBezTo>
                      <a:pt x="498" y="22090"/>
                      <a:pt x="383" y="21898"/>
                      <a:pt x="345" y="21707"/>
                    </a:cubicBezTo>
                    <a:cubicBezTo>
                      <a:pt x="192" y="19869"/>
                      <a:pt x="345" y="17955"/>
                      <a:pt x="422" y="16079"/>
                    </a:cubicBezTo>
                    <a:cubicBezTo>
                      <a:pt x="192" y="13131"/>
                      <a:pt x="575" y="10184"/>
                      <a:pt x="613" y="7236"/>
                    </a:cubicBezTo>
                    <a:cubicBezTo>
                      <a:pt x="651" y="5704"/>
                      <a:pt x="728" y="4173"/>
                      <a:pt x="651" y="2642"/>
                    </a:cubicBezTo>
                    <a:cubicBezTo>
                      <a:pt x="537" y="1838"/>
                      <a:pt x="230" y="728"/>
                      <a:pt x="1302" y="460"/>
                    </a:cubicBezTo>
                    <a:cubicBezTo>
                      <a:pt x="1455" y="421"/>
                      <a:pt x="1570" y="421"/>
                      <a:pt x="1723" y="421"/>
                    </a:cubicBezTo>
                    <a:cubicBezTo>
                      <a:pt x="1877" y="306"/>
                      <a:pt x="2106" y="230"/>
                      <a:pt x="2374" y="192"/>
                    </a:cubicBezTo>
                    <a:cubicBezTo>
                      <a:pt x="3752" y="115"/>
                      <a:pt x="5131" y="77"/>
                      <a:pt x="6509" y="0"/>
                    </a:cubicBezTo>
                    <a:cubicBezTo>
                      <a:pt x="6624" y="153"/>
                      <a:pt x="6815" y="268"/>
                      <a:pt x="7007" y="268"/>
                    </a:cubicBezTo>
                    <a:cubicBezTo>
                      <a:pt x="7236" y="306"/>
                      <a:pt x="7504" y="306"/>
                      <a:pt x="7734" y="306"/>
                    </a:cubicBezTo>
                    <a:cubicBezTo>
                      <a:pt x="7849" y="345"/>
                      <a:pt x="7964" y="421"/>
                      <a:pt x="8078" y="421"/>
                    </a:cubicBezTo>
                    <a:cubicBezTo>
                      <a:pt x="8385" y="421"/>
                      <a:pt x="8691" y="421"/>
                      <a:pt x="8959" y="421"/>
                    </a:cubicBezTo>
                    <a:lnTo>
                      <a:pt x="9304" y="421"/>
                    </a:lnTo>
                    <a:lnTo>
                      <a:pt x="10529" y="421"/>
                    </a:lnTo>
                    <a:lnTo>
                      <a:pt x="11639" y="421"/>
                    </a:lnTo>
                    <a:cubicBezTo>
                      <a:pt x="11715" y="460"/>
                      <a:pt x="11792" y="460"/>
                      <a:pt x="11869" y="460"/>
                    </a:cubicBezTo>
                    <a:cubicBezTo>
                      <a:pt x="12213" y="460"/>
                      <a:pt x="12596" y="421"/>
                      <a:pt x="12941" y="421"/>
                    </a:cubicBezTo>
                    <a:cubicBezTo>
                      <a:pt x="13323" y="421"/>
                      <a:pt x="13706" y="421"/>
                      <a:pt x="14089" y="421"/>
                    </a:cubicBezTo>
                    <a:cubicBezTo>
                      <a:pt x="14280" y="421"/>
                      <a:pt x="14434" y="421"/>
                      <a:pt x="14625" y="421"/>
                    </a:cubicBezTo>
                    <a:cubicBezTo>
                      <a:pt x="14778" y="421"/>
                      <a:pt x="14931" y="421"/>
                      <a:pt x="15084" y="421"/>
                    </a:cubicBezTo>
                    <a:cubicBezTo>
                      <a:pt x="15161" y="460"/>
                      <a:pt x="15276" y="460"/>
                      <a:pt x="15391" y="460"/>
                    </a:cubicBezTo>
                    <a:cubicBezTo>
                      <a:pt x="15697" y="460"/>
                      <a:pt x="16003" y="421"/>
                      <a:pt x="16309" y="421"/>
                    </a:cubicBezTo>
                    <a:cubicBezTo>
                      <a:pt x="16463" y="421"/>
                      <a:pt x="16616" y="421"/>
                      <a:pt x="16807" y="421"/>
                    </a:cubicBezTo>
                    <a:cubicBezTo>
                      <a:pt x="17573" y="421"/>
                      <a:pt x="18377" y="460"/>
                      <a:pt x="19181" y="498"/>
                    </a:cubicBezTo>
                    <a:cubicBezTo>
                      <a:pt x="19219" y="498"/>
                      <a:pt x="19257" y="498"/>
                      <a:pt x="19334" y="498"/>
                    </a:cubicBezTo>
                    <a:cubicBezTo>
                      <a:pt x="19564" y="498"/>
                      <a:pt x="19832" y="536"/>
                      <a:pt x="20100" y="536"/>
                    </a:cubicBezTo>
                    <a:cubicBezTo>
                      <a:pt x="20597" y="574"/>
                      <a:pt x="21095" y="574"/>
                      <a:pt x="21593" y="574"/>
                    </a:cubicBezTo>
                    <a:cubicBezTo>
                      <a:pt x="21708" y="574"/>
                      <a:pt x="21822" y="536"/>
                      <a:pt x="21937" y="498"/>
                    </a:cubicBezTo>
                    <a:cubicBezTo>
                      <a:pt x="22014" y="498"/>
                      <a:pt x="22090" y="498"/>
                      <a:pt x="22167" y="498"/>
                    </a:cubicBezTo>
                    <a:cubicBezTo>
                      <a:pt x="22320" y="498"/>
                      <a:pt x="22511" y="498"/>
                      <a:pt x="22665" y="498"/>
                    </a:cubicBezTo>
                    <a:cubicBezTo>
                      <a:pt x="23009" y="498"/>
                      <a:pt x="23354" y="536"/>
                      <a:pt x="23698" y="536"/>
                    </a:cubicBezTo>
                    <a:lnTo>
                      <a:pt x="24770" y="574"/>
                    </a:lnTo>
                    <a:cubicBezTo>
                      <a:pt x="24923" y="574"/>
                      <a:pt x="25115" y="574"/>
                      <a:pt x="25268" y="574"/>
                    </a:cubicBezTo>
                    <a:cubicBezTo>
                      <a:pt x="25459" y="574"/>
                      <a:pt x="25689" y="613"/>
                      <a:pt x="25880" y="574"/>
                    </a:cubicBezTo>
                    <a:cubicBezTo>
                      <a:pt x="25957" y="574"/>
                      <a:pt x="26034" y="574"/>
                      <a:pt x="26148" y="536"/>
                    </a:cubicBezTo>
                    <a:cubicBezTo>
                      <a:pt x="26302" y="536"/>
                      <a:pt x="26493" y="536"/>
                      <a:pt x="26646" y="536"/>
                    </a:cubicBezTo>
                    <a:cubicBezTo>
                      <a:pt x="27220" y="574"/>
                      <a:pt x="27756" y="613"/>
                      <a:pt x="28292" y="613"/>
                    </a:cubicBezTo>
                    <a:cubicBezTo>
                      <a:pt x="29135" y="651"/>
                      <a:pt x="29977" y="651"/>
                      <a:pt x="30781" y="651"/>
                    </a:cubicBezTo>
                    <a:cubicBezTo>
                      <a:pt x="31317" y="651"/>
                      <a:pt x="31853" y="651"/>
                      <a:pt x="32350" y="651"/>
                    </a:cubicBezTo>
                    <a:cubicBezTo>
                      <a:pt x="33001" y="613"/>
                      <a:pt x="33614" y="613"/>
                      <a:pt x="34226" y="574"/>
                    </a:cubicBezTo>
                    <a:cubicBezTo>
                      <a:pt x="34609" y="536"/>
                      <a:pt x="34992" y="498"/>
                      <a:pt x="35337" y="460"/>
                    </a:cubicBezTo>
                    <a:cubicBezTo>
                      <a:pt x="35643" y="421"/>
                      <a:pt x="35949" y="345"/>
                      <a:pt x="36294" y="345"/>
                    </a:cubicBezTo>
                    <a:cubicBezTo>
                      <a:pt x="36523" y="306"/>
                      <a:pt x="36753" y="268"/>
                      <a:pt x="37021" y="268"/>
                    </a:cubicBezTo>
                    <a:cubicBezTo>
                      <a:pt x="38935" y="268"/>
                      <a:pt x="40811" y="268"/>
                      <a:pt x="42725" y="230"/>
                    </a:cubicBezTo>
                    <a:cubicBezTo>
                      <a:pt x="46707" y="230"/>
                      <a:pt x="50727" y="306"/>
                      <a:pt x="54708" y="383"/>
                    </a:cubicBezTo>
                    <a:cubicBezTo>
                      <a:pt x="58766" y="421"/>
                      <a:pt x="62786" y="498"/>
                      <a:pt x="66844" y="498"/>
                    </a:cubicBezTo>
                    <a:cubicBezTo>
                      <a:pt x="68452" y="268"/>
                      <a:pt x="69294" y="842"/>
                      <a:pt x="69103" y="2565"/>
                    </a:cubicBezTo>
                    <a:cubicBezTo>
                      <a:pt x="69103" y="2757"/>
                      <a:pt x="69065" y="2910"/>
                      <a:pt x="69026" y="3025"/>
                    </a:cubicBezTo>
                    <a:lnTo>
                      <a:pt x="69026" y="3369"/>
                    </a:lnTo>
                    <a:cubicBezTo>
                      <a:pt x="69179" y="3561"/>
                      <a:pt x="69256" y="3790"/>
                      <a:pt x="69256" y="4020"/>
                    </a:cubicBezTo>
                    <a:cubicBezTo>
                      <a:pt x="69562" y="16194"/>
                      <a:pt x="69141" y="28368"/>
                      <a:pt x="69103" y="40543"/>
                    </a:cubicBezTo>
                    <a:cubicBezTo>
                      <a:pt x="69103" y="41193"/>
                      <a:pt x="69141" y="41806"/>
                      <a:pt x="69141" y="42457"/>
                    </a:cubicBezTo>
                    <a:cubicBezTo>
                      <a:pt x="69103" y="42840"/>
                      <a:pt x="69065" y="43222"/>
                      <a:pt x="69026" y="43644"/>
                    </a:cubicBezTo>
                    <a:cubicBezTo>
                      <a:pt x="68988" y="44256"/>
                      <a:pt x="68988" y="44869"/>
                      <a:pt x="68950" y="45481"/>
                    </a:cubicBezTo>
                    <a:cubicBezTo>
                      <a:pt x="68873" y="46783"/>
                      <a:pt x="68911" y="48123"/>
                      <a:pt x="68911" y="49424"/>
                    </a:cubicBezTo>
                    <a:lnTo>
                      <a:pt x="68911" y="49348"/>
                    </a:lnTo>
                    <a:cubicBezTo>
                      <a:pt x="68911" y="50190"/>
                      <a:pt x="68873" y="51032"/>
                      <a:pt x="68873" y="51875"/>
                    </a:cubicBezTo>
                    <a:lnTo>
                      <a:pt x="68873" y="51951"/>
                    </a:lnTo>
                    <a:lnTo>
                      <a:pt x="68873" y="51989"/>
                    </a:lnTo>
                    <a:cubicBezTo>
                      <a:pt x="68873" y="52181"/>
                      <a:pt x="68835" y="52334"/>
                      <a:pt x="68835" y="52525"/>
                    </a:cubicBezTo>
                    <a:cubicBezTo>
                      <a:pt x="68835" y="52870"/>
                      <a:pt x="68835" y="53214"/>
                      <a:pt x="68797" y="53559"/>
                    </a:cubicBezTo>
                    <a:cubicBezTo>
                      <a:pt x="68797" y="54401"/>
                      <a:pt x="68758" y="55282"/>
                      <a:pt x="68797" y="56162"/>
                    </a:cubicBezTo>
                    <a:lnTo>
                      <a:pt x="68797" y="56201"/>
                    </a:lnTo>
                    <a:lnTo>
                      <a:pt x="68797" y="56162"/>
                    </a:lnTo>
                    <a:lnTo>
                      <a:pt x="68797" y="56124"/>
                    </a:lnTo>
                    <a:cubicBezTo>
                      <a:pt x="68797" y="56277"/>
                      <a:pt x="68797" y="56392"/>
                      <a:pt x="68797" y="56545"/>
                    </a:cubicBezTo>
                    <a:cubicBezTo>
                      <a:pt x="68758" y="56737"/>
                      <a:pt x="68758" y="56928"/>
                      <a:pt x="68758" y="57119"/>
                    </a:cubicBezTo>
                    <a:cubicBezTo>
                      <a:pt x="68758" y="57311"/>
                      <a:pt x="68758" y="57541"/>
                      <a:pt x="68758" y="57732"/>
                    </a:cubicBezTo>
                    <a:cubicBezTo>
                      <a:pt x="68758" y="57962"/>
                      <a:pt x="68758" y="58153"/>
                      <a:pt x="68797" y="58344"/>
                    </a:cubicBezTo>
                    <a:lnTo>
                      <a:pt x="68797" y="58383"/>
                    </a:lnTo>
                    <a:cubicBezTo>
                      <a:pt x="68758" y="58880"/>
                      <a:pt x="68758" y="59378"/>
                      <a:pt x="68720" y="59876"/>
                    </a:cubicBezTo>
                    <a:cubicBezTo>
                      <a:pt x="68720" y="60450"/>
                      <a:pt x="68643" y="61063"/>
                      <a:pt x="68643" y="61675"/>
                    </a:cubicBezTo>
                    <a:cubicBezTo>
                      <a:pt x="68643" y="61637"/>
                      <a:pt x="68643" y="61599"/>
                      <a:pt x="68643" y="61560"/>
                    </a:cubicBezTo>
                    <a:cubicBezTo>
                      <a:pt x="68605" y="62211"/>
                      <a:pt x="68567" y="62862"/>
                      <a:pt x="68490" y="63513"/>
                    </a:cubicBezTo>
                    <a:cubicBezTo>
                      <a:pt x="68452" y="64087"/>
                      <a:pt x="68452" y="64661"/>
                      <a:pt x="68452" y="65274"/>
                    </a:cubicBezTo>
                    <a:cubicBezTo>
                      <a:pt x="68452" y="66499"/>
                      <a:pt x="68567" y="67762"/>
                      <a:pt x="68682" y="68987"/>
                    </a:cubicBezTo>
                    <a:lnTo>
                      <a:pt x="68682" y="68949"/>
                    </a:lnTo>
                    <a:cubicBezTo>
                      <a:pt x="68682" y="68949"/>
                      <a:pt x="68682" y="68987"/>
                      <a:pt x="68682" y="69026"/>
                    </a:cubicBezTo>
                    <a:lnTo>
                      <a:pt x="68682" y="68987"/>
                    </a:lnTo>
                    <a:lnTo>
                      <a:pt x="68682" y="68987"/>
                    </a:lnTo>
                    <a:lnTo>
                      <a:pt x="68682" y="68987"/>
                    </a:lnTo>
                    <a:lnTo>
                      <a:pt x="68682" y="69026"/>
                    </a:lnTo>
                    <a:lnTo>
                      <a:pt x="68682" y="69026"/>
                    </a:lnTo>
                    <a:lnTo>
                      <a:pt x="68682" y="69026"/>
                    </a:lnTo>
                    <a:lnTo>
                      <a:pt x="68682" y="69026"/>
                    </a:lnTo>
                    <a:lnTo>
                      <a:pt x="68682" y="69026"/>
                    </a:lnTo>
                    <a:lnTo>
                      <a:pt x="68682" y="69026"/>
                    </a:lnTo>
                    <a:lnTo>
                      <a:pt x="68682" y="69026"/>
                    </a:lnTo>
                    <a:lnTo>
                      <a:pt x="68682" y="69026"/>
                    </a:lnTo>
                    <a:lnTo>
                      <a:pt x="68682" y="69026"/>
                    </a:lnTo>
                    <a:cubicBezTo>
                      <a:pt x="68797" y="69868"/>
                      <a:pt x="68873" y="70710"/>
                      <a:pt x="68950" y="71552"/>
                    </a:cubicBezTo>
                    <a:cubicBezTo>
                      <a:pt x="68988" y="72012"/>
                      <a:pt x="69065" y="72433"/>
                      <a:pt x="69103" y="72892"/>
                    </a:cubicBezTo>
                    <a:cubicBezTo>
                      <a:pt x="69141" y="73084"/>
                      <a:pt x="69141" y="73275"/>
                      <a:pt x="69179" y="73467"/>
                    </a:cubicBezTo>
                    <a:cubicBezTo>
                      <a:pt x="69218" y="73658"/>
                      <a:pt x="69218" y="73888"/>
                      <a:pt x="69294" y="74079"/>
                    </a:cubicBezTo>
                    <a:cubicBezTo>
                      <a:pt x="69294" y="84033"/>
                      <a:pt x="69256" y="93987"/>
                      <a:pt x="69294" y="103979"/>
                    </a:cubicBezTo>
                    <a:cubicBezTo>
                      <a:pt x="69447" y="112975"/>
                      <a:pt x="69294" y="121972"/>
                      <a:pt x="69141" y="131007"/>
                    </a:cubicBezTo>
                    <a:cubicBezTo>
                      <a:pt x="69103" y="136137"/>
                      <a:pt x="69218" y="141267"/>
                      <a:pt x="69103" y="146397"/>
                    </a:cubicBezTo>
                    <a:cubicBezTo>
                      <a:pt x="69065" y="147163"/>
                      <a:pt x="69103" y="148617"/>
                      <a:pt x="68835" y="149613"/>
                    </a:cubicBezTo>
                    <a:cubicBezTo>
                      <a:pt x="68950" y="150302"/>
                      <a:pt x="68452" y="151068"/>
                      <a:pt x="67533" y="150914"/>
                    </a:cubicBezTo>
                    <a:cubicBezTo>
                      <a:pt x="65160" y="150570"/>
                      <a:pt x="62748" y="150761"/>
                      <a:pt x="60374" y="150838"/>
                    </a:cubicBezTo>
                    <a:cubicBezTo>
                      <a:pt x="56010" y="151029"/>
                      <a:pt x="51645" y="151221"/>
                      <a:pt x="47281" y="151221"/>
                    </a:cubicBezTo>
                    <a:cubicBezTo>
                      <a:pt x="42687" y="151412"/>
                      <a:pt x="38093" y="151374"/>
                      <a:pt x="33499" y="151297"/>
                    </a:cubicBezTo>
                    <a:cubicBezTo>
                      <a:pt x="30934" y="151297"/>
                      <a:pt x="28331" y="151336"/>
                      <a:pt x="25766" y="151412"/>
                    </a:cubicBezTo>
                    <a:cubicBezTo>
                      <a:pt x="23430" y="151489"/>
                      <a:pt x="21133" y="151527"/>
                      <a:pt x="18798" y="151527"/>
                    </a:cubicBezTo>
                    <a:cubicBezTo>
                      <a:pt x="17841" y="151527"/>
                      <a:pt x="16884" y="151527"/>
                      <a:pt x="15927" y="15148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47"/>
              <p:cNvSpPr/>
              <p:nvPr/>
            </p:nvSpPr>
            <p:spPr>
              <a:xfrm>
                <a:off x="5725125" y="1518025"/>
                <a:ext cx="1587850" cy="2957450"/>
              </a:xfrm>
              <a:custGeom>
                <a:avLst/>
                <a:gdLst/>
                <a:ahLst/>
                <a:cxnLst/>
                <a:rect l="l" t="t" r="r" b="b"/>
                <a:pathLst>
                  <a:path w="63514" h="118298" extrusionOk="0">
                    <a:moveTo>
                      <a:pt x="62250" y="102294"/>
                    </a:moveTo>
                    <a:cubicBezTo>
                      <a:pt x="63514" y="103405"/>
                      <a:pt x="61829" y="104783"/>
                      <a:pt x="61102" y="105702"/>
                    </a:cubicBezTo>
                    <a:cubicBezTo>
                      <a:pt x="60221" y="106467"/>
                      <a:pt x="58345" y="109454"/>
                      <a:pt x="57158" y="108956"/>
                    </a:cubicBezTo>
                    <a:cubicBezTo>
                      <a:pt x="54364" y="111368"/>
                      <a:pt x="51033" y="112899"/>
                      <a:pt x="47588" y="114277"/>
                    </a:cubicBezTo>
                    <a:cubicBezTo>
                      <a:pt x="41615" y="116804"/>
                      <a:pt x="35107" y="118297"/>
                      <a:pt x="28599" y="117838"/>
                    </a:cubicBezTo>
                    <a:cubicBezTo>
                      <a:pt x="25574" y="117493"/>
                      <a:pt x="22588" y="116881"/>
                      <a:pt x="19755" y="115809"/>
                    </a:cubicBezTo>
                    <a:cubicBezTo>
                      <a:pt x="18683" y="115464"/>
                      <a:pt x="17611" y="114966"/>
                      <a:pt x="16501" y="115081"/>
                    </a:cubicBezTo>
                    <a:cubicBezTo>
                      <a:pt x="15927" y="114890"/>
                      <a:pt x="15621" y="114584"/>
                      <a:pt x="15544" y="114239"/>
                    </a:cubicBezTo>
                    <a:cubicBezTo>
                      <a:pt x="13553" y="113397"/>
                      <a:pt x="11448" y="112708"/>
                      <a:pt x="9687" y="111406"/>
                    </a:cubicBezTo>
                    <a:cubicBezTo>
                      <a:pt x="9036" y="110908"/>
                      <a:pt x="8538" y="110296"/>
                      <a:pt x="8040" y="109683"/>
                    </a:cubicBezTo>
                    <a:cubicBezTo>
                      <a:pt x="7275" y="108611"/>
                      <a:pt x="6203" y="107616"/>
                      <a:pt x="5820" y="106314"/>
                    </a:cubicBezTo>
                    <a:cubicBezTo>
                      <a:pt x="5590" y="105357"/>
                      <a:pt x="6509" y="104821"/>
                      <a:pt x="7198" y="104400"/>
                    </a:cubicBezTo>
                    <a:cubicBezTo>
                      <a:pt x="7849" y="103979"/>
                      <a:pt x="8385" y="103405"/>
                      <a:pt x="8921" y="102869"/>
                    </a:cubicBezTo>
                    <a:cubicBezTo>
                      <a:pt x="11716" y="99538"/>
                      <a:pt x="14051" y="95748"/>
                      <a:pt x="14893" y="91422"/>
                    </a:cubicBezTo>
                    <a:cubicBezTo>
                      <a:pt x="15544" y="89355"/>
                      <a:pt x="15429" y="87134"/>
                      <a:pt x="16042" y="85067"/>
                    </a:cubicBezTo>
                    <a:cubicBezTo>
                      <a:pt x="16195" y="84378"/>
                      <a:pt x="16118" y="83650"/>
                      <a:pt x="16195" y="82961"/>
                    </a:cubicBezTo>
                    <a:lnTo>
                      <a:pt x="16195" y="82961"/>
                    </a:lnTo>
                    <a:cubicBezTo>
                      <a:pt x="16042" y="81698"/>
                      <a:pt x="15697" y="80435"/>
                      <a:pt x="14855" y="79401"/>
                    </a:cubicBezTo>
                    <a:cubicBezTo>
                      <a:pt x="13209" y="77142"/>
                      <a:pt x="11448" y="74998"/>
                      <a:pt x="9916" y="72663"/>
                    </a:cubicBezTo>
                    <a:cubicBezTo>
                      <a:pt x="6394" y="67954"/>
                      <a:pt x="3753" y="62594"/>
                      <a:pt x="2030" y="56967"/>
                    </a:cubicBezTo>
                    <a:cubicBezTo>
                      <a:pt x="1111" y="55550"/>
                      <a:pt x="1111" y="53636"/>
                      <a:pt x="690" y="51990"/>
                    </a:cubicBezTo>
                    <a:cubicBezTo>
                      <a:pt x="575" y="50994"/>
                      <a:pt x="1" y="49884"/>
                      <a:pt x="460" y="48927"/>
                    </a:cubicBezTo>
                    <a:cubicBezTo>
                      <a:pt x="307" y="44601"/>
                      <a:pt x="881" y="40198"/>
                      <a:pt x="1915" y="35987"/>
                    </a:cubicBezTo>
                    <a:cubicBezTo>
                      <a:pt x="1609" y="34609"/>
                      <a:pt x="2413" y="33192"/>
                      <a:pt x="2566" y="31814"/>
                    </a:cubicBezTo>
                    <a:cubicBezTo>
                      <a:pt x="3140" y="29594"/>
                      <a:pt x="3255" y="27144"/>
                      <a:pt x="4097" y="25000"/>
                    </a:cubicBezTo>
                    <a:cubicBezTo>
                      <a:pt x="4557" y="22435"/>
                      <a:pt x="4518" y="19793"/>
                      <a:pt x="4557" y="17152"/>
                    </a:cubicBezTo>
                    <a:cubicBezTo>
                      <a:pt x="4174" y="16998"/>
                      <a:pt x="3906" y="16616"/>
                      <a:pt x="3906" y="16041"/>
                    </a:cubicBezTo>
                    <a:cubicBezTo>
                      <a:pt x="3944" y="14548"/>
                      <a:pt x="4825" y="13247"/>
                      <a:pt x="5437" y="11907"/>
                    </a:cubicBezTo>
                    <a:cubicBezTo>
                      <a:pt x="6126" y="10605"/>
                      <a:pt x="6930" y="9303"/>
                      <a:pt x="7772" y="8078"/>
                    </a:cubicBezTo>
                    <a:cubicBezTo>
                      <a:pt x="11027" y="3331"/>
                      <a:pt x="16769" y="958"/>
                      <a:pt x="22320" y="192"/>
                    </a:cubicBezTo>
                    <a:cubicBezTo>
                      <a:pt x="24043" y="0"/>
                      <a:pt x="25651" y="728"/>
                      <a:pt x="27335" y="881"/>
                    </a:cubicBezTo>
                    <a:cubicBezTo>
                      <a:pt x="29824" y="843"/>
                      <a:pt x="32351" y="154"/>
                      <a:pt x="34877" y="728"/>
                    </a:cubicBezTo>
                    <a:cubicBezTo>
                      <a:pt x="41539" y="2068"/>
                      <a:pt x="45559" y="5284"/>
                      <a:pt x="48659" y="11294"/>
                    </a:cubicBezTo>
                    <a:cubicBezTo>
                      <a:pt x="50344" y="14280"/>
                      <a:pt x="51454" y="17534"/>
                      <a:pt x="52143" y="20865"/>
                    </a:cubicBezTo>
                    <a:cubicBezTo>
                      <a:pt x="52871" y="23775"/>
                      <a:pt x="53483" y="26684"/>
                      <a:pt x="53866" y="29632"/>
                    </a:cubicBezTo>
                    <a:cubicBezTo>
                      <a:pt x="54708" y="33843"/>
                      <a:pt x="55129" y="38093"/>
                      <a:pt x="56125" y="42227"/>
                    </a:cubicBezTo>
                    <a:cubicBezTo>
                      <a:pt x="56890" y="45060"/>
                      <a:pt x="57618" y="47855"/>
                      <a:pt x="58537" y="50650"/>
                    </a:cubicBezTo>
                    <a:cubicBezTo>
                      <a:pt x="59073" y="52449"/>
                      <a:pt x="59494" y="54287"/>
                      <a:pt x="59800" y="56124"/>
                    </a:cubicBezTo>
                    <a:cubicBezTo>
                      <a:pt x="60413" y="56201"/>
                      <a:pt x="60987" y="56699"/>
                      <a:pt x="60795" y="57503"/>
                    </a:cubicBezTo>
                    <a:cubicBezTo>
                      <a:pt x="60566" y="58230"/>
                      <a:pt x="60298" y="58919"/>
                      <a:pt x="59953" y="59608"/>
                    </a:cubicBezTo>
                    <a:cubicBezTo>
                      <a:pt x="58805" y="62097"/>
                      <a:pt x="57235" y="64317"/>
                      <a:pt x="55780" y="66614"/>
                    </a:cubicBezTo>
                    <a:cubicBezTo>
                      <a:pt x="55474" y="67074"/>
                      <a:pt x="55206" y="67533"/>
                      <a:pt x="54938" y="68031"/>
                    </a:cubicBezTo>
                    <a:cubicBezTo>
                      <a:pt x="54976" y="68299"/>
                      <a:pt x="54861" y="68528"/>
                      <a:pt x="54708" y="68720"/>
                    </a:cubicBezTo>
                    <a:cubicBezTo>
                      <a:pt x="54670" y="69256"/>
                      <a:pt x="54402" y="69792"/>
                      <a:pt x="54479" y="70328"/>
                    </a:cubicBezTo>
                    <a:cubicBezTo>
                      <a:pt x="54402" y="71629"/>
                      <a:pt x="54364" y="72931"/>
                      <a:pt x="54364" y="74233"/>
                    </a:cubicBezTo>
                    <a:cubicBezTo>
                      <a:pt x="54479" y="74424"/>
                      <a:pt x="54517" y="74615"/>
                      <a:pt x="54479" y="74883"/>
                    </a:cubicBezTo>
                    <a:cubicBezTo>
                      <a:pt x="54402" y="75726"/>
                      <a:pt x="54440" y="76568"/>
                      <a:pt x="54479" y="77410"/>
                    </a:cubicBezTo>
                    <a:cubicBezTo>
                      <a:pt x="54632" y="82387"/>
                      <a:pt x="54861" y="87402"/>
                      <a:pt x="55933" y="92264"/>
                    </a:cubicBezTo>
                    <a:cubicBezTo>
                      <a:pt x="56355" y="94867"/>
                      <a:pt x="57312" y="97279"/>
                      <a:pt x="58613" y="99538"/>
                    </a:cubicBezTo>
                    <a:cubicBezTo>
                      <a:pt x="58690" y="99653"/>
                      <a:pt x="58766" y="99806"/>
                      <a:pt x="58843" y="99921"/>
                    </a:cubicBezTo>
                    <a:cubicBezTo>
                      <a:pt x="59915" y="100801"/>
                      <a:pt x="61025" y="101644"/>
                      <a:pt x="62250" y="102256"/>
                    </a:cubicBezTo>
                    <a:close/>
                  </a:path>
                </a:pathLst>
              </a:custGeom>
              <a:solidFill>
                <a:srgbClr val="F2AF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47"/>
              <p:cNvSpPr/>
              <p:nvPr/>
            </p:nvSpPr>
            <p:spPr>
              <a:xfrm>
                <a:off x="5727050" y="1522800"/>
                <a:ext cx="1562950" cy="2941175"/>
              </a:xfrm>
              <a:custGeom>
                <a:avLst/>
                <a:gdLst/>
                <a:ahLst/>
                <a:cxnLst/>
                <a:rect l="l" t="t" r="r" b="b"/>
                <a:pathLst>
                  <a:path w="62518" h="117647" extrusionOk="0">
                    <a:moveTo>
                      <a:pt x="33460" y="50497"/>
                    </a:moveTo>
                    <a:cubicBezTo>
                      <a:pt x="34685" y="51799"/>
                      <a:pt x="35183" y="54172"/>
                      <a:pt x="33499" y="55321"/>
                    </a:cubicBezTo>
                    <a:cubicBezTo>
                      <a:pt x="31814" y="56240"/>
                      <a:pt x="29785" y="55474"/>
                      <a:pt x="27986" y="56048"/>
                    </a:cubicBezTo>
                    <a:cubicBezTo>
                      <a:pt x="26186" y="56661"/>
                      <a:pt x="24502" y="57924"/>
                      <a:pt x="22511" y="57618"/>
                    </a:cubicBezTo>
                    <a:cubicBezTo>
                      <a:pt x="20635" y="57465"/>
                      <a:pt x="19334" y="56087"/>
                      <a:pt x="17955" y="54976"/>
                    </a:cubicBezTo>
                    <a:cubicBezTo>
                      <a:pt x="16348" y="54440"/>
                      <a:pt x="15352" y="53636"/>
                      <a:pt x="15390" y="51799"/>
                    </a:cubicBezTo>
                    <a:cubicBezTo>
                      <a:pt x="15429" y="51339"/>
                      <a:pt x="15276" y="50612"/>
                      <a:pt x="15773" y="50421"/>
                    </a:cubicBezTo>
                    <a:cubicBezTo>
                      <a:pt x="15429" y="49999"/>
                      <a:pt x="16041" y="49387"/>
                      <a:pt x="16462" y="49770"/>
                    </a:cubicBezTo>
                    <a:cubicBezTo>
                      <a:pt x="16884" y="50153"/>
                      <a:pt x="16998" y="50803"/>
                      <a:pt x="17496" y="51110"/>
                    </a:cubicBezTo>
                    <a:lnTo>
                      <a:pt x="17496" y="51110"/>
                    </a:lnTo>
                    <a:cubicBezTo>
                      <a:pt x="17802" y="51301"/>
                      <a:pt x="18262" y="51263"/>
                      <a:pt x="18530" y="51186"/>
                    </a:cubicBezTo>
                    <a:cubicBezTo>
                      <a:pt x="20444" y="50727"/>
                      <a:pt x="21746" y="53024"/>
                      <a:pt x="23698" y="52832"/>
                    </a:cubicBezTo>
                    <a:cubicBezTo>
                      <a:pt x="25115" y="52794"/>
                      <a:pt x="26148" y="51569"/>
                      <a:pt x="27488" y="51378"/>
                    </a:cubicBezTo>
                    <a:cubicBezTo>
                      <a:pt x="28675" y="51454"/>
                      <a:pt x="29938" y="51875"/>
                      <a:pt x="31087" y="51339"/>
                    </a:cubicBezTo>
                    <a:cubicBezTo>
                      <a:pt x="31584" y="51148"/>
                      <a:pt x="31891" y="50689"/>
                      <a:pt x="32197" y="50267"/>
                    </a:cubicBezTo>
                    <a:cubicBezTo>
                      <a:pt x="32503" y="49999"/>
                      <a:pt x="32810" y="50114"/>
                      <a:pt x="33001" y="50382"/>
                    </a:cubicBezTo>
                    <a:cubicBezTo>
                      <a:pt x="33154" y="50344"/>
                      <a:pt x="33307" y="50382"/>
                      <a:pt x="33460" y="50497"/>
                    </a:cubicBezTo>
                    <a:lnTo>
                      <a:pt x="33460" y="50497"/>
                    </a:lnTo>
                    <a:close/>
                    <a:moveTo>
                      <a:pt x="14548" y="113244"/>
                    </a:moveTo>
                    <a:cubicBezTo>
                      <a:pt x="14625" y="113206"/>
                      <a:pt x="14663" y="113129"/>
                      <a:pt x="14740" y="113129"/>
                    </a:cubicBezTo>
                    <a:cubicBezTo>
                      <a:pt x="13897" y="112823"/>
                      <a:pt x="12864" y="112440"/>
                      <a:pt x="11868" y="112057"/>
                    </a:cubicBezTo>
                    <a:lnTo>
                      <a:pt x="11868" y="112057"/>
                    </a:lnTo>
                    <a:cubicBezTo>
                      <a:pt x="12711" y="112555"/>
                      <a:pt x="13629" y="112938"/>
                      <a:pt x="14548" y="113244"/>
                    </a:cubicBezTo>
                    <a:lnTo>
                      <a:pt x="14548" y="113244"/>
                    </a:lnTo>
                    <a:close/>
                    <a:moveTo>
                      <a:pt x="17228" y="114010"/>
                    </a:moveTo>
                    <a:cubicBezTo>
                      <a:pt x="16960" y="113933"/>
                      <a:pt x="16730" y="113857"/>
                      <a:pt x="16501" y="113780"/>
                    </a:cubicBezTo>
                    <a:cubicBezTo>
                      <a:pt x="16309" y="113703"/>
                      <a:pt x="16003" y="113589"/>
                      <a:pt x="15620" y="113435"/>
                    </a:cubicBezTo>
                    <a:cubicBezTo>
                      <a:pt x="15735" y="113512"/>
                      <a:pt x="15850" y="113589"/>
                      <a:pt x="15965" y="113703"/>
                    </a:cubicBezTo>
                    <a:cubicBezTo>
                      <a:pt x="16386" y="113818"/>
                      <a:pt x="16807" y="113933"/>
                      <a:pt x="17228" y="114010"/>
                    </a:cubicBezTo>
                    <a:lnTo>
                      <a:pt x="17228" y="114010"/>
                    </a:lnTo>
                    <a:close/>
                    <a:moveTo>
                      <a:pt x="55320" y="108612"/>
                    </a:moveTo>
                    <a:cubicBezTo>
                      <a:pt x="55359" y="108612"/>
                      <a:pt x="55359" y="108573"/>
                      <a:pt x="55397" y="108573"/>
                    </a:cubicBezTo>
                    <a:cubicBezTo>
                      <a:pt x="55397" y="108535"/>
                      <a:pt x="55397" y="108535"/>
                      <a:pt x="55359" y="108535"/>
                    </a:cubicBezTo>
                    <a:cubicBezTo>
                      <a:pt x="55359" y="108573"/>
                      <a:pt x="55320" y="108573"/>
                      <a:pt x="55320" y="108612"/>
                    </a:cubicBezTo>
                    <a:close/>
                    <a:moveTo>
                      <a:pt x="60833" y="101644"/>
                    </a:moveTo>
                    <a:cubicBezTo>
                      <a:pt x="57885" y="99309"/>
                      <a:pt x="56431" y="95787"/>
                      <a:pt x="55627" y="92150"/>
                    </a:cubicBezTo>
                    <a:cubicBezTo>
                      <a:pt x="56124" y="91767"/>
                      <a:pt x="55129" y="88666"/>
                      <a:pt x="54823" y="87517"/>
                    </a:cubicBezTo>
                    <a:cubicBezTo>
                      <a:pt x="54976" y="87364"/>
                      <a:pt x="55091" y="87211"/>
                      <a:pt x="55244" y="87020"/>
                    </a:cubicBezTo>
                    <a:cubicBezTo>
                      <a:pt x="55512" y="86675"/>
                      <a:pt x="55129" y="86254"/>
                      <a:pt x="54784" y="86292"/>
                    </a:cubicBezTo>
                    <a:cubicBezTo>
                      <a:pt x="54823" y="86024"/>
                      <a:pt x="54784" y="85756"/>
                      <a:pt x="54784" y="85565"/>
                    </a:cubicBezTo>
                    <a:cubicBezTo>
                      <a:pt x="54746" y="84378"/>
                      <a:pt x="55014" y="80933"/>
                      <a:pt x="53751" y="80473"/>
                    </a:cubicBezTo>
                    <a:cubicBezTo>
                      <a:pt x="53751" y="77219"/>
                      <a:pt x="53827" y="73965"/>
                      <a:pt x="54325" y="70711"/>
                    </a:cubicBezTo>
                    <a:cubicBezTo>
                      <a:pt x="54516" y="70137"/>
                      <a:pt x="54019" y="69371"/>
                      <a:pt x="53483" y="69945"/>
                    </a:cubicBezTo>
                    <a:cubicBezTo>
                      <a:pt x="53330" y="70175"/>
                      <a:pt x="53215" y="70405"/>
                      <a:pt x="53062" y="70634"/>
                    </a:cubicBezTo>
                    <a:cubicBezTo>
                      <a:pt x="52296" y="71668"/>
                      <a:pt x="51492" y="72663"/>
                      <a:pt x="50726" y="73697"/>
                    </a:cubicBezTo>
                    <a:cubicBezTo>
                      <a:pt x="50918" y="73429"/>
                      <a:pt x="51109" y="73161"/>
                      <a:pt x="51301" y="72855"/>
                    </a:cubicBezTo>
                    <a:cubicBezTo>
                      <a:pt x="52985" y="70519"/>
                      <a:pt x="54593" y="68069"/>
                      <a:pt x="56086" y="65543"/>
                    </a:cubicBezTo>
                    <a:cubicBezTo>
                      <a:pt x="56584" y="65964"/>
                      <a:pt x="58421" y="62135"/>
                      <a:pt x="59264" y="59915"/>
                    </a:cubicBezTo>
                    <a:cubicBezTo>
                      <a:pt x="59493" y="60145"/>
                      <a:pt x="59723" y="60336"/>
                      <a:pt x="60029" y="60413"/>
                    </a:cubicBezTo>
                    <a:cubicBezTo>
                      <a:pt x="60757" y="60374"/>
                      <a:pt x="60527" y="59494"/>
                      <a:pt x="60336" y="59034"/>
                    </a:cubicBezTo>
                    <a:cubicBezTo>
                      <a:pt x="59953" y="57656"/>
                      <a:pt x="59723" y="56240"/>
                      <a:pt x="59493" y="54785"/>
                    </a:cubicBezTo>
                    <a:cubicBezTo>
                      <a:pt x="58153" y="47588"/>
                      <a:pt x="56163" y="40505"/>
                      <a:pt x="55014" y="33231"/>
                    </a:cubicBezTo>
                    <a:cubicBezTo>
                      <a:pt x="53483" y="22244"/>
                      <a:pt x="52143" y="9036"/>
                      <a:pt x="41577" y="2872"/>
                    </a:cubicBezTo>
                    <a:cubicBezTo>
                      <a:pt x="38973" y="1417"/>
                      <a:pt x="35987" y="1264"/>
                      <a:pt x="33116" y="1494"/>
                    </a:cubicBezTo>
                    <a:cubicBezTo>
                      <a:pt x="32963" y="1494"/>
                      <a:pt x="32848" y="1494"/>
                      <a:pt x="32733" y="1456"/>
                    </a:cubicBezTo>
                    <a:cubicBezTo>
                      <a:pt x="32733" y="1226"/>
                      <a:pt x="32542" y="996"/>
                      <a:pt x="32235" y="1035"/>
                    </a:cubicBezTo>
                    <a:cubicBezTo>
                      <a:pt x="31584" y="1111"/>
                      <a:pt x="30972" y="1226"/>
                      <a:pt x="30359" y="1379"/>
                    </a:cubicBezTo>
                    <a:cubicBezTo>
                      <a:pt x="30130" y="1379"/>
                      <a:pt x="29900" y="1379"/>
                      <a:pt x="29670" y="1341"/>
                    </a:cubicBezTo>
                    <a:cubicBezTo>
                      <a:pt x="29441" y="1303"/>
                      <a:pt x="29249" y="1379"/>
                      <a:pt x="29134" y="1571"/>
                    </a:cubicBezTo>
                    <a:cubicBezTo>
                      <a:pt x="28254" y="1532"/>
                      <a:pt x="27297" y="1417"/>
                      <a:pt x="26454" y="1685"/>
                    </a:cubicBezTo>
                    <a:cubicBezTo>
                      <a:pt x="26340" y="1724"/>
                      <a:pt x="26263" y="1839"/>
                      <a:pt x="26225" y="1953"/>
                    </a:cubicBezTo>
                    <a:cubicBezTo>
                      <a:pt x="26186" y="1953"/>
                      <a:pt x="26186" y="1915"/>
                      <a:pt x="26148" y="1915"/>
                    </a:cubicBezTo>
                    <a:cubicBezTo>
                      <a:pt x="25651" y="1"/>
                      <a:pt x="22090" y="460"/>
                      <a:pt x="20520" y="613"/>
                    </a:cubicBezTo>
                    <a:cubicBezTo>
                      <a:pt x="16577" y="1149"/>
                      <a:pt x="13055" y="3255"/>
                      <a:pt x="10414" y="6203"/>
                    </a:cubicBezTo>
                    <a:cubicBezTo>
                      <a:pt x="8729" y="7964"/>
                      <a:pt x="7006" y="9763"/>
                      <a:pt x="5781" y="11907"/>
                    </a:cubicBezTo>
                    <a:cubicBezTo>
                      <a:pt x="3944" y="14740"/>
                      <a:pt x="4403" y="18109"/>
                      <a:pt x="3944" y="21325"/>
                    </a:cubicBezTo>
                    <a:cubicBezTo>
                      <a:pt x="3522" y="24043"/>
                      <a:pt x="2910" y="26761"/>
                      <a:pt x="2527" y="29518"/>
                    </a:cubicBezTo>
                    <a:cubicBezTo>
                      <a:pt x="2527" y="29747"/>
                      <a:pt x="2719" y="29939"/>
                      <a:pt x="2948" y="29939"/>
                    </a:cubicBezTo>
                    <a:cubicBezTo>
                      <a:pt x="2948" y="29977"/>
                      <a:pt x="2948" y="30015"/>
                      <a:pt x="2987" y="30015"/>
                    </a:cubicBezTo>
                    <a:cubicBezTo>
                      <a:pt x="2719" y="30130"/>
                      <a:pt x="2680" y="30513"/>
                      <a:pt x="2833" y="30704"/>
                    </a:cubicBezTo>
                    <a:cubicBezTo>
                      <a:pt x="2833" y="30743"/>
                      <a:pt x="2833" y="30743"/>
                      <a:pt x="2872" y="30781"/>
                    </a:cubicBezTo>
                    <a:cubicBezTo>
                      <a:pt x="2565" y="32312"/>
                      <a:pt x="2259" y="33844"/>
                      <a:pt x="1991" y="35375"/>
                    </a:cubicBezTo>
                    <a:cubicBezTo>
                      <a:pt x="1647" y="35720"/>
                      <a:pt x="1723" y="36294"/>
                      <a:pt x="1570" y="36753"/>
                    </a:cubicBezTo>
                    <a:cubicBezTo>
                      <a:pt x="1379" y="37978"/>
                      <a:pt x="1149" y="39203"/>
                      <a:pt x="957" y="40467"/>
                    </a:cubicBezTo>
                    <a:cubicBezTo>
                      <a:pt x="115" y="45941"/>
                      <a:pt x="0" y="51684"/>
                      <a:pt x="1723" y="57005"/>
                    </a:cubicBezTo>
                    <a:cubicBezTo>
                      <a:pt x="2527" y="59647"/>
                      <a:pt x="3484" y="62250"/>
                      <a:pt x="4594" y="64739"/>
                    </a:cubicBezTo>
                    <a:cubicBezTo>
                      <a:pt x="5130" y="65734"/>
                      <a:pt x="5513" y="66997"/>
                      <a:pt x="6432" y="67648"/>
                    </a:cubicBezTo>
                    <a:lnTo>
                      <a:pt x="6547" y="67648"/>
                    </a:lnTo>
                    <a:cubicBezTo>
                      <a:pt x="7772" y="70251"/>
                      <a:pt x="8844" y="72931"/>
                      <a:pt x="10414" y="75343"/>
                    </a:cubicBezTo>
                    <a:cubicBezTo>
                      <a:pt x="10643" y="75688"/>
                      <a:pt x="11218" y="75535"/>
                      <a:pt x="11256" y="75152"/>
                    </a:cubicBezTo>
                    <a:cubicBezTo>
                      <a:pt x="11026" y="74233"/>
                      <a:pt x="10222" y="73467"/>
                      <a:pt x="9878" y="72587"/>
                    </a:cubicBezTo>
                    <a:cubicBezTo>
                      <a:pt x="9035" y="71055"/>
                      <a:pt x="8385" y="69409"/>
                      <a:pt x="7657" y="67840"/>
                    </a:cubicBezTo>
                    <a:cubicBezTo>
                      <a:pt x="6279" y="65236"/>
                      <a:pt x="5245" y="62403"/>
                      <a:pt x="4365" y="59570"/>
                    </a:cubicBezTo>
                    <a:cubicBezTo>
                      <a:pt x="3561" y="57235"/>
                      <a:pt x="2833" y="54900"/>
                      <a:pt x="2412" y="52488"/>
                    </a:cubicBezTo>
                    <a:cubicBezTo>
                      <a:pt x="1953" y="49617"/>
                      <a:pt x="2106" y="46784"/>
                      <a:pt x="2336" y="43912"/>
                    </a:cubicBezTo>
                    <a:cubicBezTo>
                      <a:pt x="2336" y="43836"/>
                      <a:pt x="2374" y="43721"/>
                      <a:pt x="2374" y="43644"/>
                    </a:cubicBezTo>
                    <a:cubicBezTo>
                      <a:pt x="3140" y="39471"/>
                      <a:pt x="4748" y="35452"/>
                      <a:pt x="5130" y="31202"/>
                    </a:cubicBezTo>
                    <a:cubicBezTo>
                      <a:pt x="5130" y="30972"/>
                      <a:pt x="5169" y="30743"/>
                      <a:pt x="5169" y="30513"/>
                    </a:cubicBezTo>
                    <a:cubicBezTo>
                      <a:pt x="7542" y="30436"/>
                      <a:pt x="9916" y="31087"/>
                      <a:pt x="12251" y="31355"/>
                    </a:cubicBezTo>
                    <a:cubicBezTo>
                      <a:pt x="13591" y="31547"/>
                      <a:pt x="15046" y="31700"/>
                      <a:pt x="16309" y="31126"/>
                    </a:cubicBezTo>
                    <a:cubicBezTo>
                      <a:pt x="16730" y="30896"/>
                      <a:pt x="17687" y="30475"/>
                      <a:pt x="17649" y="29939"/>
                    </a:cubicBezTo>
                    <a:cubicBezTo>
                      <a:pt x="18032" y="29403"/>
                      <a:pt x="17534" y="28982"/>
                      <a:pt x="16271" y="29326"/>
                    </a:cubicBezTo>
                    <a:cubicBezTo>
                      <a:pt x="13515" y="30168"/>
                      <a:pt x="10720" y="29135"/>
                      <a:pt x="8002" y="28790"/>
                    </a:cubicBezTo>
                    <a:cubicBezTo>
                      <a:pt x="7083" y="28675"/>
                      <a:pt x="6202" y="28752"/>
                      <a:pt x="5322" y="28867"/>
                    </a:cubicBezTo>
                    <a:cubicBezTo>
                      <a:pt x="5705" y="24732"/>
                      <a:pt x="6547" y="20368"/>
                      <a:pt x="8117" y="16425"/>
                    </a:cubicBezTo>
                    <a:cubicBezTo>
                      <a:pt x="8691" y="15046"/>
                      <a:pt x="9342" y="13668"/>
                      <a:pt x="10069" y="12328"/>
                    </a:cubicBezTo>
                    <a:cubicBezTo>
                      <a:pt x="12098" y="8844"/>
                      <a:pt x="14893" y="5897"/>
                      <a:pt x="18721" y="3944"/>
                    </a:cubicBezTo>
                    <a:cubicBezTo>
                      <a:pt x="20635" y="3102"/>
                      <a:pt x="22664" y="2451"/>
                      <a:pt x="24770" y="2642"/>
                    </a:cubicBezTo>
                    <a:cubicBezTo>
                      <a:pt x="25229" y="2604"/>
                      <a:pt x="25918" y="3102"/>
                      <a:pt x="26340" y="2987"/>
                    </a:cubicBezTo>
                    <a:cubicBezTo>
                      <a:pt x="26416" y="2987"/>
                      <a:pt x="26493" y="2987"/>
                      <a:pt x="26569" y="2987"/>
                    </a:cubicBezTo>
                    <a:cubicBezTo>
                      <a:pt x="27565" y="2949"/>
                      <a:pt x="28560" y="2757"/>
                      <a:pt x="29517" y="2528"/>
                    </a:cubicBezTo>
                    <a:cubicBezTo>
                      <a:pt x="29632" y="2528"/>
                      <a:pt x="29709" y="2528"/>
                      <a:pt x="29785" y="2528"/>
                    </a:cubicBezTo>
                    <a:cubicBezTo>
                      <a:pt x="33116" y="2719"/>
                      <a:pt x="35949" y="4710"/>
                      <a:pt x="38322" y="6930"/>
                    </a:cubicBezTo>
                    <a:cubicBezTo>
                      <a:pt x="44448" y="13209"/>
                      <a:pt x="46553" y="21746"/>
                      <a:pt x="48353" y="30168"/>
                    </a:cubicBezTo>
                    <a:cubicBezTo>
                      <a:pt x="46592" y="29824"/>
                      <a:pt x="44486" y="29671"/>
                      <a:pt x="43261" y="29671"/>
                    </a:cubicBezTo>
                    <a:cubicBezTo>
                      <a:pt x="41462" y="29671"/>
                      <a:pt x="39777" y="30207"/>
                      <a:pt x="38016" y="30475"/>
                    </a:cubicBezTo>
                    <a:cubicBezTo>
                      <a:pt x="37442" y="30590"/>
                      <a:pt x="35566" y="30245"/>
                      <a:pt x="35298" y="30819"/>
                    </a:cubicBezTo>
                    <a:cubicBezTo>
                      <a:pt x="34877" y="30704"/>
                      <a:pt x="34456" y="30551"/>
                      <a:pt x="34073" y="30360"/>
                    </a:cubicBezTo>
                    <a:cubicBezTo>
                      <a:pt x="33958" y="30245"/>
                      <a:pt x="33843" y="30168"/>
                      <a:pt x="33728" y="30092"/>
                    </a:cubicBezTo>
                    <a:cubicBezTo>
                      <a:pt x="33422" y="29862"/>
                      <a:pt x="33231" y="29364"/>
                      <a:pt x="32771" y="29518"/>
                    </a:cubicBezTo>
                    <a:cubicBezTo>
                      <a:pt x="32388" y="29709"/>
                      <a:pt x="32427" y="29977"/>
                      <a:pt x="32618" y="30283"/>
                    </a:cubicBezTo>
                    <a:cubicBezTo>
                      <a:pt x="32618" y="30436"/>
                      <a:pt x="32695" y="30628"/>
                      <a:pt x="32886" y="30704"/>
                    </a:cubicBezTo>
                    <a:cubicBezTo>
                      <a:pt x="33192" y="30934"/>
                      <a:pt x="33537" y="31126"/>
                      <a:pt x="33882" y="31317"/>
                    </a:cubicBezTo>
                    <a:cubicBezTo>
                      <a:pt x="34188" y="31470"/>
                      <a:pt x="34456" y="31623"/>
                      <a:pt x="34609" y="31662"/>
                    </a:cubicBezTo>
                    <a:cubicBezTo>
                      <a:pt x="35107" y="31891"/>
                      <a:pt x="35643" y="31968"/>
                      <a:pt x="36179" y="31968"/>
                    </a:cubicBezTo>
                    <a:cubicBezTo>
                      <a:pt x="37710" y="32197"/>
                      <a:pt x="39318" y="32121"/>
                      <a:pt x="40811" y="32121"/>
                    </a:cubicBezTo>
                    <a:cubicBezTo>
                      <a:pt x="43452" y="32044"/>
                      <a:pt x="46171" y="31968"/>
                      <a:pt x="48812" y="32427"/>
                    </a:cubicBezTo>
                    <a:cubicBezTo>
                      <a:pt x="49195" y="34227"/>
                      <a:pt x="49578" y="35988"/>
                      <a:pt x="49961" y="37749"/>
                    </a:cubicBezTo>
                    <a:cubicBezTo>
                      <a:pt x="50344" y="39625"/>
                      <a:pt x="50803" y="41462"/>
                      <a:pt x="51301" y="43338"/>
                    </a:cubicBezTo>
                    <a:cubicBezTo>
                      <a:pt x="51454" y="44142"/>
                      <a:pt x="51607" y="44946"/>
                      <a:pt x="51798" y="45750"/>
                    </a:cubicBezTo>
                    <a:cubicBezTo>
                      <a:pt x="52602" y="49502"/>
                      <a:pt x="53253" y="53368"/>
                      <a:pt x="53138" y="57197"/>
                    </a:cubicBezTo>
                    <a:cubicBezTo>
                      <a:pt x="52832" y="58805"/>
                      <a:pt x="52449" y="60413"/>
                      <a:pt x="52105" y="62020"/>
                    </a:cubicBezTo>
                    <a:cubicBezTo>
                      <a:pt x="51798" y="63322"/>
                      <a:pt x="51415" y="64624"/>
                      <a:pt x="50956" y="65887"/>
                    </a:cubicBezTo>
                    <a:cubicBezTo>
                      <a:pt x="50880" y="66002"/>
                      <a:pt x="50841" y="66155"/>
                      <a:pt x="50803" y="66308"/>
                    </a:cubicBezTo>
                    <a:cubicBezTo>
                      <a:pt x="50765" y="66461"/>
                      <a:pt x="50726" y="66576"/>
                      <a:pt x="50650" y="66729"/>
                    </a:cubicBezTo>
                    <a:cubicBezTo>
                      <a:pt x="48736" y="71055"/>
                      <a:pt x="46171" y="75113"/>
                      <a:pt x="43529" y="78827"/>
                    </a:cubicBezTo>
                    <a:cubicBezTo>
                      <a:pt x="43414" y="78980"/>
                      <a:pt x="43338" y="79095"/>
                      <a:pt x="43223" y="79210"/>
                    </a:cubicBezTo>
                    <a:cubicBezTo>
                      <a:pt x="42993" y="79516"/>
                      <a:pt x="42725" y="79822"/>
                      <a:pt x="42419" y="80090"/>
                    </a:cubicBezTo>
                    <a:cubicBezTo>
                      <a:pt x="40198" y="82426"/>
                      <a:pt x="37480" y="84225"/>
                      <a:pt x="34571" y="85642"/>
                    </a:cubicBezTo>
                    <a:cubicBezTo>
                      <a:pt x="33920" y="85948"/>
                      <a:pt x="33269" y="86216"/>
                      <a:pt x="32618" y="86445"/>
                    </a:cubicBezTo>
                    <a:cubicBezTo>
                      <a:pt x="28560" y="87211"/>
                      <a:pt x="24311" y="86675"/>
                      <a:pt x="20176" y="84378"/>
                    </a:cubicBezTo>
                    <a:cubicBezTo>
                      <a:pt x="19066" y="83804"/>
                      <a:pt x="18415" y="82273"/>
                      <a:pt x="17228" y="81890"/>
                    </a:cubicBezTo>
                    <a:cubicBezTo>
                      <a:pt x="17037" y="81507"/>
                      <a:pt x="16769" y="81354"/>
                      <a:pt x="16348" y="81813"/>
                    </a:cubicBezTo>
                    <a:cubicBezTo>
                      <a:pt x="16118" y="82732"/>
                      <a:pt x="16348" y="83727"/>
                      <a:pt x="16309" y="84684"/>
                    </a:cubicBezTo>
                    <a:cubicBezTo>
                      <a:pt x="16348" y="86177"/>
                      <a:pt x="16386" y="87632"/>
                      <a:pt x="16041" y="89087"/>
                    </a:cubicBezTo>
                    <a:cubicBezTo>
                      <a:pt x="16041" y="89470"/>
                      <a:pt x="15697" y="90274"/>
                      <a:pt x="15697" y="90810"/>
                    </a:cubicBezTo>
                    <a:lnTo>
                      <a:pt x="15658" y="90810"/>
                    </a:lnTo>
                    <a:cubicBezTo>
                      <a:pt x="13323" y="91805"/>
                      <a:pt x="21631" y="96744"/>
                      <a:pt x="22703" y="97356"/>
                    </a:cubicBezTo>
                    <a:cubicBezTo>
                      <a:pt x="25000" y="98773"/>
                      <a:pt x="27680" y="99309"/>
                      <a:pt x="30359" y="99347"/>
                    </a:cubicBezTo>
                    <a:cubicBezTo>
                      <a:pt x="36638" y="99156"/>
                      <a:pt x="43031" y="96208"/>
                      <a:pt x="48544" y="92494"/>
                    </a:cubicBezTo>
                    <a:cubicBezTo>
                      <a:pt x="49310" y="97280"/>
                      <a:pt x="50612" y="102295"/>
                      <a:pt x="53445" y="106238"/>
                    </a:cubicBezTo>
                    <a:cubicBezTo>
                      <a:pt x="53406" y="106544"/>
                      <a:pt x="53368" y="106851"/>
                      <a:pt x="53330" y="107157"/>
                    </a:cubicBezTo>
                    <a:cubicBezTo>
                      <a:pt x="53330" y="107195"/>
                      <a:pt x="53291" y="107195"/>
                      <a:pt x="53291" y="107234"/>
                    </a:cubicBezTo>
                    <a:cubicBezTo>
                      <a:pt x="51339" y="109109"/>
                      <a:pt x="48889" y="110641"/>
                      <a:pt x="46209" y="111828"/>
                    </a:cubicBezTo>
                    <a:cubicBezTo>
                      <a:pt x="37059" y="114929"/>
                      <a:pt x="27105" y="115809"/>
                      <a:pt x="17879" y="113282"/>
                    </a:cubicBezTo>
                    <a:cubicBezTo>
                      <a:pt x="16309" y="112708"/>
                      <a:pt x="14778" y="112019"/>
                      <a:pt x="13285" y="111292"/>
                    </a:cubicBezTo>
                    <a:cubicBezTo>
                      <a:pt x="11179" y="110258"/>
                      <a:pt x="9265" y="108880"/>
                      <a:pt x="7810" y="107080"/>
                    </a:cubicBezTo>
                    <a:cubicBezTo>
                      <a:pt x="6853" y="105358"/>
                      <a:pt x="5781" y="106544"/>
                      <a:pt x="6662" y="107080"/>
                    </a:cubicBezTo>
                    <a:cubicBezTo>
                      <a:pt x="7313" y="107999"/>
                      <a:pt x="8040" y="108803"/>
                      <a:pt x="8882" y="109531"/>
                    </a:cubicBezTo>
                    <a:cubicBezTo>
                      <a:pt x="8614" y="109416"/>
                      <a:pt x="8346" y="109454"/>
                      <a:pt x="8193" y="109722"/>
                    </a:cubicBezTo>
                    <a:cubicBezTo>
                      <a:pt x="8117" y="110296"/>
                      <a:pt x="9495" y="111062"/>
                      <a:pt x="11218" y="111789"/>
                    </a:cubicBezTo>
                    <a:cubicBezTo>
                      <a:pt x="11141" y="111789"/>
                      <a:pt x="11064" y="111789"/>
                      <a:pt x="11026" y="111828"/>
                    </a:cubicBezTo>
                    <a:cubicBezTo>
                      <a:pt x="9839" y="112823"/>
                      <a:pt x="14051" y="113971"/>
                      <a:pt x="14740" y="114278"/>
                    </a:cubicBezTo>
                    <a:cubicBezTo>
                      <a:pt x="14931" y="114354"/>
                      <a:pt x="15161" y="114393"/>
                      <a:pt x="15352" y="114469"/>
                    </a:cubicBezTo>
                    <a:cubicBezTo>
                      <a:pt x="16194" y="115005"/>
                      <a:pt x="17419" y="115503"/>
                      <a:pt x="17955" y="115847"/>
                    </a:cubicBezTo>
                    <a:cubicBezTo>
                      <a:pt x="18300" y="116039"/>
                      <a:pt x="18721" y="115618"/>
                      <a:pt x="18568" y="115273"/>
                    </a:cubicBezTo>
                    <a:lnTo>
                      <a:pt x="18568" y="115273"/>
                    </a:lnTo>
                    <a:cubicBezTo>
                      <a:pt x="19678" y="115465"/>
                      <a:pt x="20788" y="115618"/>
                      <a:pt x="21899" y="115771"/>
                    </a:cubicBezTo>
                    <a:cubicBezTo>
                      <a:pt x="21975" y="115771"/>
                      <a:pt x="22052" y="115809"/>
                      <a:pt x="22128" y="115847"/>
                    </a:cubicBezTo>
                    <a:cubicBezTo>
                      <a:pt x="22779" y="116039"/>
                      <a:pt x="23430" y="116192"/>
                      <a:pt x="24081" y="116345"/>
                    </a:cubicBezTo>
                    <a:cubicBezTo>
                      <a:pt x="23851" y="116345"/>
                      <a:pt x="23698" y="116575"/>
                      <a:pt x="23698" y="116804"/>
                    </a:cubicBezTo>
                    <a:cubicBezTo>
                      <a:pt x="23889" y="117647"/>
                      <a:pt x="25229" y="117149"/>
                      <a:pt x="25880" y="117302"/>
                    </a:cubicBezTo>
                    <a:cubicBezTo>
                      <a:pt x="27948" y="117379"/>
                      <a:pt x="30015" y="117302"/>
                      <a:pt x="32082" y="117149"/>
                    </a:cubicBezTo>
                    <a:cubicBezTo>
                      <a:pt x="32274" y="117149"/>
                      <a:pt x="32503" y="117187"/>
                      <a:pt x="32695" y="117226"/>
                    </a:cubicBezTo>
                    <a:cubicBezTo>
                      <a:pt x="34379" y="117302"/>
                      <a:pt x="36025" y="116958"/>
                      <a:pt x="37633" y="116575"/>
                    </a:cubicBezTo>
                    <a:cubicBezTo>
                      <a:pt x="38361" y="116498"/>
                      <a:pt x="39050" y="116460"/>
                      <a:pt x="39739" y="116383"/>
                    </a:cubicBezTo>
                    <a:cubicBezTo>
                      <a:pt x="40275" y="116307"/>
                      <a:pt x="40811" y="116268"/>
                      <a:pt x="41347" y="116154"/>
                    </a:cubicBezTo>
                    <a:cubicBezTo>
                      <a:pt x="41385" y="116115"/>
                      <a:pt x="41462" y="116077"/>
                      <a:pt x="41500" y="116077"/>
                    </a:cubicBezTo>
                    <a:cubicBezTo>
                      <a:pt x="42304" y="115771"/>
                      <a:pt x="43184" y="115311"/>
                      <a:pt x="43720" y="115197"/>
                    </a:cubicBezTo>
                    <a:cubicBezTo>
                      <a:pt x="45405" y="114775"/>
                      <a:pt x="47013" y="114125"/>
                      <a:pt x="48582" y="113397"/>
                    </a:cubicBezTo>
                    <a:cubicBezTo>
                      <a:pt x="48812" y="114775"/>
                      <a:pt x="52909" y="111828"/>
                      <a:pt x="53751" y="111521"/>
                    </a:cubicBezTo>
                    <a:cubicBezTo>
                      <a:pt x="54210" y="111100"/>
                      <a:pt x="57924" y="109492"/>
                      <a:pt x="58115" y="108573"/>
                    </a:cubicBezTo>
                    <a:cubicBezTo>
                      <a:pt x="58460" y="108229"/>
                      <a:pt x="58804" y="107846"/>
                      <a:pt x="59149" y="107616"/>
                    </a:cubicBezTo>
                    <a:cubicBezTo>
                      <a:pt x="60450" y="106391"/>
                      <a:pt x="62097" y="105128"/>
                      <a:pt x="62518" y="103329"/>
                    </a:cubicBezTo>
                    <a:cubicBezTo>
                      <a:pt x="62365" y="102486"/>
                      <a:pt x="61331" y="102257"/>
                      <a:pt x="60833" y="101644"/>
                    </a:cubicBezTo>
                    <a:lnTo>
                      <a:pt x="60833" y="101644"/>
                    </a:lnTo>
                    <a:close/>
                    <a:moveTo>
                      <a:pt x="20980" y="36064"/>
                    </a:moveTo>
                    <a:cubicBezTo>
                      <a:pt x="21784" y="35911"/>
                      <a:pt x="21210" y="38897"/>
                      <a:pt x="21210" y="39471"/>
                    </a:cubicBezTo>
                    <a:cubicBezTo>
                      <a:pt x="21133" y="40582"/>
                      <a:pt x="19717" y="48353"/>
                      <a:pt x="17917" y="46860"/>
                    </a:cubicBezTo>
                    <a:cubicBezTo>
                      <a:pt x="17687" y="45980"/>
                      <a:pt x="18491" y="44793"/>
                      <a:pt x="18645" y="43874"/>
                    </a:cubicBezTo>
                    <a:cubicBezTo>
                      <a:pt x="19027" y="42343"/>
                      <a:pt x="19410" y="40850"/>
                      <a:pt x="19678" y="39318"/>
                    </a:cubicBezTo>
                    <a:cubicBezTo>
                      <a:pt x="19908" y="38208"/>
                      <a:pt x="20023" y="37098"/>
                      <a:pt x="20061" y="35988"/>
                    </a:cubicBezTo>
                    <a:cubicBezTo>
                      <a:pt x="20138" y="35452"/>
                      <a:pt x="20942" y="35490"/>
                      <a:pt x="20980" y="36064"/>
                    </a:cubicBezTo>
                    <a:close/>
                  </a:path>
                </a:pathLst>
              </a:custGeom>
              <a:solidFill>
                <a:srgbClr val="D790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Google Shape;2926;p47"/>
              <p:cNvSpPr/>
              <p:nvPr/>
            </p:nvSpPr>
            <p:spPr>
              <a:xfrm>
                <a:off x="6707100" y="2567000"/>
                <a:ext cx="455625" cy="428800"/>
              </a:xfrm>
              <a:custGeom>
                <a:avLst/>
                <a:gdLst/>
                <a:ahLst/>
                <a:cxnLst/>
                <a:rect l="l" t="t" r="r" b="b"/>
                <a:pathLst>
                  <a:path w="18225" h="17152" extrusionOk="0">
                    <a:moveTo>
                      <a:pt x="5973" y="16998"/>
                    </a:moveTo>
                    <a:cubicBezTo>
                      <a:pt x="2336" y="16424"/>
                      <a:pt x="1" y="12481"/>
                      <a:pt x="843" y="8959"/>
                    </a:cubicBezTo>
                    <a:cubicBezTo>
                      <a:pt x="1571" y="3561"/>
                      <a:pt x="7543" y="0"/>
                      <a:pt x="12711" y="728"/>
                    </a:cubicBezTo>
                    <a:cubicBezTo>
                      <a:pt x="16310" y="996"/>
                      <a:pt x="18224" y="4633"/>
                      <a:pt x="17803" y="7925"/>
                    </a:cubicBezTo>
                    <a:cubicBezTo>
                      <a:pt x="17229" y="12864"/>
                      <a:pt x="12520" y="17151"/>
                      <a:pt x="7543" y="17151"/>
                    </a:cubicBezTo>
                    <a:cubicBezTo>
                      <a:pt x="7007" y="17151"/>
                      <a:pt x="6509" y="17075"/>
                      <a:pt x="5973" y="16998"/>
                    </a:cubicBezTo>
                    <a:close/>
                  </a:path>
                </a:pathLst>
              </a:custGeom>
              <a:solidFill>
                <a:srgbClr val="ED8F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Google Shape;2927;p47"/>
              <p:cNvSpPr/>
              <p:nvPr/>
            </p:nvSpPr>
            <p:spPr>
              <a:xfrm>
                <a:off x="5644725" y="2534450"/>
                <a:ext cx="395325" cy="424025"/>
              </a:xfrm>
              <a:custGeom>
                <a:avLst/>
                <a:gdLst/>
                <a:ahLst/>
                <a:cxnLst/>
                <a:rect l="l" t="t" r="r" b="b"/>
                <a:pathLst>
                  <a:path w="15813" h="16961" extrusionOk="0">
                    <a:moveTo>
                      <a:pt x="7849" y="16884"/>
                    </a:moveTo>
                    <a:cubicBezTo>
                      <a:pt x="4633" y="16692"/>
                      <a:pt x="1532" y="13400"/>
                      <a:pt x="1953" y="10223"/>
                    </a:cubicBezTo>
                    <a:cubicBezTo>
                      <a:pt x="1915" y="10146"/>
                      <a:pt x="1915" y="10069"/>
                      <a:pt x="1877" y="9993"/>
                    </a:cubicBezTo>
                    <a:cubicBezTo>
                      <a:pt x="1" y="5514"/>
                      <a:pt x="2145" y="1"/>
                      <a:pt x="7543" y="307"/>
                    </a:cubicBezTo>
                    <a:cubicBezTo>
                      <a:pt x="7926" y="307"/>
                      <a:pt x="8309" y="384"/>
                      <a:pt x="8653" y="460"/>
                    </a:cubicBezTo>
                    <a:cubicBezTo>
                      <a:pt x="9074" y="460"/>
                      <a:pt x="9495" y="613"/>
                      <a:pt x="9878" y="805"/>
                    </a:cubicBezTo>
                    <a:cubicBezTo>
                      <a:pt x="12864" y="2030"/>
                      <a:pt x="15276" y="5169"/>
                      <a:pt x="15621" y="8232"/>
                    </a:cubicBezTo>
                    <a:lnTo>
                      <a:pt x="15621" y="8232"/>
                    </a:lnTo>
                    <a:lnTo>
                      <a:pt x="15659" y="8347"/>
                    </a:lnTo>
                    <a:cubicBezTo>
                      <a:pt x="15697" y="8538"/>
                      <a:pt x="15736" y="8691"/>
                      <a:pt x="15736" y="8883"/>
                    </a:cubicBezTo>
                    <a:cubicBezTo>
                      <a:pt x="15774" y="9227"/>
                      <a:pt x="15812" y="9572"/>
                      <a:pt x="15812" y="9955"/>
                    </a:cubicBezTo>
                    <a:cubicBezTo>
                      <a:pt x="15736" y="13668"/>
                      <a:pt x="12328" y="16960"/>
                      <a:pt x="8615" y="16960"/>
                    </a:cubicBezTo>
                    <a:cubicBezTo>
                      <a:pt x="8385" y="16960"/>
                      <a:pt x="8117" y="16922"/>
                      <a:pt x="7849" y="16884"/>
                    </a:cubicBezTo>
                    <a:close/>
                  </a:path>
                </a:pathLst>
              </a:custGeom>
              <a:solidFill>
                <a:srgbClr val="ED8F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47"/>
              <p:cNvSpPr/>
              <p:nvPr/>
            </p:nvSpPr>
            <p:spPr>
              <a:xfrm>
                <a:off x="6113725" y="3032150"/>
                <a:ext cx="651800" cy="292900"/>
              </a:xfrm>
              <a:custGeom>
                <a:avLst/>
                <a:gdLst/>
                <a:ahLst/>
                <a:cxnLst/>
                <a:rect l="l" t="t" r="r" b="b"/>
                <a:pathLst>
                  <a:path w="26072" h="11716" extrusionOk="0">
                    <a:moveTo>
                      <a:pt x="3867" y="2986"/>
                    </a:moveTo>
                    <a:cubicBezTo>
                      <a:pt x="3867" y="2795"/>
                      <a:pt x="3943" y="2565"/>
                      <a:pt x="4096" y="2412"/>
                    </a:cubicBezTo>
                    <a:cubicBezTo>
                      <a:pt x="3790" y="2412"/>
                      <a:pt x="3254" y="2527"/>
                      <a:pt x="2680" y="2680"/>
                    </a:cubicBezTo>
                    <a:cubicBezTo>
                      <a:pt x="2527" y="2718"/>
                      <a:pt x="2374" y="2757"/>
                      <a:pt x="2220" y="2795"/>
                    </a:cubicBezTo>
                    <a:cubicBezTo>
                      <a:pt x="2527" y="2986"/>
                      <a:pt x="2718" y="3369"/>
                      <a:pt x="2450" y="3714"/>
                    </a:cubicBezTo>
                    <a:cubicBezTo>
                      <a:pt x="2603" y="4020"/>
                      <a:pt x="2718" y="4326"/>
                      <a:pt x="2871" y="4594"/>
                    </a:cubicBezTo>
                    <a:cubicBezTo>
                      <a:pt x="3254" y="4518"/>
                      <a:pt x="3675" y="4747"/>
                      <a:pt x="3675" y="5207"/>
                    </a:cubicBezTo>
                    <a:cubicBezTo>
                      <a:pt x="3637" y="5398"/>
                      <a:pt x="3599" y="5551"/>
                      <a:pt x="3637" y="5705"/>
                    </a:cubicBezTo>
                    <a:cubicBezTo>
                      <a:pt x="4671" y="5398"/>
                      <a:pt x="6355" y="7121"/>
                      <a:pt x="7542" y="7389"/>
                    </a:cubicBezTo>
                    <a:cubicBezTo>
                      <a:pt x="10260" y="7848"/>
                      <a:pt x="13246" y="7159"/>
                      <a:pt x="15926" y="6700"/>
                    </a:cubicBezTo>
                    <a:cubicBezTo>
                      <a:pt x="16462" y="6662"/>
                      <a:pt x="17113" y="6164"/>
                      <a:pt x="17534" y="6700"/>
                    </a:cubicBezTo>
                    <a:cubicBezTo>
                      <a:pt x="19257" y="5743"/>
                      <a:pt x="21018" y="4671"/>
                      <a:pt x="22473" y="3331"/>
                    </a:cubicBezTo>
                    <a:cubicBezTo>
                      <a:pt x="22817" y="3101"/>
                      <a:pt x="23200" y="2642"/>
                      <a:pt x="23621" y="2259"/>
                    </a:cubicBezTo>
                    <a:cubicBezTo>
                      <a:pt x="22817" y="2336"/>
                      <a:pt x="21975" y="2450"/>
                      <a:pt x="21133" y="2489"/>
                    </a:cubicBezTo>
                    <a:cubicBezTo>
                      <a:pt x="21018" y="2565"/>
                      <a:pt x="20865" y="2642"/>
                      <a:pt x="20673" y="2604"/>
                    </a:cubicBezTo>
                    <a:cubicBezTo>
                      <a:pt x="20520" y="2565"/>
                      <a:pt x="20367" y="2565"/>
                      <a:pt x="20214" y="2527"/>
                    </a:cubicBezTo>
                    <a:cubicBezTo>
                      <a:pt x="19410" y="2565"/>
                      <a:pt x="18568" y="2565"/>
                      <a:pt x="17725" y="2565"/>
                    </a:cubicBezTo>
                    <a:cubicBezTo>
                      <a:pt x="17687" y="3293"/>
                      <a:pt x="14395" y="3216"/>
                      <a:pt x="11945" y="3140"/>
                    </a:cubicBezTo>
                    <a:cubicBezTo>
                      <a:pt x="10873" y="3101"/>
                      <a:pt x="9954" y="3063"/>
                      <a:pt x="9571" y="3101"/>
                    </a:cubicBezTo>
                    <a:cubicBezTo>
                      <a:pt x="7925" y="3216"/>
                      <a:pt x="6240" y="3369"/>
                      <a:pt x="4594" y="3522"/>
                    </a:cubicBezTo>
                    <a:lnTo>
                      <a:pt x="4518" y="3522"/>
                    </a:lnTo>
                    <a:cubicBezTo>
                      <a:pt x="4211" y="3522"/>
                      <a:pt x="3943" y="3331"/>
                      <a:pt x="3867" y="2986"/>
                    </a:cubicBezTo>
                    <a:lnTo>
                      <a:pt x="3867" y="2986"/>
                    </a:lnTo>
                    <a:close/>
                    <a:moveTo>
                      <a:pt x="10490" y="11677"/>
                    </a:moveTo>
                    <a:cubicBezTo>
                      <a:pt x="5513" y="11677"/>
                      <a:pt x="2259" y="9686"/>
                      <a:pt x="804" y="5092"/>
                    </a:cubicBezTo>
                    <a:cubicBezTo>
                      <a:pt x="498" y="4441"/>
                      <a:pt x="268" y="3752"/>
                      <a:pt x="77" y="3101"/>
                    </a:cubicBezTo>
                    <a:cubicBezTo>
                      <a:pt x="77" y="2986"/>
                      <a:pt x="77" y="2872"/>
                      <a:pt x="115" y="2795"/>
                    </a:cubicBezTo>
                    <a:cubicBezTo>
                      <a:pt x="0" y="2565"/>
                      <a:pt x="38" y="2374"/>
                      <a:pt x="153" y="2182"/>
                    </a:cubicBezTo>
                    <a:cubicBezTo>
                      <a:pt x="230" y="1838"/>
                      <a:pt x="574" y="1685"/>
                      <a:pt x="995" y="1608"/>
                    </a:cubicBezTo>
                    <a:cubicBezTo>
                      <a:pt x="2795" y="766"/>
                      <a:pt x="6623" y="307"/>
                      <a:pt x="7312" y="268"/>
                    </a:cubicBezTo>
                    <a:cubicBezTo>
                      <a:pt x="9341" y="0"/>
                      <a:pt x="11370" y="77"/>
                      <a:pt x="13361" y="307"/>
                    </a:cubicBezTo>
                    <a:cubicBezTo>
                      <a:pt x="16117" y="268"/>
                      <a:pt x="18874" y="498"/>
                      <a:pt x="21554" y="728"/>
                    </a:cubicBezTo>
                    <a:cubicBezTo>
                      <a:pt x="22128" y="804"/>
                      <a:pt x="22702" y="804"/>
                      <a:pt x="23277" y="804"/>
                    </a:cubicBezTo>
                    <a:lnTo>
                      <a:pt x="23506" y="804"/>
                    </a:lnTo>
                    <a:cubicBezTo>
                      <a:pt x="23774" y="804"/>
                      <a:pt x="24042" y="843"/>
                      <a:pt x="24349" y="843"/>
                    </a:cubicBezTo>
                    <a:cubicBezTo>
                      <a:pt x="24540" y="843"/>
                      <a:pt x="24770" y="843"/>
                      <a:pt x="24961" y="843"/>
                    </a:cubicBezTo>
                    <a:cubicBezTo>
                      <a:pt x="25038" y="881"/>
                      <a:pt x="25076" y="881"/>
                      <a:pt x="25152" y="881"/>
                    </a:cubicBezTo>
                    <a:cubicBezTo>
                      <a:pt x="25191" y="919"/>
                      <a:pt x="25229" y="919"/>
                      <a:pt x="25267" y="957"/>
                    </a:cubicBezTo>
                    <a:cubicBezTo>
                      <a:pt x="25420" y="881"/>
                      <a:pt x="25612" y="919"/>
                      <a:pt x="25842" y="1034"/>
                    </a:cubicBezTo>
                    <a:cubicBezTo>
                      <a:pt x="25995" y="1187"/>
                      <a:pt x="26071" y="1302"/>
                      <a:pt x="26071" y="1417"/>
                    </a:cubicBezTo>
                    <a:cubicBezTo>
                      <a:pt x="26071" y="1493"/>
                      <a:pt x="26033" y="1532"/>
                      <a:pt x="25995" y="1570"/>
                    </a:cubicBezTo>
                    <a:cubicBezTo>
                      <a:pt x="25842" y="1876"/>
                      <a:pt x="25688" y="2144"/>
                      <a:pt x="25497" y="2412"/>
                    </a:cubicBezTo>
                    <a:lnTo>
                      <a:pt x="25497" y="2412"/>
                    </a:lnTo>
                    <a:lnTo>
                      <a:pt x="25497" y="2450"/>
                    </a:lnTo>
                    <a:lnTo>
                      <a:pt x="25497" y="2450"/>
                    </a:lnTo>
                    <a:lnTo>
                      <a:pt x="25497" y="2450"/>
                    </a:lnTo>
                    <a:lnTo>
                      <a:pt x="25497" y="2450"/>
                    </a:lnTo>
                    <a:lnTo>
                      <a:pt x="25497" y="2450"/>
                    </a:lnTo>
                    <a:lnTo>
                      <a:pt x="25497" y="2489"/>
                    </a:lnTo>
                    <a:lnTo>
                      <a:pt x="25497" y="2489"/>
                    </a:lnTo>
                    <a:lnTo>
                      <a:pt x="25497" y="2489"/>
                    </a:lnTo>
                    <a:lnTo>
                      <a:pt x="25459" y="2489"/>
                    </a:lnTo>
                    <a:lnTo>
                      <a:pt x="25459" y="2489"/>
                    </a:lnTo>
                    <a:lnTo>
                      <a:pt x="25459" y="2489"/>
                    </a:lnTo>
                    <a:lnTo>
                      <a:pt x="25459" y="2527"/>
                    </a:lnTo>
                    <a:lnTo>
                      <a:pt x="25459" y="2527"/>
                    </a:lnTo>
                    <a:lnTo>
                      <a:pt x="25459" y="2527"/>
                    </a:lnTo>
                    <a:lnTo>
                      <a:pt x="25459" y="2527"/>
                    </a:lnTo>
                    <a:lnTo>
                      <a:pt x="25459" y="2527"/>
                    </a:lnTo>
                    <a:cubicBezTo>
                      <a:pt x="25344" y="2718"/>
                      <a:pt x="25229" y="2910"/>
                      <a:pt x="25114" y="3101"/>
                    </a:cubicBezTo>
                    <a:cubicBezTo>
                      <a:pt x="25076" y="3101"/>
                      <a:pt x="25076" y="3140"/>
                      <a:pt x="25076" y="3140"/>
                    </a:cubicBezTo>
                    <a:cubicBezTo>
                      <a:pt x="23162" y="5743"/>
                      <a:pt x="20635" y="8078"/>
                      <a:pt x="17725" y="9571"/>
                    </a:cubicBezTo>
                    <a:cubicBezTo>
                      <a:pt x="15543" y="10873"/>
                      <a:pt x="13093" y="11715"/>
                      <a:pt x="10490" y="11639"/>
                    </a:cubicBezTo>
                    <a:close/>
                  </a:path>
                </a:pathLst>
              </a:custGeom>
              <a:solidFill>
                <a:srgbClr val="E979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47"/>
              <p:cNvSpPr/>
              <p:nvPr/>
            </p:nvSpPr>
            <p:spPr>
              <a:xfrm>
                <a:off x="5946225" y="2388975"/>
                <a:ext cx="833650" cy="318750"/>
              </a:xfrm>
              <a:custGeom>
                <a:avLst/>
                <a:gdLst/>
                <a:ahLst/>
                <a:cxnLst/>
                <a:rect l="l" t="t" r="r" b="b"/>
                <a:pathLst>
                  <a:path w="33346" h="12750" extrusionOk="0">
                    <a:moveTo>
                      <a:pt x="5743" y="11294"/>
                    </a:moveTo>
                    <a:cubicBezTo>
                      <a:pt x="5896" y="11294"/>
                      <a:pt x="6049" y="11409"/>
                      <a:pt x="6049" y="11601"/>
                    </a:cubicBezTo>
                    <a:cubicBezTo>
                      <a:pt x="6049" y="11792"/>
                      <a:pt x="5896" y="11907"/>
                      <a:pt x="5743" y="11907"/>
                    </a:cubicBezTo>
                    <a:cubicBezTo>
                      <a:pt x="5552" y="11907"/>
                      <a:pt x="5398" y="11792"/>
                      <a:pt x="5398" y="11601"/>
                    </a:cubicBezTo>
                    <a:cubicBezTo>
                      <a:pt x="5398" y="11409"/>
                      <a:pt x="5552" y="11294"/>
                      <a:pt x="5743" y="11294"/>
                    </a:cubicBezTo>
                    <a:close/>
                    <a:moveTo>
                      <a:pt x="33039" y="8155"/>
                    </a:moveTo>
                    <a:cubicBezTo>
                      <a:pt x="33192" y="8155"/>
                      <a:pt x="33346" y="8308"/>
                      <a:pt x="33346" y="8461"/>
                    </a:cubicBezTo>
                    <a:cubicBezTo>
                      <a:pt x="33346" y="8653"/>
                      <a:pt x="33192" y="8806"/>
                      <a:pt x="33039" y="8806"/>
                    </a:cubicBezTo>
                    <a:cubicBezTo>
                      <a:pt x="32848" y="8806"/>
                      <a:pt x="32695" y="8653"/>
                      <a:pt x="32695" y="8461"/>
                    </a:cubicBezTo>
                    <a:cubicBezTo>
                      <a:pt x="32695" y="8308"/>
                      <a:pt x="32848" y="8155"/>
                      <a:pt x="33039" y="8155"/>
                    </a:cubicBezTo>
                    <a:close/>
                    <a:moveTo>
                      <a:pt x="29019" y="12098"/>
                    </a:moveTo>
                    <a:cubicBezTo>
                      <a:pt x="29211" y="12098"/>
                      <a:pt x="29326" y="12251"/>
                      <a:pt x="29326" y="12443"/>
                    </a:cubicBezTo>
                    <a:cubicBezTo>
                      <a:pt x="29326" y="12596"/>
                      <a:pt x="29211" y="12749"/>
                      <a:pt x="29019" y="12749"/>
                    </a:cubicBezTo>
                    <a:cubicBezTo>
                      <a:pt x="28866" y="12749"/>
                      <a:pt x="28713" y="12596"/>
                      <a:pt x="28713" y="12443"/>
                    </a:cubicBezTo>
                    <a:cubicBezTo>
                      <a:pt x="28713" y="12251"/>
                      <a:pt x="28866" y="12098"/>
                      <a:pt x="29019" y="12098"/>
                    </a:cubicBezTo>
                    <a:close/>
                    <a:moveTo>
                      <a:pt x="29862" y="8308"/>
                    </a:moveTo>
                    <a:cubicBezTo>
                      <a:pt x="30053" y="8308"/>
                      <a:pt x="30168" y="8461"/>
                      <a:pt x="30168" y="8653"/>
                    </a:cubicBezTo>
                    <a:cubicBezTo>
                      <a:pt x="30168" y="8806"/>
                      <a:pt x="30053" y="8959"/>
                      <a:pt x="29862" y="8959"/>
                    </a:cubicBezTo>
                    <a:cubicBezTo>
                      <a:pt x="29670" y="8959"/>
                      <a:pt x="29555" y="8806"/>
                      <a:pt x="29555" y="8653"/>
                    </a:cubicBezTo>
                    <a:cubicBezTo>
                      <a:pt x="29555" y="8461"/>
                      <a:pt x="29670" y="8308"/>
                      <a:pt x="29862" y="8308"/>
                    </a:cubicBezTo>
                    <a:close/>
                    <a:moveTo>
                      <a:pt x="26531" y="6088"/>
                    </a:moveTo>
                    <a:cubicBezTo>
                      <a:pt x="26799" y="6088"/>
                      <a:pt x="26990" y="6279"/>
                      <a:pt x="26990" y="6547"/>
                    </a:cubicBezTo>
                    <a:cubicBezTo>
                      <a:pt x="26990" y="6777"/>
                      <a:pt x="26799" y="7007"/>
                      <a:pt x="26531" y="7007"/>
                    </a:cubicBezTo>
                    <a:cubicBezTo>
                      <a:pt x="26301" y="7007"/>
                      <a:pt x="26072" y="6777"/>
                      <a:pt x="26072" y="6547"/>
                    </a:cubicBezTo>
                    <a:cubicBezTo>
                      <a:pt x="26072" y="6279"/>
                      <a:pt x="26301" y="6088"/>
                      <a:pt x="26531" y="6088"/>
                    </a:cubicBezTo>
                    <a:close/>
                    <a:moveTo>
                      <a:pt x="26416" y="8002"/>
                    </a:moveTo>
                    <a:cubicBezTo>
                      <a:pt x="26569" y="8002"/>
                      <a:pt x="26722" y="8155"/>
                      <a:pt x="26722" y="8346"/>
                    </a:cubicBezTo>
                    <a:cubicBezTo>
                      <a:pt x="26722" y="8500"/>
                      <a:pt x="26569" y="8653"/>
                      <a:pt x="26416" y="8653"/>
                    </a:cubicBezTo>
                    <a:cubicBezTo>
                      <a:pt x="26225" y="8653"/>
                      <a:pt x="26110" y="8500"/>
                      <a:pt x="26110" y="8346"/>
                    </a:cubicBezTo>
                    <a:cubicBezTo>
                      <a:pt x="26110" y="8155"/>
                      <a:pt x="26225" y="8002"/>
                      <a:pt x="26416" y="8002"/>
                    </a:cubicBezTo>
                    <a:close/>
                    <a:moveTo>
                      <a:pt x="25421" y="9686"/>
                    </a:moveTo>
                    <a:cubicBezTo>
                      <a:pt x="25574" y="9686"/>
                      <a:pt x="25727" y="9801"/>
                      <a:pt x="25727" y="9993"/>
                    </a:cubicBezTo>
                    <a:cubicBezTo>
                      <a:pt x="25727" y="10184"/>
                      <a:pt x="25612" y="10299"/>
                      <a:pt x="25421" y="10299"/>
                    </a:cubicBezTo>
                    <a:cubicBezTo>
                      <a:pt x="25229" y="10299"/>
                      <a:pt x="25115" y="10184"/>
                      <a:pt x="25115" y="9993"/>
                    </a:cubicBezTo>
                    <a:cubicBezTo>
                      <a:pt x="25115" y="9801"/>
                      <a:pt x="25229" y="9686"/>
                      <a:pt x="25421" y="9686"/>
                    </a:cubicBezTo>
                    <a:close/>
                    <a:moveTo>
                      <a:pt x="21363" y="11447"/>
                    </a:moveTo>
                    <a:cubicBezTo>
                      <a:pt x="21554" y="11447"/>
                      <a:pt x="21669" y="11562"/>
                      <a:pt x="21669" y="11754"/>
                    </a:cubicBezTo>
                    <a:cubicBezTo>
                      <a:pt x="21669" y="11945"/>
                      <a:pt x="21554" y="12060"/>
                      <a:pt x="21363" y="12060"/>
                    </a:cubicBezTo>
                    <a:cubicBezTo>
                      <a:pt x="21171" y="12060"/>
                      <a:pt x="21056" y="11945"/>
                      <a:pt x="21056" y="11754"/>
                    </a:cubicBezTo>
                    <a:cubicBezTo>
                      <a:pt x="21056" y="11562"/>
                      <a:pt x="21171" y="11447"/>
                      <a:pt x="21363" y="11447"/>
                    </a:cubicBezTo>
                    <a:close/>
                    <a:moveTo>
                      <a:pt x="22052" y="9686"/>
                    </a:moveTo>
                    <a:cubicBezTo>
                      <a:pt x="22205" y="9686"/>
                      <a:pt x="22358" y="9840"/>
                      <a:pt x="22358" y="10031"/>
                    </a:cubicBezTo>
                    <a:cubicBezTo>
                      <a:pt x="22358" y="10184"/>
                      <a:pt x="22243" y="10337"/>
                      <a:pt x="22052" y="10337"/>
                    </a:cubicBezTo>
                    <a:cubicBezTo>
                      <a:pt x="21860" y="10337"/>
                      <a:pt x="21746" y="10184"/>
                      <a:pt x="21746" y="10031"/>
                    </a:cubicBezTo>
                    <a:cubicBezTo>
                      <a:pt x="21746" y="9840"/>
                      <a:pt x="21860" y="9686"/>
                      <a:pt x="22052" y="9686"/>
                    </a:cubicBezTo>
                    <a:close/>
                    <a:moveTo>
                      <a:pt x="22703" y="7581"/>
                    </a:moveTo>
                    <a:cubicBezTo>
                      <a:pt x="22932" y="7581"/>
                      <a:pt x="23162" y="7772"/>
                      <a:pt x="23162" y="8040"/>
                    </a:cubicBezTo>
                    <a:cubicBezTo>
                      <a:pt x="23162" y="8270"/>
                      <a:pt x="22932" y="8500"/>
                      <a:pt x="22703" y="8500"/>
                    </a:cubicBezTo>
                    <a:cubicBezTo>
                      <a:pt x="22435" y="8500"/>
                      <a:pt x="22243" y="8270"/>
                      <a:pt x="22243" y="8040"/>
                    </a:cubicBezTo>
                    <a:cubicBezTo>
                      <a:pt x="22243" y="7772"/>
                      <a:pt x="22435" y="7581"/>
                      <a:pt x="22703" y="7581"/>
                    </a:cubicBezTo>
                    <a:close/>
                    <a:moveTo>
                      <a:pt x="23507" y="5246"/>
                    </a:moveTo>
                    <a:cubicBezTo>
                      <a:pt x="23698" y="5246"/>
                      <a:pt x="23851" y="5399"/>
                      <a:pt x="23851" y="5590"/>
                    </a:cubicBezTo>
                    <a:cubicBezTo>
                      <a:pt x="23851" y="5743"/>
                      <a:pt x="23698" y="5896"/>
                      <a:pt x="23507" y="5896"/>
                    </a:cubicBezTo>
                    <a:cubicBezTo>
                      <a:pt x="23353" y="5896"/>
                      <a:pt x="23200" y="5743"/>
                      <a:pt x="23200" y="5590"/>
                    </a:cubicBezTo>
                    <a:cubicBezTo>
                      <a:pt x="23200" y="5399"/>
                      <a:pt x="23353" y="5246"/>
                      <a:pt x="23507" y="5246"/>
                    </a:cubicBezTo>
                    <a:close/>
                    <a:moveTo>
                      <a:pt x="20865" y="7581"/>
                    </a:moveTo>
                    <a:cubicBezTo>
                      <a:pt x="21056" y="7581"/>
                      <a:pt x="21210" y="7734"/>
                      <a:pt x="21210" y="7925"/>
                    </a:cubicBezTo>
                    <a:cubicBezTo>
                      <a:pt x="21210" y="8078"/>
                      <a:pt x="21056" y="8232"/>
                      <a:pt x="20865" y="8232"/>
                    </a:cubicBezTo>
                    <a:cubicBezTo>
                      <a:pt x="20712" y="8232"/>
                      <a:pt x="20559" y="8078"/>
                      <a:pt x="20559" y="7925"/>
                    </a:cubicBezTo>
                    <a:cubicBezTo>
                      <a:pt x="20559" y="7734"/>
                      <a:pt x="20712" y="7581"/>
                      <a:pt x="20865" y="7581"/>
                    </a:cubicBezTo>
                    <a:close/>
                    <a:moveTo>
                      <a:pt x="19104" y="8653"/>
                    </a:moveTo>
                    <a:cubicBezTo>
                      <a:pt x="19372" y="8653"/>
                      <a:pt x="19602" y="8844"/>
                      <a:pt x="19602" y="9112"/>
                    </a:cubicBezTo>
                    <a:cubicBezTo>
                      <a:pt x="19602" y="9342"/>
                      <a:pt x="19372" y="9572"/>
                      <a:pt x="19104" y="9572"/>
                    </a:cubicBezTo>
                    <a:cubicBezTo>
                      <a:pt x="18874" y="9572"/>
                      <a:pt x="18645" y="9342"/>
                      <a:pt x="18645" y="9112"/>
                    </a:cubicBezTo>
                    <a:cubicBezTo>
                      <a:pt x="18645" y="8844"/>
                      <a:pt x="18874" y="8653"/>
                      <a:pt x="19104" y="8653"/>
                    </a:cubicBezTo>
                    <a:close/>
                    <a:moveTo>
                      <a:pt x="20520" y="4518"/>
                    </a:moveTo>
                    <a:cubicBezTo>
                      <a:pt x="20788" y="4518"/>
                      <a:pt x="20980" y="4710"/>
                      <a:pt x="20980" y="4978"/>
                    </a:cubicBezTo>
                    <a:cubicBezTo>
                      <a:pt x="20980" y="5207"/>
                      <a:pt x="20788" y="5437"/>
                      <a:pt x="20520" y="5437"/>
                    </a:cubicBezTo>
                    <a:cubicBezTo>
                      <a:pt x="20291" y="5437"/>
                      <a:pt x="20061" y="5207"/>
                      <a:pt x="20061" y="4978"/>
                    </a:cubicBezTo>
                    <a:cubicBezTo>
                      <a:pt x="20061" y="4710"/>
                      <a:pt x="20291" y="4518"/>
                      <a:pt x="20520" y="4518"/>
                    </a:cubicBezTo>
                    <a:close/>
                    <a:moveTo>
                      <a:pt x="19678" y="1455"/>
                    </a:moveTo>
                    <a:cubicBezTo>
                      <a:pt x="19870" y="1455"/>
                      <a:pt x="19984" y="1609"/>
                      <a:pt x="19984" y="1762"/>
                    </a:cubicBezTo>
                    <a:cubicBezTo>
                      <a:pt x="19984" y="1953"/>
                      <a:pt x="19870" y="2106"/>
                      <a:pt x="19678" y="2106"/>
                    </a:cubicBezTo>
                    <a:cubicBezTo>
                      <a:pt x="19525" y="2106"/>
                      <a:pt x="19372" y="1953"/>
                      <a:pt x="19372" y="1762"/>
                    </a:cubicBezTo>
                    <a:cubicBezTo>
                      <a:pt x="19372" y="1609"/>
                      <a:pt x="19525" y="1455"/>
                      <a:pt x="19678" y="1455"/>
                    </a:cubicBezTo>
                    <a:close/>
                    <a:moveTo>
                      <a:pt x="17381" y="3944"/>
                    </a:moveTo>
                    <a:cubicBezTo>
                      <a:pt x="17534" y="3944"/>
                      <a:pt x="17687" y="4097"/>
                      <a:pt x="17687" y="4288"/>
                    </a:cubicBezTo>
                    <a:cubicBezTo>
                      <a:pt x="17687" y="4442"/>
                      <a:pt x="17534" y="4595"/>
                      <a:pt x="17381" y="4595"/>
                    </a:cubicBezTo>
                    <a:cubicBezTo>
                      <a:pt x="17190" y="4595"/>
                      <a:pt x="17037" y="4442"/>
                      <a:pt x="17037" y="4288"/>
                    </a:cubicBezTo>
                    <a:cubicBezTo>
                      <a:pt x="17037" y="4097"/>
                      <a:pt x="17190" y="3944"/>
                      <a:pt x="17381" y="3944"/>
                    </a:cubicBezTo>
                    <a:close/>
                    <a:moveTo>
                      <a:pt x="17879" y="5705"/>
                    </a:moveTo>
                    <a:cubicBezTo>
                      <a:pt x="18147" y="5705"/>
                      <a:pt x="18338" y="5935"/>
                      <a:pt x="18338" y="6164"/>
                    </a:cubicBezTo>
                    <a:cubicBezTo>
                      <a:pt x="18338" y="6432"/>
                      <a:pt x="18147" y="6624"/>
                      <a:pt x="17879" y="6624"/>
                    </a:cubicBezTo>
                    <a:cubicBezTo>
                      <a:pt x="17649" y="6624"/>
                      <a:pt x="17419" y="6432"/>
                      <a:pt x="17419" y="6164"/>
                    </a:cubicBezTo>
                    <a:cubicBezTo>
                      <a:pt x="17419" y="5935"/>
                      <a:pt x="17649" y="5705"/>
                      <a:pt x="17879" y="5705"/>
                    </a:cubicBezTo>
                    <a:close/>
                    <a:moveTo>
                      <a:pt x="16654" y="9495"/>
                    </a:moveTo>
                    <a:cubicBezTo>
                      <a:pt x="16845" y="9495"/>
                      <a:pt x="16998" y="9648"/>
                      <a:pt x="16998" y="9840"/>
                    </a:cubicBezTo>
                    <a:cubicBezTo>
                      <a:pt x="16998" y="9993"/>
                      <a:pt x="16845" y="10146"/>
                      <a:pt x="16654" y="10146"/>
                    </a:cubicBezTo>
                    <a:cubicBezTo>
                      <a:pt x="16501" y="10146"/>
                      <a:pt x="16348" y="9993"/>
                      <a:pt x="16348" y="9840"/>
                    </a:cubicBezTo>
                    <a:cubicBezTo>
                      <a:pt x="16348" y="9648"/>
                      <a:pt x="16501" y="9495"/>
                      <a:pt x="16654" y="9495"/>
                    </a:cubicBezTo>
                    <a:close/>
                    <a:moveTo>
                      <a:pt x="13706" y="9572"/>
                    </a:moveTo>
                    <a:cubicBezTo>
                      <a:pt x="13859" y="9572"/>
                      <a:pt x="14012" y="9725"/>
                      <a:pt x="14012" y="9916"/>
                    </a:cubicBezTo>
                    <a:cubicBezTo>
                      <a:pt x="14012" y="10069"/>
                      <a:pt x="13859" y="10222"/>
                      <a:pt x="13706" y="10222"/>
                    </a:cubicBezTo>
                    <a:cubicBezTo>
                      <a:pt x="13515" y="10222"/>
                      <a:pt x="13361" y="10069"/>
                      <a:pt x="13361" y="9916"/>
                    </a:cubicBezTo>
                    <a:cubicBezTo>
                      <a:pt x="13361" y="9725"/>
                      <a:pt x="13515" y="9572"/>
                      <a:pt x="13706" y="9572"/>
                    </a:cubicBezTo>
                    <a:close/>
                    <a:moveTo>
                      <a:pt x="14893" y="6279"/>
                    </a:moveTo>
                    <a:cubicBezTo>
                      <a:pt x="15046" y="6279"/>
                      <a:pt x="15199" y="6432"/>
                      <a:pt x="15199" y="6585"/>
                    </a:cubicBezTo>
                    <a:cubicBezTo>
                      <a:pt x="15199" y="6777"/>
                      <a:pt x="15046" y="6930"/>
                      <a:pt x="14893" y="6930"/>
                    </a:cubicBezTo>
                    <a:cubicBezTo>
                      <a:pt x="14701" y="6930"/>
                      <a:pt x="14548" y="6777"/>
                      <a:pt x="14548" y="6585"/>
                    </a:cubicBezTo>
                    <a:cubicBezTo>
                      <a:pt x="14548" y="6432"/>
                      <a:pt x="14701" y="6279"/>
                      <a:pt x="14893" y="6279"/>
                    </a:cubicBezTo>
                    <a:close/>
                    <a:moveTo>
                      <a:pt x="16539" y="1609"/>
                    </a:moveTo>
                    <a:cubicBezTo>
                      <a:pt x="16807" y="1609"/>
                      <a:pt x="16998" y="1838"/>
                      <a:pt x="16998" y="2068"/>
                    </a:cubicBezTo>
                    <a:cubicBezTo>
                      <a:pt x="16998" y="2336"/>
                      <a:pt x="16807" y="2527"/>
                      <a:pt x="16539" y="2527"/>
                    </a:cubicBezTo>
                    <a:cubicBezTo>
                      <a:pt x="16309" y="2527"/>
                      <a:pt x="16080" y="2336"/>
                      <a:pt x="16080" y="2068"/>
                    </a:cubicBezTo>
                    <a:cubicBezTo>
                      <a:pt x="16080" y="1838"/>
                      <a:pt x="16309" y="1609"/>
                      <a:pt x="16539" y="1609"/>
                    </a:cubicBezTo>
                    <a:close/>
                    <a:moveTo>
                      <a:pt x="14778" y="1"/>
                    </a:moveTo>
                    <a:cubicBezTo>
                      <a:pt x="14969" y="1"/>
                      <a:pt x="15122" y="154"/>
                      <a:pt x="15122" y="307"/>
                    </a:cubicBezTo>
                    <a:cubicBezTo>
                      <a:pt x="15122" y="498"/>
                      <a:pt x="14969" y="651"/>
                      <a:pt x="14778" y="651"/>
                    </a:cubicBezTo>
                    <a:cubicBezTo>
                      <a:pt x="14625" y="651"/>
                      <a:pt x="14472" y="498"/>
                      <a:pt x="14472" y="307"/>
                    </a:cubicBezTo>
                    <a:cubicBezTo>
                      <a:pt x="14472" y="154"/>
                      <a:pt x="14625" y="1"/>
                      <a:pt x="14778" y="1"/>
                    </a:cubicBezTo>
                    <a:close/>
                    <a:moveTo>
                      <a:pt x="14816" y="3293"/>
                    </a:moveTo>
                    <a:cubicBezTo>
                      <a:pt x="14969" y="3293"/>
                      <a:pt x="15122" y="3446"/>
                      <a:pt x="15122" y="3638"/>
                    </a:cubicBezTo>
                    <a:cubicBezTo>
                      <a:pt x="15122" y="3791"/>
                      <a:pt x="14969" y="3944"/>
                      <a:pt x="14816" y="3944"/>
                    </a:cubicBezTo>
                    <a:cubicBezTo>
                      <a:pt x="14625" y="3944"/>
                      <a:pt x="14472" y="3791"/>
                      <a:pt x="14472" y="3638"/>
                    </a:cubicBezTo>
                    <a:cubicBezTo>
                      <a:pt x="14472" y="3446"/>
                      <a:pt x="14625" y="3293"/>
                      <a:pt x="14816" y="3293"/>
                    </a:cubicBezTo>
                    <a:close/>
                    <a:moveTo>
                      <a:pt x="9533" y="8232"/>
                    </a:moveTo>
                    <a:cubicBezTo>
                      <a:pt x="9801" y="8232"/>
                      <a:pt x="9992" y="8423"/>
                      <a:pt x="9992" y="8691"/>
                    </a:cubicBezTo>
                    <a:cubicBezTo>
                      <a:pt x="9992" y="8921"/>
                      <a:pt x="9801" y="9150"/>
                      <a:pt x="9533" y="9150"/>
                    </a:cubicBezTo>
                    <a:cubicBezTo>
                      <a:pt x="9303" y="9150"/>
                      <a:pt x="9074" y="8921"/>
                      <a:pt x="9074" y="8691"/>
                    </a:cubicBezTo>
                    <a:cubicBezTo>
                      <a:pt x="9074" y="8423"/>
                      <a:pt x="9303" y="8232"/>
                      <a:pt x="9533" y="8232"/>
                    </a:cubicBezTo>
                    <a:close/>
                    <a:moveTo>
                      <a:pt x="8920" y="5705"/>
                    </a:moveTo>
                    <a:cubicBezTo>
                      <a:pt x="9150" y="5705"/>
                      <a:pt x="9380" y="5935"/>
                      <a:pt x="9380" y="6164"/>
                    </a:cubicBezTo>
                    <a:cubicBezTo>
                      <a:pt x="9380" y="6432"/>
                      <a:pt x="9150" y="6624"/>
                      <a:pt x="8920" y="6624"/>
                    </a:cubicBezTo>
                    <a:cubicBezTo>
                      <a:pt x="8652" y="6624"/>
                      <a:pt x="8461" y="6432"/>
                      <a:pt x="8461" y="6164"/>
                    </a:cubicBezTo>
                    <a:cubicBezTo>
                      <a:pt x="8461" y="5935"/>
                      <a:pt x="8652" y="5705"/>
                      <a:pt x="8920" y="5705"/>
                    </a:cubicBezTo>
                    <a:close/>
                    <a:moveTo>
                      <a:pt x="9648" y="2527"/>
                    </a:moveTo>
                    <a:cubicBezTo>
                      <a:pt x="9801" y="2527"/>
                      <a:pt x="9954" y="2642"/>
                      <a:pt x="9954" y="2834"/>
                    </a:cubicBezTo>
                    <a:cubicBezTo>
                      <a:pt x="9954" y="3025"/>
                      <a:pt x="9801" y="3140"/>
                      <a:pt x="9648" y="3140"/>
                    </a:cubicBezTo>
                    <a:cubicBezTo>
                      <a:pt x="9456" y="3140"/>
                      <a:pt x="9303" y="3025"/>
                      <a:pt x="9303" y="2834"/>
                    </a:cubicBezTo>
                    <a:cubicBezTo>
                      <a:pt x="9303" y="2642"/>
                      <a:pt x="9456" y="2527"/>
                      <a:pt x="9648" y="2527"/>
                    </a:cubicBezTo>
                    <a:close/>
                    <a:moveTo>
                      <a:pt x="7083" y="4442"/>
                    </a:moveTo>
                    <a:cubicBezTo>
                      <a:pt x="7274" y="4442"/>
                      <a:pt x="7427" y="4556"/>
                      <a:pt x="7427" y="4748"/>
                    </a:cubicBezTo>
                    <a:cubicBezTo>
                      <a:pt x="7427" y="4939"/>
                      <a:pt x="7274" y="5054"/>
                      <a:pt x="7083" y="5054"/>
                    </a:cubicBezTo>
                    <a:cubicBezTo>
                      <a:pt x="6930" y="5054"/>
                      <a:pt x="6777" y="4939"/>
                      <a:pt x="6777" y="4748"/>
                    </a:cubicBezTo>
                    <a:cubicBezTo>
                      <a:pt x="6777" y="4556"/>
                      <a:pt x="6930" y="4442"/>
                      <a:pt x="7083" y="4442"/>
                    </a:cubicBezTo>
                    <a:close/>
                    <a:moveTo>
                      <a:pt x="345" y="6203"/>
                    </a:moveTo>
                    <a:cubicBezTo>
                      <a:pt x="498" y="6203"/>
                      <a:pt x="651" y="6356"/>
                      <a:pt x="651" y="6509"/>
                    </a:cubicBezTo>
                    <a:cubicBezTo>
                      <a:pt x="651" y="6700"/>
                      <a:pt x="498" y="6853"/>
                      <a:pt x="345" y="6853"/>
                    </a:cubicBezTo>
                    <a:cubicBezTo>
                      <a:pt x="153" y="6853"/>
                      <a:pt x="0" y="6700"/>
                      <a:pt x="0" y="6509"/>
                    </a:cubicBezTo>
                    <a:cubicBezTo>
                      <a:pt x="0" y="6356"/>
                      <a:pt x="153" y="6203"/>
                      <a:pt x="345" y="6203"/>
                    </a:cubicBezTo>
                    <a:close/>
                    <a:moveTo>
                      <a:pt x="3676" y="5935"/>
                    </a:moveTo>
                    <a:cubicBezTo>
                      <a:pt x="3944" y="5935"/>
                      <a:pt x="4135" y="6126"/>
                      <a:pt x="4135" y="6394"/>
                    </a:cubicBezTo>
                    <a:cubicBezTo>
                      <a:pt x="4135" y="6624"/>
                      <a:pt x="3944" y="6853"/>
                      <a:pt x="3676" y="6853"/>
                    </a:cubicBezTo>
                    <a:cubicBezTo>
                      <a:pt x="3446" y="6853"/>
                      <a:pt x="3216" y="6624"/>
                      <a:pt x="3216" y="6394"/>
                    </a:cubicBezTo>
                    <a:cubicBezTo>
                      <a:pt x="3216" y="6126"/>
                      <a:pt x="3446" y="5935"/>
                      <a:pt x="3676" y="5935"/>
                    </a:cubicBezTo>
                    <a:close/>
                    <a:moveTo>
                      <a:pt x="4748" y="7236"/>
                    </a:moveTo>
                    <a:cubicBezTo>
                      <a:pt x="4901" y="7236"/>
                      <a:pt x="5054" y="7351"/>
                      <a:pt x="5054" y="7543"/>
                    </a:cubicBezTo>
                    <a:cubicBezTo>
                      <a:pt x="5054" y="7734"/>
                      <a:pt x="4901" y="7849"/>
                      <a:pt x="4748" y="7849"/>
                    </a:cubicBezTo>
                    <a:cubicBezTo>
                      <a:pt x="4556" y="7849"/>
                      <a:pt x="4403" y="7734"/>
                      <a:pt x="4403" y="7543"/>
                    </a:cubicBezTo>
                    <a:cubicBezTo>
                      <a:pt x="4403" y="7351"/>
                      <a:pt x="4556" y="7236"/>
                      <a:pt x="4748" y="7236"/>
                    </a:cubicBezTo>
                    <a:close/>
                    <a:moveTo>
                      <a:pt x="3561" y="9304"/>
                    </a:moveTo>
                    <a:cubicBezTo>
                      <a:pt x="3752" y="9304"/>
                      <a:pt x="3867" y="9457"/>
                      <a:pt x="3867" y="9648"/>
                    </a:cubicBezTo>
                    <a:cubicBezTo>
                      <a:pt x="3867" y="9801"/>
                      <a:pt x="3752" y="9954"/>
                      <a:pt x="3561" y="9954"/>
                    </a:cubicBezTo>
                    <a:cubicBezTo>
                      <a:pt x="3369" y="9954"/>
                      <a:pt x="3254" y="9801"/>
                      <a:pt x="3254" y="9648"/>
                    </a:cubicBezTo>
                    <a:cubicBezTo>
                      <a:pt x="3254" y="9457"/>
                      <a:pt x="3369" y="9304"/>
                      <a:pt x="3561" y="9304"/>
                    </a:cubicBezTo>
                    <a:close/>
                    <a:moveTo>
                      <a:pt x="7045" y="8423"/>
                    </a:moveTo>
                    <a:cubicBezTo>
                      <a:pt x="7274" y="8423"/>
                      <a:pt x="7504" y="8653"/>
                      <a:pt x="7504" y="8882"/>
                    </a:cubicBezTo>
                    <a:cubicBezTo>
                      <a:pt x="7504" y="9150"/>
                      <a:pt x="7274" y="9342"/>
                      <a:pt x="7045" y="9342"/>
                    </a:cubicBezTo>
                    <a:cubicBezTo>
                      <a:pt x="6777" y="9342"/>
                      <a:pt x="6585" y="9150"/>
                      <a:pt x="6585" y="8882"/>
                    </a:cubicBezTo>
                    <a:cubicBezTo>
                      <a:pt x="6585" y="8653"/>
                      <a:pt x="6777" y="8423"/>
                      <a:pt x="7045" y="8423"/>
                    </a:cubicBezTo>
                    <a:close/>
                  </a:path>
                </a:pathLst>
              </a:custGeom>
              <a:solidFill>
                <a:srgbClr val="DC7D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47"/>
              <p:cNvSpPr/>
              <p:nvPr/>
            </p:nvSpPr>
            <p:spPr>
              <a:xfrm>
                <a:off x="5609325" y="936125"/>
                <a:ext cx="1755325" cy="3316325"/>
              </a:xfrm>
              <a:custGeom>
                <a:avLst/>
                <a:gdLst/>
                <a:ahLst/>
                <a:cxnLst/>
                <a:rect l="l" t="t" r="r" b="b"/>
                <a:pathLst>
                  <a:path w="70213" h="132653" extrusionOk="0">
                    <a:moveTo>
                      <a:pt x="69486" y="12519"/>
                    </a:moveTo>
                    <a:cubicBezTo>
                      <a:pt x="69600" y="13706"/>
                      <a:pt x="69677" y="14892"/>
                      <a:pt x="69677" y="16079"/>
                    </a:cubicBezTo>
                    <a:cubicBezTo>
                      <a:pt x="69677" y="16309"/>
                      <a:pt x="69600" y="16500"/>
                      <a:pt x="69486" y="16653"/>
                    </a:cubicBezTo>
                    <a:cubicBezTo>
                      <a:pt x="69524" y="17113"/>
                      <a:pt x="69524" y="17572"/>
                      <a:pt x="69524" y="18032"/>
                    </a:cubicBezTo>
                    <a:cubicBezTo>
                      <a:pt x="69562" y="20367"/>
                      <a:pt x="69562" y="22702"/>
                      <a:pt x="69524" y="25038"/>
                    </a:cubicBezTo>
                    <a:cubicBezTo>
                      <a:pt x="69524" y="25191"/>
                      <a:pt x="69486" y="25344"/>
                      <a:pt x="69447" y="25459"/>
                    </a:cubicBezTo>
                    <a:cubicBezTo>
                      <a:pt x="69447" y="26990"/>
                      <a:pt x="69371" y="28483"/>
                      <a:pt x="69294" y="29976"/>
                    </a:cubicBezTo>
                    <a:cubicBezTo>
                      <a:pt x="69179" y="36255"/>
                      <a:pt x="68605" y="42533"/>
                      <a:pt x="68682" y="48812"/>
                    </a:cubicBezTo>
                    <a:cubicBezTo>
                      <a:pt x="68873" y="53674"/>
                      <a:pt x="69103" y="58574"/>
                      <a:pt x="68835" y="63436"/>
                    </a:cubicBezTo>
                    <a:cubicBezTo>
                      <a:pt x="69103" y="66384"/>
                      <a:pt x="68605" y="69370"/>
                      <a:pt x="68796" y="72318"/>
                    </a:cubicBezTo>
                    <a:cubicBezTo>
                      <a:pt x="68988" y="75917"/>
                      <a:pt x="69141" y="79477"/>
                      <a:pt x="69026" y="83076"/>
                    </a:cubicBezTo>
                    <a:cubicBezTo>
                      <a:pt x="69103" y="84416"/>
                      <a:pt x="69332" y="85794"/>
                      <a:pt x="69218" y="87134"/>
                    </a:cubicBezTo>
                    <a:cubicBezTo>
                      <a:pt x="69179" y="87210"/>
                      <a:pt x="69141" y="87287"/>
                      <a:pt x="69103" y="87363"/>
                    </a:cubicBezTo>
                    <a:cubicBezTo>
                      <a:pt x="69141" y="87440"/>
                      <a:pt x="69179" y="87478"/>
                      <a:pt x="69218" y="87555"/>
                    </a:cubicBezTo>
                    <a:cubicBezTo>
                      <a:pt x="69562" y="88320"/>
                      <a:pt x="69409" y="89163"/>
                      <a:pt x="69447" y="89967"/>
                    </a:cubicBezTo>
                    <a:cubicBezTo>
                      <a:pt x="69332" y="96475"/>
                      <a:pt x="68988" y="102983"/>
                      <a:pt x="69026" y="109491"/>
                    </a:cubicBezTo>
                    <a:cubicBezTo>
                      <a:pt x="69141" y="114085"/>
                      <a:pt x="69332" y="118679"/>
                      <a:pt x="69332" y="123273"/>
                    </a:cubicBezTo>
                    <a:cubicBezTo>
                      <a:pt x="69371" y="123427"/>
                      <a:pt x="69409" y="123618"/>
                      <a:pt x="69371" y="123771"/>
                    </a:cubicBezTo>
                    <a:cubicBezTo>
                      <a:pt x="70213" y="124499"/>
                      <a:pt x="69409" y="126106"/>
                      <a:pt x="68222" y="125609"/>
                    </a:cubicBezTo>
                    <a:cubicBezTo>
                      <a:pt x="67648" y="125417"/>
                      <a:pt x="67150" y="125226"/>
                      <a:pt x="66576" y="125111"/>
                    </a:cubicBezTo>
                    <a:cubicBezTo>
                      <a:pt x="66040" y="125111"/>
                      <a:pt x="65504" y="125149"/>
                      <a:pt x="65006" y="124920"/>
                    </a:cubicBezTo>
                    <a:cubicBezTo>
                      <a:pt x="63513" y="124001"/>
                      <a:pt x="62748" y="121934"/>
                      <a:pt x="62058" y="120364"/>
                    </a:cubicBezTo>
                    <a:cubicBezTo>
                      <a:pt x="61140" y="117952"/>
                      <a:pt x="60565" y="115464"/>
                      <a:pt x="60029" y="112937"/>
                    </a:cubicBezTo>
                    <a:cubicBezTo>
                      <a:pt x="59417" y="110640"/>
                      <a:pt x="59340" y="108266"/>
                      <a:pt x="59264" y="105893"/>
                    </a:cubicBezTo>
                    <a:cubicBezTo>
                      <a:pt x="58919" y="105433"/>
                      <a:pt x="59034" y="104859"/>
                      <a:pt x="58996" y="104323"/>
                    </a:cubicBezTo>
                    <a:cubicBezTo>
                      <a:pt x="58957" y="103213"/>
                      <a:pt x="58957" y="102103"/>
                      <a:pt x="58957" y="100992"/>
                    </a:cubicBezTo>
                    <a:cubicBezTo>
                      <a:pt x="58996" y="98542"/>
                      <a:pt x="58728" y="96130"/>
                      <a:pt x="58728" y="93718"/>
                    </a:cubicBezTo>
                    <a:cubicBezTo>
                      <a:pt x="58689" y="92915"/>
                      <a:pt x="58919" y="92111"/>
                      <a:pt x="59455" y="91536"/>
                    </a:cubicBezTo>
                    <a:cubicBezTo>
                      <a:pt x="59991" y="90924"/>
                      <a:pt x="60374" y="90196"/>
                      <a:pt x="60757" y="89507"/>
                    </a:cubicBezTo>
                    <a:cubicBezTo>
                      <a:pt x="62097" y="87172"/>
                      <a:pt x="63322" y="84760"/>
                      <a:pt x="64585" y="82386"/>
                    </a:cubicBezTo>
                    <a:cubicBezTo>
                      <a:pt x="64585" y="81468"/>
                      <a:pt x="64394" y="80549"/>
                      <a:pt x="64317" y="79630"/>
                    </a:cubicBezTo>
                    <a:cubicBezTo>
                      <a:pt x="64241" y="79439"/>
                      <a:pt x="64164" y="79247"/>
                      <a:pt x="64088" y="79056"/>
                    </a:cubicBezTo>
                    <a:cubicBezTo>
                      <a:pt x="63896" y="78941"/>
                      <a:pt x="63705" y="78750"/>
                      <a:pt x="63590" y="78482"/>
                    </a:cubicBezTo>
                    <a:cubicBezTo>
                      <a:pt x="63130" y="77218"/>
                      <a:pt x="60833" y="72892"/>
                      <a:pt x="61599" y="71897"/>
                    </a:cubicBezTo>
                    <a:cubicBezTo>
                      <a:pt x="60183" y="67762"/>
                      <a:pt x="58996" y="63551"/>
                      <a:pt x="58192" y="59263"/>
                    </a:cubicBezTo>
                    <a:cubicBezTo>
                      <a:pt x="57656" y="56736"/>
                      <a:pt x="57618" y="54171"/>
                      <a:pt x="57082" y="51645"/>
                    </a:cubicBezTo>
                    <a:cubicBezTo>
                      <a:pt x="56622" y="50917"/>
                      <a:pt x="56469" y="49884"/>
                      <a:pt x="56507" y="49041"/>
                    </a:cubicBezTo>
                    <a:cubicBezTo>
                      <a:pt x="56239" y="47242"/>
                      <a:pt x="55818" y="45481"/>
                      <a:pt x="55397" y="43758"/>
                    </a:cubicBezTo>
                    <a:cubicBezTo>
                      <a:pt x="54555" y="42954"/>
                      <a:pt x="54593" y="41155"/>
                      <a:pt x="54249" y="40083"/>
                    </a:cubicBezTo>
                    <a:cubicBezTo>
                      <a:pt x="54019" y="39241"/>
                      <a:pt x="53789" y="38399"/>
                      <a:pt x="53559" y="37595"/>
                    </a:cubicBezTo>
                    <a:cubicBezTo>
                      <a:pt x="53445" y="37441"/>
                      <a:pt x="53330" y="37288"/>
                      <a:pt x="53291" y="37097"/>
                    </a:cubicBezTo>
                    <a:cubicBezTo>
                      <a:pt x="52985" y="36484"/>
                      <a:pt x="52641" y="35872"/>
                      <a:pt x="52334" y="35221"/>
                    </a:cubicBezTo>
                    <a:cubicBezTo>
                      <a:pt x="52028" y="34494"/>
                      <a:pt x="51109" y="33537"/>
                      <a:pt x="51224" y="32733"/>
                    </a:cubicBezTo>
                    <a:cubicBezTo>
                      <a:pt x="51186" y="32694"/>
                      <a:pt x="51186" y="32656"/>
                      <a:pt x="51148" y="32618"/>
                    </a:cubicBezTo>
                    <a:cubicBezTo>
                      <a:pt x="49578" y="30550"/>
                      <a:pt x="47587" y="28866"/>
                      <a:pt x="45328" y="27717"/>
                    </a:cubicBezTo>
                    <a:lnTo>
                      <a:pt x="45328" y="27679"/>
                    </a:lnTo>
                    <a:cubicBezTo>
                      <a:pt x="44754" y="27181"/>
                      <a:pt x="44065" y="26760"/>
                      <a:pt x="43414" y="26454"/>
                    </a:cubicBezTo>
                    <a:cubicBezTo>
                      <a:pt x="43223" y="26339"/>
                      <a:pt x="43031" y="26263"/>
                      <a:pt x="42840" y="26224"/>
                    </a:cubicBezTo>
                    <a:cubicBezTo>
                      <a:pt x="42610" y="26148"/>
                      <a:pt x="42381" y="26109"/>
                      <a:pt x="42151" y="26109"/>
                    </a:cubicBezTo>
                    <a:cubicBezTo>
                      <a:pt x="41347" y="25574"/>
                      <a:pt x="40505" y="25076"/>
                      <a:pt x="39624" y="24770"/>
                    </a:cubicBezTo>
                    <a:lnTo>
                      <a:pt x="39509" y="24770"/>
                    </a:lnTo>
                    <a:cubicBezTo>
                      <a:pt x="37710" y="24808"/>
                      <a:pt x="35911" y="24846"/>
                      <a:pt x="34150" y="25038"/>
                    </a:cubicBezTo>
                    <a:cubicBezTo>
                      <a:pt x="33614" y="24999"/>
                      <a:pt x="32848" y="25191"/>
                      <a:pt x="32121" y="25267"/>
                    </a:cubicBezTo>
                    <a:cubicBezTo>
                      <a:pt x="31929" y="25535"/>
                      <a:pt x="31623" y="25727"/>
                      <a:pt x="31240" y="25727"/>
                    </a:cubicBezTo>
                    <a:cubicBezTo>
                      <a:pt x="30436" y="25650"/>
                      <a:pt x="29824" y="24999"/>
                      <a:pt x="29020" y="24923"/>
                    </a:cubicBezTo>
                    <a:cubicBezTo>
                      <a:pt x="20827" y="23583"/>
                      <a:pt x="13936" y="30244"/>
                      <a:pt x="10529" y="37020"/>
                    </a:cubicBezTo>
                    <a:cubicBezTo>
                      <a:pt x="9993" y="38092"/>
                      <a:pt x="9533" y="39126"/>
                      <a:pt x="9150" y="40236"/>
                    </a:cubicBezTo>
                    <a:cubicBezTo>
                      <a:pt x="9150" y="40351"/>
                      <a:pt x="9150" y="40504"/>
                      <a:pt x="9112" y="40657"/>
                    </a:cubicBezTo>
                    <a:cubicBezTo>
                      <a:pt x="8959" y="43682"/>
                      <a:pt x="8767" y="46668"/>
                      <a:pt x="8499" y="49692"/>
                    </a:cubicBezTo>
                    <a:cubicBezTo>
                      <a:pt x="8499" y="50190"/>
                      <a:pt x="8385" y="50764"/>
                      <a:pt x="8078" y="51109"/>
                    </a:cubicBezTo>
                    <a:cubicBezTo>
                      <a:pt x="7810" y="53099"/>
                      <a:pt x="7504" y="55090"/>
                      <a:pt x="7121" y="57043"/>
                    </a:cubicBezTo>
                    <a:cubicBezTo>
                      <a:pt x="6815" y="58459"/>
                      <a:pt x="6547" y="59876"/>
                      <a:pt x="6279" y="61292"/>
                    </a:cubicBezTo>
                    <a:cubicBezTo>
                      <a:pt x="6241" y="61560"/>
                      <a:pt x="6202" y="61866"/>
                      <a:pt x="6088" y="62173"/>
                    </a:cubicBezTo>
                    <a:cubicBezTo>
                      <a:pt x="6088" y="62402"/>
                      <a:pt x="6049" y="62594"/>
                      <a:pt x="6049" y="62785"/>
                    </a:cubicBezTo>
                    <a:cubicBezTo>
                      <a:pt x="5207" y="67494"/>
                      <a:pt x="4977" y="72318"/>
                      <a:pt x="5973" y="76988"/>
                    </a:cubicBezTo>
                    <a:cubicBezTo>
                      <a:pt x="6662" y="80472"/>
                      <a:pt x="8346" y="83650"/>
                      <a:pt x="9418" y="86981"/>
                    </a:cubicBezTo>
                    <a:cubicBezTo>
                      <a:pt x="9457" y="87019"/>
                      <a:pt x="9457" y="87057"/>
                      <a:pt x="9457" y="87095"/>
                    </a:cubicBezTo>
                    <a:cubicBezTo>
                      <a:pt x="10031" y="88129"/>
                      <a:pt x="10529" y="89163"/>
                      <a:pt x="10988" y="90273"/>
                    </a:cubicBezTo>
                    <a:cubicBezTo>
                      <a:pt x="11218" y="90656"/>
                      <a:pt x="11409" y="91039"/>
                      <a:pt x="11600" y="91421"/>
                    </a:cubicBezTo>
                    <a:cubicBezTo>
                      <a:pt x="11754" y="91536"/>
                      <a:pt x="11868" y="91728"/>
                      <a:pt x="11907" y="91957"/>
                    </a:cubicBezTo>
                    <a:cubicBezTo>
                      <a:pt x="12596" y="93068"/>
                      <a:pt x="13285" y="94216"/>
                      <a:pt x="13936" y="95326"/>
                    </a:cubicBezTo>
                    <a:cubicBezTo>
                      <a:pt x="14204" y="95480"/>
                      <a:pt x="14433" y="95709"/>
                      <a:pt x="14587" y="96054"/>
                    </a:cubicBezTo>
                    <a:cubicBezTo>
                      <a:pt x="15735" y="98006"/>
                      <a:pt x="17113" y="99844"/>
                      <a:pt x="18377" y="101681"/>
                    </a:cubicBezTo>
                    <a:cubicBezTo>
                      <a:pt x="18492" y="101758"/>
                      <a:pt x="18568" y="101835"/>
                      <a:pt x="18606" y="101949"/>
                    </a:cubicBezTo>
                    <a:cubicBezTo>
                      <a:pt x="18645" y="102026"/>
                      <a:pt x="18721" y="102103"/>
                      <a:pt x="18760" y="102217"/>
                    </a:cubicBezTo>
                    <a:cubicBezTo>
                      <a:pt x="18836" y="102332"/>
                      <a:pt x="18951" y="102485"/>
                      <a:pt x="19028" y="102639"/>
                    </a:cubicBezTo>
                    <a:cubicBezTo>
                      <a:pt x="19602" y="103366"/>
                      <a:pt x="20291" y="103978"/>
                      <a:pt x="20597" y="104821"/>
                    </a:cubicBezTo>
                    <a:cubicBezTo>
                      <a:pt x="20635" y="105012"/>
                      <a:pt x="20635" y="105204"/>
                      <a:pt x="20635" y="105357"/>
                    </a:cubicBezTo>
                    <a:cubicBezTo>
                      <a:pt x="20942" y="107156"/>
                      <a:pt x="21095" y="110640"/>
                      <a:pt x="20482" y="111291"/>
                    </a:cubicBezTo>
                    <a:cubicBezTo>
                      <a:pt x="20444" y="111367"/>
                      <a:pt x="20406" y="111406"/>
                      <a:pt x="20329" y="111444"/>
                    </a:cubicBezTo>
                    <a:cubicBezTo>
                      <a:pt x="20138" y="117110"/>
                      <a:pt x="18032" y="122048"/>
                      <a:pt x="13897" y="126413"/>
                    </a:cubicBezTo>
                    <a:cubicBezTo>
                      <a:pt x="13247" y="127217"/>
                      <a:pt x="12328" y="127600"/>
                      <a:pt x="11294" y="127638"/>
                    </a:cubicBezTo>
                    <a:cubicBezTo>
                      <a:pt x="10299" y="127868"/>
                      <a:pt x="9342" y="128250"/>
                      <a:pt x="8423" y="128671"/>
                    </a:cubicBezTo>
                    <a:cubicBezTo>
                      <a:pt x="6815" y="129207"/>
                      <a:pt x="5131" y="132653"/>
                      <a:pt x="3331" y="131045"/>
                    </a:cubicBezTo>
                    <a:cubicBezTo>
                      <a:pt x="2259" y="129590"/>
                      <a:pt x="3561" y="122546"/>
                      <a:pt x="4671" y="121168"/>
                    </a:cubicBezTo>
                    <a:cubicBezTo>
                      <a:pt x="5628" y="118450"/>
                      <a:pt x="6088" y="115502"/>
                      <a:pt x="5245" y="112707"/>
                    </a:cubicBezTo>
                    <a:cubicBezTo>
                      <a:pt x="4441" y="110793"/>
                      <a:pt x="2948" y="109300"/>
                      <a:pt x="1991" y="107501"/>
                    </a:cubicBezTo>
                    <a:cubicBezTo>
                      <a:pt x="804" y="105050"/>
                      <a:pt x="345" y="102294"/>
                      <a:pt x="307" y="99576"/>
                    </a:cubicBezTo>
                    <a:cubicBezTo>
                      <a:pt x="307" y="92991"/>
                      <a:pt x="575" y="86445"/>
                      <a:pt x="804" y="79898"/>
                    </a:cubicBezTo>
                    <a:cubicBezTo>
                      <a:pt x="0" y="79056"/>
                      <a:pt x="498" y="76223"/>
                      <a:pt x="383" y="74998"/>
                    </a:cubicBezTo>
                    <a:cubicBezTo>
                      <a:pt x="383" y="72280"/>
                      <a:pt x="345" y="69561"/>
                      <a:pt x="345" y="66843"/>
                    </a:cubicBezTo>
                    <a:cubicBezTo>
                      <a:pt x="460" y="61598"/>
                      <a:pt x="307" y="56354"/>
                      <a:pt x="422" y="51109"/>
                    </a:cubicBezTo>
                    <a:cubicBezTo>
                      <a:pt x="575" y="50113"/>
                      <a:pt x="307" y="48735"/>
                      <a:pt x="575" y="47701"/>
                    </a:cubicBezTo>
                    <a:cubicBezTo>
                      <a:pt x="536" y="47663"/>
                      <a:pt x="536" y="47587"/>
                      <a:pt x="536" y="47548"/>
                    </a:cubicBezTo>
                    <a:cubicBezTo>
                      <a:pt x="460" y="41576"/>
                      <a:pt x="460" y="35566"/>
                      <a:pt x="345" y="29555"/>
                    </a:cubicBezTo>
                    <a:cubicBezTo>
                      <a:pt x="307" y="27603"/>
                      <a:pt x="192" y="25650"/>
                      <a:pt x="268" y="23698"/>
                    </a:cubicBezTo>
                    <a:cubicBezTo>
                      <a:pt x="154" y="21860"/>
                      <a:pt x="536" y="20022"/>
                      <a:pt x="1838" y="18606"/>
                    </a:cubicBezTo>
                    <a:cubicBezTo>
                      <a:pt x="6126" y="13055"/>
                      <a:pt x="11294" y="8116"/>
                      <a:pt x="17228" y="4326"/>
                    </a:cubicBezTo>
                    <a:cubicBezTo>
                      <a:pt x="20903" y="2067"/>
                      <a:pt x="23583" y="574"/>
                      <a:pt x="27718" y="421"/>
                    </a:cubicBezTo>
                    <a:cubicBezTo>
                      <a:pt x="28943" y="421"/>
                      <a:pt x="30168" y="421"/>
                      <a:pt x="31393" y="459"/>
                    </a:cubicBezTo>
                    <a:cubicBezTo>
                      <a:pt x="32542" y="498"/>
                      <a:pt x="33690" y="574"/>
                      <a:pt x="34877" y="613"/>
                    </a:cubicBezTo>
                    <a:cubicBezTo>
                      <a:pt x="35872" y="613"/>
                      <a:pt x="36868" y="651"/>
                      <a:pt x="37863" y="651"/>
                    </a:cubicBezTo>
                    <a:cubicBezTo>
                      <a:pt x="38399" y="766"/>
                      <a:pt x="38935" y="881"/>
                      <a:pt x="39433" y="1072"/>
                    </a:cubicBezTo>
                    <a:cubicBezTo>
                      <a:pt x="40313" y="1416"/>
                      <a:pt x="41959" y="2144"/>
                      <a:pt x="42227" y="3139"/>
                    </a:cubicBezTo>
                    <a:cubicBezTo>
                      <a:pt x="42342" y="3331"/>
                      <a:pt x="42457" y="3522"/>
                      <a:pt x="42610" y="3675"/>
                    </a:cubicBezTo>
                    <a:cubicBezTo>
                      <a:pt x="44103" y="2795"/>
                      <a:pt x="45596" y="1838"/>
                      <a:pt x="47128" y="995"/>
                    </a:cubicBezTo>
                    <a:cubicBezTo>
                      <a:pt x="49731" y="0"/>
                      <a:pt x="52602" y="345"/>
                      <a:pt x="55321" y="536"/>
                    </a:cubicBezTo>
                    <a:cubicBezTo>
                      <a:pt x="56124" y="613"/>
                      <a:pt x="56928" y="766"/>
                      <a:pt x="57732" y="919"/>
                    </a:cubicBezTo>
                    <a:cubicBezTo>
                      <a:pt x="57924" y="804"/>
                      <a:pt x="58154" y="766"/>
                      <a:pt x="58422" y="804"/>
                    </a:cubicBezTo>
                    <a:cubicBezTo>
                      <a:pt x="59225" y="995"/>
                      <a:pt x="60527" y="1416"/>
                      <a:pt x="61101" y="2144"/>
                    </a:cubicBezTo>
                    <a:cubicBezTo>
                      <a:pt x="61255" y="2220"/>
                      <a:pt x="61369" y="2259"/>
                      <a:pt x="61484" y="2335"/>
                    </a:cubicBezTo>
                    <a:cubicBezTo>
                      <a:pt x="63054" y="3254"/>
                      <a:pt x="64241" y="4594"/>
                      <a:pt x="65351" y="6011"/>
                    </a:cubicBezTo>
                    <a:cubicBezTo>
                      <a:pt x="65657" y="6049"/>
                      <a:pt x="66002" y="6202"/>
                      <a:pt x="66308" y="6547"/>
                    </a:cubicBezTo>
                    <a:cubicBezTo>
                      <a:pt x="67112" y="7427"/>
                      <a:pt x="67801" y="8461"/>
                      <a:pt x="68375" y="9533"/>
                    </a:cubicBezTo>
                    <a:cubicBezTo>
                      <a:pt x="68605" y="9839"/>
                      <a:pt x="68720" y="10222"/>
                      <a:pt x="68911" y="10566"/>
                    </a:cubicBezTo>
                    <a:cubicBezTo>
                      <a:pt x="69486" y="10987"/>
                      <a:pt x="69371" y="11906"/>
                      <a:pt x="69486" y="1255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47"/>
              <p:cNvSpPr/>
              <p:nvPr/>
            </p:nvSpPr>
            <p:spPr>
              <a:xfrm>
                <a:off x="5782550" y="2189900"/>
                <a:ext cx="406800" cy="84250"/>
              </a:xfrm>
              <a:custGeom>
                <a:avLst/>
                <a:gdLst/>
                <a:ahLst/>
                <a:cxnLst/>
                <a:rect l="l" t="t" r="r" b="b"/>
                <a:pathLst>
                  <a:path w="16272" h="3370" extrusionOk="0">
                    <a:moveTo>
                      <a:pt x="13324" y="3255"/>
                    </a:moveTo>
                    <a:cubicBezTo>
                      <a:pt x="10682" y="3216"/>
                      <a:pt x="8117" y="2298"/>
                      <a:pt x="5475" y="2068"/>
                    </a:cubicBezTo>
                    <a:cubicBezTo>
                      <a:pt x="4021" y="2068"/>
                      <a:pt x="2451" y="1915"/>
                      <a:pt x="1035" y="2336"/>
                    </a:cubicBezTo>
                    <a:cubicBezTo>
                      <a:pt x="269" y="2680"/>
                      <a:pt x="1" y="1494"/>
                      <a:pt x="805" y="1379"/>
                    </a:cubicBezTo>
                    <a:cubicBezTo>
                      <a:pt x="231" y="843"/>
                      <a:pt x="843" y="345"/>
                      <a:pt x="1417" y="422"/>
                    </a:cubicBezTo>
                    <a:cubicBezTo>
                      <a:pt x="2145" y="383"/>
                      <a:pt x="3178" y="1"/>
                      <a:pt x="3829" y="269"/>
                    </a:cubicBezTo>
                    <a:lnTo>
                      <a:pt x="3868" y="269"/>
                    </a:lnTo>
                    <a:cubicBezTo>
                      <a:pt x="4135" y="269"/>
                      <a:pt x="4365" y="269"/>
                      <a:pt x="4633" y="269"/>
                    </a:cubicBezTo>
                    <a:cubicBezTo>
                      <a:pt x="4863" y="77"/>
                      <a:pt x="5169" y="192"/>
                      <a:pt x="5437" y="154"/>
                    </a:cubicBezTo>
                    <a:cubicBezTo>
                      <a:pt x="6471" y="230"/>
                      <a:pt x="7504" y="269"/>
                      <a:pt x="8538" y="383"/>
                    </a:cubicBezTo>
                    <a:cubicBezTo>
                      <a:pt x="9648" y="192"/>
                      <a:pt x="10835" y="498"/>
                      <a:pt x="11945" y="613"/>
                    </a:cubicBezTo>
                    <a:cubicBezTo>
                      <a:pt x="13017" y="728"/>
                      <a:pt x="15008" y="613"/>
                      <a:pt x="15276" y="1953"/>
                    </a:cubicBezTo>
                    <a:cubicBezTo>
                      <a:pt x="16271" y="3063"/>
                      <a:pt x="14051" y="3370"/>
                      <a:pt x="13324" y="3255"/>
                    </a:cubicBezTo>
                    <a:close/>
                  </a:path>
                </a:pathLst>
              </a:custGeom>
              <a:solidFill>
                <a:srgbClr val="EE8F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47"/>
              <p:cNvSpPr/>
              <p:nvPr/>
            </p:nvSpPr>
            <p:spPr>
              <a:xfrm>
                <a:off x="6538675" y="2207125"/>
                <a:ext cx="522575" cy="116800"/>
              </a:xfrm>
              <a:custGeom>
                <a:avLst/>
                <a:gdLst/>
                <a:ahLst/>
                <a:cxnLst/>
                <a:rect l="l" t="t" r="r" b="b"/>
                <a:pathLst>
                  <a:path w="20903" h="4672" extrusionOk="0">
                    <a:moveTo>
                      <a:pt x="20061" y="4518"/>
                    </a:moveTo>
                    <a:cubicBezTo>
                      <a:pt x="19142" y="4250"/>
                      <a:pt x="18376" y="3599"/>
                      <a:pt x="17534" y="3178"/>
                    </a:cubicBezTo>
                    <a:cubicBezTo>
                      <a:pt x="17151" y="3446"/>
                      <a:pt x="16692" y="3140"/>
                      <a:pt x="16309" y="3102"/>
                    </a:cubicBezTo>
                    <a:cubicBezTo>
                      <a:pt x="15428" y="2872"/>
                      <a:pt x="14433" y="2910"/>
                      <a:pt x="13552" y="2527"/>
                    </a:cubicBezTo>
                    <a:cubicBezTo>
                      <a:pt x="12289" y="2374"/>
                      <a:pt x="11026" y="2642"/>
                      <a:pt x="9762" y="2757"/>
                    </a:cubicBezTo>
                    <a:cubicBezTo>
                      <a:pt x="9265" y="2757"/>
                      <a:pt x="8614" y="3102"/>
                      <a:pt x="8231" y="2642"/>
                    </a:cubicBezTo>
                    <a:cubicBezTo>
                      <a:pt x="6661" y="2795"/>
                      <a:pt x="5130" y="3025"/>
                      <a:pt x="3599" y="3063"/>
                    </a:cubicBezTo>
                    <a:cubicBezTo>
                      <a:pt x="3178" y="3408"/>
                      <a:pt x="2603" y="3102"/>
                      <a:pt x="2144" y="3025"/>
                    </a:cubicBezTo>
                    <a:cubicBezTo>
                      <a:pt x="1685" y="2949"/>
                      <a:pt x="957" y="2949"/>
                      <a:pt x="842" y="2413"/>
                    </a:cubicBezTo>
                    <a:cubicBezTo>
                      <a:pt x="0" y="1800"/>
                      <a:pt x="881" y="690"/>
                      <a:pt x="1531" y="1379"/>
                    </a:cubicBezTo>
                    <a:cubicBezTo>
                      <a:pt x="3139" y="1034"/>
                      <a:pt x="4709" y="537"/>
                      <a:pt x="6355" y="422"/>
                    </a:cubicBezTo>
                    <a:cubicBezTo>
                      <a:pt x="7618" y="1"/>
                      <a:pt x="9035" y="154"/>
                      <a:pt x="10375" y="154"/>
                    </a:cubicBezTo>
                    <a:cubicBezTo>
                      <a:pt x="10834" y="192"/>
                      <a:pt x="11332" y="230"/>
                      <a:pt x="11830" y="230"/>
                    </a:cubicBezTo>
                    <a:cubicBezTo>
                      <a:pt x="12174" y="269"/>
                      <a:pt x="12672" y="116"/>
                      <a:pt x="12902" y="460"/>
                    </a:cubicBezTo>
                    <a:lnTo>
                      <a:pt x="13055" y="498"/>
                    </a:lnTo>
                    <a:cubicBezTo>
                      <a:pt x="13552" y="230"/>
                      <a:pt x="14203" y="537"/>
                      <a:pt x="14739" y="613"/>
                    </a:cubicBezTo>
                    <a:cubicBezTo>
                      <a:pt x="16041" y="920"/>
                      <a:pt x="17343" y="1379"/>
                      <a:pt x="18491" y="2106"/>
                    </a:cubicBezTo>
                    <a:cubicBezTo>
                      <a:pt x="18874" y="2298"/>
                      <a:pt x="19525" y="2374"/>
                      <a:pt x="19448" y="2910"/>
                    </a:cubicBezTo>
                    <a:cubicBezTo>
                      <a:pt x="19908" y="3217"/>
                      <a:pt x="20558" y="3408"/>
                      <a:pt x="20788" y="3944"/>
                    </a:cubicBezTo>
                    <a:cubicBezTo>
                      <a:pt x="20903" y="4327"/>
                      <a:pt x="20444" y="4671"/>
                      <a:pt x="20061" y="4518"/>
                    </a:cubicBezTo>
                    <a:close/>
                  </a:path>
                </a:pathLst>
              </a:custGeom>
              <a:solidFill>
                <a:srgbClr val="EE8F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47"/>
              <p:cNvSpPr/>
              <p:nvPr/>
            </p:nvSpPr>
            <p:spPr>
              <a:xfrm>
                <a:off x="5620800" y="1001200"/>
                <a:ext cx="1734300" cy="3219675"/>
              </a:xfrm>
              <a:custGeom>
                <a:avLst/>
                <a:gdLst/>
                <a:ahLst/>
                <a:cxnLst/>
                <a:rect l="l" t="t" r="r" b="b"/>
                <a:pathLst>
                  <a:path w="69372" h="128787" extrusionOk="0">
                    <a:moveTo>
                      <a:pt x="47588" y="22013"/>
                    </a:moveTo>
                    <a:cubicBezTo>
                      <a:pt x="47434" y="21975"/>
                      <a:pt x="47281" y="21975"/>
                      <a:pt x="47128" y="22052"/>
                    </a:cubicBezTo>
                    <a:cubicBezTo>
                      <a:pt x="47013" y="22052"/>
                      <a:pt x="46899" y="22013"/>
                      <a:pt x="46784" y="22052"/>
                    </a:cubicBezTo>
                    <a:cubicBezTo>
                      <a:pt x="46669" y="22090"/>
                      <a:pt x="46554" y="22167"/>
                      <a:pt x="46439" y="22243"/>
                    </a:cubicBezTo>
                    <a:cubicBezTo>
                      <a:pt x="46286" y="22167"/>
                      <a:pt x="46133" y="22128"/>
                      <a:pt x="45980" y="22052"/>
                    </a:cubicBezTo>
                    <a:cubicBezTo>
                      <a:pt x="45673" y="21899"/>
                      <a:pt x="45061" y="21822"/>
                      <a:pt x="45291" y="21363"/>
                    </a:cubicBezTo>
                    <a:cubicBezTo>
                      <a:pt x="45367" y="21209"/>
                      <a:pt x="45559" y="21171"/>
                      <a:pt x="45673" y="21248"/>
                    </a:cubicBezTo>
                    <a:cubicBezTo>
                      <a:pt x="45941" y="21363"/>
                      <a:pt x="46209" y="21439"/>
                      <a:pt x="46516" y="21554"/>
                    </a:cubicBezTo>
                    <a:cubicBezTo>
                      <a:pt x="46860" y="21707"/>
                      <a:pt x="47243" y="21860"/>
                      <a:pt x="47588" y="22013"/>
                    </a:cubicBezTo>
                    <a:close/>
                    <a:moveTo>
                      <a:pt x="68223" y="122700"/>
                    </a:moveTo>
                    <a:cubicBezTo>
                      <a:pt x="68108" y="122661"/>
                      <a:pt x="68069" y="122585"/>
                      <a:pt x="67993" y="122508"/>
                    </a:cubicBezTo>
                    <a:cubicBezTo>
                      <a:pt x="67687" y="122240"/>
                      <a:pt x="67227" y="122202"/>
                      <a:pt x="66844" y="122164"/>
                    </a:cubicBezTo>
                    <a:cubicBezTo>
                      <a:pt x="66576" y="122125"/>
                      <a:pt x="66347" y="122164"/>
                      <a:pt x="66117" y="122240"/>
                    </a:cubicBezTo>
                    <a:cubicBezTo>
                      <a:pt x="65887" y="122317"/>
                      <a:pt x="65772" y="122432"/>
                      <a:pt x="65543" y="122470"/>
                    </a:cubicBezTo>
                    <a:cubicBezTo>
                      <a:pt x="65160" y="122508"/>
                      <a:pt x="64968" y="122125"/>
                      <a:pt x="64700" y="121896"/>
                    </a:cubicBezTo>
                    <a:cubicBezTo>
                      <a:pt x="64509" y="121704"/>
                      <a:pt x="64356" y="121513"/>
                      <a:pt x="64164" y="121283"/>
                    </a:cubicBezTo>
                    <a:cubicBezTo>
                      <a:pt x="63552" y="120709"/>
                      <a:pt x="63016" y="119981"/>
                      <a:pt x="62595" y="119254"/>
                    </a:cubicBezTo>
                    <a:cubicBezTo>
                      <a:pt x="62480" y="118948"/>
                      <a:pt x="62097" y="118603"/>
                      <a:pt x="62289" y="118259"/>
                    </a:cubicBezTo>
                    <a:cubicBezTo>
                      <a:pt x="62212" y="118220"/>
                      <a:pt x="62174" y="118182"/>
                      <a:pt x="62135" y="118105"/>
                    </a:cubicBezTo>
                    <a:cubicBezTo>
                      <a:pt x="62021" y="117952"/>
                      <a:pt x="61791" y="117837"/>
                      <a:pt x="61867" y="117608"/>
                    </a:cubicBezTo>
                    <a:cubicBezTo>
                      <a:pt x="61867" y="117569"/>
                      <a:pt x="61867" y="117531"/>
                      <a:pt x="61906" y="117531"/>
                    </a:cubicBezTo>
                    <a:cubicBezTo>
                      <a:pt x="61638" y="117225"/>
                      <a:pt x="61408" y="116919"/>
                      <a:pt x="61255" y="116574"/>
                    </a:cubicBezTo>
                    <a:cubicBezTo>
                      <a:pt x="61217" y="116459"/>
                      <a:pt x="61255" y="116306"/>
                      <a:pt x="61370" y="116230"/>
                    </a:cubicBezTo>
                    <a:cubicBezTo>
                      <a:pt x="61446" y="116383"/>
                      <a:pt x="61523" y="116498"/>
                      <a:pt x="61638" y="116651"/>
                    </a:cubicBezTo>
                    <a:cubicBezTo>
                      <a:pt x="61867" y="116995"/>
                      <a:pt x="62097" y="117302"/>
                      <a:pt x="62365" y="117608"/>
                    </a:cubicBezTo>
                    <a:cubicBezTo>
                      <a:pt x="62863" y="118182"/>
                      <a:pt x="63399" y="118718"/>
                      <a:pt x="64050" y="119177"/>
                    </a:cubicBezTo>
                    <a:cubicBezTo>
                      <a:pt x="64318" y="119369"/>
                      <a:pt x="64586" y="119560"/>
                      <a:pt x="64892" y="119713"/>
                    </a:cubicBezTo>
                    <a:cubicBezTo>
                      <a:pt x="65160" y="119867"/>
                      <a:pt x="65466" y="119981"/>
                      <a:pt x="65772" y="120096"/>
                    </a:cubicBezTo>
                    <a:cubicBezTo>
                      <a:pt x="66040" y="120135"/>
                      <a:pt x="66308" y="120211"/>
                      <a:pt x="66576" y="120211"/>
                    </a:cubicBezTo>
                    <a:cubicBezTo>
                      <a:pt x="66691" y="120211"/>
                      <a:pt x="66844" y="120211"/>
                      <a:pt x="66959" y="120173"/>
                    </a:cubicBezTo>
                    <a:cubicBezTo>
                      <a:pt x="67265" y="120096"/>
                      <a:pt x="67610" y="119981"/>
                      <a:pt x="67878" y="119790"/>
                    </a:cubicBezTo>
                    <a:cubicBezTo>
                      <a:pt x="68414" y="119445"/>
                      <a:pt x="68720" y="118909"/>
                      <a:pt x="68873" y="118297"/>
                    </a:cubicBezTo>
                    <a:cubicBezTo>
                      <a:pt x="69027" y="118373"/>
                      <a:pt x="69103" y="118527"/>
                      <a:pt x="69065" y="118680"/>
                    </a:cubicBezTo>
                    <a:cubicBezTo>
                      <a:pt x="68950" y="119024"/>
                      <a:pt x="68835" y="119331"/>
                      <a:pt x="68644" y="119560"/>
                    </a:cubicBezTo>
                    <a:lnTo>
                      <a:pt x="68644" y="119560"/>
                    </a:lnTo>
                    <a:cubicBezTo>
                      <a:pt x="68605" y="119675"/>
                      <a:pt x="68605" y="119828"/>
                      <a:pt x="68644" y="119943"/>
                    </a:cubicBezTo>
                    <a:cubicBezTo>
                      <a:pt x="68644" y="120556"/>
                      <a:pt x="68682" y="121168"/>
                      <a:pt x="68682" y="121781"/>
                    </a:cubicBezTo>
                    <a:cubicBezTo>
                      <a:pt x="68720" y="122087"/>
                      <a:pt x="68797" y="122738"/>
                      <a:pt x="68376" y="122738"/>
                    </a:cubicBezTo>
                    <a:cubicBezTo>
                      <a:pt x="68337" y="122738"/>
                      <a:pt x="68299" y="122738"/>
                      <a:pt x="68223" y="122738"/>
                    </a:cubicBezTo>
                    <a:lnTo>
                      <a:pt x="68223" y="122738"/>
                    </a:lnTo>
                    <a:close/>
                    <a:moveTo>
                      <a:pt x="3753" y="128787"/>
                    </a:moveTo>
                    <a:cubicBezTo>
                      <a:pt x="3408" y="128672"/>
                      <a:pt x="3293" y="128251"/>
                      <a:pt x="3217" y="127830"/>
                    </a:cubicBezTo>
                    <a:cubicBezTo>
                      <a:pt x="3064" y="127447"/>
                      <a:pt x="2987" y="127026"/>
                      <a:pt x="2910" y="126643"/>
                    </a:cubicBezTo>
                    <a:cubicBezTo>
                      <a:pt x="2604" y="124843"/>
                      <a:pt x="2987" y="123006"/>
                      <a:pt x="3523" y="121283"/>
                    </a:cubicBezTo>
                    <a:cubicBezTo>
                      <a:pt x="3293" y="120938"/>
                      <a:pt x="3332" y="120096"/>
                      <a:pt x="3906" y="120364"/>
                    </a:cubicBezTo>
                    <a:cubicBezTo>
                      <a:pt x="4059" y="120441"/>
                      <a:pt x="4097" y="120632"/>
                      <a:pt x="4021" y="120785"/>
                    </a:cubicBezTo>
                    <a:cubicBezTo>
                      <a:pt x="4174" y="121436"/>
                      <a:pt x="4825" y="121934"/>
                      <a:pt x="5475" y="122049"/>
                    </a:cubicBezTo>
                    <a:cubicBezTo>
                      <a:pt x="7619" y="122164"/>
                      <a:pt x="9074" y="121092"/>
                      <a:pt x="10491" y="119637"/>
                    </a:cubicBezTo>
                    <a:cubicBezTo>
                      <a:pt x="11984" y="118220"/>
                      <a:pt x="13056" y="116383"/>
                      <a:pt x="13592" y="114430"/>
                    </a:cubicBezTo>
                    <a:cubicBezTo>
                      <a:pt x="13821" y="113588"/>
                      <a:pt x="14013" y="112707"/>
                      <a:pt x="14204" y="111865"/>
                    </a:cubicBezTo>
                    <a:cubicBezTo>
                      <a:pt x="14472" y="109415"/>
                      <a:pt x="14472" y="106927"/>
                      <a:pt x="14204" y="104476"/>
                    </a:cubicBezTo>
                    <a:cubicBezTo>
                      <a:pt x="14089" y="102907"/>
                      <a:pt x="13860" y="101299"/>
                      <a:pt x="13477" y="99768"/>
                    </a:cubicBezTo>
                    <a:cubicBezTo>
                      <a:pt x="13324" y="99385"/>
                      <a:pt x="13170" y="99040"/>
                      <a:pt x="13017" y="98696"/>
                    </a:cubicBezTo>
                    <a:cubicBezTo>
                      <a:pt x="12175" y="97126"/>
                      <a:pt x="11295" y="95327"/>
                      <a:pt x="9572" y="94599"/>
                    </a:cubicBezTo>
                    <a:cubicBezTo>
                      <a:pt x="7543" y="93719"/>
                      <a:pt x="5054" y="94714"/>
                      <a:pt x="4097" y="96705"/>
                    </a:cubicBezTo>
                    <a:cubicBezTo>
                      <a:pt x="2872" y="99193"/>
                      <a:pt x="3255" y="102792"/>
                      <a:pt x="3868" y="105663"/>
                    </a:cubicBezTo>
                    <a:lnTo>
                      <a:pt x="3868" y="105778"/>
                    </a:lnTo>
                    <a:cubicBezTo>
                      <a:pt x="3868" y="105931"/>
                      <a:pt x="3906" y="106123"/>
                      <a:pt x="3906" y="106276"/>
                    </a:cubicBezTo>
                    <a:cubicBezTo>
                      <a:pt x="3944" y="106391"/>
                      <a:pt x="3982" y="106544"/>
                      <a:pt x="3982" y="106659"/>
                    </a:cubicBezTo>
                    <a:cubicBezTo>
                      <a:pt x="4021" y="106850"/>
                      <a:pt x="4059" y="107003"/>
                      <a:pt x="4097" y="107195"/>
                    </a:cubicBezTo>
                    <a:cubicBezTo>
                      <a:pt x="4174" y="107539"/>
                      <a:pt x="4250" y="107922"/>
                      <a:pt x="4365" y="108267"/>
                    </a:cubicBezTo>
                    <a:cubicBezTo>
                      <a:pt x="4404" y="108420"/>
                      <a:pt x="4442" y="108535"/>
                      <a:pt x="4480" y="108688"/>
                    </a:cubicBezTo>
                    <a:cubicBezTo>
                      <a:pt x="4442" y="108726"/>
                      <a:pt x="4365" y="108764"/>
                      <a:pt x="4289" y="108764"/>
                    </a:cubicBezTo>
                    <a:cubicBezTo>
                      <a:pt x="3868" y="108726"/>
                      <a:pt x="3829" y="108190"/>
                      <a:pt x="3753" y="107884"/>
                    </a:cubicBezTo>
                    <a:cubicBezTo>
                      <a:pt x="3676" y="107692"/>
                      <a:pt x="3600" y="107463"/>
                      <a:pt x="3561" y="107271"/>
                    </a:cubicBezTo>
                    <a:cubicBezTo>
                      <a:pt x="3217" y="106620"/>
                      <a:pt x="2757" y="106084"/>
                      <a:pt x="2298" y="105548"/>
                    </a:cubicBezTo>
                    <a:cubicBezTo>
                      <a:pt x="1762" y="104859"/>
                      <a:pt x="958" y="104323"/>
                      <a:pt x="690" y="103481"/>
                    </a:cubicBezTo>
                    <a:cubicBezTo>
                      <a:pt x="460" y="102294"/>
                      <a:pt x="652" y="101031"/>
                      <a:pt x="613" y="99844"/>
                    </a:cubicBezTo>
                    <a:cubicBezTo>
                      <a:pt x="613" y="94638"/>
                      <a:pt x="231" y="89469"/>
                      <a:pt x="460" y="84263"/>
                    </a:cubicBezTo>
                    <a:cubicBezTo>
                      <a:pt x="499" y="83306"/>
                      <a:pt x="499" y="82387"/>
                      <a:pt x="537" y="81430"/>
                    </a:cubicBezTo>
                    <a:cubicBezTo>
                      <a:pt x="231" y="81047"/>
                      <a:pt x="384" y="80051"/>
                      <a:pt x="384" y="79592"/>
                    </a:cubicBezTo>
                    <a:cubicBezTo>
                      <a:pt x="422" y="77640"/>
                      <a:pt x="422" y="75649"/>
                      <a:pt x="345" y="73696"/>
                    </a:cubicBezTo>
                    <a:cubicBezTo>
                      <a:pt x="384" y="73505"/>
                      <a:pt x="345" y="73237"/>
                      <a:pt x="384" y="73046"/>
                    </a:cubicBezTo>
                    <a:cubicBezTo>
                      <a:pt x="384" y="73046"/>
                      <a:pt x="384" y="73007"/>
                      <a:pt x="384" y="72969"/>
                    </a:cubicBezTo>
                    <a:cubicBezTo>
                      <a:pt x="384" y="72892"/>
                      <a:pt x="384" y="72778"/>
                      <a:pt x="384" y="72701"/>
                    </a:cubicBezTo>
                    <a:cubicBezTo>
                      <a:pt x="116" y="72012"/>
                      <a:pt x="269" y="70289"/>
                      <a:pt x="231" y="69715"/>
                    </a:cubicBezTo>
                    <a:cubicBezTo>
                      <a:pt x="345" y="67380"/>
                      <a:pt x="345" y="65083"/>
                      <a:pt x="499" y="62786"/>
                    </a:cubicBezTo>
                    <a:cubicBezTo>
                      <a:pt x="307" y="62518"/>
                      <a:pt x="422" y="62173"/>
                      <a:pt x="384" y="61867"/>
                    </a:cubicBezTo>
                    <a:cubicBezTo>
                      <a:pt x="384" y="61407"/>
                      <a:pt x="422" y="60910"/>
                      <a:pt x="422" y="60412"/>
                    </a:cubicBezTo>
                    <a:cubicBezTo>
                      <a:pt x="422" y="58574"/>
                      <a:pt x="422" y="56737"/>
                      <a:pt x="460" y="54899"/>
                    </a:cubicBezTo>
                    <a:cubicBezTo>
                      <a:pt x="422" y="53904"/>
                      <a:pt x="384" y="52908"/>
                      <a:pt x="460" y="51951"/>
                    </a:cubicBezTo>
                    <a:cubicBezTo>
                      <a:pt x="345" y="50803"/>
                      <a:pt x="345" y="49693"/>
                      <a:pt x="307" y="48582"/>
                    </a:cubicBezTo>
                    <a:cubicBezTo>
                      <a:pt x="345" y="44141"/>
                      <a:pt x="307" y="39739"/>
                      <a:pt x="345" y="35336"/>
                    </a:cubicBezTo>
                    <a:cubicBezTo>
                      <a:pt x="231" y="32082"/>
                      <a:pt x="269" y="28828"/>
                      <a:pt x="116" y="25574"/>
                    </a:cubicBezTo>
                    <a:cubicBezTo>
                      <a:pt x="1" y="23660"/>
                      <a:pt x="39" y="21707"/>
                      <a:pt x="154" y="19755"/>
                    </a:cubicBezTo>
                    <a:cubicBezTo>
                      <a:pt x="154" y="18951"/>
                      <a:pt x="307" y="18108"/>
                      <a:pt x="805" y="17458"/>
                    </a:cubicBezTo>
                    <a:cubicBezTo>
                      <a:pt x="1456" y="16615"/>
                      <a:pt x="2145" y="15773"/>
                      <a:pt x="2757" y="14931"/>
                    </a:cubicBezTo>
                    <a:cubicBezTo>
                      <a:pt x="3600" y="13821"/>
                      <a:pt x="4442" y="12672"/>
                      <a:pt x="5361" y="11639"/>
                    </a:cubicBezTo>
                    <a:cubicBezTo>
                      <a:pt x="6241" y="10681"/>
                      <a:pt x="7237" y="9763"/>
                      <a:pt x="8194" y="8844"/>
                    </a:cubicBezTo>
                    <a:cubicBezTo>
                      <a:pt x="8730" y="8308"/>
                      <a:pt x="9342" y="7772"/>
                      <a:pt x="9916" y="7236"/>
                    </a:cubicBezTo>
                    <a:cubicBezTo>
                      <a:pt x="10414" y="6777"/>
                      <a:pt x="10912" y="6355"/>
                      <a:pt x="11448" y="5934"/>
                    </a:cubicBezTo>
                    <a:cubicBezTo>
                      <a:pt x="11524" y="5896"/>
                      <a:pt x="11563" y="5896"/>
                      <a:pt x="11639" y="5896"/>
                    </a:cubicBezTo>
                    <a:cubicBezTo>
                      <a:pt x="12137" y="5437"/>
                      <a:pt x="12558" y="4862"/>
                      <a:pt x="13132" y="4518"/>
                    </a:cubicBezTo>
                    <a:cubicBezTo>
                      <a:pt x="13285" y="4479"/>
                      <a:pt x="13477" y="4556"/>
                      <a:pt x="13515" y="4747"/>
                    </a:cubicBezTo>
                    <a:cubicBezTo>
                      <a:pt x="13592" y="4977"/>
                      <a:pt x="13400" y="5092"/>
                      <a:pt x="13247" y="5207"/>
                    </a:cubicBezTo>
                    <a:cubicBezTo>
                      <a:pt x="10797" y="7504"/>
                      <a:pt x="8576" y="10069"/>
                      <a:pt x="6930" y="13017"/>
                    </a:cubicBezTo>
                    <a:cubicBezTo>
                      <a:pt x="6011" y="14548"/>
                      <a:pt x="5207" y="16194"/>
                      <a:pt x="4825" y="17994"/>
                    </a:cubicBezTo>
                    <a:cubicBezTo>
                      <a:pt x="4595" y="19180"/>
                      <a:pt x="4442" y="20520"/>
                      <a:pt x="4825" y="21707"/>
                    </a:cubicBezTo>
                    <a:cubicBezTo>
                      <a:pt x="5475" y="23698"/>
                      <a:pt x="7543" y="24923"/>
                      <a:pt x="9572" y="24655"/>
                    </a:cubicBezTo>
                    <a:cubicBezTo>
                      <a:pt x="10529" y="24578"/>
                      <a:pt x="11409" y="24387"/>
                      <a:pt x="12328" y="24119"/>
                    </a:cubicBezTo>
                    <a:cubicBezTo>
                      <a:pt x="12481" y="24081"/>
                      <a:pt x="12673" y="24042"/>
                      <a:pt x="12826" y="23966"/>
                    </a:cubicBezTo>
                    <a:cubicBezTo>
                      <a:pt x="13017" y="23889"/>
                      <a:pt x="13285" y="23774"/>
                      <a:pt x="13477" y="23966"/>
                    </a:cubicBezTo>
                    <a:cubicBezTo>
                      <a:pt x="13821" y="24387"/>
                      <a:pt x="13017" y="24808"/>
                      <a:pt x="12788" y="25076"/>
                    </a:cubicBezTo>
                    <a:cubicBezTo>
                      <a:pt x="12137" y="25727"/>
                      <a:pt x="11486" y="26416"/>
                      <a:pt x="10950" y="27182"/>
                    </a:cubicBezTo>
                    <a:cubicBezTo>
                      <a:pt x="10338" y="28101"/>
                      <a:pt x="9227" y="30551"/>
                      <a:pt x="11180" y="30512"/>
                    </a:cubicBezTo>
                    <a:cubicBezTo>
                      <a:pt x="11409" y="30474"/>
                      <a:pt x="11639" y="30436"/>
                      <a:pt x="11869" y="30321"/>
                    </a:cubicBezTo>
                    <a:cubicBezTo>
                      <a:pt x="11945" y="30283"/>
                      <a:pt x="12060" y="30244"/>
                      <a:pt x="12137" y="30244"/>
                    </a:cubicBezTo>
                    <a:cubicBezTo>
                      <a:pt x="12443" y="30283"/>
                      <a:pt x="12520" y="30666"/>
                      <a:pt x="12290" y="30857"/>
                    </a:cubicBezTo>
                    <a:cubicBezTo>
                      <a:pt x="11295" y="32044"/>
                      <a:pt x="10261" y="33154"/>
                      <a:pt x="9572" y="34532"/>
                    </a:cubicBezTo>
                    <a:cubicBezTo>
                      <a:pt x="8194" y="37135"/>
                      <a:pt x="8347" y="40122"/>
                      <a:pt x="8270" y="42955"/>
                    </a:cubicBezTo>
                    <a:cubicBezTo>
                      <a:pt x="8194" y="44256"/>
                      <a:pt x="8002" y="45558"/>
                      <a:pt x="7772" y="46860"/>
                    </a:cubicBezTo>
                    <a:cubicBezTo>
                      <a:pt x="7619" y="47625"/>
                      <a:pt x="7505" y="48391"/>
                      <a:pt x="7351" y="49157"/>
                    </a:cubicBezTo>
                    <a:cubicBezTo>
                      <a:pt x="7428" y="49080"/>
                      <a:pt x="7581" y="49042"/>
                      <a:pt x="7696" y="49003"/>
                    </a:cubicBezTo>
                    <a:cubicBezTo>
                      <a:pt x="7428" y="48812"/>
                      <a:pt x="7581" y="48506"/>
                      <a:pt x="7772" y="48353"/>
                    </a:cubicBezTo>
                    <a:cubicBezTo>
                      <a:pt x="7887" y="48238"/>
                      <a:pt x="7926" y="48046"/>
                      <a:pt x="8079" y="47970"/>
                    </a:cubicBezTo>
                    <a:cubicBezTo>
                      <a:pt x="8155" y="47931"/>
                      <a:pt x="8270" y="47931"/>
                      <a:pt x="8347" y="47970"/>
                    </a:cubicBezTo>
                    <a:cubicBezTo>
                      <a:pt x="8768" y="47855"/>
                      <a:pt x="9151" y="47740"/>
                      <a:pt x="9572" y="47625"/>
                    </a:cubicBezTo>
                    <a:cubicBezTo>
                      <a:pt x="9763" y="47549"/>
                      <a:pt x="9993" y="47434"/>
                      <a:pt x="10146" y="47549"/>
                    </a:cubicBezTo>
                    <a:cubicBezTo>
                      <a:pt x="10452" y="47395"/>
                      <a:pt x="10797" y="47740"/>
                      <a:pt x="10605" y="48046"/>
                    </a:cubicBezTo>
                    <a:cubicBezTo>
                      <a:pt x="10567" y="48276"/>
                      <a:pt x="10682" y="48506"/>
                      <a:pt x="10912" y="48621"/>
                    </a:cubicBezTo>
                    <a:cubicBezTo>
                      <a:pt x="12175" y="48544"/>
                      <a:pt x="13400" y="48812"/>
                      <a:pt x="14625" y="49003"/>
                    </a:cubicBezTo>
                    <a:cubicBezTo>
                      <a:pt x="16271" y="49233"/>
                      <a:pt x="17918" y="49693"/>
                      <a:pt x="19564" y="49693"/>
                    </a:cubicBezTo>
                    <a:cubicBezTo>
                      <a:pt x="20062" y="49654"/>
                      <a:pt x="20483" y="49578"/>
                      <a:pt x="20942" y="49386"/>
                    </a:cubicBezTo>
                    <a:cubicBezTo>
                      <a:pt x="21095" y="49310"/>
                      <a:pt x="21248" y="49195"/>
                      <a:pt x="21440" y="49233"/>
                    </a:cubicBezTo>
                    <a:cubicBezTo>
                      <a:pt x="21631" y="49233"/>
                      <a:pt x="21746" y="49386"/>
                      <a:pt x="21746" y="49578"/>
                    </a:cubicBezTo>
                    <a:cubicBezTo>
                      <a:pt x="22052" y="49961"/>
                      <a:pt x="21440" y="50305"/>
                      <a:pt x="21172" y="50496"/>
                    </a:cubicBezTo>
                    <a:cubicBezTo>
                      <a:pt x="20598" y="50879"/>
                      <a:pt x="19908" y="51032"/>
                      <a:pt x="19219" y="51032"/>
                    </a:cubicBezTo>
                    <a:cubicBezTo>
                      <a:pt x="18951" y="50994"/>
                      <a:pt x="18262" y="50994"/>
                      <a:pt x="18033" y="50726"/>
                    </a:cubicBezTo>
                    <a:cubicBezTo>
                      <a:pt x="17497" y="50726"/>
                      <a:pt x="17267" y="50573"/>
                      <a:pt x="17190" y="50382"/>
                    </a:cubicBezTo>
                    <a:cubicBezTo>
                      <a:pt x="16157" y="50305"/>
                      <a:pt x="15123" y="50114"/>
                      <a:pt x="14089" y="49961"/>
                    </a:cubicBezTo>
                    <a:cubicBezTo>
                      <a:pt x="12979" y="49769"/>
                      <a:pt x="11792" y="49769"/>
                      <a:pt x="10720" y="49271"/>
                    </a:cubicBezTo>
                    <a:cubicBezTo>
                      <a:pt x="9725" y="49425"/>
                      <a:pt x="8653" y="49501"/>
                      <a:pt x="7658" y="49693"/>
                    </a:cubicBezTo>
                    <a:cubicBezTo>
                      <a:pt x="7505" y="49731"/>
                      <a:pt x="7351" y="49693"/>
                      <a:pt x="7275" y="49578"/>
                    </a:cubicBezTo>
                    <a:cubicBezTo>
                      <a:pt x="6586" y="53329"/>
                      <a:pt x="5935" y="57120"/>
                      <a:pt x="5169" y="60833"/>
                    </a:cubicBezTo>
                    <a:cubicBezTo>
                      <a:pt x="4863" y="62403"/>
                      <a:pt x="4595" y="64011"/>
                      <a:pt x="4518" y="65580"/>
                    </a:cubicBezTo>
                    <a:cubicBezTo>
                      <a:pt x="4442" y="66882"/>
                      <a:pt x="4404" y="68222"/>
                      <a:pt x="4442" y="69523"/>
                    </a:cubicBezTo>
                    <a:cubicBezTo>
                      <a:pt x="4518" y="70672"/>
                      <a:pt x="4863" y="71820"/>
                      <a:pt x="5169" y="72931"/>
                    </a:cubicBezTo>
                    <a:lnTo>
                      <a:pt x="5858" y="75036"/>
                    </a:lnTo>
                    <a:cubicBezTo>
                      <a:pt x="5935" y="75228"/>
                      <a:pt x="6050" y="75457"/>
                      <a:pt x="6126" y="75649"/>
                    </a:cubicBezTo>
                    <a:cubicBezTo>
                      <a:pt x="6165" y="75764"/>
                      <a:pt x="6165" y="75879"/>
                      <a:pt x="6165" y="75993"/>
                    </a:cubicBezTo>
                    <a:cubicBezTo>
                      <a:pt x="6126" y="76108"/>
                      <a:pt x="6050" y="76185"/>
                      <a:pt x="5935" y="76223"/>
                    </a:cubicBezTo>
                    <a:cubicBezTo>
                      <a:pt x="5973" y="76300"/>
                      <a:pt x="6011" y="76415"/>
                      <a:pt x="6050" y="76529"/>
                    </a:cubicBezTo>
                    <a:cubicBezTo>
                      <a:pt x="6433" y="77640"/>
                      <a:pt x="6777" y="78788"/>
                      <a:pt x="7198" y="79898"/>
                    </a:cubicBezTo>
                    <a:cubicBezTo>
                      <a:pt x="7734" y="81162"/>
                      <a:pt x="8385" y="82463"/>
                      <a:pt x="8998" y="83727"/>
                    </a:cubicBezTo>
                    <a:cubicBezTo>
                      <a:pt x="10184" y="86177"/>
                      <a:pt x="11486" y="88589"/>
                      <a:pt x="12941" y="90924"/>
                    </a:cubicBezTo>
                    <a:cubicBezTo>
                      <a:pt x="13898" y="92455"/>
                      <a:pt x="14740" y="94102"/>
                      <a:pt x="15774" y="95595"/>
                    </a:cubicBezTo>
                    <a:cubicBezTo>
                      <a:pt x="16539" y="96743"/>
                      <a:pt x="17305" y="97815"/>
                      <a:pt x="18224" y="98849"/>
                    </a:cubicBezTo>
                    <a:cubicBezTo>
                      <a:pt x="18683" y="99385"/>
                      <a:pt x="19219" y="99921"/>
                      <a:pt x="19717" y="100457"/>
                    </a:cubicBezTo>
                    <a:cubicBezTo>
                      <a:pt x="20176" y="100954"/>
                      <a:pt x="20444" y="101643"/>
                      <a:pt x="20444" y="102294"/>
                    </a:cubicBezTo>
                    <a:cubicBezTo>
                      <a:pt x="20483" y="103022"/>
                      <a:pt x="20483" y="103749"/>
                      <a:pt x="20521" y="104438"/>
                    </a:cubicBezTo>
                    <a:cubicBezTo>
                      <a:pt x="20521" y="105587"/>
                      <a:pt x="20444" y="106735"/>
                      <a:pt x="20330" y="107845"/>
                    </a:cubicBezTo>
                    <a:cubicBezTo>
                      <a:pt x="20253" y="108267"/>
                      <a:pt x="20291" y="109262"/>
                      <a:pt x="19794" y="109262"/>
                    </a:cubicBezTo>
                    <a:lnTo>
                      <a:pt x="19755" y="109262"/>
                    </a:lnTo>
                    <a:lnTo>
                      <a:pt x="19755" y="109262"/>
                    </a:lnTo>
                    <a:cubicBezTo>
                      <a:pt x="19679" y="110104"/>
                      <a:pt x="19602" y="110946"/>
                      <a:pt x="19449" y="111789"/>
                    </a:cubicBezTo>
                    <a:cubicBezTo>
                      <a:pt x="19411" y="112018"/>
                      <a:pt x="19372" y="112248"/>
                      <a:pt x="19334" y="112439"/>
                    </a:cubicBezTo>
                    <a:cubicBezTo>
                      <a:pt x="19334" y="112593"/>
                      <a:pt x="19296" y="112746"/>
                      <a:pt x="19258" y="112899"/>
                    </a:cubicBezTo>
                    <a:cubicBezTo>
                      <a:pt x="19181" y="113397"/>
                      <a:pt x="19028" y="113856"/>
                      <a:pt x="18913" y="114354"/>
                    </a:cubicBezTo>
                    <a:cubicBezTo>
                      <a:pt x="18339" y="116268"/>
                      <a:pt x="17573" y="118182"/>
                      <a:pt x="16348" y="119790"/>
                    </a:cubicBezTo>
                    <a:cubicBezTo>
                      <a:pt x="15621" y="120862"/>
                      <a:pt x="14740" y="121819"/>
                      <a:pt x="13860" y="122776"/>
                    </a:cubicBezTo>
                    <a:cubicBezTo>
                      <a:pt x="13285" y="123389"/>
                      <a:pt x="12711" y="124001"/>
                      <a:pt x="12060" y="124499"/>
                    </a:cubicBezTo>
                    <a:cubicBezTo>
                      <a:pt x="12022" y="124537"/>
                      <a:pt x="12022" y="124537"/>
                      <a:pt x="11984" y="124575"/>
                    </a:cubicBezTo>
                    <a:cubicBezTo>
                      <a:pt x="11907" y="124767"/>
                      <a:pt x="11831" y="124958"/>
                      <a:pt x="11754" y="125150"/>
                    </a:cubicBezTo>
                    <a:cubicBezTo>
                      <a:pt x="11677" y="125341"/>
                      <a:pt x="11486" y="125418"/>
                      <a:pt x="11333" y="125341"/>
                    </a:cubicBezTo>
                    <a:cubicBezTo>
                      <a:pt x="11180" y="125303"/>
                      <a:pt x="11065" y="125111"/>
                      <a:pt x="11141" y="124958"/>
                    </a:cubicBezTo>
                    <a:cubicBezTo>
                      <a:pt x="11180" y="124843"/>
                      <a:pt x="11218" y="124729"/>
                      <a:pt x="11256" y="124614"/>
                    </a:cubicBezTo>
                    <a:cubicBezTo>
                      <a:pt x="11027" y="124575"/>
                      <a:pt x="10797" y="124499"/>
                      <a:pt x="10567" y="124575"/>
                    </a:cubicBezTo>
                    <a:cubicBezTo>
                      <a:pt x="10491" y="124575"/>
                      <a:pt x="10452" y="124575"/>
                      <a:pt x="10414" y="124614"/>
                    </a:cubicBezTo>
                    <a:cubicBezTo>
                      <a:pt x="10031" y="124767"/>
                      <a:pt x="9648" y="124882"/>
                      <a:pt x="9266" y="125035"/>
                    </a:cubicBezTo>
                    <a:cubicBezTo>
                      <a:pt x="8959" y="125188"/>
                      <a:pt x="8615" y="125341"/>
                      <a:pt x="8308" y="125494"/>
                    </a:cubicBezTo>
                    <a:lnTo>
                      <a:pt x="8270" y="125494"/>
                    </a:lnTo>
                    <a:cubicBezTo>
                      <a:pt x="7313" y="126107"/>
                      <a:pt x="6356" y="126681"/>
                      <a:pt x="5475" y="127370"/>
                    </a:cubicBezTo>
                    <a:cubicBezTo>
                      <a:pt x="5131" y="127715"/>
                      <a:pt x="5016" y="128289"/>
                      <a:pt x="4518" y="128557"/>
                    </a:cubicBezTo>
                    <a:cubicBezTo>
                      <a:pt x="4404" y="128595"/>
                      <a:pt x="4250" y="128672"/>
                      <a:pt x="4136" y="128672"/>
                    </a:cubicBezTo>
                    <a:cubicBezTo>
                      <a:pt x="4021" y="128748"/>
                      <a:pt x="3868" y="128787"/>
                      <a:pt x="3753" y="128787"/>
                    </a:cubicBezTo>
                    <a:lnTo>
                      <a:pt x="3753" y="128787"/>
                    </a:lnTo>
                    <a:close/>
                    <a:moveTo>
                      <a:pt x="11945" y="122814"/>
                    </a:moveTo>
                    <a:lnTo>
                      <a:pt x="11945" y="122814"/>
                    </a:lnTo>
                    <a:lnTo>
                      <a:pt x="11984" y="122776"/>
                    </a:lnTo>
                    <a:lnTo>
                      <a:pt x="11945" y="122814"/>
                    </a:lnTo>
                    <a:lnTo>
                      <a:pt x="11945" y="122814"/>
                    </a:lnTo>
                    <a:close/>
                    <a:moveTo>
                      <a:pt x="18722" y="112401"/>
                    </a:moveTo>
                    <a:cubicBezTo>
                      <a:pt x="18798" y="111942"/>
                      <a:pt x="18875" y="111482"/>
                      <a:pt x="18951" y="111023"/>
                    </a:cubicBezTo>
                    <a:cubicBezTo>
                      <a:pt x="19143" y="109760"/>
                      <a:pt x="19219" y="108496"/>
                      <a:pt x="19143" y="107195"/>
                    </a:cubicBezTo>
                    <a:cubicBezTo>
                      <a:pt x="18875" y="106008"/>
                      <a:pt x="18569" y="104859"/>
                      <a:pt x="18033" y="103749"/>
                    </a:cubicBezTo>
                    <a:cubicBezTo>
                      <a:pt x="17688" y="103137"/>
                      <a:pt x="17305" y="102486"/>
                      <a:pt x="16654" y="102141"/>
                    </a:cubicBezTo>
                    <a:cubicBezTo>
                      <a:pt x="16157" y="101873"/>
                      <a:pt x="15468" y="101988"/>
                      <a:pt x="15161" y="102486"/>
                    </a:cubicBezTo>
                    <a:cubicBezTo>
                      <a:pt x="15161" y="102524"/>
                      <a:pt x="15123" y="102562"/>
                      <a:pt x="15123" y="102601"/>
                    </a:cubicBezTo>
                    <a:cubicBezTo>
                      <a:pt x="15161" y="103481"/>
                      <a:pt x="15200" y="104362"/>
                      <a:pt x="15238" y="105242"/>
                    </a:cubicBezTo>
                    <a:cubicBezTo>
                      <a:pt x="15314" y="106582"/>
                      <a:pt x="15391" y="107960"/>
                      <a:pt x="15353" y="109339"/>
                    </a:cubicBezTo>
                    <a:cubicBezTo>
                      <a:pt x="15276" y="111176"/>
                      <a:pt x="15085" y="113052"/>
                      <a:pt x="14740" y="114851"/>
                    </a:cubicBezTo>
                    <a:cubicBezTo>
                      <a:pt x="14740" y="114928"/>
                      <a:pt x="14740" y="115043"/>
                      <a:pt x="14740" y="115119"/>
                    </a:cubicBezTo>
                    <a:cubicBezTo>
                      <a:pt x="14702" y="115923"/>
                      <a:pt x="14855" y="116957"/>
                      <a:pt x="15927" y="116651"/>
                    </a:cubicBezTo>
                    <a:cubicBezTo>
                      <a:pt x="16616" y="116421"/>
                      <a:pt x="17075" y="115770"/>
                      <a:pt x="17420" y="115196"/>
                    </a:cubicBezTo>
                    <a:cubicBezTo>
                      <a:pt x="17956" y="114277"/>
                      <a:pt x="18147" y="113243"/>
                      <a:pt x="18683" y="112363"/>
                    </a:cubicBezTo>
                    <a:lnTo>
                      <a:pt x="18683" y="112363"/>
                    </a:lnTo>
                    <a:close/>
                    <a:moveTo>
                      <a:pt x="10146" y="48697"/>
                    </a:moveTo>
                    <a:cubicBezTo>
                      <a:pt x="10146" y="48697"/>
                      <a:pt x="10108" y="48697"/>
                      <a:pt x="10108" y="48697"/>
                    </a:cubicBezTo>
                    <a:cubicBezTo>
                      <a:pt x="10108" y="48697"/>
                      <a:pt x="10070" y="48697"/>
                      <a:pt x="10070" y="48735"/>
                    </a:cubicBezTo>
                    <a:cubicBezTo>
                      <a:pt x="10070" y="48735"/>
                      <a:pt x="10108" y="48735"/>
                      <a:pt x="10108" y="48697"/>
                    </a:cubicBezTo>
                    <a:lnTo>
                      <a:pt x="10146" y="48697"/>
                    </a:lnTo>
                    <a:lnTo>
                      <a:pt x="10146" y="48697"/>
                    </a:lnTo>
                    <a:close/>
                    <a:moveTo>
                      <a:pt x="56776" y="52985"/>
                    </a:moveTo>
                    <a:cubicBezTo>
                      <a:pt x="56010" y="52755"/>
                      <a:pt x="55359" y="52296"/>
                      <a:pt x="54632" y="52028"/>
                    </a:cubicBezTo>
                    <a:cubicBezTo>
                      <a:pt x="53675" y="51683"/>
                      <a:pt x="52718" y="51415"/>
                      <a:pt x="51761" y="51186"/>
                    </a:cubicBezTo>
                    <a:cubicBezTo>
                      <a:pt x="50995" y="50994"/>
                      <a:pt x="50153" y="50764"/>
                      <a:pt x="49349" y="50688"/>
                    </a:cubicBezTo>
                    <a:cubicBezTo>
                      <a:pt x="48085" y="50573"/>
                      <a:pt x="46822" y="50650"/>
                      <a:pt x="45597" y="50841"/>
                    </a:cubicBezTo>
                    <a:cubicBezTo>
                      <a:pt x="44984" y="50918"/>
                      <a:pt x="44333" y="50956"/>
                      <a:pt x="43721" y="50994"/>
                    </a:cubicBezTo>
                    <a:cubicBezTo>
                      <a:pt x="42458" y="51109"/>
                      <a:pt x="41194" y="51339"/>
                      <a:pt x="39931" y="51300"/>
                    </a:cubicBezTo>
                    <a:cubicBezTo>
                      <a:pt x="39510" y="51262"/>
                      <a:pt x="37596" y="51186"/>
                      <a:pt x="37213" y="50688"/>
                    </a:cubicBezTo>
                    <a:cubicBezTo>
                      <a:pt x="37213" y="50650"/>
                      <a:pt x="37174" y="50573"/>
                      <a:pt x="37174" y="50496"/>
                    </a:cubicBezTo>
                    <a:cubicBezTo>
                      <a:pt x="37174" y="50496"/>
                      <a:pt x="37174" y="50458"/>
                      <a:pt x="37174" y="50420"/>
                    </a:cubicBezTo>
                    <a:cubicBezTo>
                      <a:pt x="37174" y="50382"/>
                      <a:pt x="37213" y="50343"/>
                      <a:pt x="37213" y="50305"/>
                    </a:cubicBezTo>
                    <a:cubicBezTo>
                      <a:pt x="37174" y="49922"/>
                      <a:pt x="37596" y="49769"/>
                      <a:pt x="37825" y="50037"/>
                    </a:cubicBezTo>
                    <a:cubicBezTo>
                      <a:pt x="38170" y="50228"/>
                      <a:pt x="38553" y="50343"/>
                      <a:pt x="38974" y="50382"/>
                    </a:cubicBezTo>
                    <a:cubicBezTo>
                      <a:pt x="40199" y="50420"/>
                      <a:pt x="41462" y="50267"/>
                      <a:pt x="42687" y="50114"/>
                    </a:cubicBezTo>
                    <a:cubicBezTo>
                      <a:pt x="44295" y="49961"/>
                      <a:pt x="45903" y="49731"/>
                      <a:pt x="47511" y="49654"/>
                    </a:cubicBezTo>
                    <a:cubicBezTo>
                      <a:pt x="47970" y="49616"/>
                      <a:pt x="48392" y="49616"/>
                      <a:pt x="48851" y="49616"/>
                    </a:cubicBezTo>
                    <a:cubicBezTo>
                      <a:pt x="49578" y="49616"/>
                      <a:pt x="50344" y="49616"/>
                      <a:pt x="51071" y="49425"/>
                    </a:cubicBezTo>
                    <a:cubicBezTo>
                      <a:pt x="51416" y="49386"/>
                      <a:pt x="51607" y="49003"/>
                      <a:pt x="51990" y="49003"/>
                    </a:cubicBezTo>
                    <a:cubicBezTo>
                      <a:pt x="52871" y="49042"/>
                      <a:pt x="53713" y="49310"/>
                      <a:pt x="54479" y="49654"/>
                    </a:cubicBezTo>
                    <a:cubicBezTo>
                      <a:pt x="55359" y="50075"/>
                      <a:pt x="56201" y="50611"/>
                      <a:pt x="56776" y="51377"/>
                    </a:cubicBezTo>
                    <a:cubicBezTo>
                      <a:pt x="57044" y="51722"/>
                      <a:pt x="57618" y="52372"/>
                      <a:pt x="57427" y="52832"/>
                    </a:cubicBezTo>
                    <a:cubicBezTo>
                      <a:pt x="57312" y="52985"/>
                      <a:pt x="57159" y="53023"/>
                      <a:pt x="57005" y="53023"/>
                    </a:cubicBezTo>
                    <a:cubicBezTo>
                      <a:pt x="56929" y="53023"/>
                      <a:pt x="56852" y="53023"/>
                      <a:pt x="56776" y="52985"/>
                    </a:cubicBezTo>
                    <a:lnTo>
                      <a:pt x="56776" y="52985"/>
                    </a:lnTo>
                    <a:close/>
                    <a:moveTo>
                      <a:pt x="45137" y="8499"/>
                    </a:moveTo>
                    <a:cubicBezTo>
                      <a:pt x="45444" y="8538"/>
                      <a:pt x="45712" y="8882"/>
                      <a:pt x="45444" y="9150"/>
                    </a:cubicBezTo>
                    <a:cubicBezTo>
                      <a:pt x="45329" y="9303"/>
                      <a:pt x="45099" y="9303"/>
                      <a:pt x="44908" y="9380"/>
                    </a:cubicBezTo>
                    <a:cubicBezTo>
                      <a:pt x="42534" y="9954"/>
                      <a:pt x="40084" y="10605"/>
                      <a:pt x="38017" y="12021"/>
                    </a:cubicBezTo>
                    <a:cubicBezTo>
                      <a:pt x="36409" y="13170"/>
                      <a:pt x="35031" y="14586"/>
                      <a:pt x="33920" y="16233"/>
                    </a:cubicBezTo>
                    <a:cubicBezTo>
                      <a:pt x="33652" y="16654"/>
                      <a:pt x="33423" y="17075"/>
                      <a:pt x="33155" y="17534"/>
                    </a:cubicBezTo>
                    <a:cubicBezTo>
                      <a:pt x="32963" y="17917"/>
                      <a:pt x="32772" y="18338"/>
                      <a:pt x="32619" y="18721"/>
                    </a:cubicBezTo>
                    <a:cubicBezTo>
                      <a:pt x="32580" y="18798"/>
                      <a:pt x="32504" y="18836"/>
                      <a:pt x="32466" y="18874"/>
                    </a:cubicBezTo>
                    <a:cubicBezTo>
                      <a:pt x="32274" y="19257"/>
                      <a:pt x="32083" y="19602"/>
                      <a:pt x="31930" y="19984"/>
                    </a:cubicBezTo>
                    <a:cubicBezTo>
                      <a:pt x="31930" y="20176"/>
                      <a:pt x="31738" y="20329"/>
                      <a:pt x="31585" y="20291"/>
                    </a:cubicBezTo>
                    <a:cubicBezTo>
                      <a:pt x="31087" y="20176"/>
                      <a:pt x="31355" y="19640"/>
                      <a:pt x="31508" y="19372"/>
                    </a:cubicBezTo>
                    <a:cubicBezTo>
                      <a:pt x="31853" y="18644"/>
                      <a:pt x="32236" y="17879"/>
                      <a:pt x="32619" y="17190"/>
                    </a:cubicBezTo>
                    <a:cubicBezTo>
                      <a:pt x="33499" y="15237"/>
                      <a:pt x="34609" y="13400"/>
                      <a:pt x="35681" y="11524"/>
                    </a:cubicBezTo>
                    <a:cubicBezTo>
                      <a:pt x="36332" y="10337"/>
                      <a:pt x="36945" y="9150"/>
                      <a:pt x="37672" y="8040"/>
                    </a:cubicBezTo>
                    <a:cubicBezTo>
                      <a:pt x="38706" y="6279"/>
                      <a:pt x="39931" y="4671"/>
                      <a:pt x="41233" y="3140"/>
                    </a:cubicBezTo>
                    <a:cubicBezTo>
                      <a:pt x="41998" y="2221"/>
                      <a:pt x="42649" y="1187"/>
                      <a:pt x="43530" y="383"/>
                    </a:cubicBezTo>
                    <a:cubicBezTo>
                      <a:pt x="43683" y="230"/>
                      <a:pt x="43912" y="0"/>
                      <a:pt x="44142" y="115"/>
                    </a:cubicBezTo>
                    <a:cubicBezTo>
                      <a:pt x="44257" y="192"/>
                      <a:pt x="44333" y="307"/>
                      <a:pt x="44333" y="383"/>
                    </a:cubicBezTo>
                    <a:cubicBezTo>
                      <a:pt x="44257" y="804"/>
                      <a:pt x="43874" y="1149"/>
                      <a:pt x="43721" y="1532"/>
                    </a:cubicBezTo>
                    <a:cubicBezTo>
                      <a:pt x="43300" y="2527"/>
                      <a:pt x="42726" y="3752"/>
                      <a:pt x="43376" y="4786"/>
                    </a:cubicBezTo>
                    <a:cubicBezTo>
                      <a:pt x="43491" y="5054"/>
                      <a:pt x="43300" y="5360"/>
                      <a:pt x="43070" y="5513"/>
                    </a:cubicBezTo>
                    <a:cubicBezTo>
                      <a:pt x="42381" y="6011"/>
                      <a:pt x="41883" y="7006"/>
                      <a:pt x="42649" y="7657"/>
                    </a:cubicBezTo>
                    <a:cubicBezTo>
                      <a:pt x="43338" y="8270"/>
                      <a:pt x="44295" y="8346"/>
                      <a:pt x="45137" y="8538"/>
                    </a:cubicBezTo>
                    <a:lnTo>
                      <a:pt x="45137" y="8538"/>
                    </a:lnTo>
                    <a:close/>
                    <a:moveTo>
                      <a:pt x="68491" y="7159"/>
                    </a:moveTo>
                    <a:cubicBezTo>
                      <a:pt x="68299" y="6777"/>
                      <a:pt x="68069" y="6432"/>
                      <a:pt x="67840" y="6087"/>
                    </a:cubicBezTo>
                    <a:cubicBezTo>
                      <a:pt x="67725" y="5896"/>
                      <a:pt x="67419" y="5743"/>
                      <a:pt x="67227" y="5934"/>
                    </a:cubicBezTo>
                    <a:cubicBezTo>
                      <a:pt x="67074" y="6126"/>
                      <a:pt x="67151" y="6355"/>
                      <a:pt x="67227" y="6585"/>
                    </a:cubicBezTo>
                    <a:cubicBezTo>
                      <a:pt x="67304" y="6853"/>
                      <a:pt x="67342" y="7159"/>
                      <a:pt x="67419" y="7427"/>
                    </a:cubicBezTo>
                    <a:cubicBezTo>
                      <a:pt x="67878" y="9954"/>
                      <a:pt x="67572" y="12864"/>
                      <a:pt x="65811" y="14854"/>
                    </a:cubicBezTo>
                    <a:cubicBezTo>
                      <a:pt x="65504" y="15199"/>
                      <a:pt x="65198" y="15543"/>
                      <a:pt x="64815" y="15811"/>
                    </a:cubicBezTo>
                    <a:cubicBezTo>
                      <a:pt x="64164" y="16194"/>
                      <a:pt x="63437" y="16347"/>
                      <a:pt x="62710" y="16386"/>
                    </a:cubicBezTo>
                    <a:cubicBezTo>
                      <a:pt x="62289" y="16424"/>
                      <a:pt x="61753" y="16309"/>
                      <a:pt x="61331" y="16156"/>
                    </a:cubicBezTo>
                    <a:cubicBezTo>
                      <a:pt x="61140" y="16079"/>
                      <a:pt x="60910" y="16003"/>
                      <a:pt x="60719" y="16003"/>
                    </a:cubicBezTo>
                    <a:cubicBezTo>
                      <a:pt x="60642" y="16003"/>
                      <a:pt x="60604" y="16003"/>
                      <a:pt x="60528" y="16041"/>
                    </a:cubicBezTo>
                    <a:cubicBezTo>
                      <a:pt x="60604" y="16118"/>
                      <a:pt x="60642" y="16194"/>
                      <a:pt x="60681" y="16271"/>
                    </a:cubicBezTo>
                    <a:cubicBezTo>
                      <a:pt x="61102" y="16883"/>
                      <a:pt x="61408" y="17573"/>
                      <a:pt x="61676" y="18262"/>
                    </a:cubicBezTo>
                    <a:cubicBezTo>
                      <a:pt x="61906" y="18951"/>
                      <a:pt x="62021" y="19678"/>
                      <a:pt x="62174" y="20405"/>
                    </a:cubicBezTo>
                    <a:cubicBezTo>
                      <a:pt x="62250" y="21018"/>
                      <a:pt x="62327" y="21669"/>
                      <a:pt x="62289" y="22281"/>
                    </a:cubicBezTo>
                    <a:cubicBezTo>
                      <a:pt x="62250" y="22894"/>
                      <a:pt x="62097" y="23545"/>
                      <a:pt x="61906" y="24119"/>
                    </a:cubicBezTo>
                    <a:cubicBezTo>
                      <a:pt x="61753" y="24425"/>
                      <a:pt x="61599" y="24732"/>
                      <a:pt x="61408" y="25038"/>
                    </a:cubicBezTo>
                    <a:cubicBezTo>
                      <a:pt x="61331" y="25153"/>
                      <a:pt x="61217" y="25268"/>
                      <a:pt x="61140" y="25382"/>
                    </a:cubicBezTo>
                    <a:cubicBezTo>
                      <a:pt x="60872" y="25842"/>
                      <a:pt x="60528" y="26225"/>
                      <a:pt x="60068" y="26454"/>
                    </a:cubicBezTo>
                    <a:cubicBezTo>
                      <a:pt x="59034" y="26914"/>
                      <a:pt x="57809" y="26952"/>
                      <a:pt x="56699" y="26799"/>
                    </a:cubicBezTo>
                    <a:cubicBezTo>
                      <a:pt x="54440" y="26186"/>
                      <a:pt x="52564" y="24693"/>
                      <a:pt x="50612" y="23506"/>
                    </a:cubicBezTo>
                    <a:cubicBezTo>
                      <a:pt x="49693" y="22971"/>
                      <a:pt x="48774" y="22511"/>
                      <a:pt x="47817" y="22090"/>
                    </a:cubicBezTo>
                    <a:cubicBezTo>
                      <a:pt x="47932" y="22167"/>
                      <a:pt x="48009" y="22281"/>
                      <a:pt x="48085" y="22396"/>
                    </a:cubicBezTo>
                    <a:cubicBezTo>
                      <a:pt x="48277" y="22703"/>
                      <a:pt x="48468" y="23124"/>
                      <a:pt x="48430" y="23506"/>
                    </a:cubicBezTo>
                    <a:cubicBezTo>
                      <a:pt x="48583" y="23813"/>
                      <a:pt x="48506" y="24004"/>
                      <a:pt x="48315" y="24081"/>
                    </a:cubicBezTo>
                    <a:cubicBezTo>
                      <a:pt x="48238" y="24234"/>
                      <a:pt x="48162" y="24425"/>
                      <a:pt x="48009" y="24540"/>
                    </a:cubicBezTo>
                    <a:cubicBezTo>
                      <a:pt x="47626" y="24961"/>
                      <a:pt x="47090" y="25153"/>
                      <a:pt x="46554" y="25153"/>
                    </a:cubicBezTo>
                    <a:cubicBezTo>
                      <a:pt x="46439" y="25153"/>
                      <a:pt x="46286" y="25153"/>
                      <a:pt x="46171" y="25114"/>
                    </a:cubicBezTo>
                    <a:cubicBezTo>
                      <a:pt x="47013" y="25803"/>
                      <a:pt x="47894" y="26493"/>
                      <a:pt x="48583" y="27335"/>
                    </a:cubicBezTo>
                    <a:cubicBezTo>
                      <a:pt x="49961" y="28981"/>
                      <a:pt x="51071" y="30819"/>
                      <a:pt x="52029" y="32733"/>
                    </a:cubicBezTo>
                    <a:cubicBezTo>
                      <a:pt x="52258" y="33269"/>
                      <a:pt x="52526" y="33843"/>
                      <a:pt x="52756" y="34456"/>
                    </a:cubicBezTo>
                    <a:cubicBezTo>
                      <a:pt x="52909" y="34877"/>
                      <a:pt x="53024" y="35298"/>
                      <a:pt x="53177" y="35719"/>
                    </a:cubicBezTo>
                    <a:cubicBezTo>
                      <a:pt x="53254" y="35949"/>
                      <a:pt x="53560" y="36025"/>
                      <a:pt x="53751" y="35872"/>
                    </a:cubicBezTo>
                    <a:cubicBezTo>
                      <a:pt x="54134" y="37135"/>
                      <a:pt x="54402" y="38475"/>
                      <a:pt x="54747" y="39777"/>
                    </a:cubicBezTo>
                    <a:cubicBezTo>
                      <a:pt x="55053" y="40926"/>
                      <a:pt x="55397" y="42074"/>
                      <a:pt x="55665" y="43223"/>
                    </a:cubicBezTo>
                    <a:cubicBezTo>
                      <a:pt x="55742" y="43682"/>
                      <a:pt x="55819" y="44180"/>
                      <a:pt x="55933" y="44639"/>
                    </a:cubicBezTo>
                    <a:cubicBezTo>
                      <a:pt x="55933" y="44869"/>
                      <a:pt x="56048" y="45098"/>
                      <a:pt x="56278" y="45098"/>
                    </a:cubicBezTo>
                    <a:cubicBezTo>
                      <a:pt x="56967" y="48276"/>
                      <a:pt x="57312" y="51607"/>
                      <a:pt x="57809" y="54823"/>
                    </a:cubicBezTo>
                    <a:cubicBezTo>
                      <a:pt x="58230" y="57656"/>
                      <a:pt x="58575" y="60527"/>
                      <a:pt x="59226" y="63322"/>
                    </a:cubicBezTo>
                    <a:cubicBezTo>
                      <a:pt x="59685" y="65312"/>
                      <a:pt x="60451" y="67226"/>
                      <a:pt x="61102" y="69141"/>
                    </a:cubicBezTo>
                    <a:cubicBezTo>
                      <a:pt x="61867" y="71553"/>
                      <a:pt x="62633" y="73964"/>
                      <a:pt x="63552" y="76338"/>
                    </a:cubicBezTo>
                    <a:cubicBezTo>
                      <a:pt x="63514" y="76491"/>
                      <a:pt x="63590" y="76683"/>
                      <a:pt x="63667" y="76797"/>
                    </a:cubicBezTo>
                    <a:cubicBezTo>
                      <a:pt x="63896" y="77257"/>
                      <a:pt x="64126" y="77678"/>
                      <a:pt x="64356" y="78137"/>
                    </a:cubicBezTo>
                    <a:cubicBezTo>
                      <a:pt x="64394" y="78214"/>
                      <a:pt x="64432" y="78329"/>
                      <a:pt x="64509" y="78444"/>
                    </a:cubicBezTo>
                    <a:cubicBezTo>
                      <a:pt x="64471" y="78482"/>
                      <a:pt x="64509" y="78558"/>
                      <a:pt x="64509" y="78635"/>
                    </a:cubicBezTo>
                    <a:cubicBezTo>
                      <a:pt x="64356" y="79554"/>
                      <a:pt x="63935" y="80396"/>
                      <a:pt x="63552" y="81277"/>
                    </a:cubicBezTo>
                    <a:cubicBezTo>
                      <a:pt x="63246" y="81966"/>
                      <a:pt x="62901" y="82655"/>
                      <a:pt x="62518" y="83344"/>
                    </a:cubicBezTo>
                    <a:cubicBezTo>
                      <a:pt x="61561" y="85028"/>
                      <a:pt x="60642" y="86713"/>
                      <a:pt x="59609" y="88359"/>
                    </a:cubicBezTo>
                    <a:cubicBezTo>
                      <a:pt x="59456" y="88627"/>
                      <a:pt x="59302" y="88895"/>
                      <a:pt x="59111" y="89125"/>
                    </a:cubicBezTo>
                    <a:cubicBezTo>
                      <a:pt x="58958" y="89393"/>
                      <a:pt x="58728" y="89622"/>
                      <a:pt x="58652" y="89929"/>
                    </a:cubicBezTo>
                    <a:cubicBezTo>
                      <a:pt x="58537" y="90771"/>
                      <a:pt x="58728" y="91575"/>
                      <a:pt x="58805" y="92379"/>
                    </a:cubicBezTo>
                    <a:cubicBezTo>
                      <a:pt x="58728" y="92455"/>
                      <a:pt x="58652" y="92532"/>
                      <a:pt x="58652" y="92609"/>
                    </a:cubicBezTo>
                    <a:cubicBezTo>
                      <a:pt x="58652" y="92915"/>
                      <a:pt x="58652" y="93183"/>
                      <a:pt x="58652" y="93451"/>
                    </a:cubicBezTo>
                    <a:cubicBezTo>
                      <a:pt x="58652" y="93757"/>
                      <a:pt x="58652" y="94102"/>
                      <a:pt x="58652" y="94408"/>
                    </a:cubicBezTo>
                    <a:cubicBezTo>
                      <a:pt x="58613" y="97815"/>
                      <a:pt x="58345" y="101261"/>
                      <a:pt x="59034" y="104591"/>
                    </a:cubicBezTo>
                    <a:cubicBezTo>
                      <a:pt x="58958" y="104783"/>
                      <a:pt x="58881" y="104974"/>
                      <a:pt x="58843" y="105127"/>
                    </a:cubicBezTo>
                    <a:cubicBezTo>
                      <a:pt x="58766" y="105319"/>
                      <a:pt x="58766" y="105548"/>
                      <a:pt x="58881" y="105702"/>
                    </a:cubicBezTo>
                    <a:cubicBezTo>
                      <a:pt x="59111" y="105970"/>
                      <a:pt x="59532" y="105702"/>
                      <a:pt x="59417" y="105395"/>
                    </a:cubicBezTo>
                    <a:cubicBezTo>
                      <a:pt x="59456" y="105280"/>
                      <a:pt x="59494" y="105204"/>
                      <a:pt x="59494" y="105127"/>
                    </a:cubicBezTo>
                    <a:cubicBezTo>
                      <a:pt x="59647" y="105089"/>
                      <a:pt x="59724" y="104936"/>
                      <a:pt x="59724" y="104783"/>
                    </a:cubicBezTo>
                    <a:cubicBezTo>
                      <a:pt x="59724" y="104783"/>
                      <a:pt x="59724" y="104744"/>
                      <a:pt x="59724" y="104706"/>
                    </a:cubicBezTo>
                    <a:cubicBezTo>
                      <a:pt x="59953" y="104362"/>
                      <a:pt x="60298" y="104094"/>
                      <a:pt x="60642" y="103864"/>
                    </a:cubicBezTo>
                    <a:cubicBezTo>
                      <a:pt x="62174" y="102945"/>
                      <a:pt x="63935" y="104094"/>
                      <a:pt x="65045" y="105166"/>
                    </a:cubicBezTo>
                    <a:cubicBezTo>
                      <a:pt x="66538" y="106582"/>
                      <a:pt x="67265" y="108573"/>
                      <a:pt x="67840" y="110487"/>
                    </a:cubicBezTo>
                    <a:cubicBezTo>
                      <a:pt x="67955" y="110946"/>
                      <a:pt x="68069" y="111482"/>
                      <a:pt x="68184" y="111980"/>
                    </a:cubicBezTo>
                    <a:cubicBezTo>
                      <a:pt x="68223" y="112171"/>
                      <a:pt x="68223" y="112401"/>
                      <a:pt x="68337" y="112554"/>
                    </a:cubicBezTo>
                    <a:cubicBezTo>
                      <a:pt x="68491" y="112707"/>
                      <a:pt x="68720" y="112669"/>
                      <a:pt x="68835" y="112516"/>
                    </a:cubicBezTo>
                    <a:cubicBezTo>
                      <a:pt x="68950" y="112363"/>
                      <a:pt x="68912" y="112210"/>
                      <a:pt x="68912" y="112018"/>
                    </a:cubicBezTo>
                    <a:cubicBezTo>
                      <a:pt x="68912" y="111597"/>
                      <a:pt x="68873" y="111176"/>
                      <a:pt x="68835" y="110755"/>
                    </a:cubicBezTo>
                    <a:cubicBezTo>
                      <a:pt x="68720" y="108803"/>
                      <a:pt x="68644" y="106850"/>
                      <a:pt x="68644" y="104898"/>
                    </a:cubicBezTo>
                    <a:cubicBezTo>
                      <a:pt x="68682" y="101682"/>
                      <a:pt x="68644" y="98389"/>
                      <a:pt x="68644" y="95174"/>
                    </a:cubicBezTo>
                    <a:cubicBezTo>
                      <a:pt x="68720" y="91919"/>
                      <a:pt x="68988" y="88627"/>
                      <a:pt x="68873" y="85335"/>
                    </a:cubicBezTo>
                    <a:cubicBezTo>
                      <a:pt x="68835" y="84837"/>
                      <a:pt x="68759" y="84339"/>
                      <a:pt x="68720" y="83842"/>
                    </a:cubicBezTo>
                    <a:cubicBezTo>
                      <a:pt x="68759" y="83803"/>
                      <a:pt x="68759" y="83727"/>
                      <a:pt x="68797" y="83688"/>
                    </a:cubicBezTo>
                    <a:cubicBezTo>
                      <a:pt x="68797" y="83612"/>
                      <a:pt x="68797" y="83497"/>
                      <a:pt x="68797" y="83420"/>
                    </a:cubicBezTo>
                    <a:cubicBezTo>
                      <a:pt x="68759" y="83076"/>
                      <a:pt x="68720" y="82731"/>
                      <a:pt x="68720" y="82425"/>
                    </a:cubicBezTo>
                    <a:cubicBezTo>
                      <a:pt x="68644" y="81277"/>
                      <a:pt x="68682" y="80128"/>
                      <a:pt x="68682" y="79018"/>
                    </a:cubicBezTo>
                    <a:cubicBezTo>
                      <a:pt x="68682" y="77601"/>
                      <a:pt x="68491" y="76261"/>
                      <a:pt x="68452" y="74883"/>
                    </a:cubicBezTo>
                    <a:cubicBezTo>
                      <a:pt x="68337" y="69830"/>
                      <a:pt x="69027" y="64776"/>
                      <a:pt x="68759" y="59723"/>
                    </a:cubicBezTo>
                    <a:cubicBezTo>
                      <a:pt x="68414" y="54823"/>
                      <a:pt x="68452" y="49884"/>
                      <a:pt x="68491" y="44945"/>
                    </a:cubicBezTo>
                    <a:cubicBezTo>
                      <a:pt x="68452" y="43376"/>
                      <a:pt x="68414" y="41844"/>
                      <a:pt x="68414" y="40275"/>
                    </a:cubicBezTo>
                    <a:cubicBezTo>
                      <a:pt x="68452" y="38858"/>
                      <a:pt x="68491" y="37442"/>
                      <a:pt x="68491" y="36025"/>
                    </a:cubicBezTo>
                    <a:cubicBezTo>
                      <a:pt x="68491" y="33805"/>
                      <a:pt x="68682" y="31623"/>
                      <a:pt x="68759" y="29440"/>
                    </a:cubicBezTo>
                    <a:cubicBezTo>
                      <a:pt x="68797" y="26454"/>
                      <a:pt x="68797" y="23468"/>
                      <a:pt x="68912" y="20482"/>
                    </a:cubicBezTo>
                    <a:cubicBezTo>
                      <a:pt x="68835" y="17687"/>
                      <a:pt x="69103" y="14969"/>
                      <a:pt x="69295" y="12213"/>
                    </a:cubicBezTo>
                    <a:cubicBezTo>
                      <a:pt x="69371" y="10490"/>
                      <a:pt x="69218" y="8729"/>
                      <a:pt x="68491" y="7159"/>
                    </a:cubicBezTo>
                    <a:close/>
                  </a:path>
                </a:pathLst>
              </a:custGeom>
              <a:solidFill>
                <a:srgbClr val="000000">
                  <a:alpha val="8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47"/>
              <p:cNvSpPr/>
              <p:nvPr/>
            </p:nvSpPr>
            <p:spPr>
              <a:xfrm>
                <a:off x="5929950" y="1019375"/>
                <a:ext cx="377125" cy="410625"/>
              </a:xfrm>
              <a:custGeom>
                <a:avLst/>
                <a:gdLst/>
                <a:ahLst/>
                <a:cxnLst/>
                <a:rect l="l" t="t" r="r" b="b"/>
                <a:pathLst>
                  <a:path w="15085" h="16425" extrusionOk="0">
                    <a:moveTo>
                      <a:pt x="575" y="16271"/>
                    </a:moveTo>
                    <a:cubicBezTo>
                      <a:pt x="1" y="15506"/>
                      <a:pt x="2719" y="13132"/>
                      <a:pt x="3408" y="12787"/>
                    </a:cubicBezTo>
                    <a:cubicBezTo>
                      <a:pt x="3025" y="12902"/>
                      <a:pt x="2680" y="13017"/>
                      <a:pt x="2336" y="13055"/>
                    </a:cubicBezTo>
                    <a:cubicBezTo>
                      <a:pt x="2106" y="13094"/>
                      <a:pt x="1915" y="13132"/>
                      <a:pt x="1723" y="13017"/>
                    </a:cubicBezTo>
                    <a:cubicBezTo>
                      <a:pt x="1187" y="12634"/>
                      <a:pt x="1762" y="12022"/>
                      <a:pt x="2068" y="11715"/>
                    </a:cubicBezTo>
                    <a:cubicBezTo>
                      <a:pt x="3293" y="10490"/>
                      <a:pt x="4824" y="9686"/>
                      <a:pt x="6394" y="8997"/>
                    </a:cubicBezTo>
                    <a:cubicBezTo>
                      <a:pt x="5896" y="9036"/>
                      <a:pt x="5437" y="9112"/>
                      <a:pt x="4939" y="9150"/>
                    </a:cubicBezTo>
                    <a:cubicBezTo>
                      <a:pt x="4633" y="9150"/>
                      <a:pt x="4288" y="9227"/>
                      <a:pt x="4020" y="9036"/>
                    </a:cubicBezTo>
                    <a:cubicBezTo>
                      <a:pt x="3523" y="8615"/>
                      <a:pt x="4097" y="8079"/>
                      <a:pt x="4441" y="7772"/>
                    </a:cubicBezTo>
                    <a:cubicBezTo>
                      <a:pt x="5207" y="7121"/>
                      <a:pt x="6088" y="6624"/>
                      <a:pt x="6968" y="6203"/>
                    </a:cubicBezTo>
                    <a:cubicBezTo>
                      <a:pt x="6585" y="6164"/>
                      <a:pt x="6011" y="5973"/>
                      <a:pt x="6164" y="5475"/>
                    </a:cubicBezTo>
                    <a:cubicBezTo>
                      <a:pt x="6470" y="4556"/>
                      <a:pt x="8385" y="3791"/>
                      <a:pt x="9265" y="3370"/>
                    </a:cubicBezTo>
                    <a:cubicBezTo>
                      <a:pt x="8959" y="3255"/>
                      <a:pt x="8729" y="2949"/>
                      <a:pt x="8806" y="2642"/>
                    </a:cubicBezTo>
                    <a:cubicBezTo>
                      <a:pt x="9074" y="1991"/>
                      <a:pt x="10069" y="1685"/>
                      <a:pt x="10643" y="1341"/>
                    </a:cubicBezTo>
                    <a:cubicBezTo>
                      <a:pt x="11333" y="1034"/>
                      <a:pt x="13553" y="1"/>
                      <a:pt x="14204" y="345"/>
                    </a:cubicBezTo>
                    <a:cubicBezTo>
                      <a:pt x="14969" y="919"/>
                      <a:pt x="12979" y="1915"/>
                      <a:pt x="12979" y="2604"/>
                    </a:cubicBezTo>
                    <a:cubicBezTo>
                      <a:pt x="12979" y="2757"/>
                      <a:pt x="13170" y="2757"/>
                      <a:pt x="13285" y="2795"/>
                    </a:cubicBezTo>
                    <a:cubicBezTo>
                      <a:pt x="13400" y="2872"/>
                      <a:pt x="13515" y="2910"/>
                      <a:pt x="13591" y="3025"/>
                    </a:cubicBezTo>
                    <a:cubicBezTo>
                      <a:pt x="13821" y="3293"/>
                      <a:pt x="13591" y="3599"/>
                      <a:pt x="13362" y="3752"/>
                    </a:cubicBezTo>
                    <a:cubicBezTo>
                      <a:pt x="12979" y="4020"/>
                      <a:pt x="12596" y="4288"/>
                      <a:pt x="12290" y="4633"/>
                    </a:cubicBezTo>
                    <a:cubicBezTo>
                      <a:pt x="12902" y="4710"/>
                      <a:pt x="13515" y="4633"/>
                      <a:pt x="14051" y="4939"/>
                    </a:cubicBezTo>
                    <a:cubicBezTo>
                      <a:pt x="14357" y="5131"/>
                      <a:pt x="14472" y="5552"/>
                      <a:pt x="14242" y="5858"/>
                    </a:cubicBezTo>
                    <a:cubicBezTo>
                      <a:pt x="14012" y="6164"/>
                      <a:pt x="13668" y="6317"/>
                      <a:pt x="13362" y="6509"/>
                    </a:cubicBezTo>
                    <a:cubicBezTo>
                      <a:pt x="12634" y="7007"/>
                      <a:pt x="11792" y="7351"/>
                      <a:pt x="11218" y="8040"/>
                    </a:cubicBezTo>
                    <a:cubicBezTo>
                      <a:pt x="11792" y="8155"/>
                      <a:pt x="13553" y="7964"/>
                      <a:pt x="13668" y="8691"/>
                    </a:cubicBezTo>
                    <a:cubicBezTo>
                      <a:pt x="13668" y="8844"/>
                      <a:pt x="13553" y="8997"/>
                      <a:pt x="13438" y="9112"/>
                    </a:cubicBezTo>
                    <a:cubicBezTo>
                      <a:pt x="12634" y="9572"/>
                      <a:pt x="11677" y="9725"/>
                      <a:pt x="10950" y="10261"/>
                    </a:cubicBezTo>
                    <a:cubicBezTo>
                      <a:pt x="11486" y="10299"/>
                      <a:pt x="15084" y="10222"/>
                      <a:pt x="14204" y="11333"/>
                    </a:cubicBezTo>
                    <a:cubicBezTo>
                      <a:pt x="13898" y="11524"/>
                      <a:pt x="13438" y="11524"/>
                      <a:pt x="13055" y="11601"/>
                    </a:cubicBezTo>
                    <a:cubicBezTo>
                      <a:pt x="12596" y="11677"/>
                      <a:pt x="12175" y="11792"/>
                      <a:pt x="11715" y="11869"/>
                    </a:cubicBezTo>
                    <a:cubicBezTo>
                      <a:pt x="11715" y="11907"/>
                      <a:pt x="11715" y="11907"/>
                      <a:pt x="11715" y="11907"/>
                    </a:cubicBezTo>
                    <a:cubicBezTo>
                      <a:pt x="11218" y="12022"/>
                      <a:pt x="10758" y="12137"/>
                      <a:pt x="10261" y="12251"/>
                    </a:cubicBezTo>
                    <a:cubicBezTo>
                      <a:pt x="8806" y="12596"/>
                      <a:pt x="7389" y="13094"/>
                      <a:pt x="6011" y="13630"/>
                    </a:cubicBezTo>
                    <a:cubicBezTo>
                      <a:pt x="5322" y="13859"/>
                      <a:pt x="4633" y="14127"/>
                      <a:pt x="3944" y="14434"/>
                    </a:cubicBezTo>
                    <a:cubicBezTo>
                      <a:pt x="3944" y="14434"/>
                      <a:pt x="3944" y="14472"/>
                      <a:pt x="3944" y="14472"/>
                    </a:cubicBezTo>
                    <a:cubicBezTo>
                      <a:pt x="3905" y="14472"/>
                      <a:pt x="3867" y="14510"/>
                      <a:pt x="3829" y="14510"/>
                    </a:cubicBezTo>
                    <a:cubicBezTo>
                      <a:pt x="3791" y="14548"/>
                      <a:pt x="3752" y="14548"/>
                      <a:pt x="3714" y="14548"/>
                    </a:cubicBezTo>
                    <a:cubicBezTo>
                      <a:pt x="3676" y="14587"/>
                      <a:pt x="3637" y="14587"/>
                      <a:pt x="3637" y="14625"/>
                    </a:cubicBezTo>
                    <a:cubicBezTo>
                      <a:pt x="3370" y="14740"/>
                      <a:pt x="3140" y="14855"/>
                      <a:pt x="2910" y="14970"/>
                    </a:cubicBezTo>
                    <a:cubicBezTo>
                      <a:pt x="2489" y="15238"/>
                      <a:pt x="2030" y="15506"/>
                      <a:pt x="1647" y="15850"/>
                    </a:cubicBezTo>
                    <a:cubicBezTo>
                      <a:pt x="1417" y="16003"/>
                      <a:pt x="1187" y="16195"/>
                      <a:pt x="996" y="16386"/>
                    </a:cubicBezTo>
                    <a:lnTo>
                      <a:pt x="958" y="16424"/>
                    </a:lnTo>
                    <a:cubicBezTo>
                      <a:pt x="804" y="16424"/>
                      <a:pt x="651" y="16348"/>
                      <a:pt x="575" y="16233"/>
                    </a:cubicBezTo>
                    <a:close/>
                  </a:path>
                </a:pathLst>
              </a:custGeom>
              <a:solidFill>
                <a:srgbClr val="FFFFFF">
                  <a:alpha val="214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47"/>
              <p:cNvSpPr/>
              <p:nvPr/>
            </p:nvSpPr>
            <p:spPr>
              <a:xfrm>
                <a:off x="6131900" y="3072350"/>
                <a:ext cx="598200" cy="160800"/>
              </a:xfrm>
              <a:custGeom>
                <a:avLst/>
                <a:gdLst/>
                <a:ahLst/>
                <a:cxnLst/>
                <a:rect l="l" t="t" r="r" b="b"/>
                <a:pathLst>
                  <a:path w="23928" h="6432" extrusionOk="0">
                    <a:moveTo>
                      <a:pt x="22435" y="306"/>
                    </a:moveTo>
                    <a:cubicBezTo>
                      <a:pt x="23047" y="0"/>
                      <a:pt x="23928" y="38"/>
                      <a:pt x="23698" y="957"/>
                    </a:cubicBezTo>
                    <a:cubicBezTo>
                      <a:pt x="23583" y="1187"/>
                      <a:pt x="23315" y="1340"/>
                      <a:pt x="23124" y="1455"/>
                    </a:cubicBezTo>
                    <a:cubicBezTo>
                      <a:pt x="21171" y="2795"/>
                      <a:pt x="19181" y="4173"/>
                      <a:pt x="16884" y="4862"/>
                    </a:cubicBezTo>
                    <a:cubicBezTo>
                      <a:pt x="14204" y="5704"/>
                      <a:pt x="11371" y="6432"/>
                      <a:pt x="8499" y="6279"/>
                    </a:cubicBezTo>
                    <a:cubicBezTo>
                      <a:pt x="6394" y="6011"/>
                      <a:pt x="4058" y="5781"/>
                      <a:pt x="2489" y="4211"/>
                    </a:cubicBezTo>
                    <a:cubicBezTo>
                      <a:pt x="2144" y="3790"/>
                      <a:pt x="1532" y="3407"/>
                      <a:pt x="1493" y="2833"/>
                    </a:cubicBezTo>
                    <a:cubicBezTo>
                      <a:pt x="1187" y="2680"/>
                      <a:pt x="766" y="2603"/>
                      <a:pt x="690" y="2221"/>
                    </a:cubicBezTo>
                    <a:cubicBezTo>
                      <a:pt x="0" y="1991"/>
                      <a:pt x="0" y="957"/>
                      <a:pt x="804" y="957"/>
                    </a:cubicBezTo>
                    <a:cubicBezTo>
                      <a:pt x="1608" y="1072"/>
                      <a:pt x="2374" y="1034"/>
                      <a:pt x="3178" y="1034"/>
                    </a:cubicBezTo>
                    <a:cubicBezTo>
                      <a:pt x="5169" y="1072"/>
                      <a:pt x="7198" y="1340"/>
                      <a:pt x="9189" y="1455"/>
                    </a:cubicBezTo>
                    <a:cubicBezTo>
                      <a:pt x="12787" y="1608"/>
                      <a:pt x="16501" y="1838"/>
                      <a:pt x="20061" y="881"/>
                    </a:cubicBezTo>
                    <a:cubicBezTo>
                      <a:pt x="20827" y="728"/>
                      <a:pt x="21631" y="536"/>
                      <a:pt x="22435" y="3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47"/>
              <p:cNvSpPr/>
              <p:nvPr/>
            </p:nvSpPr>
            <p:spPr>
              <a:xfrm>
                <a:off x="6114675" y="3065650"/>
                <a:ext cx="619250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4770" h="3752" extrusionOk="0">
                    <a:moveTo>
                      <a:pt x="8576" y="3675"/>
                    </a:moveTo>
                    <a:cubicBezTo>
                      <a:pt x="7198" y="3599"/>
                      <a:pt x="1647" y="3178"/>
                      <a:pt x="919" y="2259"/>
                    </a:cubicBezTo>
                    <a:cubicBezTo>
                      <a:pt x="0" y="1991"/>
                      <a:pt x="345" y="613"/>
                      <a:pt x="1264" y="804"/>
                    </a:cubicBezTo>
                    <a:cubicBezTo>
                      <a:pt x="3216" y="1187"/>
                      <a:pt x="5207" y="1264"/>
                      <a:pt x="7198" y="1417"/>
                    </a:cubicBezTo>
                    <a:cubicBezTo>
                      <a:pt x="11332" y="1532"/>
                      <a:pt x="15505" y="1761"/>
                      <a:pt x="19602" y="1034"/>
                    </a:cubicBezTo>
                    <a:cubicBezTo>
                      <a:pt x="20903" y="804"/>
                      <a:pt x="22167" y="498"/>
                      <a:pt x="23430" y="192"/>
                    </a:cubicBezTo>
                    <a:cubicBezTo>
                      <a:pt x="23813" y="0"/>
                      <a:pt x="24311" y="77"/>
                      <a:pt x="24502" y="460"/>
                    </a:cubicBezTo>
                    <a:cubicBezTo>
                      <a:pt x="24770" y="957"/>
                      <a:pt x="24425" y="1493"/>
                      <a:pt x="23928" y="1608"/>
                    </a:cubicBezTo>
                    <a:cubicBezTo>
                      <a:pt x="23353" y="1800"/>
                      <a:pt x="22856" y="2029"/>
                      <a:pt x="22281" y="2259"/>
                    </a:cubicBezTo>
                    <a:cubicBezTo>
                      <a:pt x="20520" y="2910"/>
                      <a:pt x="18606" y="3178"/>
                      <a:pt x="16692" y="3331"/>
                    </a:cubicBezTo>
                    <a:cubicBezTo>
                      <a:pt x="13974" y="3561"/>
                      <a:pt x="11294" y="3752"/>
                      <a:pt x="8576" y="3675"/>
                    </a:cubicBezTo>
                    <a:close/>
                  </a:path>
                </a:pathLst>
              </a:custGeom>
              <a:solidFill>
                <a:srgbClr val="E9DF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47"/>
              <p:cNvSpPr/>
              <p:nvPr/>
            </p:nvSpPr>
            <p:spPr>
              <a:xfrm>
                <a:off x="5883050" y="2374625"/>
                <a:ext cx="1016450" cy="128275"/>
              </a:xfrm>
              <a:custGeom>
                <a:avLst/>
                <a:gdLst/>
                <a:ahLst/>
                <a:cxnLst/>
                <a:rect l="l" t="t" r="r" b="b"/>
                <a:pathLst>
                  <a:path w="40658" h="5131" extrusionOk="0">
                    <a:moveTo>
                      <a:pt x="383" y="1034"/>
                    </a:moveTo>
                    <a:cubicBezTo>
                      <a:pt x="575" y="689"/>
                      <a:pt x="1073" y="613"/>
                      <a:pt x="1417" y="881"/>
                    </a:cubicBezTo>
                    <a:cubicBezTo>
                      <a:pt x="1877" y="0"/>
                      <a:pt x="4059" y="77"/>
                      <a:pt x="4978" y="0"/>
                    </a:cubicBezTo>
                    <a:cubicBezTo>
                      <a:pt x="6088" y="39"/>
                      <a:pt x="7734" y="115"/>
                      <a:pt x="8346" y="1149"/>
                    </a:cubicBezTo>
                    <a:cubicBezTo>
                      <a:pt x="8614" y="1340"/>
                      <a:pt x="8768" y="1493"/>
                      <a:pt x="8882" y="1647"/>
                    </a:cubicBezTo>
                    <a:cubicBezTo>
                      <a:pt x="8997" y="1647"/>
                      <a:pt x="9074" y="1685"/>
                      <a:pt x="9150" y="1723"/>
                    </a:cubicBezTo>
                    <a:cubicBezTo>
                      <a:pt x="10108" y="2565"/>
                      <a:pt x="8461" y="3408"/>
                      <a:pt x="7696" y="3561"/>
                    </a:cubicBezTo>
                    <a:cubicBezTo>
                      <a:pt x="6662" y="3829"/>
                      <a:pt x="5552" y="3829"/>
                      <a:pt x="4480" y="3637"/>
                    </a:cubicBezTo>
                    <a:cubicBezTo>
                      <a:pt x="3216" y="3331"/>
                      <a:pt x="843" y="2795"/>
                      <a:pt x="77" y="1723"/>
                    </a:cubicBezTo>
                    <a:cubicBezTo>
                      <a:pt x="1" y="1417"/>
                      <a:pt x="154" y="1149"/>
                      <a:pt x="383" y="1034"/>
                    </a:cubicBezTo>
                    <a:lnTo>
                      <a:pt x="383" y="1034"/>
                    </a:lnTo>
                    <a:close/>
                    <a:moveTo>
                      <a:pt x="34724" y="3790"/>
                    </a:moveTo>
                    <a:cubicBezTo>
                      <a:pt x="35183" y="3829"/>
                      <a:pt x="35643" y="3829"/>
                      <a:pt x="36064" y="3790"/>
                    </a:cubicBezTo>
                    <a:cubicBezTo>
                      <a:pt x="35605" y="3790"/>
                      <a:pt x="35183" y="3790"/>
                      <a:pt x="34724" y="3790"/>
                    </a:cubicBezTo>
                    <a:close/>
                    <a:moveTo>
                      <a:pt x="37672" y="1876"/>
                    </a:moveTo>
                    <a:cubicBezTo>
                      <a:pt x="37787" y="1876"/>
                      <a:pt x="37902" y="1876"/>
                      <a:pt x="38016" y="1915"/>
                    </a:cubicBezTo>
                    <a:cubicBezTo>
                      <a:pt x="38552" y="2259"/>
                      <a:pt x="39777" y="2604"/>
                      <a:pt x="40275" y="3216"/>
                    </a:cubicBezTo>
                    <a:cubicBezTo>
                      <a:pt x="40505" y="3408"/>
                      <a:pt x="40658" y="3676"/>
                      <a:pt x="40467" y="4020"/>
                    </a:cubicBezTo>
                    <a:cubicBezTo>
                      <a:pt x="40428" y="4058"/>
                      <a:pt x="40390" y="4135"/>
                      <a:pt x="40313" y="4173"/>
                    </a:cubicBezTo>
                    <a:cubicBezTo>
                      <a:pt x="40313" y="4173"/>
                      <a:pt x="40313" y="4212"/>
                      <a:pt x="40275" y="4212"/>
                    </a:cubicBezTo>
                    <a:cubicBezTo>
                      <a:pt x="39165" y="4901"/>
                      <a:pt x="37787" y="4977"/>
                      <a:pt x="36485" y="4977"/>
                    </a:cubicBezTo>
                    <a:cubicBezTo>
                      <a:pt x="35834" y="5054"/>
                      <a:pt x="35183" y="5130"/>
                      <a:pt x="34533" y="5092"/>
                    </a:cubicBezTo>
                    <a:cubicBezTo>
                      <a:pt x="32963" y="5092"/>
                      <a:pt x="31432" y="4748"/>
                      <a:pt x="29939" y="4365"/>
                    </a:cubicBezTo>
                    <a:cubicBezTo>
                      <a:pt x="29479" y="4288"/>
                      <a:pt x="28790" y="4326"/>
                      <a:pt x="28790" y="3714"/>
                    </a:cubicBezTo>
                    <a:cubicBezTo>
                      <a:pt x="28790" y="3216"/>
                      <a:pt x="29288" y="3025"/>
                      <a:pt x="29709" y="3101"/>
                    </a:cubicBezTo>
                    <a:cubicBezTo>
                      <a:pt x="29785" y="2642"/>
                      <a:pt x="30360" y="2527"/>
                      <a:pt x="30743" y="2412"/>
                    </a:cubicBezTo>
                    <a:cubicBezTo>
                      <a:pt x="31738" y="1187"/>
                      <a:pt x="35337" y="1187"/>
                      <a:pt x="37672" y="1876"/>
                    </a:cubicBezTo>
                    <a:lnTo>
                      <a:pt x="37672" y="1876"/>
                    </a:lnTo>
                    <a:close/>
                    <a:moveTo>
                      <a:pt x="6356" y="1953"/>
                    </a:moveTo>
                    <a:lnTo>
                      <a:pt x="6394" y="1953"/>
                    </a:lnTo>
                    <a:cubicBezTo>
                      <a:pt x="6432" y="1953"/>
                      <a:pt x="6432" y="1953"/>
                      <a:pt x="6892" y="1915"/>
                    </a:cubicBezTo>
                    <a:cubicBezTo>
                      <a:pt x="5705" y="1685"/>
                      <a:pt x="4480" y="1723"/>
                      <a:pt x="3293" y="1723"/>
                    </a:cubicBezTo>
                    <a:cubicBezTo>
                      <a:pt x="4288" y="1991"/>
                      <a:pt x="5360" y="2029"/>
                      <a:pt x="6394" y="1953"/>
                    </a:cubicBezTo>
                    <a:lnTo>
                      <a:pt x="6356" y="1953"/>
                    </a:lnTo>
                    <a:close/>
                  </a:path>
                </a:pathLst>
              </a:custGeom>
              <a:solidFill>
                <a:srgbClr val="F5E9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47"/>
              <p:cNvSpPr/>
              <p:nvPr/>
            </p:nvSpPr>
            <p:spPr>
              <a:xfrm>
                <a:off x="5612200" y="4046650"/>
                <a:ext cx="1732350" cy="676700"/>
              </a:xfrm>
              <a:custGeom>
                <a:avLst/>
                <a:gdLst/>
                <a:ahLst/>
                <a:cxnLst/>
                <a:rect l="l" t="t" r="r" b="b"/>
                <a:pathLst>
                  <a:path w="69294" h="27068" extrusionOk="0">
                    <a:moveTo>
                      <a:pt x="2374" y="9840"/>
                    </a:moveTo>
                    <a:cubicBezTo>
                      <a:pt x="2374" y="9840"/>
                      <a:pt x="2374" y="9802"/>
                      <a:pt x="2374" y="9802"/>
                    </a:cubicBezTo>
                    <a:cubicBezTo>
                      <a:pt x="2336" y="9878"/>
                      <a:pt x="2297" y="9916"/>
                      <a:pt x="2259" y="9993"/>
                    </a:cubicBezTo>
                    <a:cubicBezTo>
                      <a:pt x="2297" y="9955"/>
                      <a:pt x="2336" y="9878"/>
                      <a:pt x="2374" y="9840"/>
                    </a:cubicBezTo>
                    <a:lnTo>
                      <a:pt x="2374" y="9840"/>
                    </a:lnTo>
                    <a:close/>
                    <a:moveTo>
                      <a:pt x="67839" y="422"/>
                    </a:moveTo>
                    <a:cubicBezTo>
                      <a:pt x="68796" y="537"/>
                      <a:pt x="69294" y="1226"/>
                      <a:pt x="69141" y="2183"/>
                    </a:cubicBezTo>
                    <a:cubicBezTo>
                      <a:pt x="68988" y="3638"/>
                      <a:pt x="69103" y="5093"/>
                      <a:pt x="69103" y="6547"/>
                    </a:cubicBezTo>
                    <a:cubicBezTo>
                      <a:pt x="69179" y="10644"/>
                      <a:pt x="69179" y="14740"/>
                      <a:pt x="68988" y="18875"/>
                    </a:cubicBezTo>
                    <a:cubicBezTo>
                      <a:pt x="68949" y="19602"/>
                      <a:pt x="68911" y="20330"/>
                      <a:pt x="68911" y="21057"/>
                    </a:cubicBezTo>
                    <a:cubicBezTo>
                      <a:pt x="68988" y="21555"/>
                      <a:pt x="68873" y="22091"/>
                      <a:pt x="68911" y="22588"/>
                    </a:cubicBezTo>
                    <a:cubicBezTo>
                      <a:pt x="68911" y="23316"/>
                      <a:pt x="68949" y="24081"/>
                      <a:pt x="68988" y="24847"/>
                    </a:cubicBezTo>
                    <a:cubicBezTo>
                      <a:pt x="69026" y="25230"/>
                      <a:pt x="69026" y="25689"/>
                      <a:pt x="68873" y="26034"/>
                    </a:cubicBezTo>
                    <a:cubicBezTo>
                      <a:pt x="68835" y="26417"/>
                      <a:pt x="68452" y="26723"/>
                      <a:pt x="68031" y="26685"/>
                    </a:cubicBezTo>
                    <a:cubicBezTo>
                      <a:pt x="66308" y="26455"/>
                      <a:pt x="64547" y="26455"/>
                      <a:pt x="62824" y="26455"/>
                    </a:cubicBezTo>
                    <a:cubicBezTo>
                      <a:pt x="49693" y="26723"/>
                      <a:pt x="36561" y="26991"/>
                      <a:pt x="23392" y="27068"/>
                    </a:cubicBezTo>
                    <a:cubicBezTo>
                      <a:pt x="21363" y="27068"/>
                      <a:pt x="19334" y="26991"/>
                      <a:pt x="17305" y="26914"/>
                    </a:cubicBezTo>
                    <a:cubicBezTo>
                      <a:pt x="17266" y="26953"/>
                      <a:pt x="17190" y="26953"/>
                      <a:pt x="17113" y="26953"/>
                    </a:cubicBezTo>
                    <a:cubicBezTo>
                      <a:pt x="14127" y="26838"/>
                      <a:pt x="11179" y="26914"/>
                      <a:pt x="8231" y="26723"/>
                    </a:cubicBezTo>
                    <a:cubicBezTo>
                      <a:pt x="8078" y="26685"/>
                      <a:pt x="7925" y="26685"/>
                      <a:pt x="7734" y="26646"/>
                    </a:cubicBezTo>
                    <a:cubicBezTo>
                      <a:pt x="6968" y="26646"/>
                      <a:pt x="6202" y="26608"/>
                      <a:pt x="5398" y="26608"/>
                    </a:cubicBezTo>
                    <a:cubicBezTo>
                      <a:pt x="4403" y="26570"/>
                      <a:pt x="3408" y="26685"/>
                      <a:pt x="2412" y="26723"/>
                    </a:cubicBezTo>
                    <a:cubicBezTo>
                      <a:pt x="1991" y="26723"/>
                      <a:pt x="1455" y="26838"/>
                      <a:pt x="1149" y="26493"/>
                    </a:cubicBezTo>
                    <a:cubicBezTo>
                      <a:pt x="498" y="26378"/>
                      <a:pt x="345" y="25881"/>
                      <a:pt x="460" y="25460"/>
                    </a:cubicBezTo>
                    <a:cubicBezTo>
                      <a:pt x="536" y="20215"/>
                      <a:pt x="0" y="14932"/>
                      <a:pt x="613" y="9687"/>
                    </a:cubicBezTo>
                    <a:cubicBezTo>
                      <a:pt x="460" y="8998"/>
                      <a:pt x="957" y="8232"/>
                      <a:pt x="1608" y="8500"/>
                    </a:cubicBezTo>
                    <a:cubicBezTo>
                      <a:pt x="2029" y="7734"/>
                      <a:pt x="4862" y="7045"/>
                      <a:pt x="5628" y="6509"/>
                    </a:cubicBezTo>
                    <a:cubicBezTo>
                      <a:pt x="5819" y="5820"/>
                      <a:pt x="6279" y="5284"/>
                      <a:pt x="6930" y="4978"/>
                    </a:cubicBezTo>
                    <a:cubicBezTo>
                      <a:pt x="8078" y="4250"/>
                      <a:pt x="9265" y="3638"/>
                      <a:pt x="10414" y="2949"/>
                    </a:cubicBezTo>
                    <a:cubicBezTo>
                      <a:pt x="10949" y="2604"/>
                      <a:pt x="11485" y="3064"/>
                      <a:pt x="11524" y="3523"/>
                    </a:cubicBezTo>
                    <a:cubicBezTo>
                      <a:pt x="11600" y="3791"/>
                      <a:pt x="11524" y="4097"/>
                      <a:pt x="11256" y="4289"/>
                    </a:cubicBezTo>
                    <a:cubicBezTo>
                      <a:pt x="10720" y="4595"/>
                      <a:pt x="10796" y="5016"/>
                      <a:pt x="10988" y="5437"/>
                    </a:cubicBezTo>
                    <a:cubicBezTo>
                      <a:pt x="11141" y="5552"/>
                      <a:pt x="11217" y="5667"/>
                      <a:pt x="11256" y="5820"/>
                    </a:cubicBezTo>
                    <a:cubicBezTo>
                      <a:pt x="11600" y="6241"/>
                      <a:pt x="11983" y="6624"/>
                      <a:pt x="12328" y="7045"/>
                    </a:cubicBezTo>
                    <a:cubicBezTo>
                      <a:pt x="13055" y="7811"/>
                      <a:pt x="13821" y="8538"/>
                      <a:pt x="14625" y="9189"/>
                    </a:cubicBezTo>
                    <a:lnTo>
                      <a:pt x="14625" y="9189"/>
                    </a:lnTo>
                    <a:cubicBezTo>
                      <a:pt x="17037" y="10950"/>
                      <a:pt x="19755" y="12290"/>
                      <a:pt x="22473" y="13553"/>
                    </a:cubicBezTo>
                    <a:cubicBezTo>
                      <a:pt x="22817" y="13668"/>
                      <a:pt x="23162" y="13783"/>
                      <a:pt x="23507" y="13860"/>
                    </a:cubicBezTo>
                    <a:cubicBezTo>
                      <a:pt x="23583" y="13860"/>
                      <a:pt x="23736" y="13860"/>
                      <a:pt x="23851" y="13898"/>
                    </a:cubicBezTo>
                    <a:cubicBezTo>
                      <a:pt x="25536" y="14434"/>
                      <a:pt x="27258" y="14855"/>
                      <a:pt x="28981" y="15200"/>
                    </a:cubicBezTo>
                    <a:cubicBezTo>
                      <a:pt x="29632" y="15276"/>
                      <a:pt x="30283" y="15353"/>
                      <a:pt x="30895" y="15429"/>
                    </a:cubicBezTo>
                    <a:cubicBezTo>
                      <a:pt x="33269" y="15736"/>
                      <a:pt x="35604" y="15927"/>
                      <a:pt x="37978" y="15736"/>
                    </a:cubicBezTo>
                    <a:cubicBezTo>
                      <a:pt x="41462" y="15659"/>
                      <a:pt x="44945" y="15468"/>
                      <a:pt x="48276" y="14357"/>
                    </a:cubicBezTo>
                    <a:cubicBezTo>
                      <a:pt x="49310" y="14051"/>
                      <a:pt x="50343" y="13745"/>
                      <a:pt x="51377" y="13400"/>
                    </a:cubicBezTo>
                    <a:cubicBezTo>
                      <a:pt x="51454" y="13400"/>
                      <a:pt x="51530" y="13362"/>
                      <a:pt x="51607" y="13362"/>
                    </a:cubicBezTo>
                    <a:cubicBezTo>
                      <a:pt x="53138" y="12788"/>
                      <a:pt x="54670" y="12137"/>
                      <a:pt x="56086" y="11410"/>
                    </a:cubicBezTo>
                    <a:cubicBezTo>
                      <a:pt x="56316" y="11295"/>
                      <a:pt x="56507" y="11256"/>
                      <a:pt x="56660" y="11333"/>
                    </a:cubicBezTo>
                    <a:cubicBezTo>
                      <a:pt x="57809" y="10720"/>
                      <a:pt x="58881" y="10070"/>
                      <a:pt x="59914" y="9304"/>
                    </a:cubicBezTo>
                    <a:cubicBezTo>
                      <a:pt x="60029" y="9227"/>
                      <a:pt x="60144" y="9189"/>
                      <a:pt x="60259" y="9151"/>
                    </a:cubicBezTo>
                    <a:cubicBezTo>
                      <a:pt x="61293" y="8423"/>
                      <a:pt x="62326" y="7696"/>
                      <a:pt x="63283" y="6892"/>
                    </a:cubicBezTo>
                    <a:lnTo>
                      <a:pt x="63437" y="6739"/>
                    </a:lnTo>
                    <a:cubicBezTo>
                      <a:pt x="64432" y="5744"/>
                      <a:pt x="65312" y="4863"/>
                      <a:pt x="66078" y="3753"/>
                    </a:cubicBezTo>
                    <a:cubicBezTo>
                      <a:pt x="66193" y="3561"/>
                      <a:pt x="66384" y="3447"/>
                      <a:pt x="66538" y="3408"/>
                    </a:cubicBezTo>
                    <a:cubicBezTo>
                      <a:pt x="66614" y="2757"/>
                      <a:pt x="66729" y="2107"/>
                      <a:pt x="66270" y="1724"/>
                    </a:cubicBezTo>
                    <a:cubicBezTo>
                      <a:pt x="65159" y="1226"/>
                      <a:pt x="65810" y="1"/>
                      <a:pt x="66691" y="269"/>
                    </a:cubicBezTo>
                    <a:cubicBezTo>
                      <a:pt x="67073" y="192"/>
                      <a:pt x="67456" y="384"/>
                      <a:pt x="67801" y="46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47"/>
              <p:cNvSpPr/>
              <p:nvPr/>
            </p:nvSpPr>
            <p:spPr>
              <a:xfrm>
                <a:off x="5615075" y="4100250"/>
                <a:ext cx="312025" cy="376175"/>
              </a:xfrm>
              <a:custGeom>
                <a:avLst/>
                <a:gdLst/>
                <a:ahLst/>
                <a:cxnLst/>
                <a:rect l="l" t="t" r="r" b="b"/>
                <a:pathLst>
                  <a:path w="12481" h="15047" extrusionOk="0">
                    <a:moveTo>
                      <a:pt x="306" y="11792"/>
                    </a:moveTo>
                    <a:cubicBezTo>
                      <a:pt x="306" y="11409"/>
                      <a:pt x="345" y="11027"/>
                      <a:pt x="345" y="10644"/>
                    </a:cubicBezTo>
                    <a:lnTo>
                      <a:pt x="345" y="10261"/>
                    </a:lnTo>
                    <a:cubicBezTo>
                      <a:pt x="421" y="10184"/>
                      <a:pt x="460" y="10108"/>
                      <a:pt x="536" y="10031"/>
                    </a:cubicBezTo>
                    <a:cubicBezTo>
                      <a:pt x="460" y="9993"/>
                      <a:pt x="383" y="9955"/>
                      <a:pt x="345" y="9916"/>
                    </a:cubicBezTo>
                    <a:cubicBezTo>
                      <a:pt x="345" y="9725"/>
                      <a:pt x="306" y="9572"/>
                      <a:pt x="230" y="9419"/>
                    </a:cubicBezTo>
                    <a:cubicBezTo>
                      <a:pt x="192" y="9304"/>
                      <a:pt x="153" y="9227"/>
                      <a:pt x="77" y="9151"/>
                    </a:cubicBezTo>
                    <a:cubicBezTo>
                      <a:pt x="77" y="8806"/>
                      <a:pt x="230" y="8385"/>
                      <a:pt x="268" y="8079"/>
                    </a:cubicBezTo>
                    <a:cubicBezTo>
                      <a:pt x="383" y="7619"/>
                      <a:pt x="421" y="7122"/>
                      <a:pt x="689" y="6739"/>
                    </a:cubicBezTo>
                    <a:cubicBezTo>
                      <a:pt x="1149" y="6165"/>
                      <a:pt x="1953" y="5973"/>
                      <a:pt x="2603" y="5667"/>
                    </a:cubicBezTo>
                    <a:cubicBezTo>
                      <a:pt x="3484" y="5093"/>
                      <a:pt x="4403" y="4595"/>
                      <a:pt x="5283" y="4059"/>
                    </a:cubicBezTo>
                    <a:cubicBezTo>
                      <a:pt x="6164" y="3523"/>
                      <a:pt x="7006" y="2987"/>
                      <a:pt x="7925" y="2528"/>
                    </a:cubicBezTo>
                    <a:cubicBezTo>
                      <a:pt x="8691" y="1877"/>
                      <a:pt x="9456" y="1111"/>
                      <a:pt x="10452" y="805"/>
                    </a:cubicBezTo>
                    <a:cubicBezTo>
                      <a:pt x="11562" y="1"/>
                      <a:pt x="12481" y="1456"/>
                      <a:pt x="11102" y="1915"/>
                    </a:cubicBezTo>
                    <a:cubicBezTo>
                      <a:pt x="10681" y="2566"/>
                      <a:pt x="10720" y="2796"/>
                      <a:pt x="10796" y="3064"/>
                    </a:cubicBezTo>
                    <a:cubicBezTo>
                      <a:pt x="10375" y="3217"/>
                      <a:pt x="9954" y="3408"/>
                      <a:pt x="9571" y="3676"/>
                    </a:cubicBezTo>
                    <a:cubicBezTo>
                      <a:pt x="9380" y="3791"/>
                      <a:pt x="9188" y="3944"/>
                      <a:pt x="8997" y="4059"/>
                    </a:cubicBezTo>
                    <a:cubicBezTo>
                      <a:pt x="8805" y="4212"/>
                      <a:pt x="8576" y="4365"/>
                      <a:pt x="8384" y="4557"/>
                    </a:cubicBezTo>
                    <a:cubicBezTo>
                      <a:pt x="7963" y="4901"/>
                      <a:pt x="7619" y="5322"/>
                      <a:pt x="7274" y="5743"/>
                    </a:cubicBezTo>
                    <a:cubicBezTo>
                      <a:pt x="7274" y="5743"/>
                      <a:pt x="7312" y="5743"/>
                      <a:pt x="7312" y="5705"/>
                    </a:cubicBezTo>
                    <a:cubicBezTo>
                      <a:pt x="7312" y="5743"/>
                      <a:pt x="7274" y="5743"/>
                      <a:pt x="7274" y="5743"/>
                    </a:cubicBezTo>
                    <a:lnTo>
                      <a:pt x="7274" y="5743"/>
                    </a:lnTo>
                    <a:lnTo>
                      <a:pt x="7274" y="5743"/>
                    </a:lnTo>
                    <a:cubicBezTo>
                      <a:pt x="7274" y="5743"/>
                      <a:pt x="7274" y="5782"/>
                      <a:pt x="7274" y="5782"/>
                    </a:cubicBezTo>
                    <a:lnTo>
                      <a:pt x="7274" y="5782"/>
                    </a:lnTo>
                    <a:lnTo>
                      <a:pt x="7274" y="5782"/>
                    </a:lnTo>
                    <a:lnTo>
                      <a:pt x="7274" y="5782"/>
                    </a:lnTo>
                    <a:lnTo>
                      <a:pt x="7236" y="5782"/>
                    </a:lnTo>
                    <a:lnTo>
                      <a:pt x="7236" y="5782"/>
                    </a:lnTo>
                    <a:cubicBezTo>
                      <a:pt x="7236" y="5782"/>
                      <a:pt x="7236" y="5782"/>
                      <a:pt x="7236" y="5820"/>
                    </a:cubicBezTo>
                    <a:lnTo>
                      <a:pt x="7236" y="5820"/>
                    </a:lnTo>
                    <a:lnTo>
                      <a:pt x="7236" y="5820"/>
                    </a:lnTo>
                    <a:cubicBezTo>
                      <a:pt x="7236" y="5820"/>
                      <a:pt x="7236" y="5820"/>
                      <a:pt x="7236" y="5820"/>
                    </a:cubicBezTo>
                    <a:cubicBezTo>
                      <a:pt x="7236" y="5820"/>
                      <a:pt x="7236" y="5820"/>
                      <a:pt x="7236" y="5858"/>
                    </a:cubicBezTo>
                    <a:lnTo>
                      <a:pt x="7236" y="5858"/>
                    </a:lnTo>
                    <a:lnTo>
                      <a:pt x="7236" y="5858"/>
                    </a:lnTo>
                    <a:lnTo>
                      <a:pt x="7236" y="5858"/>
                    </a:lnTo>
                    <a:lnTo>
                      <a:pt x="7236" y="5858"/>
                    </a:lnTo>
                    <a:lnTo>
                      <a:pt x="7236" y="5858"/>
                    </a:lnTo>
                    <a:lnTo>
                      <a:pt x="7236" y="5858"/>
                    </a:lnTo>
                    <a:lnTo>
                      <a:pt x="7236" y="5858"/>
                    </a:lnTo>
                    <a:lnTo>
                      <a:pt x="7236" y="5820"/>
                    </a:lnTo>
                    <a:lnTo>
                      <a:pt x="7236" y="5858"/>
                    </a:lnTo>
                    <a:lnTo>
                      <a:pt x="7236" y="5858"/>
                    </a:lnTo>
                    <a:cubicBezTo>
                      <a:pt x="7083" y="6088"/>
                      <a:pt x="6930" y="6318"/>
                      <a:pt x="6776" y="6547"/>
                    </a:cubicBezTo>
                    <a:cubicBezTo>
                      <a:pt x="6585" y="6701"/>
                      <a:pt x="6355" y="6854"/>
                      <a:pt x="6126" y="7007"/>
                    </a:cubicBezTo>
                    <a:cubicBezTo>
                      <a:pt x="6011" y="7045"/>
                      <a:pt x="5896" y="7122"/>
                      <a:pt x="5781" y="7198"/>
                    </a:cubicBezTo>
                    <a:cubicBezTo>
                      <a:pt x="5743" y="7236"/>
                      <a:pt x="5704" y="7275"/>
                      <a:pt x="5628" y="7313"/>
                    </a:cubicBezTo>
                    <a:lnTo>
                      <a:pt x="5628" y="7313"/>
                    </a:lnTo>
                    <a:cubicBezTo>
                      <a:pt x="5245" y="7581"/>
                      <a:pt x="4901" y="7926"/>
                      <a:pt x="4594" y="8308"/>
                    </a:cubicBezTo>
                    <a:cubicBezTo>
                      <a:pt x="4556" y="8347"/>
                      <a:pt x="4556" y="8385"/>
                      <a:pt x="4518" y="8385"/>
                    </a:cubicBezTo>
                    <a:cubicBezTo>
                      <a:pt x="4135" y="8768"/>
                      <a:pt x="3752" y="9151"/>
                      <a:pt x="3407" y="9572"/>
                    </a:cubicBezTo>
                    <a:cubicBezTo>
                      <a:pt x="2986" y="10069"/>
                      <a:pt x="2565" y="10605"/>
                      <a:pt x="2221" y="11141"/>
                    </a:cubicBezTo>
                    <a:cubicBezTo>
                      <a:pt x="1838" y="11639"/>
                      <a:pt x="1493" y="12137"/>
                      <a:pt x="1149" y="12673"/>
                    </a:cubicBezTo>
                    <a:cubicBezTo>
                      <a:pt x="996" y="12941"/>
                      <a:pt x="804" y="13247"/>
                      <a:pt x="651" y="13553"/>
                    </a:cubicBezTo>
                    <a:cubicBezTo>
                      <a:pt x="498" y="13860"/>
                      <a:pt x="345" y="14204"/>
                      <a:pt x="230" y="14510"/>
                    </a:cubicBezTo>
                    <a:cubicBezTo>
                      <a:pt x="192" y="14625"/>
                      <a:pt x="153" y="14740"/>
                      <a:pt x="153" y="14855"/>
                    </a:cubicBezTo>
                    <a:cubicBezTo>
                      <a:pt x="153" y="14893"/>
                      <a:pt x="153" y="14970"/>
                      <a:pt x="115" y="15046"/>
                    </a:cubicBezTo>
                    <a:cubicBezTo>
                      <a:pt x="115" y="14778"/>
                      <a:pt x="115" y="14510"/>
                      <a:pt x="77" y="14242"/>
                    </a:cubicBezTo>
                    <a:cubicBezTo>
                      <a:pt x="77" y="13745"/>
                      <a:pt x="38" y="13285"/>
                      <a:pt x="0" y="12826"/>
                    </a:cubicBezTo>
                    <a:cubicBezTo>
                      <a:pt x="0" y="12711"/>
                      <a:pt x="38" y="12634"/>
                      <a:pt x="38" y="12558"/>
                    </a:cubicBezTo>
                    <a:cubicBezTo>
                      <a:pt x="38" y="12443"/>
                      <a:pt x="38" y="12367"/>
                      <a:pt x="38" y="12290"/>
                    </a:cubicBezTo>
                    <a:cubicBezTo>
                      <a:pt x="153" y="12099"/>
                      <a:pt x="230" y="11945"/>
                      <a:pt x="306" y="11831"/>
                    </a:cubicBezTo>
                    <a:lnTo>
                      <a:pt x="306" y="11792"/>
                    </a:lnTo>
                    <a:lnTo>
                      <a:pt x="306" y="11792"/>
                    </a:lnTo>
                    <a:close/>
                    <a:moveTo>
                      <a:pt x="0" y="13285"/>
                    </a:moveTo>
                    <a:lnTo>
                      <a:pt x="0" y="13285"/>
                    </a:lnTo>
                    <a:close/>
                    <a:moveTo>
                      <a:pt x="1800" y="7466"/>
                    </a:moveTo>
                    <a:cubicBezTo>
                      <a:pt x="1800" y="7466"/>
                      <a:pt x="1761" y="7466"/>
                      <a:pt x="1723" y="7504"/>
                    </a:cubicBezTo>
                    <a:cubicBezTo>
                      <a:pt x="1723" y="7504"/>
                      <a:pt x="1723" y="7504"/>
                      <a:pt x="1723" y="7543"/>
                    </a:cubicBezTo>
                    <a:cubicBezTo>
                      <a:pt x="1723" y="7543"/>
                      <a:pt x="1723" y="7543"/>
                      <a:pt x="1723" y="7504"/>
                    </a:cubicBezTo>
                    <a:cubicBezTo>
                      <a:pt x="1800" y="7466"/>
                      <a:pt x="1838" y="7428"/>
                      <a:pt x="1876" y="7390"/>
                    </a:cubicBezTo>
                    <a:lnTo>
                      <a:pt x="1800" y="7466"/>
                    </a:lnTo>
                    <a:close/>
                  </a:path>
                </a:pathLst>
              </a:custGeom>
              <a:solidFill>
                <a:srgbClr val="6279C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47"/>
              <p:cNvSpPr/>
              <p:nvPr/>
            </p:nvSpPr>
            <p:spPr>
              <a:xfrm>
                <a:off x="5698325" y="4234250"/>
                <a:ext cx="357975" cy="485275"/>
              </a:xfrm>
              <a:custGeom>
                <a:avLst/>
                <a:gdLst/>
                <a:ahLst/>
                <a:cxnLst/>
                <a:rect l="l" t="t" r="r" b="b"/>
                <a:pathLst>
                  <a:path w="14319" h="19411" extrusionOk="0">
                    <a:moveTo>
                      <a:pt x="6394" y="19219"/>
                    </a:moveTo>
                    <a:cubicBezTo>
                      <a:pt x="5552" y="18913"/>
                      <a:pt x="4748" y="19028"/>
                      <a:pt x="4021" y="19181"/>
                    </a:cubicBezTo>
                    <a:cubicBezTo>
                      <a:pt x="3332" y="19296"/>
                      <a:pt x="2757" y="19410"/>
                      <a:pt x="2298" y="19181"/>
                    </a:cubicBezTo>
                    <a:cubicBezTo>
                      <a:pt x="2030" y="19219"/>
                      <a:pt x="1724" y="19257"/>
                      <a:pt x="1379" y="19296"/>
                    </a:cubicBezTo>
                    <a:cubicBezTo>
                      <a:pt x="1" y="19219"/>
                      <a:pt x="958" y="16654"/>
                      <a:pt x="996" y="15812"/>
                    </a:cubicBezTo>
                    <a:cubicBezTo>
                      <a:pt x="1724" y="12366"/>
                      <a:pt x="2910" y="8959"/>
                      <a:pt x="4939" y="6049"/>
                    </a:cubicBezTo>
                    <a:cubicBezTo>
                      <a:pt x="5093" y="5858"/>
                      <a:pt x="5246" y="5628"/>
                      <a:pt x="5399" y="5399"/>
                    </a:cubicBezTo>
                    <a:cubicBezTo>
                      <a:pt x="5361" y="4556"/>
                      <a:pt x="5514" y="3714"/>
                      <a:pt x="6165" y="3102"/>
                    </a:cubicBezTo>
                    <a:cubicBezTo>
                      <a:pt x="7083" y="2106"/>
                      <a:pt x="8232" y="1341"/>
                      <a:pt x="9227" y="383"/>
                    </a:cubicBezTo>
                    <a:cubicBezTo>
                      <a:pt x="9304" y="192"/>
                      <a:pt x="9495" y="39"/>
                      <a:pt x="9687" y="1"/>
                    </a:cubicBezTo>
                    <a:cubicBezTo>
                      <a:pt x="9763" y="154"/>
                      <a:pt x="9878" y="307"/>
                      <a:pt x="9993" y="460"/>
                    </a:cubicBezTo>
                    <a:cubicBezTo>
                      <a:pt x="10299" y="766"/>
                      <a:pt x="10644" y="1073"/>
                      <a:pt x="10988" y="1341"/>
                    </a:cubicBezTo>
                    <a:cubicBezTo>
                      <a:pt x="11524" y="1876"/>
                      <a:pt x="12328" y="2374"/>
                      <a:pt x="12902" y="2948"/>
                    </a:cubicBezTo>
                    <a:cubicBezTo>
                      <a:pt x="13094" y="2834"/>
                      <a:pt x="13362" y="2872"/>
                      <a:pt x="13553" y="3025"/>
                    </a:cubicBezTo>
                    <a:cubicBezTo>
                      <a:pt x="13553" y="3063"/>
                      <a:pt x="13553" y="3063"/>
                      <a:pt x="13592" y="3063"/>
                    </a:cubicBezTo>
                    <a:cubicBezTo>
                      <a:pt x="13706" y="3102"/>
                      <a:pt x="13821" y="3140"/>
                      <a:pt x="13936" y="3255"/>
                    </a:cubicBezTo>
                    <a:cubicBezTo>
                      <a:pt x="14319" y="3714"/>
                      <a:pt x="13974" y="4135"/>
                      <a:pt x="13630" y="4441"/>
                    </a:cubicBezTo>
                    <a:cubicBezTo>
                      <a:pt x="13592" y="4556"/>
                      <a:pt x="13553" y="4671"/>
                      <a:pt x="13477" y="4786"/>
                    </a:cubicBezTo>
                    <a:cubicBezTo>
                      <a:pt x="12749" y="5896"/>
                      <a:pt x="12596" y="7274"/>
                      <a:pt x="11945" y="8423"/>
                    </a:cubicBezTo>
                    <a:cubicBezTo>
                      <a:pt x="10912" y="9457"/>
                      <a:pt x="9878" y="10567"/>
                      <a:pt x="9457" y="11983"/>
                    </a:cubicBezTo>
                    <a:cubicBezTo>
                      <a:pt x="8883" y="13630"/>
                      <a:pt x="8538" y="15352"/>
                      <a:pt x="8270" y="17037"/>
                    </a:cubicBezTo>
                    <a:cubicBezTo>
                      <a:pt x="8155" y="18070"/>
                      <a:pt x="8040" y="19334"/>
                      <a:pt x="7007" y="19334"/>
                    </a:cubicBezTo>
                    <a:cubicBezTo>
                      <a:pt x="6815" y="19334"/>
                      <a:pt x="6624" y="19296"/>
                      <a:pt x="6394" y="1921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47"/>
              <p:cNvSpPr/>
              <p:nvPr/>
            </p:nvSpPr>
            <p:spPr>
              <a:xfrm>
                <a:off x="5879225" y="4323250"/>
                <a:ext cx="313950" cy="400100"/>
              </a:xfrm>
              <a:custGeom>
                <a:avLst/>
                <a:gdLst/>
                <a:ahLst/>
                <a:cxnLst/>
                <a:rect l="l" t="t" r="r" b="b"/>
                <a:pathLst>
                  <a:path w="12558" h="16004" extrusionOk="0">
                    <a:moveTo>
                      <a:pt x="11294" y="1762"/>
                    </a:moveTo>
                    <a:cubicBezTo>
                      <a:pt x="12558" y="2413"/>
                      <a:pt x="11141" y="3676"/>
                      <a:pt x="10950" y="4557"/>
                    </a:cubicBezTo>
                    <a:cubicBezTo>
                      <a:pt x="10605" y="5514"/>
                      <a:pt x="10490" y="6509"/>
                      <a:pt x="10452" y="7505"/>
                    </a:cubicBezTo>
                    <a:cubicBezTo>
                      <a:pt x="10337" y="8079"/>
                      <a:pt x="9993" y="8577"/>
                      <a:pt x="9725" y="9074"/>
                    </a:cubicBezTo>
                    <a:cubicBezTo>
                      <a:pt x="8959" y="10644"/>
                      <a:pt x="8614" y="12367"/>
                      <a:pt x="8117" y="14013"/>
                    </a:cubicBezTo>
                    <a:cubicBezTo>
                      <a:pt x="7925" y="14587"/>
                      <a:pt x="7887" y="15314"/>
                      <a:pt x="7351" y="15659"/>
                    </a:cubicBezTo>
                    <a:cubicBezTo>
                      <a:pt x="6394" y="15927"/>
                      <a:pt x="5322" y="15774"/>
                      <a:pt x="4365" y="15850"/>
                    </a:cubicBezTo>
                    <a:cubicBezTo>
                      <a:pt x="3408" y="15850"/>
                      <a:pt x="2412" y="16004"/>
                      <a:pt x="1455" y="15889"/>
                    </a:cubicBezTo>
                    <a:cubicBezTo>
                      <a:pt x="1" y="15621"/>
                      <a:pt x="804" y="13936"/>
                      <a:pt x="958" y="12979"/>
                    </a:cubicBezTo>
                    <a:cubicBezTo>
                      <a:pt x="1264" y="11716"/>
                      <a:pt x="1570" y="10414"/>
                      <a:pt x="1915" y="9151"/>
                    </a:cubicBezTo>
                    <a:cubicBezTo>
                      <a:pt x="2374" y="7466"/>
                      <a:pt x="3293" y="5973"/>
                      <a:pt x="4441" y="4672"/>
                    </a:cubicBezTo>
                    <a:cubicBezTo>
                      <a:pt x="4977" y="3600"/>
                      <a:pt x="5284" y="2451"/>
                      <a:pt x="5934" y="1417"/>
                    </a:cubicBezTo>
                    <a:cubicBezTo>
                      <a:pt x="6585" y="39"/>
                      <a:pt x="7045" y="1"/>
                      <a:pt x="8270" y="843"/>
                    </a:cubicBezTo>
                    <a:cubicBezTo>
                      <a:pt x="9189" y="1341"/>
                      <a:pt x="10299" y="1456"/>
                      <a:pt x="11294" y="17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47"/>
              <p:cNvSpPr/>
              <p:nvPr/>
            </p:nvSpPr>
            <p:spPr>
              <a:xfrm>
                <a:off x="6061075" y="4361550"/>
                <a:ext cx="251750" cy="381900"/>
              </a:xfrm>
              <a:custGeom>
                <a:avLst/>
                <a:gdLst/>
                <a:ahLst/>
                <a:cxnLst/>
                <a:rect l="l" t="t" r="r" b="b"/>
                <a:pathLst>
                  <a:path w="10070" h="15276" extrusionOk="0">
                    <a:moveTo>
                      <a:pt x="8997" y="1800"/>
                    </a:moveTo>
                    <a:cubicBezTo>
                      <a:pt x="10069" y="1953"/>
                      <a:pt x="10069" y="2872"/>
                      <a:pt x="9648" y="3676"/>
                    </a:cubicBezTo>
                    <a:cubicBezTo>
                      <a:pt x="9150" y="4939"/>
                      <a:pt x="9380" y="6355"/>
                      <a:pt x="9189" y="7695"/>
                    </a:cubicBezTo>
                    <a:cubicBezTo>
                      <a:pt x="8997" y="8078"/>
                      <a:pt x="8691" y="8423"/>
                      <a:pt x="8576" y="8844"/>
                    </a:cubicBezTo>
                    <a:cubicBezTo>
                      <a:pt x="6624" y="15276"/>
                      <a:pt x="9303" y="14472"/>
                      <a:pt x="1915" y="14586"/>
                    </a:cubicBezTo>
                    <a:cubicBezTo>
                      <a:pt x="0" y="14625"/>
                      <a:pt x="422" y="13553"/>
                      <a:pt x="766" y="12251"/>
                    </a:cubicBezTo>
                    <a:cubicBezTo>
                      <a:pt x="1187" y="10299"/>
                      <a:pt x="1991" y="8499"/>
                      <a:pt x="2833" y="6738"/>
                    </a:cubicBezTo>
                    <a:cubicBezTo>
                      <a:pt x="3408" y="5705"/>
                      <a:pt x="3101" y="4480"/>
                      <a:pt x="3523" y="3369"/>
                    </a:cubicBezTo>
                    <a:cubicBezTo>
                      <a:pt x="3791" y="2489"/>
                      <a:pt x="4594" y="0"/>
                      <a:pt x="5781" y="1264"/>
                    </a:cubicBezTo>
                    <a:cubicBezTo>
                      <a:pt x="6509" y="957"/>
                      <a:pt x="8117" y="1723"/>
                      <a:pt x="8997" y="180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47"/>
              <p:cNvSpPr/>
              <p:nvPr/>
            </p:nvSpPr>
            <p:spPr>
              <a:xfrm>
                <a:off x="6233350" y="4409400"/>
                <a:ext cx="235475" cy="323525"/>
              </a:xfrm>
              <a:custGeom>
                <a:avLst/>
                <a:gdLst/>
                <a:ahLst/>
                <a:cxnLst/>
                <a:rect l="l" t="t" r="r" b="b"/>
                <a:pathLst>
                  <a:path w="9419" h="12941" extrusionOk="0">
                    <a:moveTo>
                      <a:pt x="5628" y="536"/>
                    </a:moveTo>
                    <a:cubicBezTo>
                      <a:pt x="6700" y="728"/>
                      <a:pt x="9418" y="115"/>
                      <a:pt x="8959" y="1991"/>
                    </a:cubicBezTo>
                    <a:cubicBezTo>
                      <a:pt x="8614" y="3599"/>
                      <a:pt x="9150" y="5399"/>
                      <a:pt x="8576" y="6968"/>
                    </a:cubicBezTo>
                    <a:cubicBezTo>
                      <a:pt x="8117" y="8423"/>
                      <a:pt x="7849" y="9954"/>
                      <a:pt x="7581" y="11486"/>
                    </a:cubicBezTo>
                    <a:cubicBezTo>
                      <a:pt x="7542" y="12443"/>
                      <a:pt x="6662" y="12940"/>
                      <a:pt x="5781" y="12787"/>
                    </a:cubicBezTo>
                    <a:cubicBezTo>
                      <a:pt x="4556" y="12558"/>
                      <a:pt x="3331" y="12940"/>
                      <a:pt x="2106" y="12864"/>
                    </a:cubicBezTo>
                    <a:cubicBezTo>
                      <a:pt x="766" y="12826"/>
                      <a:pt x="0" y="12404"/>
                      <a:pt x="536" y="10988"/>
                    </a:cubicBezTo>
                    <a:cubicBezTo>
                      <a:pt x="919" y="9112"/>
                      <a:pt x="1111" y="7160"/>
                      <a:pt x="2183" y="5552"/>
                    </a:cubicBezTo>
                    <a:cubicBezTo>
                      <a:pt x="1953" y="4556"/>
                      <a:pt x="2336" y="1"/>
                      <a:pt x="3905" y="498"/>
                    </a:cubicBezTo>
                    <a:cubicBezTo>
                      <a:pt x="4403" y="192"/>
                      <a:pt x="5054" y="575"/>
                      <a:pt x="5628" y="53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47"/>
              <p:cNvSpPr/>
              <p:nvPr/>
            </p:nvSpPr>
            <p:spPr>
              <a:xfrm>
                <a:off x="6414250" y="4424725"/>
                <a:ext cx="232600" cy="304375"/>
              </a:xfrm>
              <a:custGeom>
                <a:avLst/>
                <a:gdLst/>
                <a:ahLst/>
                <a:cxnLst/>
                <a:rect l="l" t="t" r="r" b="b"/>
                <a:pathLst>
                  <a:path w="9304" h="12175" extrusionOk="0">
                    <a:moveTo>
                      <a:pt x="38" y="11102"/>
                    </a:moveTo>
                    <a:cubicBezTo>
                      <a:pt x="115" y="9150"/>
                      <a:pt x="613" y="7197"/>
                      <a:pt x="1417" y="5398"/>
                    </a:cubicBezTo>
                    <a:cubicBezTo>
                      <a:pt x="1417" y="4250"/>
                      <a:pt x="1340" y="3024"/>
                      <a:pt x="1455" y="1876"/>
                    </a:cubicBezTo>
                    <a:cubicBezTo>
                      <a:pt x="1417" y="995"/>
                      <a:pt x="1914" y="153"/>
                      <a:pt x="2871" y="459"/>
                    </a:cubicBezTo>
                    <a:lnTo>
                      <a:pt x="2910" y="459"/>
                    </a:lnTo>
                    <a:cubicBezTo>
                      <a:pt x="3522" y="230"/>
                      <a:pt x="4211" y="230"/>
                      <a:pt x="4939" y="268"/>
                    </a:cubicBezTo>
                    <a:cubicBezTo>
                      <a:pt x="5398" y="268"/>
                      <a:pt x="5896" y="268"/>
                      <a:pt x="6355" y="191"/>
                    </a:cubicBezTo>
                    <a:cubicBezTo>
                      <a:pt x="6929" y="191"/>
                      <a:pt x="7619" y="0"/>
                      <a:pt x="8078" y="421"/>
                    </a:cubicBezTo>
                    <a:cubicBezTo>
                      <a:pt x="9303" y="2182"/>
                      <a:pt x="8499" y="4977"/>
                      <a:pt x="8537" y="7006"/>
                    </a:cubicBezTo>
                    <a:cubicBezTo>
                      <a:pt x="8461" y="8537"/>
                      <a:pt x="8959" y="10298"/>
                      <a:pt x="8231" y="11677"/>
                    </a:cubicBezTo>
                    <a:cubicBezTo>
                      <a:pt x="8001" y="12021"/>
                      <a:pt x="7657" y="12098"/>
                      <a:pt x="7274" y="12098"/>
                    </a:cubicBezTo>
                    <a:cubicBezTo>
                      <a:pt x="7274" y="12098"/>
                      <a:pt x="7236" y="12059"/>
                      <a:pt x="7236" y="12059"/>
                    </a:cubicBezTo>
                    <a:cubicBezTo>
                      <a:pt x="7121" y="11983"/>
                      <a:pt x="7006" y="11983"/>
                      <a:pt x="6891" y="12021"/>
                    </a:cubicBezTo>
                    <a:cubicBezTo>
                      <a:pt x="6815" y="12021"/>
                      <a:pt x="6776" y="12021"/>
                      <a:pt x="6700" y="12021"/>
                    </a:cubicBezTo>
                    <a:cubicBezTo>
                      <a:pt x="6585" y="12021"/>
                      <a:pt x="6470" y="12021"/>
                      <a:pt x="6317" y="12021"/>
                    </a:cubicBezTo>
                    <a:cubicBezTo>
                      <a:pt x="5972" y="12059"/>
                      <a:pt x="5628" y="12098"/>
                      <a:pt x="5283" y="12098"/>
                    </a:cubicBezTo>
                    <a:cubicBezTo>
                      <a:pt x="5130" y="12098"/>
                      <a:pt x="4939" y="12098"/>
                      <a:pt x="4786" y="12098"/>
                    </a:cubicBezTo>
                    <a:cubicBezTo>
                      <a:pt x="4671" y="12098"/>
                      <a:pt x="4556" y="12098"/>
                      <a:pt x="4441" y="12136"/>
                    </a:cubicBezTo>
                    <a:lnTo>
                      <a:pt x="3675" y="12136"/>
                    </a:lnTo>
                    <a:cubicBezTo>
                      <a:pt x="3637" y="12059"/>
                      <a:pt x="3561" y="12021"/>
                      <a:pt x="3484" y="11983"/>
                    </a:cubicBezTo>
                    <a:cubicBezTo>
                      <a:pt x="3369" y="11983"/>
                      <a:pt x="3293" y="11983"/>
                      <a:pt x="3178" y="11983"/>
                    </a:cubicBezTo>
                    <a:cubicBezTo>
                      <a:pt x="3139" y="11983"/>
                      <a:pt x="3063" y="11983"/>
                      <a:pt x="3025" y="12021"/>
                    </a:cubicBezTo>
                    <a:cubicBezTo>
                      <a:pt x="2871" y="12021"/>
                      <a:pt x="2757" y="12021"/>
                      <a:pt x="2642" y="12059"/>
                    </a:cubicBezTo>
                    <a:lnTo>
                      <a:pt x="1953" y="12098"/>
                    </a:lnTo>
                    <a:cubicBezTo>
                      <a:pt x="1838" y="12136"/>
                      <a:pt x="1761" y="12136"/>
                      <a:pt x="1646" y="12136"/>
                    </a:cubicBezTo>
                    <a:cubicBezTo>
                      <a:pt x="1531" y="12136"/>
                      <a:pt x="1417" y="12136"/>
                      <a:pt x="1302" y="12174"/>
                    </a:cubicBezTo>
                    <a:lnTo>
                      <a:pt x="1187" y="12174"/>
                    </a:lnTo>
                    <a:cubicBezTo>
                      <a:pt x="613" y="12021"/>
                      <a:pt x="115" y="11715"/>
                      <a:pt x="0" y="1110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47"/>
              <p:cNvSpPr/>
              <p:nvPr/>
            </p:nvSpPr>
            <p:spPr>
              <a:xfrm>
                <a:off x="6608525" y="4395050"/>
                <a:ext cx="234525" cy="334050"/>
              </a:xfrm>
              <a:custGeom>
                <a:avLst/>
                <a:gdLst/>
                <a:ahLst/>
                <a:cxnLst/>
                <a:rect l="l" t="t" r="r" b="b"/>
                <a:pathLst>
                  <a:path w="9381" h="13362" extrusionOk="0">
                    <a:moveTo>
                      <a:pt x="3867" y="13208"/>
                    </a:moveTo>
                    <a:cubicBezTo>
                      <a:pt x="3408" y="13132"/>
                      <a:pt x="2949" y="13093"/>
                      <a:pt x="2489" y="13055"/>
                    </a:cubicBezTo>
                    <a:cubicBezTo>
                      <a:pt x="2298" y="13055"/>
                      <a:pt x="2068" y="13017"/>
                      <a:pt x="1877" y="13017"/>
                    </a:cubicBezTo>
                    <a:cubicBezTo>
                      <a:pt x="1609" y="13017"/>
                      <a:pt x="1302" y="12978"/>
                      <a:pt x="1073" y="13132"/>
                    </a:cubicBezTo>
                    <a:cubicBezTo>
                      <a:pt x="1034" y="13170"/>
                      <a:pt x="996" y="13208"/>
                      <a:pt x="996" y="13208"/>
                    </a:cubicBezTo>
                    <a:cubicBezTo>
                      <a:pt x="154" y="12787"/>
                      <a:pt x="460" y="11830"/>
                      <a:pt x="537" y="10873"/>
                    </a:cubicBezTo>
                    <a:cubicBezTo>
                      <a:pt x="652" y="9533"/>
                      <a:pt x="498" y="8155"/>
                      <a:pt x="537" y="6776"/>
                    </a:cubicBezTo>
                    <a:cubicBezTo>
                      <a:pt x="766" y="5475"/>
                      <a:pt x="460" y="4173"/>
                      <a:pt x="384" y="2872"/>
                    </a:cubicBezTo>
                    <a:cubicBezTo>
                      <a:pt x="1" y="1378"/>
                      <a:pt x="2068" y="1455"/>
                      <a:pt x="3025" y="1110"/>
                    </a:cubicBezTo>
                    <a:cubicBezTo>
                      <a:pt x="4327" y="996"/>
                      <a:pt x="5935" y="0"/>
                      <a:pt x="7083" y="957"/>
                    </a:cubicBezTo>
                    <a:cubicBezTo>
                      <a:pt x="8385" y="2412"/>
                      <a:pt x="8538" y="4441"/>
                      <a:pt x="8844" y="6279"/>
                    </a:cubicBezTo>
                    <a:cubicBezTo>
                      <a:pt x="9380" y="8231"/>
                      <a:pt x="9151" y="10375"/>
                      <a:pt x="8844" y="12366"/>
                    </a:cubicBezTo>
                    <a:cubicBezTo>
                      <a:pt x="8691" y="13323"/>
                      <a:pt x="7849" y="13285"/>
                      <a:pt x="7083" y="13246"/>
                    </a:cubicBezTo>
                    <a:cubicBezTo>
                      <a:pt x="6815" y="13246"/>
                      <a:pt x="6586" y="13208"/>
                      <a:pt x="6394" y="13246"/>
                    </a:cubicBezTo>
                    <a:cubicBezTo>
                      <a:pt x="5858" y="13246"/>
                      <a:pt x="5322" y="13323"/>
                      <a:pt x="4786" y="13361"/>
                    </a:cubicBezTo>
                    <a:cubicBezTo>
                      <a:pt x="4480" y="13285"/>
                      <a:pt x="4174" y="13246"/>
                      <a:pt x="3867" y="13208"/>
                    </a:cubicBezTo>
                    <a:close/>
                  </a:path>
                </a:pathLst>
              </a:custGeom>
              <a:solidFill>
                <a:srgbClr val="6279C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47"/>
              <p:cNvSpPr/>
              <p:nvPr/>
            </p:nvSpPr>
            <p:spPr>
              <a:xfrm>
                <a:off x="6895650" y="4320400"/>
                <a:ext cx="289075" cy="405825"/>
              </a:xfrm>
              <a:custGeom>
                <a:avLst/>
                <a:gdLst/>
                <a:ahLst/>
                <a:cxnLst/>
                <a:rect l="l" t="t" r="r" b="b"/>
                <a:pathLst>
                  <a:path w="11563" h="16233" extrusionOk="0">
                    <a:moveTo>
                      <a:pt x="4748" y="13897"/>
                    </a:moveTo>
                    <a:cubicBezTo>
                      <a:pt x="4518" y="11868"/>
                      <a:pt x="4365" y="9494"/>
                      <a:pt x="2796" y="7963"/>
                    </a:cubicBezTo>
                    <a:cubicBezTo>
                      <a:pt x="2489" y="7542"/>
                      <a:pt x="2528" y="6968"/>
                      <a:pt x="2413" y="6470"/>
                    </a:cubicBezTo>
                    <a:cubicBezTo>
                      <a:pt x="2221" y="5513"/>
                      <a:pt x="1762" y="4671"/>
                      <a:pt x="1226" y="3867"/>
                    </a:cubicBezTo>
                    <a:cubicBezTo>
                      <a:pt x="920" y="3369"/>
                      <a:pt x="575" y="3063"/>
                      <a:pt x="269" y="2603"/>
                    </a:cubicBezTo>
                    <a:cubicBezTo>
                      <a:pt x="1" y="2029"/>
                      <a:pt x="728" y="1340"/>
                      <a:pt x="1303" y="1646"/>
                    </a:cubicBezTo>
                    <a:cubicBezTo>
                      <a:pt x="2451" y="1110"/>
                      <a:pt x="3523" y="268"/>
                      <a:pt x="4786" y="0"/>
                    </a:cubicBezTo>
                    <a:cubicBezTo>
                      <a:pt x="6777" y="383"/>
                      <a:pt x="8079" y="3828"/>
                      <a:pt x="8998" y="5398"/>
                    </a:cubicBezTo>
                    <a:cubicBezTo>
                      <a:pt x="10873" y="7887"/>
                      <a:pt x="11563" y="12749"/>
                      <a:pt x="10567" y="15696"/>
                    </a:cubicBezTo>
                    <a:cubicBezTo>
                      <a:pt x="9840" y="15735"/>
                      <a:pt x="9151" y="15773"/>
                      <a:pt x="8423" y="15811"/>
                    </a:cubicBezTo>
                    <a:cubicBezTo>
                      <a:pt x="7696" y="15888"/>
                      <a:pt x="6892" y="15926"/>
                      <a:pt x="6165" y="16041"/>
                    </a:cubicBezTo>
                    <a:cubicBezTo>
                      <a:pt x="5820" y="16118"/>
                      <a:pt x="5475" y="16156"/>
                      <a:pt x="5131" y="16232"/>
                    </a:cubicBezTo>
                    <a:cubicBezTo>
                      <a:pt x="4595" y="15735"/>
                      <a:pt x="4825" y="14624"/>
                      <a:pt x="4710" y="1389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Google Shape;2947;p47"/>
              <p:cNvSpPr/>
              <p:nvPr/>
            </p:nvSpPr>
            <p:spPr>
              <a:xfrm>
                <a:off x="7032525" y="4240950"/>
                <a:ext cx="324475" cy="487175"/>
              </a:xfrm>
              <a:custGeom>
                <a:avLst/>
                <a:gdLst/>
                <a:ahLst/>
                <a:cxnLst/>
                <a:rect l="l" t="t" r="r" b="b"/>
                <a:pathLst>
                  <a:path w="12979" h="19487" extrusionOk="0">
                    <a:moveTo>
                      <a:pt x="1494" y="4059"/>
                    </a:moveTo>
                    <a:lnTo>
                      <a:pt x="1494" y="4059"/>
                    </a:lnTo>
                    <a:cubicBezTo>
                      <a:pt x="1455" y="4097"/>
                      <a:pt x="1417" y="4135"/>
                      <a:pt x="1379" y="4135"/>
                    </a:cubicBezTo>
                    <a:cubicBezTo>
                      <a:pt x="1379" y="4173"/>
                      <a:pt x="1340" y="4212"/>
                      <a:pt x="1302" y="4212"/>
                    </a:cubicBezTo>
                    <a:cubicBezTo>
                      <a:pt x="1302" y="4212"/>
                      <a:pt x="1302" y="4212"/>
                      <a:pt x="1302" y="4212"/>
                    </a:cubicBezTo>
                    <a:cubicBezTo>
                      <a:pt x="1340" y="4212"/>
                      <a:pt x="1379" y="4173"/>
                      <a:pt x="1379" y="4135"/>
                    </a:cubicBezTo>
                    <a:cubicBezTo>
                      <a:pt x="1417" y="4135"/>
                      <a:pt x="1455" y="4097"/>
                      <a:pt x="1494" y="4059"/>
                    </a:cubicBezTo>
                    <a:lnTo>
                      <a:pt x="1494" y="4059"/>
                    </a:lnTo>
                    <a:close/>
                    <a:moveTo>
                      <a:pt x="12022" y="13285"/>
                    </a:moveTo>
                    <a:cubicBezTo>
                      <a:pt x="12175" y="14127"/>
                      <a:pt x="12979" y="17037"/>
                      <a:pt x="12136" y="17764"/>
                    </a:cubicBezTo>
                    <a:cubicBezTo>
                      <a:pt x="12251" y="18721"/>
                      <a:pt x="11983" y="19487"/>
                      <a:pt x="10528" y="19181"/>
                    </a:cubicBezTo>
                    <a:cubicBezTo>
                      <a:pt x="9112" y="18836"/>
                      <a:pt x="7695" y="19066"/>
                      <a:pt x="6279" y="19142"/>
                    </a:cubicBezTo>
                    <a:cubicBezTo>
                      <a:pt x="5513" y="19219"/>
                      <a:pt x="5092" y="18530"/>
                      <a:pt x="5322" y="17879"/>
                    </a:cubicBezTo>
                    <a:cubicBezTo>
                      <a:pt x="5437" y="17075"/>
                      <a:pt x="5475" y="16233"/>
                      <a:pt x="5398" y="15429"/>
                    </a:cubicBezTo>
                    <a:cubicBezTo>
                      <a:pt x="5092" y="13285"/>
                      <a:pt x="4518" y="11141"/>
                      <a:pt x="3561" y="9189"/>
                    </a:cubicBezTo>
                    <a:cubicBezTo>
                      <a:pt x="3140" y="7045"/>
                      <a:pt x="1455" y="5552"/>
                      <a:pt x="192" y="3867"/>
                    </a:cubicBezTo>
                    <a:cubicBezTo>
                      <a:pt x="0" y="3370"/>
                      <a:pt x="383" y="2948"/>
                      <a:pt x="804" y="2872"/>
                    </a:cubicBezTo>
                    <a:cubicBezTo>
                      <a:pt x="1187" y="2374"/>
                      <a:pt x="2144" y="2144"/>
                      <a:pt x="2565" y="1800"/>
                    </a:cubicBezTo>
                    <a:cubicBezTo>
                      <a:pt x="3523" y="1379"/>
                      <a:pt x="4288" y="1"/>
                      <a:pt x="5398" y="1111"/>
                    </a:cubicBezTo>
                    <a:cubicBezTo>
                      <a:pt x="6279" y="1838"/>
                      <a:pt x="7045" y="2757"/>
                      <a:pt x="7695" y="3714"/>
                    </a:cubicBezTo>
                    <a:cubicBezTo>
                      <a:pt x="8385" y="4748"/>
                      <a:pt x="8423" y="6011"/>
                      <a:pt x="9189" y="6968"/>
                    </a:cubicBezTo>
                    <a:cubicBezTo>
                      <a:pt x="10452" y="8921"/>
                      <a:pt x="11371" y="11065"/>
                      <a:pt x="12022" y="13285"/>
                    </a:cubicBezTo>
                    <a:close/>
                  </a:path>
                </a:pathLst>
              </a:custGeom>
              <a:solidFill>
                <a:srgbClr val="FAA0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47"/>
              <p:cNvSpPr/>
              <p:nvPr/>
            </p:nvSpPr>
            <p:spPr>
              <a:xfrm>
                <a:off x="7144500" y="4153850"/>
                <a:ext cx="206750" cy="416375"/>
              </a:xfrm>
              <a:custGeom>
                <a:avLst/>
                <a:gdLst/>
                <a:ahLst/>
                <a:cxnLst/>
                <a:rect l="l" t="t" r="r" b="b"/>
                <a:pathLst>
                  <a:path w="8270" h="16655" extrusionOk="0">
                    <a:moveTo>
                      <a:pt x="7466" y="2374"/>
                    </a:moveTo>
                    <a:cubicBezTo>
                      <a:pt x="8079" y="3331"/>
                      <a:pt x="8270" y="4518"/>
                      <a:pt x="8232" y="5667"/>
                    </a:cubicBezTo>
                    <a:cubicBezTo>
                      <a:pt x="7925" y="8347"/>
                      <a:pt x="7925" y="11065"/>
                      <a:pt x="7964" y="13783"/>
                    </a:cubicBezTo>
                    <a:cubicBezTo>
                      <a:pt x="7887" y="14089"/>
                      <a:pt x="8040" y="14702"/>
                      <a:pt x="8079" y="15276"/>
                    </a:cubicBezTo>
                    <a:cubicBezTo>
                      <a:pt x="8079" y="15429"/>
                      <a:pt x="8079" y="15582"/>
                      <a:pt x="8079" y="15735"/>
                    </a:cubicBezTo>
                    <a:lnTo>
                      <a:pt x="8079" y="15735"/>
                    </a:lnTo>
                    <a:cubicBezTo>
                      <a:pt x="8079" y="16233"/>
                      <a:pt x="7925" y="16654"/>
                      <a:pt x="7428" y="16539"/>
                    </a:cubicBezTo>
                    <a:cubicBezTo>
                      <a:pt x="7198" y="16501"/>
                      <a:pt x="7045" y="16310"/>
                      <a:pt x="7007" y="16080"/>
                    </a:cubicBezTo>
                    <a:cubicBezTo>
                      <a:pt x="7007" y="16080"/>
                      <a:pt x="7007" y="16042"/>
                      <a:pt x="7007" y="16042"/>
                    </a:cubicBezTo>
                    <a:cubicBezTo>
                      <a:pt x="6777" y="15046"/>
                      <a:pt x="6317" y="14013"/>
                      <a:pt x="5896" y="13132"/>
                    </a:cubicBezTo>
                    <a:cubicBezTo>
                      <a:pt x="5590" y="12520"/>
                      <a:pt x="5246" y="11945"/>
                      <a:pt x="4901" y="11333"/>
                    </a:cubicBezTo>
                    <a:cubicBezTo>
                      <a:pt x="4901" y="11333"/>
                      <a:pt x="4863" y="11333"/>
                      <a:pt x="4863" y="11333"/>
                    </a:cubicBezTo>
                    <a:cubicBezTo>
                      <a:pt x="4327" y="10452"/>
                      <a:pt x="3791" y="9610"/>
                      <a:pt x="3293" y="8729"/>
                    </a:cubicBezTo>
                    <a:cubicBezTo>
                      <a:pt x="2795" y="7734"/>
                      <a:pt x="2374" y="6662"/>
                      <a:pt x="1570" y="5820"/>
                    </a:cubicBezTo>
                    <a:cubicBezTo>
                      <a:pt x="1570" y="5782"/>
                      <a:pt x="1532" y="5743"/>
                      <a:pt x="1494" y="5705"/>
                    </a:cubicBezTo>
                    <a:cubicBezTo>
                      <a:pt x="1149" y="5360"/>
                      <a:pt x="805" y="5016"/>
                      <a:pt x="422" y="4710"/>
                    </a:cubicBezTo>
                    <a:cubicBezTo>
                      <a:pt x="1" y="4518"/>
                      <a:pt x="77" y="3867"/>
                      <a:pt x="498" y="3753"/>
                    </a:cubicBezTo>
                    <a:cubicBezTo>
                      <a:pt x="498" y="3676"/>
                      <a:pt x="537" y="3638"/>
                      <a:pt x="537" y="3561"/>
                    </a:cubicBezTo>
                    <a:cubicBezTo>
                      <a:pt x="728" y="3102"/>
                      <a:pt x="1417" y="3025"/>
                      <a:pt x="1723" y="2642"/>
                    </a:cubicBezTo>
                    <a:cubicBezTo>
                      <a:pt x="2145" y="2259"/>
                      <a:pt x="2527" y="1877"/>
                      <a:pt x="2872" y="1456"/>
                    </a:cubicBezTo>
                    <a:lnTo>
                      <a:pt x="2872" y="1456"/>
                    </a:lnTo>
                    <a:cubicBezTo>
                      <a:pt x="3140" y="1149"/>
                      <a:pt x="3408" y="805"/>
                      <a:pt x="3638" y="460"/>
                    </a:cubicBezTo>
                    <a:cubicBezTo>
                      <a:pt x="3638" y="460"/>
                      <a:pt x="3676" y="460"/>
                      <a:pt x="3676" y="460"/>
                    </a:cubicBezTo>
                    <a:cubicBezTo>
                      <a:pt x="3829" y="230"/>
                      <a:pt x="4020" y="39"/>
                      <a:pt x="4288" y="1"/>
                    </a:cubicBezTo>
                    <a:cubicBezTo>
                      <a:pt x="4518" y="39"/>
                      <a:pt x="4748" y="116"/>
                      <a:pt x="4978" y="230"/>
                    </a:cubicBezTo>
                    <a:cubicBezTo>
                      <a:pt x="5590" y="537"/>
                      <a:pt x="6126" y="1111"/>
                      <a:pt x="6662" y="1494"/>
                    </a:cubicBezTo>
                    <a:cubicBezTo>
                      <a:pt x="7007" y="1762"/>
                      <a:pt x="7275" y="2068"/>
                      <a:pt x="7466" y="237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47"/>
              <p:cNvSpPr/>
              <p:nvPr/>
            </p:nvSpPr>
            <p:spPr>
              <a:xfrm>
                <a:off x="7246925" y="4050500"/>
                <a:ext cx="103375" cy="166550"/>
              </a:xfrm>
              <a:custGeom>
                <a:avLst/>
                <a:gdLst/>
                <a:ahLst/>
                <a:cxnLst/>
                <a:rect l="l" t="t" r="r" b="b"/>
                <a:pathLst>
                  <a:path w="4135" h="6662" extrusionOk="0">
                    <a:moveTo>
                      <a:pt x="3446" y="1149"/>
                    </a:moveTo>
                    <a:cubicBezTo>
                      <a:pt x="4135" y="1646"/>
                      <a:pt x="3982" y="2642"/>
                      <a:pt x="3982" y="3407"/>
                    </a:cubicBezTo>
                    <a:cubicBezTo>
                      <a:pt x="3982" y="3637"/>
                      <a:pt x="3982" y="3867"/>
                      <a:pt x="3982" y="4135"/>
                    </a:cubicBezTo>
                    <a:cubicBezTo>
                      <a:pt x="3943" y="4250"/>
                      <a:pt x="3943" y="4364"/>
                      <a:pt x="3905" y="4518"/>
                    </a:cubicBezTo>
                    <a:cubicBezTo>
                      <a:pt x="3867" y="4786"/>
                      <a:pt x="3867" y="5015"/>
                      <a:pt x="3828" y="5283"/>
                    </a:cubicBezTo>
                    <a:cubicBezTo>
                      <a:pt x="3828" y="5743"/>
                      <a:pt x="3790" y="6202"/>
                      <a:pt x="3828" y="6661"/>
                    </a:cubicBezTo>
                    <a:cubicBezTo>
                      <a:pt x="3752" y="6661"/>
                      <a:pt x="3714" y="6661"/>
                      <a:pt x="3637" y="6661"/>
                    </a:cubicBezTo>
                    <a:cubicBezTo>
                      <a:pt x="3599" y="6661"/>
                      <a:pt x="3560" y="6661"/>
                      <a:pt x="3560" y="6661"/>
                    </a:cubicBezTo>
                    <a:cubicBezTo>
                      <a:pt x="3101" y="6623"/>
                      <a:pt x="3024" y="6202"/>
                      <a:pt x="2871" y="5896"/>
                    </a:cubicBezTo>
                    <a:cubicBezTo>
                      <a:pt x="2565" y="5590"/>
                      <a:pt x="2220" y="5322"/>
                      <a:pt x="1876" y="5092"/>
                    </a:cubicBezTo>
                    <a:cubicBezTo>
                      <a:pt x="1455" y="4709"/>
                      <a:pt x="766" y="4786"/>
                      <a:pt x="345" y="4403"/>
                    </a:cubicBezTo>
                    <a:cubicBezTo>
                      <a:pt x="0" y="4020"/>
                      <a:pt x="345" y="3369"/>
                      <a:pt x="842" y="3369"/>
                    </a:cubicBezTo>
                    <a:cubicBezTo>
                      <a:pt x="842" y="2795"/>
                      <a:pt x="1225" y="2106"/>
                      <a:pt x="919" y="1570"/>
                    </a:cubicBezTo>
                    <a:cubicBezTo>
                      <a:pt x="766" y="1340"/>
                      <a:pt x="498" y="1187"/>
                      <a:pt x="498" y="919"/>
                    </a:cubicBezTo>
                    <a:cubicBezTo>
                      <a:pt x="383" y="421"/>
                      <a:pt x="1034" y="0"/>
                      <a:pt x="1455" y="306"/>
                    </a:cubicBezTo>
                    <a:cubicBezTo>
                      <a:pt x="2182" y="192"/>
                      <a:pt x="2833" y="766"/>
                      <a:pt x="3407" y="114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47"/>
              <p:cNvSpPr/>
              <p:nvPr/>
            </p:nvSpPr>
            <p:spPr>
              <a:xfrm>
                <a:off x="6605650" y="4531900"/>
                <a:ext cx="303425" cy="128275"/>
              </a:xfrm>
              <a:custGeom>
                <a:avLst/>
                <a:gdLst/>
                <a:ahLst/>
                <a:cxnLst/>
                <a:rect l="l" t="t" r="r" b="b"/>
                <a:pathLst>
                  <a:path w="12137" h="5131" extrusionOk="0">
                    <a:moveTo>
                      <a:pt x="5820" y="4289"/>
                    </a:moveTo>
                    <a:cubicBezTo>
                      <a:pt x="3906" y="4097"/>
                      <a:pt x="1953" y="4021"/>
                      <a:pt x="1" y="3944"/>
                    </a:cubicBezTo>
                    <a:lnTo>
                      <a:pt x="39" y="3906"/>
                    </a:lnTo>
                    <a:lnTo>
                      <a:pt x="39" y="3829"/>
                    </a:lnTo>
                    <a:lnTo>
                      <a:pt x="39" y="3791"/>
                    </a:lnTo>
                    <a:lnTo>
                      <a:pt x="39" y="3714"/>
                    </a:lnTo>
                    <a:lnTo>
                      <a:pt x="39" y="3676"/>
                    </a:lnTo>
                    <a:lnTo>
                      <a:pt x="77" y="3599"/>
                    </a:lnTo>
                    <a:lnTo>
                      <a:pt x="77" y="3523"/>
                    </a:lnTo>
                    <a:lnTo>
                      <a:pt x="77" y="3485"/>
                    </a:lnTo>
                    <a:lnTo>
                      <a:pt x="77" y="3408"/>
                    </a:lnTo>
                    <a:lnTo>
                      <a:pt x="116" y="3370"/>
                    </a:lnTo>
                    <a:lnTo>
                      <a:pt x="116" y="3293"/>
                    </a:lnTo>
                    <a:lnTo>
                      <a:pt x="116" y="3217"/>
                    </a:lnTo>
                    <a:lnTo>
                      <a:pt x="116" y="3178"/>
                    </a:lnTo>
                    <a:lnTo>
                      <a:pt x="154" y="3102"/>
                    </a:lnTo>
                    <a:lnTo>
                      <a:pt x="154" y="3025"/>
                    </a:lnTo>
                    <a:lnTo>
                      <a:pt x="154" y="2987"/>
                    </a:lnTo>
                    <a:lnTo>
                      <a:pt x="154" y="2910"/>
                    </a:lnTo>
                    <a:lnTo>
                      <a:pt x="192" y="2872"/>
                    </a:lnTo>
                    <a:lnTo>
                      <a:pt x="192" y="2796"/>
                    </a:lnTo>
                    <a:lnTo>
                      <a:pt x="192" y="2757"/>
                    </a:lnTo>
                    <a:lnTo>
                      <a:pt x="192" y="2681"/>
                    </a:lnTo>
                    <a:lnTo>
                      <a:pt x="231" y="2642"/>
                    </a:lnTo>
                    <a:lnTo>
                      <a:pt x="231" y="2566"/>
                    </a:lnTo>
                    <a:lnTo>
                      <a:pt x="231" y="2528"/>
                    </a:lnTo>
                    <a:lnTo>
                      <a:pt x="231" y="2451"/>
                    </a:lnTo>
                    <a:lnTo>
                      <a:pt x="269" y="2413"/>
                    </a:lnTo>
                    <a:lnTo>
                      <a:pt x="269" y="2336"/>
                    </a:lnTo>
                    <a:lnTo>
                      <a:pt x="269" y="2298"/>
                    </a:lnTo>
                    <a:lnTo>
                      <a:pt x="269" y="2260"/>
                    </a:lnTo>
                    <a:lnTo>
                      <a:pt x="269" y="2221"/>
                    </a:lnTo>
                    <a:lnTo>
                      <a:pt x="269" y="2145"/>
                    </a:lnTo>
                    <a:lnTo>
                      <a:pt x="307" y="2106"/>
                    </a:lnTo>
                    <a:lnTo>
                      <a:pt x="307" y="2068"/>
                    </a:lnTo>
                    <a:lnTo>
                      <a:pt x="307" y="2030"/>
                    </a:lnTo>
                    <a:lnTo>
                      <a:pt x="307" y="1953"/>
                    </a:lnTo>
                    <a:lnTo>
                      <a:pt x="307" y="1915"/>
                    </a:lnTo>
                    <a:lnTo>
                      <a:pt x="307" y="1877"/>
                    </a:lnTo>
                    <a:lnTo>
                      <a:pt x="307" y="1800"/>
                    </a:lnTo>
                    <a:lnTo>
                      <a:pt x="307" y="1762"/>
                    </a:lnTo>
                    <a:lnTo>
                      <a:pt x="307" y="1724"/>
                    </a:lnTo>
                    <a:lnTo>
                      <a:pt x="307" y="1685"/>
                    </a:lnTo>
                    <a:cubicBezTo>
                      <a:pt x="4097" y="1417"/>
                      <a:pt x="7811" y="766"/>
                      <a:pt x="11524" y="1"/>
                    </a:cubicBezTo>
                    <a:lnTo>
                      <a:pt x="11563" y="154"/>
                    </a:lnTo>
                    <a:lnTo>
                      <a:pt x="11601" y="422"/>
                    </a:lnTo>
                    <a:lnTo>
                      <a:pt x="11639" y="690"/>
                    </a:lnTo>
                    <a:lnTo>
                      <a:pt x="11677" y="958"/>
                    </a:lnTo>
                    <a:lnTo>
                      <a:pt x="11716" y="1226"/>
                    </a:lnTo>
                    <a:lnTo>
                      <a:pt x="11754" y="1456"/>
                    </a:lnTo>
                    <a:lnTo>
                      <a:pt x="11792" y="1724"/>
                    </a:lnTo>
                    <a:lnTo>
                      <a:pt x="11831" y="1992"/>
                    </a:lnTo>
                    <a:lnTo>
                      <a:pt x="11869" y="2221"/>
                    </a:lnTo>
                    <a:lnTo>
                      <a:pt x="11907" y="2451"/>
                    </a:lnTo>
                    <a:lnTo>
                      <a:pt x="11945" y="2719"/>
                    </a:lnTo>
                    <a:lnTo>
                      <a:pt x="11945" y="2949"/>
                    </a:lnTo>
                    <a:lnTo>
                      <a:pt x="11984" y="3178"/>
                    </a:lnTo>
                    <a:lnTo>
                      <a:pt x="11984" y="3370"/>
                    </a:lnTo>
                    <a:lnTo>
                      <a:pt x="12022" y="3599"/>
                    </a:lnTo>
                    <a:lnTo>
                      <a:pt x="12022" y="3829"/>
                    </a:lnTo>
                    <a:lnTo>
                      <a:pt x="12060" y="4021"/>
                    </a:lnTo>
                    <a:lnTo>
                      <a:pt x="12060" y="4250"/>
                    </a:lnTo>
                    <a:lnTo>
                      <a:pt x="12099" y="4480"/>
                    </a:lnTo>
                    <a:lnTo>
                      <a:pt x="12099" y="4671"/>
                    </a:lnTo>
                    <a:lnTo>
                      <a:pt x="12099" y="4863"/>
                    </a:lnTo>
                    <a:lnTo>
                      <a:pt x="12137" y="5093"/>
                    </a:lnTo>
                    <a:lnTo>
                      <a:pt x="12137" y="5131"/>
                    </a:lnTo>
                    <a:cubicBezTo>
                      <a:pt x="10070" y="4748"/>
                      <a:pt x="7964" y="4480"/>
                      <a:pt x="5820" y="4250"/>
                    </a:cubicBezTo>
                    <a:close/>
                  </a:path>
                </a:pathLst>
              </a:custGeom>
              <a:solidFill>
                <a:srgbClr val="000000">
                  <a:alpha val="8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47"/>
              <p:cNvSpPr/>
              <p:nvPr/>
            </p:nvSpPr>
            <p:spPr>
              <a:xfrm>
                <a:off x="6422850" y="4572100"/>
                <a:ext cx="201025" cy="59375"/>
              </a:xfrm>
              <a:custGeom>
                <a:avLst/>
                <a:gdLst/>
                <a:ahLst/>
                <a:cxnLst/>
                <a:rect l="l" t="t" r="r" b="b"/>
                <a:pathLst>
                  <a:path w="8041" h="2375" extrusionOk="0">
                    <a:moveTo>
                      <a:pt x="1" y="1838"/>
                    </a:moveTo>
                    <a:lnTo>
                      <a:pt x="116" y="1570"/>
                    </a:lnTo>
                    <a:cubicBezTo>
                      <a:pt x="230" y="1302"/>
                      <a:pt x="307" y="1073"/>
                      <a:pt x="422" y="843"/>
                    </a:cubicBezTo>
                    <a:cubicBezTo>
                      <a:pt x="537" y="575"/>
                      <a:pt x="652" y="269"/>
                      <a:pt x="652" y="1"/>
                    </a:cubicBezTo>
                    <a:cubicBezTo>
                      <a:pt x="2183" y="77"/>
                      <a:pt x="3638" y="154"/>
                      <a:pt x="5092" y="154"/>
                    </a:cubicBezTo>
                    <a:cubicBezTo>
                      <a:pt x="6088" y="154"/>
                      <a:pt x="7045" y="116"/>
                      <a:pt x="8002" y="39"/>
                    </a:cubicBezTo>
                    <a:lnTo>
                      <a:pt x="8002" y="192"/>
                    </a:lnTo>
                    <a:cubicBezTo>
                      <a:pt x="8002" y="575"/>
                      <a:pt x="8040" y="920"/>
                      <a:pt x="8040" y="1302"/>
                    </a:cubicBezTo>
                    <a:lnTo>
                      <a:pt x="8040" y="1302"/>
                    </a:lnTo>
                    <a:lnTo>
                      <a:pt x="8040" y="1379"/>
                    </a:lnTo>
                    <a:lnTo>
                      <a:pt x="8040" y="1417"/>
                    </a:lnTo>
                    <a:lnTo>
                      <a:pt x="8040" y="2374"/>
                    </a:lnTo>
                    <a:cubicBezTo>
                      <a:pt x="5360" y="2259"/>
                      <a:pt x="2642" y="2145"/>
                      <a:pt x="1" y="1838"/>
                    </a:cubicBezTo>
                    <a:close/>
                  </a:path>
                </a:pathLst>
              </a:custGeom>
              <a:solidFill>
                <a:srgbClr val="000000">
                  <a:alpha val="8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47"/>
              <p:cNvSpPr/>
              <p:nvPr/>
            </p:nvSpPr>
            <p:spPr>
              <a:xfrm>
                <a:off x="5869650" y="4388350"/>
                <a:ext cx="574275" cy="229725"/>
              </a:xfrm>
              <a:custGeom>
                <a:avLst/>
                <a:gdLst/>
                <a:ahLst/>
                <a:cxnLst/>
                <a:rect l="l" t="t" r="r" b="b"/>
                <a:pathLst>
                  <a:path w="22971" h="9189" extrusionOk="0">
                    <a:moveTo>
                      <a:pt x="18492" y="8614"/>
                    </a:moveTo>
                    <a:lnTo>
                      <a:pt x="18492" y="8614"/>
                    </a:lnTo>
                    <a:cubicBezTo>
                      <a:pt x="17458" y="8461"/>
                      <a:pt x="16386" y="8231"/>
                      <a:pt x="15276" y="8002"/>
                    </a:cubicBezTo>
                    <a:cubicBezTo>
                      <a:pt x="15391" y="7695"/>
                      <a:pt x="15506" y="7389"/>
                      <a:pt x="15506" y="7083"/>
                    </a:cubicBezTo>
                    <a:cubicBezTo>
                      <a:pt x="15506" y="7006"/>
                      <a:pt x="15506" y="6930"/>
                      <a:pt x="15467" y="6853"/>
                    </a:cubicBezTo>
                    <a:cubicBezTo>
                      <a:pt x="15467" y="6776"/>
                      <a:pt x="15467" y="6700"/>
                      <a:pt x="15467" y="6623"/>
                    </a:cubicBezTo>
                    <a:cubicBezTo>
                      <a:pt x="15467" y="6547"/>
                      <a:pt x="15467" y="6432"/>
                      <a:pt x="15467" y="6355"/>
                    </a:cubicBezTo>
                    <a:cubicBezTo>
                      <a:pt x="17917" y="6853"/>
                      <a:pt x="20482" y="7159"/>
                      <a:pt x="22971" y="7351"/>
                    </a:cubicBezTo>
                    <a:cubicBezTo>
                      <a:pt x="22894" y="7542"/>
                      <a:pt x="22818" y="7772"/>
                      <a:pt x="22780" y="7963"/>
                    </a:cubicBezTo>
                    <a:cubicBezTo>
                      <a:pt x="22703" y="8270"/>
                      <a:pt x="22588" y="8576"/>
                      <a:pt x="22512" y="8844"/>
                    </a:cubicBezTo>
                    <a:cubicBezTo>
                      <a:pt x="22512" y="8959"/>
                      <a:pt x="22473" y="9073"/>
                      <a:pt x="22435" y="9188"/>
                    </a:cubicBezTo>
                    <a:cubicBezTo>
                      <a:pt x="21095" y="9073"/>
                      <a:pt x="19793" y="8844"/>
                      <a:pt x="18492" y="8576"/>
                    </a:cubicBezTo>
                    <a:lnTo>
                      <a:pt x="18492" y="8576"/>
                    </a:lnTo>
                    <a:close/>
                    <a:moveTo>
                      <a:pt x="1" y="689"/>
                    </a:moveTo>
                    <a:lnTo>
                      <a:pt x="269" y="115"/>
                    </a:lnTo>
                    <a:cubicBezTo>
                      <a:pt x="269" y="77"/>
                      <a:pt x="269" y="39"/>
                      <a:pt x="307" y="0"/>
                    </a:cubicBezTo>
                    <a:cubicBezTo>
                      <a:pt x="269" y="268"/>
                      <a:pt x="230" y="575"/>
                      <a:pt x="192" y="843"/>
                    </a:cubicBezTo>
                    <a:cubicBezTo>
                      <a:pt x="116" y="804"/>
                      <a:pt x="77" y="728"/>
                      <a:pt x="1" y="689"/>
                    </a:cubicBezTo>
                    <a:lnTo>
                      <a:pt x="1" y="689"/>
                    </a:lnTo>
                    <a:close/>
                    <a:moveTo>
                      <a:pt x="13553" y="6394"/>
                    </a:moveTo>
                    <a:cubicBezTo>
                      <a:pt x="13591" y="6241"/>
                      <a:pt x="13630" y="6126"/>
                      <a:pt x="13668" y="5973"/>
                    </a:cubicBezTo>
                    <a:lnTo>
                      <a:pt x="13668" y="5973"/>
                    </a:lnTo>
                    <a:cubicBezTo>
                      <a:pt x="13745" y="6011"/>
                      <a:pt x="13783" y="6011"/>
                      <a:pt x="13859" y="6049"/>
                    </a:cubicBezTo>
                    <a:cubicBezTo>
                      <a:pt x="13821" y="6087"/>
                      <a:pt x="13821" y="6126"/>
                      <a:pt x="13783" y="6164"/>
                    </a:cubicBezTo>
                    <a:cubicBezTo>
                      <a:pt x="13706" y="6241"/>
                      <a:pt x="13630" y="6317"/>
                      <a:pt x="13553" y="6432"/>
                    </a:cubicBezTo>
                    <a:cubicBezTo>
                      <a:pt x="13553" y="6394"/>
                      <a:pt x="13553" y="6394"/>
                      <a:pt x="13553" y="6394"/>
                    </a:cubicBezTo>
                    <a:close/>
                  </a:path>
                </a:pathLst>
              </a:custGeom>
              <a:solidFill>
                <a:srgbClr val="98B0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47"/>
              <p:cNvSpPr/>
              <p:nvPr/>
            </p:nvSpPr>
            <p:spPr>
              <a:xfrm>
                <a:off x="6108925" y="4511800"/>
                <a:ext cx="174225" cy="80425"/>
              </a:xfrm>
              <a:custGeom>
                <a:avLst/>
                <a:gdLst/>
                <a:ahLst/>
                <a:cxnLst/>
                <a:rect l="l" t="t" r="r" b="b"/>
                <a:pathLst>
                  <a:path w="6969" h="3217" extrusionOk="0">
                    <a:moveTo>
                      <a:pt x="1" y="1341"/>
                    </a:moveTo>
                    <a:cubicBezTo>
                      <a:pt x="77" y="1073"/>
                      <a:pt x="192" y="843"/>
                      <a:pt x="269" y="575"/>
                    </a:cubicBezTo>
                    <a:cubicBezTo>
                      <a:pt x="345" y="384"/>
                      <a:pt x="422" y="192"/>
                      <a:pt x="498" y="1"/>
                    </a:cubicBezTo>
                    <a:cubicBezTo>
                      <a:pt x="2566" y="728"/>
                      <a:pt x="4748" y="1264"/>
                      <a:pt x="6968" y="1647"/>
                    </a:cubicBezTo>
                    <a:lnTo>
                      <a:pt x="6930" y="1762"/>
                    </a:lnTo>
                    <a:cubicBezTo>
                      <a:pt x="6892" y="1800"/>
                      <a:pt x="6853" y="1838"/>
                      <a:pt x="6853" y="1915"/>
                    </a:cubicBezTo>
                    <a:cubicBezTo>
                      <a:pt x="6777" y="2030"/>
                      <a:pt x="6739" y="2183"/>
                      <a:pt x="6700" y="2336"/>
                    </a:cubicBezTo>
                    <a:cubicBezTo>
                      <a:pt x="6624" y="2528"/>
                      <a:pt x="6547" y="2757"/>
                      <a:pt x="6471" y="2987"/>
                    </a:cubicBezTo>
                    <a:lnTo>
                      <a:pt x="6394" y="3217"/>
                    </a:lnTo>
                    <a:cubicBezTo>
                      <a:pt x="4250" y="2757"/>
                      <a:pt x="2106" y="2145"/>
                      <a:pt x="1" y="1341"/>
                    </a:cubicBezTo>
                    <a:close/>
                  </a:path>
                </a:pathLst>
              </a:custGeom>
              <a:solidFill>
                <a:srgbClr val="EBA3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47"/>
              <p:cNvSpPr/>
              <p:nvPr/>
            </p:nvSpPr>
            <p:spPr>
              <a:xfrm>
                <a:off x="5847650" y="4255300"/>
                <a:ext cx="1498825" cy="465175"/>
              </a:xfrm>
              <a:custGeom>
                <a:avLst/>
                <a:gdLst/>
                <a:ahLst/>
                <a:cxnLst/>
                <a:rect l="l" t="t" r="r" b="b"/>
                <a:pathLst>
                  <a:path w="59953" h="18607" extrusionOk="0">
                    <a:moveTo>
                      <a:pt x="59914" y="16616"/>
                    </a:moveTo>
                    <a:cubicBezTo>
                      <a:pt x="59953" y="18147"/>
                      <a:pt x="58995" y="18607"/>
                      <a:pt x="57579" y="18454"/>
                    </a:cubicBezTo>
                    <a:cubicBezTo>
                      <a:pt x="56354" y="18454"/>
                      <a:pt x="55129" y="18224"/>
                      <a:pt x="53865" y="18109"/>
                    </a:cubicBezTo>
                    <a:cubicBezTo>
                      <a:pt x="53674" y="18109"/>
                      <a:pt x="53406" y="18109"/>
                      <a:pt x="53215" y="18032"/>
                    </a:cubicBezTo>
                    <a:lnTo>
                      <a:pt x="53176" y="18032"/>
                    </a:lnTo>
                    <a:cubicBezTo>
                      <a:pt x="52870" y="18032"/>
                      <a:pt x="52640" y="17803"/>
                      <a:pt x="52640" y="17535"/>
                    </a:cubicBezTo>
                    <a:cubicBezTo>
                      <a:pt x="52717" y="12481"/>
                      <a:pt x="50956" y="7466"/>
                      <a:pt x="47817" y="3561"/>
                    </a:cubicBezTo>
                    <a:cubicBezTo>
                      <a:pt x="47204" y="3140"/>
                      <a:pt x="47549" y="2489"/>
                      <a:pt x="48008" y="2451"/>
                    </a:cubicBezTo>
                    <a:cubicBezTo>
                      <a:pt x="48314" y="2030"/>
                      <a:pt x="48889" y="1915"/>
                      <a:pt x="49310" y="1647"/>
                    </a:cubicBezTo>
                    <a:cubicBezTo>
                      <a:pt x="49769" y="1417"/>
                      <a:pt x="50190" y="1188"/>
                      <a:pt x="50573" y="920"/>
                    </a:cubicBezTo>
                    <a:cubicBezTo>
                      <a:pt x="51109" y="690"/>
                      <a:pt x="51683" y="1"/>
                      <a:pt x="52296" y="307"/>
                    </a:cubicBezTo>
                    <a:cubicBezTo>
                      <a:pt x="53483" y="1264"/>
                      <a:pt x="54248" y="2642"/>
                      <a:pt x="54976" y="3944"/>
                    </a:cubicBezTo>
                    <a:cubicBezTo>
                      <a:pt x="56660" y="6624"/>
                      <a:pt x="58268" y="9419"/>
                      <a:pt x="59225" y="12443"/>
                    </a:cubicBezTo>
                    <a:cubicBezTo>
                      <a:pt x="59608" y="13821"/>
                      <a:pt x="59914" y="15199"/>
                      <a:pt x="59914" y="16616"/>
                    </a:cubicBezTo>
                    <a:lnTo>
                      <a:pt x="59914" y="16616"/>
                    </a:lnTo>
                    <a:close/>
                    <a:moveTo>
                      <a:pt x="0" y="5207"/>
                    </a:moveTo>
                    <a:cubicBezTo>
                      <a:pt x="38" y="5131"/>
                      <a:pt x="115" y="5093"/>
                      <a:pt x="192" y="5016"/>
                    </a:cubicBezTo>
                    <a:cubicBezTo>
                      <a:pt x="153" y="5054"/>
                      <a:pt x="153" y="5054"/>
                      <a:pt x="153" y="5054"/>
                    </a:cubicBezTo>
                    <a:cubicBezTo>
                      <a:pt x="153" y="5131"/>
                      <a:pt x="115" y="5207"/>
                      <a:pt x="77" y="5284"/>
                    </a:cubicBezTo>
                    <a:lnTo>
                      <a:pt x="0" y="5207"/>
                    </a:lnTo>
                    <a:lnTo>
                      <a:pt x="0" y="5207"/>
                    </a:lnTo>
                    <a:close/>
                    <a:moveTo>
                      <a:pt x="11638" y="10682"/>
                    </a:moveTo>
                    <a:lnTo>
                      <a:pt x="11638" y="10720"/>
                    </a:lnTo>
                    <a:cubicBezTo>
                      <a:pt x="11638" y="10720"/>
                      <a:pt x="11638" y="10682"/>
                      <a:pt x="11638" y="10682"/>
                    </a:cubicBezTo>
                    <a:close/>
                    <a:moveTo>
                      <a:pt x="4250" y="8538"/>
                    </a:moveTo>
                    <a:cubicBezTo>
                      <a:pt x="4288" y="8462"/>
                      <a:pt x="4364" y="8385"/>
                      <a:pt x="4403" y="8347"/>
                    </a:cubicBezTo>
                    <a:lnTo>
                      <a:pt x="4786" y="7772"/>
                    </a:lnTo>
                    <a:cubicBezTo>
                      <a:pt x="4862" y="7658"/>
                      <a:pt x="4939" y="7581"/>
                      <a:pt x="4977" y="7466"/>
                    </a:cubicBezTo>
                    <a:cubicBezTo>
                      <a:pt x="7044" y="8730"/>
                      <a:pt x="9303" y="9725"/>
                      <a:pt x="11638" y="10491"/>
                    </a:cubicBezTo>
                    <a:cubicBezTo>
                      <a:pt x="11638" y="10491"/>
                      <a:pt x="11638" y="10491"/>
                      <a:pt x="11638" y="10491"/>
                    </a:cubicBezTo>
                    <a:cubicBezTo>
                      <a:pt x="11485" y="10759"/>
                      <a:pt x="11370" y="10988"/>
                      <a:pt x="11256" y="11256"/>
                    </a:cubicBezTo>
                    <a:cubicBezTo>
                      <a:pt x="11141" y="11448"/>
                      <a:pt x="11064" y="11639"/>
                      <a:pt x="10988" y="11792"/>
                    </a:cubicBezTo>
                    <a:cubicBezTo>
                      <a:pt x="8614" y="10950"/>
                      <a:pt x="6317" y="9840"/>
                      <a:pt x="4250" y="8538"/>
                    </a:cubicBezTo>
                    <a:lnTo>
                      <a:pt x="4250" y="8538"/>
                    </a:lnTo>
                    <a:close/>
                    <a:moveTo>
                      <a:pt x="33460" y="12481"/>
                    </a:moveTo>
                    <a:cubicBezTo>
                      <a:pt x="33460" y="12481"/>
                      <a:pt x="33498" y="12481"/>
                      <a:pt x="33537" y="12481"/>
                    </a:cubicBezTo>
                    <a:cubicBezTo>
                      <a:pt x="33460" y="12558"/>
                      <a:pt x="33422" y="12634"/>
                      <a:pt x="33384" y="12711"/>
                    </a:cubicBezTo>
                    <a:cubicBezTo>
                      <a:pt x="33345" y="12788"/>
                      <a:pt x="33307" y="12826"/>
                      <a:pt x="33307" y="12864"/>
                    </a:cubicBezTo>
                    <a:cubicBezTo>
                      <a:pt x="33345" y="12711"/>
                      <a:pt x="33422" y="12596"/>
                      <a:pt x="33460" y="12481"/>
                    </a:cubicBezTo>
                    <a:lnTo>
                      <a:pt x="33460" y="12481"/>
                    </a:lnTo>
                    <a:close/>
                    <a:moveTo>
                      <a:pt x="24119" y="12979"/>
                    </a:moveTo>
                    <a:cubicBezTo>
                      <a:pt x="24157" y="12864"/>
                      <a:pt x="24195" y="12788"/>
                      <a:pt x="24234" y="12673"/>
                    </a:cubicBezTo>
                    <a:cubicBezTo>
                      <a:pt x="24272" y="12673"/>
                      <a:pt x="24310" y="12711"/>
                      <a:pt x="24349" y="12711"/>
                    </a:cubicBezTo>
                    <a:lnTo>
                      <a:pt x="24042" y="13170"/>
                    </a:lnTo>
                    <a:cubicBezTo>
                      <a:pt x="24081" y="13094"/>
                      <a:pt x="24119" y="13056"/>
                      <a:pt x="24119" y="12979"/>
                    </a:cubicBezTo>
                    <a:lnTo>
                      <a:pt x="24119" y="12979"/>
                    </a:lnTo>
                    <a:close/>
                    <a:moveTo>
                      <a:pt x="44869" y="10337"/>
                    </a:moveTo>
                    <a:cubicBezTo>
                      <a:pt x="45328" y="10223"/>
                      <a:pt x="45788" y="10108"/>
                      <a:pt x="46247" y="9993"/>
                    </a:cubicBezTo>
                    <a:lnTo>
                      <a:pt x="46285" y="10069"/>
                    </a:lnTo>
                    <a:lnTo>
                      <a:pt x="46209" y="10069"/>
                    </a:lnTo>
                    <a:lnTo>
                      <a:pt x="46132" y="10108"/>
                    </a:lnTo>
                    <a:lnTo>
                      <a:pt x="46017" y="10146"/>
                    </a:lnTo>
                    <a:lnTo>
                      <a:pt x="45902" y="10184"/>
                    </a:lnTo>
                    <a:lnTo>
                      <a:pt x="45826" y="10223"/>
                    </a:lnTo>
                    <a:lnTo>
                      <a:pt x="45711" y="10261"/>
                    </a:lnTo>
                    <a:lnTo>
                      <a:pt x="45596" y="10261"/>
                    </a:lnTo>
                    <a:lnTo>
                      <a:pt x="45520" y="10299"/>
                    </a:lnTo>
                    <a:lnTo>
                      <a:pt x="45405" y="10337"/>
                    </a:lnTo>
                    <a:lnTo>
                      <a:pt x="45290" y="10376"/>
                    </a:lnTo>
                    <a:lnTo>
                      <a:pt x="45175" y="10414"/>
                    </a:lnTo>
                    <a:lnTo>
                      <a:pt x="45060" y="10452"/>
                    </a:lnTo>
                    <a:lnTo>
                      <a:pt x="44945" y="10491"/>
                    </a:lnTo>
                    <a:lnTo>
                      <a:pt x="44907" y="10491"/>
                    </a:lnTo>
                    <a:cubicBezTo>
                      <a:pt x="44869" y="10452"/>
                      <a:pt x="44869" y="10376"/>
                      <a:pt x="44869" y="10337"/>
                    </a:cubicBezTo>
                    <a:close/>
                  </a:path>
                </a:pathLst>
              </a:custGeom>
              <a:solidFill>
                <a:srgbClr val="FFFFFF">
                  <a:alpha val="214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47"/>
              <p:cNvSpPr/>
              <p:nvPr/>
            </p:nvSpPr>
            <p:spPr>
              <a:xfrm>
                <a:off x="5768200" y="4258175"/>
                <a:ext cx="1255725" cy="458475"/>
              </a:xfrm>
              <a:custGeom>
                <a:avLst/>
                <a:gdLst/>
                <a:ahLst/>
                <a:cxnLst/>
                <a:rect l="l" t="t" r="r" b="b"/>
                <a:pathLst>
                  <a:path w="50229" h="18339" extrusionOk="0">
                    <a:moveTo>
                      <a:pt x="42610" y="15582"/>
                    </a:moveTo>
                    <a:cubicBezTo>
                      <a:pt x="42610" y="15084"/>
                      <a:pt x="42610" y="14548"/>
                      <a:pt x="42572" y="14051"/>
                    </a:cubicBezTo>
                    <a:cubicBezTo>
                      <a:pt x="42572" y="13400"/>
                      <a:pt x="42534" y="12787"/>
                      <a:pt x="42496" y="12137"/>
                    </a:cubicBezTo>
                    <a:cubicBezTo>
                      <a:pt x="42457" y="11907"/>
                      <a:pt x="42457" y="11677"/>
                      <a:pt x="42419" y="11448"/>
                    </a:cubicBezTo>
                    <a:cubicBezTo>
                      <a:pt x="43300" y="11294"/>
                      <a:pt x="44180" y="11141"/>
                      <a:pt x="45061" y="10950"/>
                    </a:cubicBezTo>
                    <a:cubicBezTo>
                      <a:pt x="45788" y="10758"/>
                      <a:pt x="46515" y="10605"/>
                      <a:pt x="47243" y="10452"/>
                    </a:cubicBezTo>
                    <a:cubicBezTo>
                      <a:pt x="47319" y="10222"/>
                      <a:pt x="47549" y="10031"/>
                      <a:pt x="47817" y="10069"/>
                    </a:cubicBezTo>
                    <a:cubicBezTo>
                      <a:pt x="48123" y="10108"/>
                      <a:pt x="48276" y="10414"/>
                      <a:pt x="48391" y="10644"/>
                    </a:cubicBezTo>
                    <a:cubicBezTo>
                      <a:pt x="49157" y="12060"/>
                      <a:pt x="49693" y="13591"/>
                      <a:pt x="49999" y="15161"/>
                    </a:cubicBezTo>
                    <a:cubicBezTo>
                      <a:pt x="50114" y="15888"/>
                      <a:pt x="50114" y="16616"/>
                      <a:pt x="50152" y="17343"/>
                    </a:cubicBezTo>
                    <a:cubicBezTo>
                      <a:pt x="50229" y="17726"/>
                      <a:pt x="50229" y="18262"/>
                      <a:pt x="49731" y="18300"/>
                    </a:cubicBezTo>
                    <a:cubicBezTo>
                      <a:pt x="49616" y="18339"/>
                      <a:pt x="49463" y="18300"/>
                      <a:pt x="49387" y="18224"/>
                    </a:cubicBezTo>
                    <a:cubicBezTo>
                      <a:pt x="49348" y="18224"/>
                      <a:pt x="49310" y="18224"/>
                      <a:pt x="49272" y="18224"/>
                    </a:cubicBezTo>
                    <a:cubicBezTo>
                      <a:pt x="48889" y="18185"/>
                      <a:pt x="48659" y="17803"/>
                      <a:pt x="48353" y="17611"/>
                    </a:cubicBezTo>
                    <a:cubicBezTo>
                      <a:pt x="46860" y="16692"/>
                      <a:pt x="45214" y="16118"/>
                      <a:pt x="43529" y="15850"/>
                    </a:cubicBezTo>
                    <a:cubicBezTo>
                      <a:pt x="43338" y="15850"/>
                      <a:pt x="43223" y="15774"/>
                      <a:pt x="43146" y="15697"/>
                    </a:cubicBezTo>
                    <a:cubicBezTo>
                      <a:pt x="42955" y="15659"/>
                      <a:pt x="42764" y="15620"/>
                      <a:pt x="42610" y="15620"/>
                    </a:cubicBezTo>
                    <a:lnTo>
                      <a:pt x="42610" y="15620"/>
                    </a:lnTo>
                    <a:close/>
                    <a:moveTo>
                      <a:pt x="1762" y="3523"/>
                    </a:moveTo>
                    <a:cubicBezTo>
                      <a:pt x="1302" y="2910"/>
                      <a:pt x="881" y="2221"/>
                      <a:pt x="422" y="1532"/>
                    </a:cubicBezTo>
                    <a:cubicBezTo>
                      <a:pt x="269" y="1264"/>
                      <a:pt x="1" y="958"/>
                      <a:pt x="1" y="613"/>
                    </a:cubicBezTo>
                    <a:cubicBezTo>
                      <a:pt x="1" y="269"/>
                      <a:pt x="383" y="1"/>
                      <a:pt x="728" y="154"/>
                    </a:cubicBezTo>
                    <a:cubicBezTo>
                      <a:pt x="919" y="192"/>
                      <a:pt x="1073" y="384"/>
                      <a:pt x="1073" y="575"/>
                    </a:cubicBezTo>
                    <a:cubicBezTo>
                      <a:pt x="1187" y="766"/>
                      <a:pt x="1302" y="919"/>
                      <a:pt x="1417" y="1073"/>
                    </a:cubicBezTo>
                    <a:cubicBezTo>
                      <a:pt x="1570" y="1149"/>
                      <a:pt x="1762" y="1302"/>
                      <a:pt x="1838" y="1609"/>
                    </a:cubicBezTo>
                    <a:cubicBezTo>
                      <a:pt x="1953" y="1762"/>
                      <a:pt x="2106" y="1915"/>
                      <a:pt x="2221" y="2106"/>
                    </a:cubicBezTo>
                    <a:cubicBezTo>
                      <a:pt x="2604" y="2489"/>
                      <a:pt x="2987" y="2872"/>
                      <a:pt x="3331" y="3255"/>
                    </a:cubicBezTo>
                    <a:cubicBezTo>
                      <a:pt x="3216" y="3484"/>
                      <a:pt x="3140" y="3676"/>
                      <a:pt x="3025" y="3906"/>
                    </a:cubicBezTo>
                    <a:cubicBezTo>
                      <a:pt x="2910" y="4135"/>
                      <a:pt x="2795" y="4365"/>
                      <a:pt x="2680" y="4595"/>
                    </a:cubicBezTo>
                    <a:cubicBezTo>
                      <a:pt x="2374" y="4250"/>
                      <a:pt x="2068" y="3906"/>
                      <a:pt x="1762" y="3523"/>
                    </a:cubicBezTo>
                    <a:lnTo>
                      <a:pt x="1762" y="3523"/>
                    </a:lnTo>
                    <a:close/>
                    <a:moveTo>
                      <a:pt x="460" y="1149"/>
                    </a:moveTo>
                    <a:cubicBezTo>
                      <a:pt x="460" y="1149"/>
                      <a:pt x="498" y="1149"/>
                      <a:pt x="498" y="1187"/>
                    </a:cubicBezTo>
                    <a:lnTo>
                      <a:pt x="575" y="1187"/>
                    </a:lnTo>
                    <a:lnTo>
                      <a:pt x="613" y="1187"/>
                    </a:lnTo>
                    <a:cubicBezTo>
                      <a:pt x="537" y="1187"/>
                      <a:pt x="460" y="1149"/>
                      <a:pt x="383" y="1149"/>
                    </a:cubicBezTo>
                    <a:cubicBezTo>
                      <a:pt x="383" y="1149"/>
                      <a:pt x="422" y="1149"/>
                      <a:pt x="422" y="1149"/>
                    </a:cubicBezTo>
                    <a:lnTo>
                      <a:pt x="422" y="1149"/>
                    </a:lnTo>
                    <a:close/>
                    <a:moveTo>
                      <a:pt x="19946" y="11677"/>
                    </a:moveTo>
                    <a:cubicBezTo>
                      <a:pt x="19946" y="11677"/>
                      <a:pt x="19985" y="11677"/>
                      <a:pt x="20023" y="11677"/>
                    </a:cubicBezTo>
                    <a:cubicBezTo>
                      <a:pt x="19985" y="11754"/>
                      <a:pt x="19908" y="11792"/>
                      <a:pt x="19870" y="11869"/>
                    </a:cubicBezTo>
                    <a:cubicBezTo>
                      <a:pt x="19832" y="11907"/>
                      <a:pt x="19793" y="11945"/>
                      <a:pt x="19755" y="11983"/>
                    </a:cubicBezTo>
                    <a:cubicBezTo>
                      <a:pt x="19832" y="11869"/>
                      <a:pt x="19908" y="11792"/>
                      <a:pt x="19946" y="11677"/>
                    </a:cubicBezTo>
                    <a:close/>
                    <a:moveTo>
                      <a:pt x="46630" y="4442"/>
                    </a:moveTo>
                    <a:lnTo>
                      <a:pt x="46630" y="4442"/>
                    </a:lnTo>
                    <a:lnTo>
                      <a:pt x="46668" y="4518"/>
                    </a:lnTo>
                    <a:lnTo>
                      <a:pt x="46707" y="4595"/>
                    </a:lnTo>
                    <a:lnTo>
                      <a:pt x="46745" y="4633"/>
                    </a:lnTo>
                    <a:cubicBezTo>
                      <a:pt x="46707" y="4595"/>
                      <a:pt x="46668" y="4518"/>
                      <a:pt x="46630" y="4442"/>
                    </a:cubicBezTo>
                    <a:close/>
                  </a:path>
                </a:pathLst>
              </a:custGeom>
              <a:solidFill>
                <a:srgbClr val="000000">
                  <a:alpha val="8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Google Shape;2956;p47"/>
              <p:cNvSpPr/>
              <p:nvPr/>
            </p:nvSpPr>
            <p:spPr>
              <a:xfrm>
                <a:off x="5832325" y="4325175"/>
                <a:ext cx="151250" cy="150300"/>
              </a:xfrm>
              <a:custGeom>
                <a:avLst/>
                <a:gdLst/>
                <a:ahLst/>
                <a:cxnLst/>
                <a:rect l="l" t="t" r="r" b="b"/>
                <a:pathLst>
                  <a:path w="6050" h="6012" extrusionOk="0">
                    <a:moveTo>
                      <a:pt x="1" y="1762"/>
                    </a:moveTo>
                    <a:cubicBezTo>
                      <a:pt x="154" y="1532"/>
                      <a:pt x="269" y="1302"/>
                      <a:pt x="383" y="1072"/>
                    </a:cubicBezTo>
                    <a:cubicBezTo>
                      <a:pt x="575" y="766"/>
                      <a:pt x="460" y="345"/>
                      <a:pt x="154" y="115"/>
                    </a:cubicBezTo>
                    <a:cubicBezTo>
                      <a:pt x="192" y="77"/>
                      <a:pt x="192" y="39"/>
                      <a:pt x="230" y="1"/>
                    </a:cubicBezTo>
                    <a:cubicBezTo>
                      <a:pt x="1570" y="1417"/>
                      <a:pt x="2872" y="2680"/>
                      <a:pt x="4250" y="3791"/>
                    </a:cubicBezTo>
                    <a:cubicBezTo>
                      <a:pt x="4824" y="4212"/>
                      <a:pt x="5437" y="4595"/>
                      <a:pt x="6049" y="4939"/>
                    </a:cubicBezTo>
                    <a:cubicBezTo>
                      <a:pt x="5896" y="5131"/>
                      <a:pt x="5781" y="5284"/>
                      <a:pt x="5667" y="5475"/>
                    </a:cubicBezTo>
                    <a:cubicBezTo>
                      <a:pt x="5552" y="5667"/>
                      <a:pt x="5399" y="5820"/>
                      <a:pt x="5284" y="6011"/>
                    </a:cubicBezTo>
                    <a:cubicBezTo>
                      <a:pt x="3293" y="4786"/>
                      <a:pt x="1494" y="3408"/>
                      <a:pt x="1" y="1762"/>
                    </a:cubicBezTo>
                    <a:close/>
                  </a:path>
                </a:pathLst>
              </a:custGeom>
              <a:solidFill>
                <a:srgbClr val="FFFFFF">
                  <a:alpha val="214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Google Shape;2957;p47"/>
              <p:cNvSpPr/>
              <p:nvPr/>
            </p:nvSpPr>
            <p:spPr>
              <a:xfrm>
                <a:off x="6945425" y="4322300"/>
                <a:ext cx="228775" cy="402000"/>
              </a:xfrm>
              <a:custGeom>
                <a:avLst/>
                <a:gdLst/>
                <a:ahLst/>
                <a:cxnLst/>
                <a:rect l="l" t="t" r="r" b="b"/>
                <a:pathLst>
                  <a:path w="9151" h="16080" extrusionOk="0">
                    <a:moveTo>
                      <a:pt x="3025" y="15352"/>
                    </a:moveTo>
                    <a:cubicBezTo>
                      <a:pt x="3025" y="15352"/>
                      <a:pt x="3025" y="15314"/>
                      <a:pt x="3025" y="15276"/>
                    </a:cubicBezTo>
                    <a:cubicBezTo>
                      <a:pt x="2795" y="12519"/>
                      <a:pt x="2183" y="10605"/>
                      <a:pt x="766" y="8232"/>
                    </a:cubicBezTo>
                    <a:cubicBezTo>
                      <a:pt x="728" y="8193"/>
                      <a:pt x="690" y="8117"/>
                      <a:pt x="651" y="8079"/>
                    </a:cubicBezTo>
                    <a:cubicBezTo>
                      <a:pt x="613" y="8079"/>
                      <a:pt x="575" y="8079"/>
                      <a:pt x="537" y="8079"/>
                    </a:cubicBezTo>
                    <a:cubicBezTo>
                      <a:pt x="1" y="7925"/>
                      <a:pt x="1" y="7236"/>
                      <a:pt x="422" y="7007"/>
                    </a:cubicBezTo>
                    <a:cubicBezTo>
                      <a:pt x="805" y="6662"/>
                      <a:pt x="1111" y="6241"/>
                      <a:pt x="1417" y="5858"/>
                    </a:cubicBezTo>
                    <a:cubicBezTo>
                      <a:pt x="2374" y="4403"/>
                      <a:pt x="2834" y="2604"/>
                      <a:pt x="2872" y="843"/>
                    </a:cubicBezTo>
                    <a:cubicBezTo>
                      <a:pt x="2795" y="307"/>
                      <a:pt x="3561" y="1"/>
                      <a:pt x="3867" y="460"/>
                    </a:cubicBezTo>
                    <a:cubicBezTo>
                      <a:pt x="4365" y="1302"/>
                      <a:pt x="4863" y="2106"/>
                      <a:pt x="5360" y="2872"/>
                    </a:cubicBezTo>
                    <a:cubicBezTo>
                      <a:pt x="5667" y="3370"/>
                      <a:pt x="6471" y="4403"/>
                      <a:pt x="6662" y="5207"/>
                    </a:cubicBezTo>
                    <a:cubicBezTo>
                      <a:pt x="7045" y="5705"/>
                      <a:pt x="7275" y="6279"/>
                      <a:pt x="7504" y="6853"/>
                    </a:cubicBezTo>
                    <a:cubicBezTo>
                      <a:pt x="8193" y="8883"/>
                      <a:pt x="8959" y="10873"/>
                      <a:pt x="8921" y="13017"/>
                    </a:cubicBezTo>
                    <a:cubicBezTo>
                      <a:pt x="8882" y="13706"/>
                      <a:pt x="9150" y="15276"/>
                      <a:pt x="8653" y="15927"/>
                    </a:cubicBezTo>
                    <a:lnTo>
                      <a:pt x="8614" y="15927"/>
                    </a:lnTo>
                    <a:cubicBezTo>
                      <a:pt x="8040" y="15888"/>
                      <a:pt x="7466" y="15927"/>
                      <a:pt x="6892" y="16003"/>
                    </a:cubicBezTo>
                    <a:cubicBezTo>
                      <a:pt x="6509" y="16042"/>
                      <a:pt x="6126" y="16080"/>
                      <a:pt x="5705" y="16080"/>
                    </a:cubicBezTo>
                    <a:lnTo>
                      <a:pt x="5705" y="16080"/>
                    </a:lnTo>
                    <a:cubicBezTo>
                      <a:pt x="4403" y="16042"/>
                      <a:pt x="3102" y="15888"/>
                      <a:pt x="3025" y="15352"/>
                    </a:cubicBezTo>
                    <a:lnTo>
                      <a:pt x="3025" y="15352"/>
                    </a:lnTo>
                    <a:close/>
                    <a:moveTo>
                      <a:pt x="4748" y="3944"/>
                    </a:moveTo>
                    <a:lnTo>
                      <a:pt x="4748" y="3982"/>
                    </a:lnTo>
                    <a:cubicBezTo>
                      <a:pt x="4786" y="3944"/>
                      <a:pt x="4786" y="3944"/>
                      <a:pt x="4824" y="3944"/>
                    </a:cubicBezTo>
                    <a:cubicBezTo>
                      <a:pt x="4824" y="3906"/>
                      <a:pt x="4786" y="3906"/>
                      <a:pt x="4786" y="3906"/>
                    </a:cubicBezTo>
                    <a:cubicBezTo>
                      <a:pt x="4786" y="3906"/>
                      <a:pt x="4786" y="3944"/>
                      <a:pt x="4786" y="3944"/>
                    </a:cubicBezTo>
                    <a:close/>
                  </a:path>
                </a:pathLst>
              </a:custGeom>
              <a:solidFill>
                <a:srgbClr val="D85A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Google Shape;2958;p47"/>
              <p:cNvSpPr/>
              <p:nvPr/>
            </p:nvSpPr>
            <p:spPr>
              <a:xfrm>
                <a:off x="5720822" y="1916175"/>
                <a:ext cx="1515100" cy="1796475"/>
              </a:xfrm>
              <a:custGeom>
                <a:avLst/>
                <a:gdLst/>
                <a:ahLst/>
                <a:cxnLst/>
                <a:rect l="l" t="t" r="r" b="b"/>
                <a:pathLst>
                  <a:path w="60604" h="71859" extrusionOk="0">
                    <a:moveTo>
                      <a:pt x="29058" y="71744"/>
                    </a:moveTo>
                    <a:cubicBezTo>
                      <a:pt x="26225" y="71668"/>
                      <a:pt x="23430" y="70825"/>
                      <a:pt x="20980" y="69371"/>
                    </a:cubicBezTo>
                    <a:cubicBezTo>
                      <a:pt x="19143" y="68260"/>
                      <a:pt x="17496" y="66844"/>
                      <a:pt x="16118" y="65236"/>
                    </a:cubicBezTo>
                    <a:cubicBezTo>
                      <a:pt x="15199" y="64164"/>
                      <a:pt x="14204" y="63092"/>
                      <a:pt x="13323" y="61982"/>
                    </a:cubicBezTo>
                    <a:cubicBezTo>
                      <a:pt x="11983" y="60221"/>
                      <a:pt x="10873" y="58345"/>
                      <a:pt x="9610" y="56546"/>
                    </a:cubicBezTo>
                    <a:cubicBezTo>
                      <a:pt x="8347" y="54593"/>
                      <a:pt x="7198" y="52602"/>
                      <a:pt x="6203" y="50535"/>
                    </a:cubicBezTo>
                    <a:cubicBezTo>
                      <a:pt x="5207" y="48582"/>
                      <a:pt x="4250" y="46630"/>
                      <a:pt x="3485" y="44601"/>
                    </a:cubicBezTo>
                    <a:cubicBezTo>
                      <a:pt x="2106" y="41117"/>
                      <a:pt x="843" y="37595"/>
                      <a:pt x="422" y="33882"/>
                    </a:cubicBezTo>
                    <a:cubicBezTo>
                      <a:pt x="1" y="30206"/>
                      <a:pt x="422" y="26493"/>
                      <a:pt x="1073" y="22856"/>
                    </a:cubicBezTo>
                    <a:cubicBezTo>
                      <a:pt x="1991" y="17075"/>
                      <a:pt x="3676" y="11447"/>
                      <a:pt x="4059" y="5590"/>
                    </a:cubicBezTo>
                    <a:cubicBezTo>
                      <a:pt x="4212" y="3829"/>
                      <a:pt x="4250" y="2106"/>
                      <a:pt x="4327" y="383"/>
                    </a:cubicBezTo>
                    <a:cubicBezTo>
                      <a:pt x="4327" y="192"/>
                      <a:pt x="4480" y="0"/>
                      <a:pt x="4671" y="0"/>
                    </a:cubicBezTo>
                    <a:cubicBezTo>
                      <a:pt x="4863" y="0"/>
                      <a:pt x="5054" y="192"/>
                      <a:pt x="5054" y="383"/>
                    </a:cubicBezTo>
                    <a:cubicBezTo>
                      <a:pt x="4939" y="1838"/>
                      <a:pt x="4939" y="3293"/>
                      <a:pt x="4824" y="4786"/>
                    </a:cubicBezTo>
                    <a:cubicBezTo>
                      <a:pt x="4518" y="11103"/>
                      <a:pt x="2642" y="17190"/>
                      <a:pt x="1685" y="23430"/>
                    </a:cubicBezTo>
                    <a:cubicBezTo>
                      <a:pt x="1073" y="27029"/>
                      <a:pt x="690" y="30704"/>
                      <a:pt x="1187" y="34341"/>
                    </a:cubicBezTo>
                    <a:cubicBezTo>
                      <a:pt x="1609" y="37251"/>
                      <a:pt x="2527" y="40084"/>
                      <a:pt x="3561" y="42840"/>
                    </a:cubicBezTo>
                    <a:cubicBezTo>
                      <a:pt x="4518" y="45443"/>
                      <a:pt x="5667" y="47970"/>
                      <a:pt x="6930" y="50420"/>
                    </a:cubicBezTo>
                    <a:cubicBezTo>
                      <a:pt x="8232" y="53100"/>
                      <a:pt x="9801" y="55588"/>
                      <a:pt x="11486" y="58077"/>
                    </a:cubicBezTo>
                    <a:cubicBezTo>
                      <a:pt x="12749" y="60068"/>
                      <a:pt x="14089" y="61982"/>
                      <a:pt x="15697" y="63705"/>
                    </a:cubicBezTo>
                    <a:cubicBezTo>
                      <a:pt x="16884" y="65121"/>
                      <a:pt x="18109" y="66423"/>
                      <a:pt x="19602" y="67571"/>
                    </a:cubicBezTo>
                    <a:cubicBezTo>
                      <a:pt x="22090" y="69562"/>
                      <a:pt x="25230" y="70787"/>
                      <a:pt x="28407" y="71017"/>
                    </a:cubicBezTo>
                    <a:cubicBezTo>
                      <a:pt x="30207" y="71132"/>
                      <a:pt x="32006" y="70902"/>
                      <a:pt x="33690" y="70442"/>
                    </a:cubicBezTo>
                    <a:cubicBezTo>
                      <a:pt x="35681" y="69830"/>
                      <a:pt x="37634" y="69064"/>
                      <a:pt x="39471" y="68069"/>
                    </a:cubicBezTo>
                    <a:cubicBezTo>
                      <a:pt x="41041" y="67074"/>
                      <a:pt x="42457" y="65925"/>
                      <a:pt x="43836" y="64738"/>
                    </a:cubicBezTo>
                    <a:cubicBezTo>
                      <a:pt x="46018" y="62709"/>
                      <a:pt x="48238" y="60718"/>
                      <a:pt x="50038" y="58345"/>
                    </a:cubicBezTo>
                    <a:cubicBezTo>
                      <a:pt x="51722" y="56278"/>
                      <a:pt x="53292" y="54134"/>
                      <a:pt x="54746" y="51913"/>
                    </a:cubicBezTo>
                    <a:cubicBezTo>
                      <a:pt x="55895" y="50229"/>
                      <a:pt x="57043" y="48582"/>
                      <a:pt x="58039" y="46821"/>
                    </a:cubicBezTo>
                    <a:cubicBezTo>
                      <a:pt x="58575" y="45864"/>
                      <a:pt x="59073" y="44869"/>
                      <a:pt x="59455" y="43835"/>
                    </a:cubicBezTo>
                    <a:cubicBezTo>
                      <a:pt x="59609" y="43338"/>
                      <a:pt x="59762" y="42840"/>
                      <a:pt x="59876" y="42304"/>
                    </a:cubicBezTo>
                    <a:cubicBezTo>
                      <a:pt x="59915" y="42113"/>
                      <a:pt x="60144" y="41998"/>
                      <a:pt x="60298" y="42074"/>
                    </a:cubicBezTo>
                    <a:cubicBezTo>
                      <a:pt x="60489" y="42113"/>
                      <a:pt x="60604" y="42304"/>
                      <a:pt x="60566" y="42495"/>
                    </a:cubicBezTo>
                    <a:cubicBezTo>
                      <a:pt x="60106" y="44524"/>
                      <a:pt x="59149" y="46324"/>
                      <a:pt x="58115" y="48085"/>
                    </a:cubicBezTo>
                    <a:cubicBezTo>
                      <a:pt x="56661" y="50535"/>
                      <a:pt x="55014" y="52832"/>
                      <a:pt x="53368" y="55167"/>
                    </a:cubicBezTo>
                    <a:cubicBezTo>
                      <a:pt x="51875" y="57235"/>
                      <a:pt x="50306" y="59302"/>
                      <a:pt x="48583" y="61178"/>
                    </a:cubicBezTo>
                    <a:cubicBezTo>
                      <a:pt x="47319" y="62479"/>
                      <a:pt x="46018" y="63705"/>
                      <a:pt x="44678" y="64930"/>
                    </a:cubicBezTo>
                    <a:cubicBezTo>
                      <a:pt x="42534" y="66844"/>
                      <a:pt x="40237" y="68720"/>
                      <a:pt x="37519" y="69792"/>
                    </a:cubicBezTo>
                    <a:cubicBezTo>
                      <a:pt x="34839" y="70940"/>
                      <a:pt x="32006" y="71859"/>
                      <a:pt x="29058" y="717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Google Shape;2959;p47"/>
              <p:cNvSpPr/>
              <p:nvPr/>
            </p:nvSpPr>
            <p:spPr>
              <a:xfrm>
                <a:off x="5857697" y="3537500"/>
                <a:ext cx="284275" cy="640300"/>
              </a:xfrm>
              <a:custGeom>
                <a:avLst/>
                <a:gdLst/>
                <a:ahLst/>
                <a:cxnLst/>
                <a:rect l="l" t="t" r="r" b="b"/>
                <a:pathLst>
                  <a:path w="11371" h="25612" extrusionOk="0">
                    <a:moveTo>
                      <a:pt x="115" y="25459"/>
                    </a:moveTo>
                    <a:cubicBezTo>
                      <a:pt x="0" y="25306"/>
                      <a:pt x="39" y="25076"/>
                      <a:pt x="153" y="24961"/>
                    </a:cubicBezTo>
                    <a:cubicBezTo>
                      <a:pt x="689" y="24502"/>
                      <a:pt x="1225" y="24042"/>
                      <a:pt x="1723" y="23583"/>
                    </a:cubicBezTo>
                    <a:cubicBezTo>
                      <a:pt x="2680" y="22779"/>
                      <a:pt x="3561" y="22090"/>
                      <a:pt x="4365" y="21171"/>
                    </a:cubicBezTo>
                    <a:cubicBezTo>
                      <a:pt x="6355" y="18874"/>
                      <a:pt x="7848" y="16117"/>
                      <a:pt x="8844" y="13285"/>
                    </a:cubicBezTo>
                    <a:cubicBezTo>
                      <a:pt x="9686" y="10758"/>
                      <a:pt x="10145" y="8116"/>
                      <a:pt x="10375" y="5436"/>
                    </a:cubicBezTo>
                    <a:cubicBezTo>
                      <a:pt x="10490" y="3790"/>
                      <a:pt x="10643" y="2106"/>
                      <a:pt x="10452" y="459"/>
                    </a:cubicBezTo>
                    <a:cubicBezTo>
                      <a:pt x="10452" y="268"/>
                      <a:pt x="10567" y="77"/>
                      <a:pt x="10758" y="77"/>
                    </a:cubicBezTo>
                    <a:cubicBezTo>
                      <a:pt x="11371" y="0"/>
                      <a:pt x="11179" y="1034"/>
                      <a:pt x="11256" y="1417"/>
                    </a:cubicBezTo>
                    <a:cubicBezTo>
                      <a:pt x="11256" y="2527"/>
                      <a:pt x="11217" y="3637"/>
                      <a:pt x="11141" y="4786"/>
                    </a:cubicBezTo>
                    <a:cubicBezTo>
                      <a:pt x="10873" y="8844"/>
                      <a:pt x="10069" y="13017"/>
                      <a:pt x="8193" y="16653"/>
                    </a:cubicBezTo>
                    <a:cubicBezTo>
                      <a:pt x="7044" y="18874"/>
                      <a:pt x="5705" y="21056"/>
                      <a:pt x="3829" y="22741"/>
                    </a:cubicBezTo>
                    <a:cubicBezTo>
                      <a:pt x="3293" y="23200"/>
                      <a:pt x="2718" y="23659"/>
                      <a:pt x="2182" y="24157"/>
                    </a:cubicBezTo>
                    <a:cubicBezTo>
                      <a:pt x="1646" y="24578"/>
                      <a:pt x="1149" y="25076"/>
                      <a:pt x="613" y="25497"/>
                    </a:cubicBezTo>
                    <a:cubicBezTo>
                      <a:pt x="460" y="25612"/>
                      <a:pt x="230" y="25574"/>
                      <a:pt x="115" y="254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Google Shape;2960;p47"/>
              <p:cNvSpPr/>
              <p:nvPr/>
            </p:nvSpPr>
            <p:spPr>
              <a:xfrm>
                <a:off x="7067447" y="3237925"/>
                <a:ext cx="220175" cy="859500"/>
              </a:xfrm>
              <a:custGeom>
                <a:avLst/>
                <a:gdLst/>
                <a:ahLst/>
                <a:cxnLst/>
                <a:rect l="l" t="t" r="r" b="b"/>
                <a:pathLst>
                  <a:path w="8807" h="34380" extrusionOk="0">
                    <a:moveTo>
                      <a:pt x="8232" y="34264"/>
                    </a:moveTo>
                    <a:cubicBezTo>
                      <a:pt x="6088" y="33077"/>
                      <a:pt x="5208" y="31814"/>
                      <a:pt x="4059" y="29670"/>
                    </a:cubicBezTo>
                    <a:cubicBezTo>
                      <a:pt x="3523" y="28675"/>
                      <a:pt x="3140" y="27603"/>
                      <a:pt x="2796" y="26531"/>
                    </a:cubicBezTo>
                    <a:cubicBezTo>
                      <a:pt x="2298" y="25114"/>
                      <a:pt x="1915" y="23621"/>
                      <a:pt x="1647" y="22167"/>
                    </a:cubicBezTo>
                    <a:cubicBezTo>
                      <a:pt x="575" y="16960"/>
                      <a:pt x="1" y="11639"/>
                      <a:pt x="231" y="6355"/>
                    </a:cubicBezTo>
                    <a:cubicBezTo>
                      <a:pt x="231" y="4977"/>
                      <a:pt x="307" y="3561"/>
                      <a:pt x="307" y="2182"/>
                    </a:cubicBezTo>
                    <a:cubicBezTo>
                      <a:pt x="307" y="1570"/>
                      <a:pt x="307" y="957"/>
                      <a:pt x="307" y="383"/>
                    </a:cubicBezTo>
                    <a:cubicBezTo>
                      <a:pt x="307" y="192"/>
                      <a:pt x="460" y="0"/>
                      <a:pt x="652" y="0"/>
                    </a:cubicBezTo>
                    <a:cubicBezTo>
                      <a:pt x="843" y="0"/>
                      <a:pt x="1035" y="192"/>
                      <a:pt x="1035" y="383"/>
                    </a:cubicBezTo>
                    <a:cubicBezTo>
                      <a:pt x="996" y="1838"/>
                      <a:pt x="996" y="3293"/>
                      <a:pt x="958" y="4747"/>
                    </a:cubicBezTo>
                    <a:cubicBezTo>
                      <a:pt x="767" y="9609"/>
                      <a:pt x="920" y="14510"/>
                      <a:pt x="1839" y="19295"/>
                    </a:cubicBezTo>
                    <a:cubicBezTo>
                      <a:pt x="2489" y="23392"/>
                      <a:pt x="3408" y="27565"/>
                      <a:pt x="5705" y="31087"/>
                    </a:cubicBezTo>
                    <a:cubicBezTo>
                      <a:pt x="6203" y="31852"/>
                      <a:pt x="6815" y="32541"/>
                      <a:pt x="7581" y="33039"/>
                    </a:cubicBezTo>
                    <a:cubicBezTo>
                      <a:pt x="7887" y="33269"/>
                      <a:pt x="8232" y="33460"/>
                      <a:pt x="8577" y="33690"/>
                    </a:cubicBezTo>
                    <a:cubicBezTo>
                      <a:pt x="8768" y="33766"/>
                      <a:pt x="8806" y="33996"/>
                      <a:pt x="8730" y="34149"/>
                    </a:cubicBezTo>
                    <a:cubicBezTo>
                      <a:pt x="8615" y="34302"/>
                      <a:pt x="8385" y="34379"/>
                      <a:pt x="8232" y="342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Google Shape;2961;p47"/>
              <p:cNvSpPr/>
              <p:nvPr/>
            </p:nvSpPr>
            <p:spPr>
              <a:xfrm>
                <a:off x="5865347" y="4094525"/>
                <a:ext cx="1427050" cy="354150"/>
              </a:xfrm>
              <a:custGeom>
                <a:avLst/>
                <a:gdLst/>
                <a:ahLst/>
                <a:cxnLst/>
                <a:rect l="l" t="t" r="r" b="b"/>
                <a:pathLst>
                  <a:path w="57082" h="14166" extrusionOk="0">
                    <a:moveTo>
                      <a:pt x="26378" y="14089"/>
                    </a:moveTo>
                    <a:cubicBezTo>
                      <a:pt x="24617" y="14050"/>
                      <a:pt x="22856" y="13897"/>
                      <a:pt x="21057" y="13706"/>
                    </a:cubicBezTo>
                    <a:cubicBezTo>
                      <a:pt x="19296" y="13514"/>
                      <a:pt x="17496" y="13246"/>
                      <a:pt x="15773" y="12710"/>
                    </a:cubicBezTo>
                    <a:cubicBezTo>
                      <a:pt x="12940" y="11830"/>
                      <a:pt x="10031" y="11179"/>
                      <a:pt x="7466" y="9724"/>
                    </a:cubicBezTo>
                    <a:cubicBezTo>
                      <a:pt x="5437" y="8499"/>
                      <a:pt x="3523" y="7083"/>
                      <a:pt x="1991" y="5322"/>
                    </a:cubicBezTo>
                    <a:cubicBezTo>
                      <a:pt x="1379" y="4671"/>
                      <a:pt x="804" y="4020"/>
                      <a:pt x="307" y="3293"/>
                    </a:cubicBezTo>
                    <a:cubicBezTo>
                      <a:pt x="154" y="3139"/>
                      <a:pt x="1" y="2910"/>
                      <a:pt x="39" y="2718"/>
                    </a:cubicBezTo>
                    <a:cubicBezTo>
                      <a:pt x="77" y="2259"/>
                      <a:pt x="690" y="2259"/>
                      <a:pt x="766" y="2718"/>
                    </a:cubicBezTo>
                    <a:cubicBezTo>
                      <a:pt x="1187" y="3293"/>
                      <a:pt x="1647" y="3867"/>
                      <a:pt x="2144" y="4441"/>
                    </a:cubicBezTo>
                    <a:cubicBezTo>
                      <a:pt x="3905" y="6508"/>
                      <a:pt x="6088" y="8193"/>
                      <a:pt x="8461" y="9456"/>
                    </a:cubicBezTo>
                    <a:cubicBezTo>
                      <a:pt x="10337" y="10413"/>
                      <a:pt x="12366" y="10949"/>
                      <a:pt x="14395" y="11562"/>
                    </a:cubicBezTo>
                    <a:cubicBezTo>
                      <a:pt x="16539" y="12251"/>
                      <a:pt x="18798" y="12787"/>
                      <a:pt x="21057" y="12978"/>
                    </a:cubicBezTo>
                    <a:cubicBezTo>
                      <a:pt x="23468" y="13246"/>
                      <a:pt x="25919" y="13476"/>
                      <a:pt x="28369" y="13361"/>
                    </a:cubicBezTo>
                    <a:cubicBezTo>
                      <a:pt x="31202" y="13246"/>
                      <a:pt x="34073" y="12902"/>
                      <a:pt x="36868" y="12251"/>
                    </a:cubicBezTo>
                    <a:cubicBezTo>
                      <a:pt x="40007" y="11447"/>
                      <a:pt x="43108" y="10337"/>
                      <a:pt x="46056" y="8997"/>
                    </a:cubicBezTo>
                    <a:cubicBezTo>
                      <a:pt x="49999" y="6930"/>
                      <a:pt x="54095" y="4441"/>
                      <a:pt x="56278" y="383"/>
                    </a:cubicBezTo>
                    <a:cubicBezTo>
                      <a:pt x="56354" y="192"/>
                      <a:pt x="56584" y="0"/>
                      <a:pt x="56814" y="115"/>
                    </a:cubicBezTo>
                    <a:cubicBezTo>
                      <a:pt x="56967" y="153"/>
                      <a:pt x="57082" y="383"/>
                      <a:pt x="57005" y="574"/>
                    </a:cubicBezTo>
                    <a:cubicBezTo>
                      <a:pt x="56546" y="1532"/>
                      <a:pt x="55933" y="2374"/>
                      <a:pt x="55206" y="3178"/>
                    </a:cubicBezTo>
                    <a:cubicBezTo>
                      <a:pt x="53789" y="4900"/>
                      <a:pt x="52028" y="6317"/>
                      <a:pt x="50114" y="7504"/>
                    </a:cubicBezTo>
                    <a:cubicBezTo>
                      <a:pt x="48621" y="8423"/>
                      <a:pt x="47128" y="9265"/>
                      <a:pt x="45520" y="9992"/>
                    </a:cubicBezTo>
                    <a:cubicBezTo>
                      <a:pt x="43874" y="10720"/>
                      <a:pt x="42113" y="11370"/>
                      <a:pt x="40390" y="11945"/>
                    </a:cubicBezTo>
                    <a:cubicBezTo>
                      <a:pt x="35911" y="13476"/>
                      <a:pt x="31125" y="14165"/>
                      <a:pt x="26378" y="140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Google Shape;2962;p47"/>
              <p:cNvSpPr/>
              <p:nvPr/>
            </p:nvSpPr>
            <p:spPr>
              <a:xfrm>
                <a:off x="5744747" y="4107925"/>
                <a:ext cx="1588800" cy="478550"/>
              </a:xfrm>
              <a:custGeom>
                <a:avLst/>
                <a:gdLst/>
                <a:ahLst/>
                <a:cxnLst/>
                <a:rect l="l" t="t" r="r" b="b"/>
                <a:pathLst>
                  <a:path w="63552" h="19142" extrusionOk="0">
                    <a:moveTo>
                      <a:pt x="28446" y="19027"/>
                    </a:moveTo>
                    <a:cubicBezTo>
                      <a:pt x="26531" y="18874"/>
                      <a:pt x="24579" y="18606"/>
                      <a:pt x="22665" y="18300"/>
                    </a:cubicBezTo>
                    <a:cubicBezTo>
                      <a:pt x="21401" y="18032"/>
                      <a:pt x="20138" y="17649"/>
                      <a:pt x="18836" y="17381"/>
                    </a:cubicBezTo>
                    <a:cubicBezTo>
                      <a:pt x="16922" y="16883"/>
                      <a:pt x="14970" y="16500"/>
                      <a:pt x="13170" y="15773"/>
                    </a:cubicBezTo>
                    <a:cubicBezTo>
                      <a:pt x="8844" y="13897"/>
                      <a:pt x="4250" y="10911"/>
                      <a:pt x="1532" y="7044"/>
                    </a:cubicBezTo>
                    <a:cubicBezTo>
                      <a:pt x="920" y="6087"/>
                      <a:pt x="1" y="4518"/>
                      <a:pt x="192" y="3369"/>
                    </a:cubicBezTo>
                    <a:cubicBezTo>
                      <a:pt x="269" y="3063"/>
                      <a:pt x="537" y="2871"/>
                      <a:pt x="805" y="2718"/>
                    </a:cubicBezTo>
                    <a:cubicBezTo>
                      <a:pt x="1264" y="2412"/>
                      <a:pt x="1762" y="2144"/>
                      <a:pt x="2221" y="1838"/>
                    </a:cubicBezTo>
                    <a:cubicBezTo>
                      <a:pt x="2719" y="1531"/>
                      <a:pt x="3217" y="1264"/>
                      <a:pt x="3676" y="957"/>
                    </a:cubicBezTo>
                    <a:cubicBezTo>
                      <a:pt x="4403" y="574"/>
                      <a:pt x="5169" y="0"/>
                      <a:pt x="6050" y="38"/>
                    </a:cubicBezTo>
                    <a:cubicBezTo>
                      <a:pt x="6509" y="38"/>
                      <a:pt x="7236" y="651"/>
                      <a:pt x="6700" y="1034"/>
                    </a:cubicBezTo>
                    <a:cubicBezTo>
                      <a:pt x="6509" y="1149"/>
                      <a:pt x="6241" y="1034"/>
                      <a:pt x="6164" y="804"/>
                    </a:cubicBezTo>
                    <a:cubicBezTo>
                      <a:pt x="5552" y="460"/>
                      <a:pt x="3599" y="1914"/>
                      <a:pt x="2910" y="2221"/>
                    </a:cubicBezTo>
                    <a:cubicBezTo>
                      <a:pt x="2260" y="2680"/>
                      <a:pt x="1494" y="3063"/>
                      <a:pt x="881" y="3522"/>
                    </a:cubicBezTo>
                    <a:cubicBezTo>
                      <a:pt x="766" y="4326"/>
                      <a:pt x="1379" y="5436"/>
                      <a:pt x="1800" y="6126"/>
                    </a:cubicBezTo>
                    <a:cubicBezTo>
                      <a:pt x="3331" y="8576"/>
                      <a:pt x="5590" y="10490"/>
                      <a:pt x="7926" y="12136"/>
                    </a:cubicBezTo>
                    <a:cubicBezTo>
                      <a:pt x="9916" y="13399"/>
                      <a:pt x="11984" y="14625"/>
                      <a:pt x="14204" y="15390"/>
                    </a:cubicBezTo>
                    <a:cubicBezTo>
                      <a:pt x="15429" y="15811"/>
                      <a:pt x="16692" y="16118"/>
                      <a:pt x="17956" y="16424"/>
                    </a:cubicBezTo>
                    <a:cubicBezTo>
                      <a:pt x="19449" y="16768"/>
                      <a:pt x="20942" y="17151"/>
                      <a:pt x="22435" y="17496"/>
                    </a:cubicBezTo>
                    <a:cubicBezTo>
                      <a:pt x="24426" y="17879"/>
                      <a:pt x="26417" y="18147"/>
                      <a:pt x="28407" y="18300"/>
                    </a:cubicBezTo>
                    <a:cubicBezTo>
                      <a:pt x="31087" y="18453"/>
                      <a:pt x="33767" y="18261"/>
                      <a:pt x="36409" y="18108"/>
                    </a:cubicBezTo>
                    <a:cubicBezTo>
                      <a:pt x="39471" y="17879"/>
                      <a:pt x="42572" y="17458"/>
                      <a:pt x="45520" y="16730"/>
                    </a:cubicBezTo>
                    <a:cubicBezTo>
                      <a:pt x="47932" y="16079"/>
                      <a:pt x="50382" y="15352"/>
                      <a:pt x="52718" y="14548"/>
                    </a:cubicBezTo>
                    <a:cubicBezTo>
                      <a:pt x="54823" y="13859"/>
                      <a:pt x="56890" y="12902"/>
                      <a:pt x="58652" y="11485"/>
                    </a:cubicBezTo>
                    <a:cubicBezTo>
                      <a:pt x="59647" y="10681"/>
                      <a:pt x="60604" y="9801"/>
                      <a:pt x="61485" y="8844"/>
                    </a:cubicBezTo>
                    <a:cubicBezTo>
                      <a:pt x="61944" y="8269"/>
                      <a:pt x="62403" y="7695"/>
                      <a:pt x="62863" y="7083"/>
                    </a:cubicBezTo>
                    <a:cubicBezTo>
                      <a:pt x="62978" y="6929"/>
                      <a:pt x="63207" y="6891"/>
                      <a:pt x="63360" y="7006"/>
                    </a:cubicBezTo>
                    <a:cubicBezTo>
                      <a:pt x="63514" y="7121"/>
                      <a:pt x="63552" y="7351"/>
                      <a:pt x="63437" y="7504"/>
                    </a:cubicBezTo>
                    <a:cubicBezTo>
                      <a:pt x="62633" y="8537"/>
                      <a:pt x="61867" y="9533"/>
                      <a:pt x="60910" y="10413"/>
                    </a:cubicBezTo>
                    <a:cubicBezTo>
                      <a:pt x="57694" y="13591"/>
                      <a:pt x="54785" y="14701"/>
                      <a:pt x="50574" y="16003"/>
                    </a:cubicBezTo>
                    <a:cubicBezTo>
                      <a:pt x="46669" y="17228"/>
                      <a:pt x="42687" y="18261"/>
                      <a:pt x="38591" y="18606"/>
                    </a:cubicBezTo>
                    <a:cubicBezTo>
                      <a:pt x="35222" y="18951"/>
                      <a:pt x="31815" y="19142"/>
                      <a:pt x="28446" y="190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Google Shape;2963;p47"/>
              <p:cNvSpPr/>
              <p:nvPr/>
            </p:nvSpPr>
            <p:spPr>
              <a:xfrm>
                <a:off x="7237350" y="4031350"/>
                <a:ext cx="119650" cy="63200"/>
              </a:xfrm>
              <a:custGeom>
                <a:avLst/>
                <a:gdLst/>
                <a:ahLst/>
                <a:cxnLst/>
                <a:rect l="l" t="t" r="r" b="b"/>
                <a:pathLst>
                  <a:path w="4786" h="2528" extrusionOk="0">
                    <a:moveTo>
                      <a:pt x="4020" y="2259"/>
                    </a:moveTo>
                    <a:cubicBezTo>
                      <a:pt x="3331" y="1800"/>
                      <a:pt x="2565" y="1340"/>
                      <a:pt x="1723" y="1264"/>
                    </a:cubicBezTo>
                    <a:cubicBezTo>
                      <a:pt x="1417" y="1264"/>
                      <a:pt x="1034" y="1264"/>
                      <a:pt x="804" y="1532"/>
                    </a:cubicBezTo>
                    <a:cubicBezTo>
                      <a:pt x="421" y="1800"/>
                      <a:pt x="0" y="1264"/>
                      <a:pt x="345" y="958"/>
                    </a:cubicBezTo>
                    <a:cubicBezTo>
                      <a:pt x="1570" y="0"/>
                      <a:pt x="3331" y="919"/>
                      <a:pt x="4441" y="1685"/>
                    </a:cubicBezTo>
                    <a:cubicBezTo>
                      <a:pt x="4786" y="1991"/>
                      <a:pt x="4365" y="2527"/>
                      <a:pt x="3982" y="22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47"/>
              <p:cNvSpPr/>
              <p:nvPr/>
            </p:nvSpPr>
            <p:spPr>
              <a:xfrm>
                <a:off x="5609797" y="4200750"/>
                <a:ext cx="152200" cy="74675"/>
              </a:xfrm>
              <a:custGeom>
                <a:avLst/>
                <a:gdLst/>
                <a:ahLst/>
                <a:cxnLst/>
                <a:rect l="l" t="t" r="r" b="b"/>
                <a:pathLst>
                  <a:path w="6088" h="2987" extrusionOk="0">
                    <a:moveTo>
                      <a:pt x="77" y="2719"/>
                    </a:moveTo>
                    <a:cubicBezTo>
                      <a:pt x="1" y="2527"/>
                      <a:pt x="77" y="2336"/>
                      <a:pt x="269" y="2259"/>
                    </a:cubicBezTo>
                    <a:cubicBezTo>
                      <a:pt x="920" y="1991"/>
                      <a:pt x="1570" y="1723"/>
                      <a:pt x="2183" y="1455"/>
                    </a:cubicBezTo>
                    <a:cubicBezTo>
                      <a:pt x="2872" y="1187"/>
                      <a:pt x="3523" y="919"/>
                      <a:pt x="4174" y="613"/>
                    </a:cubicBezTo>
                    <a:cubicBezTo>
                      <a:pt x="4671" y="422"/>
                      <a:pt x="5093" y="77"/>
                      <a:pt x="5590" y="1"/>
                    </a:cubicBezTo>
                    <a:cubicBezTo>
                      <a:pt x="6050" y="1"/>
                      <a:pt x="6088" y="690"/>
                      <a:pt x="5590" y="728"/>
                    </a:cubicBezTo>
                    <a:cubicBezTo>
                      <a:pt x="4978" y="958"/>
                      <a:pt x="4403" y="1302"/>
                      <a:pt x="3791" y="1570"/>
                    </a:cubicBezTo>
                    <a:cubicBezTo>
                      <a:pt x="3102" y="1838"/>
                      <a:pt x="2451" y="2145"/>
                      <a:pt x="1800" y="2413"/>
                    </a:cubicBezTo>
                    <a:cubicBezTo>
                      <a:pt x="1379" y="2566"/>
                      <a:pt x="958" y="2757"/>
                      <a:pt x="537" y="2910"/>
                    </a:cubicBezTo>
                    <a:cubicBezTo>
                      <a:pt x="345" y="2987"/>
                      <a:pt x="154" y="2910"/>
                      <a:pt x="77" y="27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47"/>
              <p:cNvSpPr/>
              <p:nvPr/>
            </p:nvSpPr>
            <p:spPr>
              <a:xfrm>
                <a:off x="7274675" y="4083025"/>
                <a:ext cx="17250" cy="18225"/>
              </a:xfrm>
              <a:custGeom>
                <a:avLst/>
                <a:gdLst/>
                <a:ahLst/>
                <a:cxnLst/>
                <a:rect l="l" t="t" r="r" b="b"/>
                <a:pathLst>
                  <a:path w="690" h="729" extrusionOk="0">
                    <a:moveTo>
                      <a:pt x="345" y="1"/>
                    </a:moveTo>
                    <a:cubicBezTo>
                      <a:pt x="153" y="1"/>
                      <a:pt x="0" y="154"/>
                      <a:pt x="0" y="345"/>
                    </a:cubicBezTo>
                    <a:cubicBezTo>
                      <a:pt x="0" y="575"/>
                      <a:pt x="153" y="728"/>
                      <a:pt x="345" y="728"/>
                    </a:cubicBezTo>
                    <a:cubicBezTo>
                      <a:pt x="536" y="728"/>
                      <a:pt x="689" y="575"/>
                      <a:pt x="689" y="345"/>
                    </a:cubicBezTo>
                    <a:cubicBezTo>
                      <a:pt x="689" y="154"/>
                      <a:pt x="536" y="1"/>
                      <a:pt x="3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Google Shape;2966;p47"/>
              <p:cNvSpPr/>
              <p:nvPr/>
            </p:nvSpPr>
            <p:spPr>
              <a:xfrm>
                <a:off x="6383625" y="1540050"/>
                <a:ext cx="969550" cy="1598350"/>
              </a:xfrm>
              <a:custGeom>
                <a:avLst/>
                <a:gdLst/>
                <a:ahLst/>
                <a:cxnLst/>
                <a:rect l="l" t="t" r="r" b="b"/>
                <a:pathLst>
                  <a:path w="38782" h="63934" extrusionOk="0">
                    <a:moveTo>
                      <a:pt x="38131" y="63781"/>
                    </a:moveTo>
                    <a:cubicBezTo>
                      <a:pt x="36638" y="62288"/>
                      <a:pt x="35298" y="60641"/>
                      <a:pt x="34226" y="58804"/>
                    </a:cubicBezTo>
                    <a:cubicBezTo>
                      <a:pt x="33613" y="57694"/>
                      <a:pt x="33192" y="56545"/>
                      <a:pt x="32694" y="55397"/>
                    </a:cubicBezTo>
                    <a:cubicBezTo>
                      <a:pt x="32158" y="54210"/>
                      <a:pt x="31699" y="52985"/>
                      <a:pt x="31316" y="51721"/>
                    </a:cubicBezTo>
                    <a:cubicBezTo>
                      <a:pt x="29402" y="46017"/>
                      <a:pt x="27909" y="40198"/>
                      <a:pt x="26914" y="34264"/>
                    </a:cubicBezTo>
                    <a:cubicBezTo>
                      <a:pt x="26071" y="29057"/>
                      <a:pt x="25229" y="23812"/>
                      <a:pt x="23813" y="18721"/>
                    </a:cubicBezTo>
                    <a:cubicBezTo>
                      <a:pt x="23162" y="16271"/>
                      <a:pt x="22358" y="13820"/>
                      <a:pt x="21248" y="11523"/>
                    </a:cubicBezTo>
                    <a:cubicBezTo>
                      <a:pt x="20597" y="10298"/>
                      <a:pt x="19869" y="9073"/>
                      <a:pt x="19104" y="7886"/>
                    </a:cubicBezTo>
                    <a:cubicBezTo>
                      <a:pt x="18070" y="6393"/>
                      <a:pt x="16615" y="5207"/>
                      <a:pt x="15122" y="4173"/>
                    </a:cubicBezTo>
                    <a:cubicBezTo>
                      <a:pt x="14395" y="3637"/>
                      <a:pt x="13629" y="3178"/>
                      <a:pt x="12825" y="2756"/>
                    </a:cubicBezTo>
                    <a:cubicBezTo>
                      <a:pt x="11255" y="1991"/>
                      <a:pt x="9533" y="1493"/>
                      <a:pt x="7848" y="1110"/>
                    </a:cubicBezTo>
                    <a:cubicBezTo>
                      <a:pt x="6164" y="766"/>
                      <a:pt x="4403" y="804"/>
                      <a:pt x="2756" y="1149"/>
                    </a:cubicBezTo>
                    <a:cubicBezTo>
                      <a:pt x="2067" y="1302"/>
                      <a:pt x="1417" y="1531"/>
                      <a:pt x="766" y="1761"/>
                    </a:cubicBezTo>
                    <a:cubicBezTo>
                      <a:pt x="651" y="1799"/>
                      <a:pt x="498" y="1876"/>
                      <a:pt x="345" y="1876"/>
                    </a:cubicBezTo>
                    <a:cubicBezTo>
                      <a:pt x="153" y="1876"/>
                      <a:pt x="0" y="1723"/>
                      <a:pt x="0" y="1531"/>
                    </a:cubicBezTo>
                    <a:cubicBezTo>
                      <a:pt x="0" y="1340"/>
                      <a:pt x="115" y="1225"/>
                      <a:pt x="306" y="1187"/>
                    </a:cubicBezTo>
                    <a:cubicBezTo>
                      <a:pt x="345" y="1149"/>
                      <a:pt x="383" y="1149"/>
                      <a:pt x="421" y="1110"/>
                    </a:cubicBezTo>
                    <a:cubicBezTo>
                      <a:pt x="2488" y="268"/>
                      <a:pt x="4786" y="0"/>
                      <a:pt x="7006" y="268"/>
                    </a:cubicBezTo>
                    <a:cubicBezTo>
                      <a:pt x="9877" y="727"/>
                      <a:pt x="12787" y="1646"/>
                      <a:pt x="15199" y="3331"/>
                    </a:cubicBezTo>
                    <a:cubicBezTo>
                      <a:pt x="16845" y="4441"/>
                      <a:pt x="18453" y="5743"/>
                      <a:pt x="19601" y="7389"/>
                    </a:cubicBezTo>
                    <a:cubicBezTo>
                      <a:pt x="20558" y="8844"/>
                      <a:pt x="21516" y="10337"/>
                      <a:pt x="22243" y="11945"/>
                    </a:cubicBezTo>
                    <a:cubicBezTo>
                      <a:pt x="23545" y="14892"/>
                      <a:pt x="24425" y="17993"/>
                      <a:pt x="25191" y="21133"/>
                    </a:cubicBezTo>
                    <a:cubicBezTo>
                      <a:pt x="26722" y="27335"/>
                      <a:pt x="27335" y="33766"/>
                      <a:pt x="28751" y="40006"/>
                    </a:cubicBezTo>
                    <a:cubicBezTo>
                      <a:pt x="29172" y="41921"/>
                      <a:pt x="29670" y="43835"/>
                      <a:pt x="30244" y="45711"/>
                    </a:cubicBezTo>
                    <a:cubicBezTo>
                      <a:pt x="31125" y="48888"/>
                      <a:pt x="32044" y="52066"/>
                      <a:pt x="33345" y="55090"/>
                    </a:cubicBezTo>
                    <a:cubicBezTo>
                      <a:pt x="33766" y="56047"/>
                      <a:pt x="34149" y="57043"/>
                      <a:pt x="34609" y="57962"/>
                    </a:cubicBezTo>
                    <a:cubicBezTo>
                      <a:pt x="35336" y="59378"/>
                      <a:pt x="36255" y="60641"/>
                      <a:pt x="37288" y="61866"/>
                    </a:cubicBezTo>
                    <a:cubicBezTo>
                      <a:pt x="37748" y="62364"/>
                      <a:pt x="38169" y="62824"/>
                      <a:pt x="38628" y="63283"/>
                    </a:cubicBezTo>
                    <a:cubicBezTo>
                      <a:pt x="38743" y="63436"/>
                      <a:pt x="38782" y="63627"/>
                      <a:pt x="38628" y="63781"/>
                    </a:cubicBezTo>
                    <a:cubicBezTo>
                      <a:pt x="38475" y="63934"/>
                      <a:pt x="38246" y="63934"/>
                      <a:pt x="38131" y="637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Google Shape;2967;p47"/>
              <p:cNvSpPr/>
              <p:nvPr/>
            </p:nvSpPr>
            <p:spPr>
              <a:xfrm>
                <a:off x="5703125" y="1536200"/>
                <a:ext cx="694875" cy="637450"/>
              </a:xfrm>
              <a:custGeom>
                <a:avLst/>
                <a:gdLst/>
                <a:ahLst/>
                <a:cxnLst/>
                <a:rect l="l" t="t" r="r" b="b"/>
                <a:pathLst>
                  <a:path w="27795" h="25498" extrusionOk="0">
                    <a:moveTo>
                      <a:pt x="230" y="25421"/>
                    </a:moveTo>
                    <a:cubicBezTo>
                      <a:pt x="77" y="25306"/>
                      <a:pt x="0" y="25077"/>
                      <a:pt x="115" y="24924"/>
                    </a:cubicBezTo>
                    <a:cubicBezTo>
                      <a:pt x="1493" y="22627"/>
                      <a:pt x="2604" y="20215"/>
                      <a:pt x="3637" y="17765"/>
                    </a:cubicBezTo>
                    <a:cubicBezTo>
                      <a:pt x="4250" y="16348"/>
                      <a:pt x="4939" y="15008"/>
                      <a:pt x="5666" y="13630"/>
                    </a:cubicBezTo>
                    <a:cubicBezTo>
                      <a:pt x="6738" y="11639"/>
                      <a:pt x="7810" y="9648"/>
                      <a:pt x="9188" y="7849"/>
                    </a:cubicBezTo>
                    <a:cubicBezTo>
                      <a:pt x="10796" y="5935"/>
                      <a:pt x="12519" y="4021"/>
                      <a:pt x="14586" y="2604"/>
                    </a:cubicBezTo>
                    <a:cubicBezTo>
                      <a:pt x="17037" y="1111"/>
                      <a:pt x="19870" y="77"/>
                      <a:pt x="22741" y="1"/>
                    </a:cubicBezTo>
                    <a:cubicBezTo>
                      <a:pt x="24349" y="1"/>
                      <a:pt x="26072" y="231"/>
                      <a:pt x="27297" y="1303"/>
                    </a:cubicBezTo>
                    <a:cubicBezTo>
                      <a:pt x="27679" y="1341"/>
                      <a:pt x="27794" y="1838"/>
                      <a:pt x="27450" y="1992"/>
                    </a:cubicBezTo>
                    <a:cubicBezTo>
                      <a:pt x="27182" y="2106"/>
                      <a:pt x="26914" y="1953"/>
                      <a:pt x="26761" y="1762"/>
                    </a:cubicBezTo>
                    <a:cubicBezTo>
                      <a:pt x="26569" y="1609"/>
                      <a:pt x="26340" y="1456"/>
                      <a:pt x="26110" y="1341"/>
                    </a:cubicBezTo>
                    <a:cubicBezTo>
                      <a:pt x="23698" y="269"/>
                      <a:pt x="20903" y="728"/>
                      <a:pt x="18491" y="1532"/>
                    </a:cubicBezTo>
                    <a:cubicBezTo>
                      <a:pt x="15046" y="2719"/>
                      <a:pt x="13170" y="4403"/>
                      <a:pt x="10796" y="7083"/>
                    </a:cubicBezTo>
                    <a:cubicBezTo>
                      <a:pt x="9035" y="8998"/>
                      <a:pt x="7734" y="11256"/>
                      <a:pt x="6509" y="13553"/>
                    </a:cubicBezTo>
                    <a:cubicBezTo>
                      <a:pt x="5360" y="15621"/>
                      <a:pt x="4365" y="17803"/>
                      <a:pt x="3446" y="19985"/>
                    </a:cubicBezTo>
                    <a:cubicBezTo>
                      <a:pt x="2833" y="21363"/>
                      <a:pt x="2182" y="22741"/>
                      <a:pt x="1417" y="24043"/>
                    </a:cubicBezTo>
                    <a:cubicBezTo>
                      <a:pt x="1187" y="24464"/>
                      <a:pt x="957" y="24885"/>
                      <a:pt x="728" y="25268"/>
                    </a:cubicBezTo>
                    <a:cubicBezTo>
                      <a:pt x="613" y="25460"/>
                      <a:pt x="383" y="25498"/>
                      <a:pt x="230" y="254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Google Shape;2968;p47"/>
              <p:cNvSpPr/>
              <p:nvPr/>
            </p:nvSpPr>
            <p:spPr>
              <a:xfrm>
                <a:off x="6389350" y="1031825"/>
                <a:ext cx="302475" cy="488150"/>
              </a:xfrm>
              <a:custGeom>
                <a:avLst/>
                <a:gdLst/>
                <a:ahLst/>
                <a:cxnLst/>
                <a:rect l="l" t="t" r="r" b="b"/>
                <a:pathLst>
                  <a:path w="12099" h="19526" extrusionOk="0">
                    <a:moveTo>
                      <a:pt x="39" y="19027"/>
                    </a:moveTo>
                    <a:cubicBezTo>
                      <a:pt x="39" y="18338"/>
                      <a:pt x="384" y="17687"/>
                      <a:pt x="613" y="17037"/>
                    </a:cubicBezTo>
                    <a:cubicBezTo>
                      <a:pt x="1532" y="14893"/>
                      <a:pt x="2642" y="12864"/>
                      <a:pt x="3753" y="10835"/>
                    </a:cubicBezTo>
                    <a:cubicBezTo>
                      <a:pt x="4480" y="9533"/>
                      <a:pt x="5207" y="8193"/>
                      <a:pt x="6050" y="6930"/>
                    </a:cubicBezTo>
                    <a:cubicBezTo>
                      <a:pt x="7619" y="4633"/>
                      <a:pt x="9419" y="2451"/>
                      <a:pt x="11218" y="345"/>
                    </a:cubicBezTo>
                    <a:cubicBezTo>
                      <a:pt x="11601" y="0"/>
                      <a:pt x="12098" y="575"/>
                      <a:pt x="11677" y="919"/>
                    </a:cubicBezTo>
                    <a:cubicBezTo>
                      <a:pt x="9878" y="2986"/>
                      <a:pt x="8155" y="5130"/>
                      <a:pt x="6586" y="7389"/>
                    </a:cubicBezTo>
                    <a:cubicBezTo>
                      <a:pt x="5131" y="9648"/>
                      <a:pt x="3906" y="12021"/>
                      <a:pt x="2642" y="14395"/>
                    </a:cubicBezTo>
                    <a:cubicBezTo>
                      <a:pt x="2030" y="15697"/>
                      <a:pt x="1379" y="16960"/>
                      <a:pt x="881" y="18300"/>
                    </a:cubicBezTo>
                    <a:cubicBezTo>
                      <a:pt x="805" y="18530"/>
                      <a:pt x="728" y="18798"/>
                      <a:pt x="728" y="19027"/>
                    </a:cubicBezTo>
                    <a:cubicBezTo>
                      <a:pt x="728" y="19487"/>
                      <a:pt x="39" y="19525"/>
                      <a:pt x="1" y="190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Google Shape;2969;p47"/>
              <p:cNvSpPr/>
              <p:nvPr/>
            </p:nvSpPr>
            <p:spPr>
              <a:xfrm>
                <a:off x="6590350" y="951425"/>
                <a:ext cx="92850" cy="91900"/>
              </a:xfrm>
              <a:custGeom>
                <a:avLst/>
                <a:gdLst/>
                <a:ahLst/>
                <a:cxnLst/>
                <a:rect l="l" t="t" r="r" b="b"/>
                <a:pathLst>
                  <a:path w="3714" h="3676" extrusionOk="0">
                    <a:moveTo>
                      <a:pt x="2872" y="3216"/>
                    </a:moveTo>
                    <a:cubicBezTo>
                      <a:pt x="2259" y="2183"/>
                      <a:pt x="1493" y="1111"/>
                      <a:pt x="268" y="728"/>
                    </a:cubicBezTo>
                    <a:cubicBezTo>
                      <a:pt x="115" y="651"/>
                      <a:pt x="0" y="422"/>
                      <a:pt x="77" y="269"/>
                    </a:cubicBezTo>
                    <a:cubicBezTo>
                      <a:pt x="153" y="77"/>
                      <a:pt x="383" y="1"/>
                      <a:pt x="575" y="77"/>
                    </a:cubicBezTo>
                    <a:cubicBezTo>
                      <a:pt x="919" y="230"/>
                      <a:pt x="1302" y="383"/>
                      <a:pt x="1608" y="613"/>
                    </a:cubicBezTo>
                    <a:cubicBezTo>
                      <a:pt x="2412" y="1187"/>
                      <a:pt x="2948" y="2030"/>
                      <a:pt x="3446" y="2834"/>
                    </a:cubicBezTo>
                    <a:cubicBezTo>
                      <a:pt x="3599" y="2872"/>
                      <a:pt x="3714" y="3025"/>
                      <a:pt x="3714" y="3178"/>
                    </a:cubicBezTo>
                    <a:cubicBezTo>
                      <a:pt x="3676" y="3676"/>
                      <a:pt x="3063" y="3599"/>
                      <a:pt x="2872" y="3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Google Shape;2970;p47"/>
              <p:cNvSpPr/>
              <p:nvPr/>
            </p:nvSpPr>
            <p:spPr>
              <a:xfrm>
                <a:off x="5605500" y="950475"/>
                <a:ext cx="629800" cy="535025"/>
              </a:xfrm>
              <a:custGeom>
                <a:avLst/>
                <a:gdLst/>
                <a:ahLst/>
                <a:cxnLst/>
                <a:rect l="l" t="t" r="r" b="b"/>
                <a:pathLst>
                  <a:path w="25192" h="21401" extrusionOk="0">
                    <a:moveTo>
                      <a:pt x="230" y="21171"/>
                    </a:moveTo>
                    <a:cubicBezTo>
                      <a:pt x="77" y="21056"/>
                      <a:pt x="0" y="20865"/>
                      <a:pt x="115" y="20673"/>
                    </a:cubicBezTo>
                    <a:cubicBezTo>
                      <a:pt x="498" y="20061"/>
                      <a:pt x="919" y="19448"/>
                      <a:pt x="1340" y="18874"/>
                    </a:cubicBezTo>
                    <a:cubicBezTo>
                      <a:pt x="2680" y="16998"/>
                      <a:pt x="4097" y="15237"/>
                      <a:pt x="5628" y="13591"/>
                    </a:cubicBezTo>
                    <a:cubicBezTo>
                      <a:pt x="10835" y="8040"/>
                      <a:pt x="16769" y="2872"/>
                      <a:pt x="24004" y="345"/>
                    </a:cubicBezTo>
                    <a:cubicBezTo>
                      <a:pt x="24196" y="268"/>
                      <a:pt x="24387" y="192"/>
                      <a:pt x="24579" y="115"/>
                    </a:cubicBezTo>
                    <a:cubicBezTo>
                      <a:pt x="24655" y="39"/>
                      <a:pt x="24770" y="0"/>
                      <a:pt x="24923" y="39"/>
                    </a:cubicBezTo>
                    <a:cubicBezTo>
                      <a:pt x="25114" y="77"/>
                      <a:pt x="25191" y="268"/>
                      <a:pt x="25153" y="460"/>
                    </a:cubicBezTo>
                    <a:cubicBezTo>
                      <a:pt x="25038" y="766"/>
                      <a:pt x="24655" y="804"/>
                      <a:pt x="24387" y="957"/>
                    </a:cubicBezTo>
                    <a:cubicBezTo>
                      <a:pt x="23353" y="1340"/>
                      <a:pt x="22281" y="1761"/>
                      <a:pt x="21286" y="2221"/>
                    </a:cubicBezTo>
                    <a:cubicBezTo>
                      <a:pt x="18262" y="3637"/>
                      <a:pt x="15544" y="5513"/>
                      <a:pt x="12979" y="7619"/>
                    </a:cubicBezTo>
                    <a:cubicBezTo>
                      <a:pt x="10146" y="9916"/>
                      <a:pt x="7542" y="12481"/>
                      <a:pt x="5130" y="15199"/>
                    </a:cubicBezTo>
                    <a:cubicBezTo>
                      <a:pt x="3676" y="16845"/>
                      <a:pt x="2374" y="18606"/>
                      <a:pt x="1149" y="20405"/>
                    </a:cubicBezTo>
                    <a:cubicBezTo>
                      <a:pt x="881" y="20712"/>
                      <a:pt x="728" y="21401"/>
                      <a:pt x="230" y="211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47"/>
              <p:cNvSpPr/>
              <p:nvPr/>
            </p:nvSpPr>
            <p:spPr>
              <a:xfrm>
                <a:off x="6657350" y="942800"/>
                <a:ext cx="223025" cy="111050"/>
              </a:xfrm>
              <a:custGeom>
                <a:avLst/>
                <a:gdLst/>
                <a:ahLst/>
                <a:cxnLst/>
                <a:rect l="l" t="t" r="r" b="b"/>
                <a:pathLst>
                  <a:path w="8921" h="4442" extrusionOk="0">
                    <a:moveTo>
                      <a:pt x="996" y="4404"/>
                    </a:moveTo>
                    <a:cubicBezTo>
                      <a:pt x="0" y="4097"/>
                      <a:pt x="1646" y="2796"/>
                      <a:pt x="1991" y="2489"/>
                    </a:cubicBezTo>
                    <a:cubicBezTo>
                      <a:pt x="2871" y="1762"/>
                      <a:pt x="3905" y="1303"/>
                      <a:pt x="4862" y="805"/>
                    </a:cubicBezTo>
                    <a:cubicBezTo>
                      <a:pt x="5858" y="346"/>
                      <a:pt x="6968" y="192"/>
                      <a:pt x="8040" y="154"/>
                    </a:cubicBezTo>
                    <a:cubicBezTo>
                      <a:pt x="8346" y="154"/>
                      <a:pt x="8920" y="1"/>
                      <a:pt x="8920" y="460"/>
                    </a:cubicBezTo>
                    <a:cubicBezTo>
                      <a:pt x="8882" y="996"/>
                      <a:pt x="8231" y="805"/>
                      <a:pt x="7887" y="843"/>
                    </a:cubicBezTo>
                    <a:cubicBezTo>
                      <a:pt x="6853" y="920"/>
                      <a:pt x="5781" y="1111"/>
                      <a:pt x="4862" y="1609"/>
                    </a:cubicBezTo>
                    <a:cubicBezTo>
                      <a:pt x="3943" y="2068"/>
                      <a:pt x="2986" y="2489"/>
                      <a:pt x="2221" y="3179"/>
                    </a:cubicBezTo>
                    <a:cubicBezTo>
                      <a:pt x="1914" y="3485"/>
                      <a:pt x="1646" y="3753"/>
                      <a:pt x="1378" y="4059"/>
                    </a:cubicBezTo>
                    <a:cubicBezTo>
                      <a:pt x="1378" y="4289"/>
                      <a:pt x="1187" y="4442"/>
                      <a:pt x="996" y="44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47"/>
              <p:cNvSpPr/>
              <p:nvPr/>
            </p:nvSpPr>
            <p:spPr>
              <a:xfrm>
                <a:off x="7055500" y="948550"/>
                <a:ext cx="298625" cy="267050"/>
              </a:xfrm>
              <a:custGeom>
                <a:avLst/>
                <a:gdLst/>
                <a:ahLst/>
                <a:cxnLst/>
                <a:rect l="l" t="t" r="r" b="b"/>
                <a:pathLst>
                  <a:path w="11945" h="10682" extrusionOk="0">
                    <a:moveTo>
                      <a:pt x="11217" y="10452"/>
                    </a:moveTo>
                    <a:cubicBezTo>
                      <a:pt x="10069" y="8270"/>
                      <a:pt x="8423" y="6432"/>
                      <a:pt x="6623" y="4824"/>
                    </a:cubicBezTo>
                    <a:cubicBezTo>
                      <a:pt x="5015" y="3370"/>
                      <a:pt x="3331" y="1838"/>
                      <a:pt x="1302" y="1073"/>
                    </a:cubicBezTo>
                    <a:cubicBezTo>
                      <a:pt x="996" y="958"/>
                      <a:pt x="689" y="881"/>
                      <a:pt x="383" y="805"/>
                    </a:cubicBezTo>
                    <a:cubicBezTo>
                      <a:pt x="192" y="766"/>
                      <a:pt x="0" y="613"/>
                      <a:pt x="39" y="422"/>
                    </a:cubicBezTo>
                    <a:cubicBezTo>
                      <a:pt x="39" y="192"/>
                      <a:pt x="268" y="1"/>
                      <a:pt x="498" y="116"/>
                    </a:cubicBezTo>
                    <a:cubicBezTo>
                      <a:pt x="1187" y="230"/>
                      <a:pt x="1838" y="498"/>
                      <a:pt x="2489" y="805"/>
                    </a:cubicBezTo>
                    <a:cubicBezTo>
                      <a:pt x="3867" y="1455"/>
                      <a:pt x="5015" y="2451"/>
                      <a:pt x="6164" y="3446"/>
                    </a:cubicBezTo>
                    <a:cubicBezTo>
                      <a:pt x="7274" y="4480"/>
                      <a:pt x="8423" y="5437"/>
                      <a:pt x="9418" y="6585"/>
                    </a:cubicBezTo>
                    <a:cubicBezTo>
                      <a:pt x="10337" y="7696"/>
                      <a:pt x="11179" y="8844"/>
                      <a:pt x="11830" y="10108"/>
                    </a:cubicBezTo>
                    <a:cubicBezTo>
                      <a:pt x="11945" y="10261"/>
                      <a:pt x="11868" y="10490"/>
                      <a:pt x="11715" y="10605"/>
                    </a:cubicBezTo>
                    <a:cubicBezTo>
                      <a:pt x="11524" y="10682"/>
                      <a:pt x="11294" y="10605"/>
                      <a:pt x="11217" y="1045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47"/>
              <p:cNvSpPr/>
              <p:nvPr/>
            </p:nvSpPr>
            <p:spPr>
              <a:xfrm>
                <a:off x="6425725" y="1495050"/>
                <a:ext cx="719750" cy="887250"/>
              </a:xfrm>
              <a:custGeom>
                <a:avLst/>
                <a:gdLst/>
                <a:ahLst/>
                <a:cxnLst/>
                <a:rect l="l" t="t" r="r" b="b"/>
                <a:pathLst>
                  <a:path w="28790" h="35490" extrusionOk="0">
                    <a:moveTo>
                      <a:pt x="28063" y="35107"/>
                    </a:moveTo>
                    <a:cubicBezTo>
                      <a:pt x="27756" y="32886"/>
                      <a:pt x="27565" y="30628"/>
                      <a:pt x="27297" y="28407"/>
                    </a:cubicBezTo>
                    <a:cubicBezTo>
                      <a:pt x="27297" y="28407"/>
                      <a:pt x="27297" y="28445"/>
                      <a:pt x="27297" y="28445"/>
                    </a:cubicBezTo>
                    <a:cubicBezTo>
                      <a:pt x="26799" y="24387"/>
                      <a:pt x="26187" y="20291"/>
                      <a:pt x="25038" y="16348"/>
                    </a:cubicBezTo>
                    <a:cubicBezTo>
                      <a:pt x="24426" y="14434"/>
                      <a:pt x="23468" y="12596"/>
                      <a:pt x="22550" y="10797"/>
                    </a:cubicBezTo>
                    <a:cubicBezTo>
                      <a:pt x="22052" y="9840"/>
                      <a:pt x="21554" y="8959"/>
                      <a:pt x="20942" y="8117"/>
                    </a:cubicBezTo>
                    <a:cubicBezTo>
                      <a:pt x="20291" y="7236"/>
                      <a:pt x="19487" y="6432"/>
                      <a:pt x="18683" y="5705"/>
                    </a:cubicBezTo>
                    <a:cubicBezTo>
                      <a:pt x="17649" y="4824"/>
                      <a:pt x="16616" y="3982"/>
                      <a:pt x="15467" y="3255"/>
                    </a:cubicBezTo>
                    <a:cubicBezTo>
                      <a:pt x="14089" y="2489"/>
                      <a:pt x="12634" y="1877"/>
                      <a:pt x="11103" y="1417"/>
                    </a:cubicBezTo>
                    <a:lnTo>
                      <a:pt x="11141" y="1417"/>
                    </a:lnTo>
                    <a:cubicBezTo>
                      <a:pt x="11141" y="1417"/>
                      <a:pt x="11141" y="1417"/>
                      <a:pt x="11141" y="1417"/>
                    </a:cubicBezTo>
                    <a:cubicBezTo>
                      <a:pt x="9610" y="958"/>
                      <a:pt x="8002" y="690"/>
                      <a:pt x="6356" y="728"/>
                    </a:cubicBezTo>
                    <a:cubicBezTo>
                      <a:pt x="5016" y="728"/>
                      <a:pt x="3676" y="766"/>
                      <a:pt x="2374" y="996"/>
                    </a:cubicBezTo>
                    <a:cubicBezTo>
                      <a:pt x="1762" y="1111"/>
                      <a:pt x="1111" y="1302"/>
                      <a:pt x="537" y="1494"/>
                    </a:cubicBezTo>
                    <a:cubicBezTo>
                      <a:pt x="383" y="1570"/>
                      <a:pt x="154" y="1532"/>
                      <a:pt x="77" y="1341"/>
                    </a:cubicBezTo>
                    <a:cubicBezTo>
                      <a:pt x="1" y="1187"/>
                      <a:pt x="77" y="958"/>
                      <a:pt x="230" y="881"/>
                    </a:cubicBezTo>
                    <a:cubicBezTo>
                      <a:pt x="537" y="766"/>
                      <a:pt x="843" y="651"/>
                      <a:pt x="1149" y="575"/>
                    </a:cubicBezTo>
                    <a:cubicBezTo>
                      <a:pt x="2259" y="269"/>
                      <a:pt x="3408" y="116"/>
                      <a:pt x="4556" y="77"/>
                    </a:cubicBezTo>
                    <a:cubicBezTo>
                      <a:pt x="5973" y="1"/>
                      <a:pt x="7389" y="1"/>
                      <a:pt x="8806" y="154"/>
                    </a:cubicBezTo>
                    <a:cubicBezTo>
                      <a:pt x="11371" y="575"/>
                      <a:pt x="13898" y="1532"/>
                      <a:pt x="16156" y="2872"/>
                    </a:cubicBezTo>
                    <a:cubicBezTo>
                      <a:pt x="18032" y="4135"/>
                      <a:pt x="19832" y="5628"/>
                      <a:pt x="21325" y="7389"/>
                    </a:cubicBezTo>
                    <a:cubicBezTo>
                      <a:pt x="22320" y="8729"/>
                      <a:pt x="23009" y="10146"/>
                      <a:pt x="23736" y="11601"/>
                    </a:cubicBezTo>
                    <a:cubicBezTo>
                      <a:pt x="24655" y="13400"/>
                      <a:pt x="25536" y="15238"/>
                      <a:pt x="26033" y="17190"/>
                    </a:cubicBezTo>
                    <a:cubicBezTo>
                      <a:pt x="26991" y="20942"/>
                      <a:pt x="27565" y="24809"/>
                      <a:pt x="28024" y="28637"/>
                    </a:cubicBezTo>
                    <a:cubicBezTo>
                      <a:pt x="28254" y="30589"/>
                      <a:pt x="28445" y="32618"/>
                      <a:pt x="28713" y="34571"/>
                    </a:cubicBezTo>
                    <a:lnTo>
                      <a:pt x="28713" y="34647"/>
                    </a:lnTo>
                    <a:cubicBezTo>
                      <a:pt x="28713" y="34724"/>
                      <a:pt x="28713" y="34801"/>
                      <a:pt x="28752" y="34877"/>
                    </a:cubicBezTo>
                    <a:cubicBezTo>
                      <a:pt x="28752" y="34992"/>
                      <a:pt x="28790" y="35145"/>
                      <a:pt x="28675" y="35260"/>
                    </a:cubicBezTo>
                    <a:cubicBezTo>
                      <a:pt x="28522" y="35490"/>
                      <a:pt x="28101" y="35413"/>
                      <a:pt x="28063" y="3510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47"/>
              <p:cNvSpPr/>
              <p:nvPr/>
            </p:nvSpPr>
            <p:spPr>
              <a:xfrm>
                <a:off x="7132050" y="2435875"/>
                <a:ext cx="50750" cy="178050"/>
              </a:xfrm>
              <a:custGeom>
                <a:avLst/>
                <a:gdLst/>
                <a:ahLst/>
                <a:cxnLst/>
                <a:rect l="l" t="t" r="r" b="b"/>
                <a:pathLst>
                  <a:path w="2030" h="7122" extrusionOk="0">
                    <a:moveTo>
                      <a:pt x="1264" y="6662"/>
                    </a:moveTo>
                    <a:cubicBezTo>
                      <a:pt x="881" y="5169"/>
                      <a:pt x="575" y="3637"/>
                      <a:pt x="307" y="2144"/>
                    </a:cubicBezTo>
                    <a:cubicBezTo>
                      <a:pt x="192" y="1532"/>
                      <a:pt x="1" y="958"/>
                      <a:pt x="1" y="345"/>
                    </a:cubicBezTo>
                    <a:cubicBezTo>
                      <a:pt x="39" y="154"/>
                      <a:pt x="192" y="1"/>
                      <a:pt x="384" y="1"/>
                    </a:cubicBezTo>
                    <a:cubicBezTo>
                      <a:pt x="767" y="39"/>
                      <a:pt x="728" y="383"/>
                      <a:pt x="728" y="651"/>
                    </a:cubicBezTo>
                    <a:cubicBezTo>
                      <a:pt x="996" y="2144"/>
                      <a:pt x="1303" y="3599"/>
                      <a:pt x="1609" y="5054"/>
                    </a:cubicBezTo>
                    <a:cubicBezTo>
                      <a:pt x="1724" y="5552"/>
                      <a:pt x="1839" y="6049"/>
                      <a:pt x="1953" y="6547"/>
                    </a:cubicBezTo>
                    <a:cubicBezTo>
                      <a:pt x="2030" y="6968"/>
                      <a:pt x="1379" y="7121"/>
                      <a:pt x="1264" y="66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47"/>
              <p:cNvSpPr/>
              <p:nvPr/>
            </p:nvSpPr>
            <p:spPr>
              <a:xfrm>
                <a:off x="5724175" y="1508450"/>
                <a:ext cx="429750" cy="404875"/>
              </a:xfrm>
              <a:custGeom>
                <a:avLst/>
                <a:gdLst/>
                <a:ahLst/>
                <a:cxnLst/>
                <a:rect l="l" t="t" r="r" b="b"/>
                <a:pathLst>
                  <a:path w="17190" h="16195" extrusionOk="0">
                    <a:moveTo>
                      <a:pt x="230" y="16118"/>
                    </a:moveTo>
                    <a:cubicBezTo>
                      <a:pt x="77" y="16003"/>
                      <a:pt x="1" y="15812"/>
                      <a:pt x="77" y="15620"/>
                    </a:cubicBezTo>
                    <a:cubicBezTo>
                      <a:pt x="766" y="14204"/>
                      <a:pt x="1455" y="12826"/>
                      <a:pt x="2221" y="11486"/>
                    </a:cubicBezTo>
                    <a:cubicBezTo>
                      <a:pt x="5054" y="5896"/>
                      <a:pt x="9993" y="1685"/>
                      <a:pt x="16156" y="307"/>
                    </a:cubicBezTo>
                    <a:cubicBezTo>
                      <a:pt x="16501" y="230"/>
                      <a:pt x="17037" y="1"/>
                      <a:pt x="17152" y="460"/>
                    </a:cubicBezTo>
                    <a:cubicBezTo>
                      <a:pt x="17190" y="651"/>
                      <a:pt x="17075" y="843"/>
                      <a:pt x="16884" y="881"/>
                    </a:cubicBezTo>
                    <a:cubicBezTo>
                      <a:pt x="15697" y="1111"/>
                      <a:pt x="14510" y="1455"/>
                      <a:pt x="13400" y="1915"/>
                    </a:cubicBezTo>
                    <a:cubicBezTo>
                      <a:pt x="9303" y="3561"/>
                      <a:pt x="5858" y="6624"/>
                      <a:pt x="3637" y="10414"/>
                    </a:cubicBezTo>
                    <a:cubicBezTo>
                      <a:pt x="2834" y="11754"/>
                      <a:pt x="2106" y="13094"/>
                      <a:pt x="1417" y="14510"/>
                    </a:cubicBezTo>
                    <a:cubicBezTo>
                      <a:pt x="1187" y="14970"/>
                      <a:pt x="958" y="15467"/>
                      <a:pt x="728" y="15927"/>
                    </a:cubicBezTo>
                    <a:cubicBezTo>
                      <a:pt x="613" y="16118"/>
                      <a:pt x="383" y="16195"/>
                      <a:pt x="230" y="16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47"/>
              <p:cNvSpPr/>
              <p:nvPr/>
            </p:nvSpPr>
            <p:spPr>
              <a:xfrm>
                <a:off x="6191250" y="1492175"/>
                <a:ext cx="56475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882" extrusionOk="0">
                    <a:moveTo>
                      <a:pt x="268" y="843"/>
                    </a:moveTo>
                    <a:cubicBezTo>
                      <a:pt x="77" y="766"/>
                      <a:pt x="0" y="575"/>
                      <a:pt x="38" y="384"/>
                    </a:cubicBezTo>
                    <a:cubicBezTo>
                      <a:pt x="191" y="39"/>
                      <a:pt x="651" y="39"/>
                      <a:pt x="957" y="1"/>
                    </a:cubicBezTo>
                    <a:cubicBezTo>
                      <a:pt x="1263" y="1"/>
                      <a:pt x="1608" y="1"/>
                      <a:pt x="1914" y="1"/>
                    </a:cubicBezTo>
                    <a:cubicBezTo>
                      <a:pt x="2106" y="1"/>
                      <a:pt x="2259" y="192"/>
                      <a:pt x="2259" y="384"/>
                    </a:cubicBezTo>
                    <a:cubicBezTo>
                      <a:pt x="2220" y="575"/>
                      <a:pt x="2067" y="728"/>
                      <a:pt x="1876" y="690"/>
                    </a:cubicBezTo>
                    <a:cubicBezTo>
                      <a:pt x="1455" y="690"/>
                      <a:pt x="995" y="652"/>
                      <a:pt x="613" y="766"/>
                    </a:cubicBezTo>
                    <a:cubicBezTo>
                      <a:pt x="498" y="843"/>
                      <a:pt x="383" y="881"/>
                      <a:pt x="268" y="84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47"/>
              <p:cNvSpPr/>
              <p:nvPr/>
            </p:nvSpPr>
            <p:spPr>
              <a:xfrm>
                <a:off x="6486975" y="1196450"/>
                <a:ext cx="419225" cy="85200"/>
              </a:xfrm>
              <a:custGeom>
                <a:avLst/>
                <a:gdLst/>
                <a:ahLst/>
                <a:cxnLst/>
                <a:rect l="l" t="t" r="r" b="b"/>
                <a:pathLst>
                  <a:path w="16769" h="3408" extrusionOk="0">
                    <a:moveTo>
                      <a:pt x="996" y="3331"/>
                    </a:moveTo>
                    <a:cubicBezTo>
                      <a:pt x="1" y="2603"/>
                      <a:pt x="3140" y="1417"/>
                      <a:pt x="3638" y="1187"/>
                    </a:cubicBezTo>
                    <a:cubicBezTo>
                      <a:pt x="5092" y="613"/>
                      <a:pt x="6586" y="153"/>
                      <a:pt x="8155" y="77"/>
                    </a:cubicBezTo>
                    <a:cubicBezTo>
                      <a:pt x="10567" y="0"/>
                      <a:pt x="13017" y="574"/>
                      <a:pt x="15199" y="1570"/>
                    </a:cubicBezTo>
                    <a:cubicBezTo>
                      <a:pt x="15659" y="1799"/>
                      <a:pt x="16118" y="2029"/>
                      <a:pt x="16578" y="2297"/>
                    </a:cubicBezTo>
                    <a:cubicBezTo>
                      <a:pt x="16731" y="2412"/>
                      <a:pt x="16769" y="2642"/>
                      <a:pt x="16654" y="2795"/>
                    </a:cubicBezTo>
                    <a:cubicBezTo>
                      <a:pt x="16501" y="3025"/>
                      <a:pt x="16233" y="2986"/>
                      <a:pt x="16080" y="2833"/>
                    </a:cubicBezTo>
                    <a:cubicBezTo>
                      <a:pt x="15620" y="2565"/>
                      <a:pt x="15123" y="2335"/>
                      <a:pt x="14625" y="2106"/>
                    </a:cubicBezTo>
                    <a:cubicBezTo>
                      <a:pt x="13974" y="1799"/>
                      <a:pt x="13285" y="1570"/>
                      <a:pt x="12596" y="1378"/>
                    </a:cubicBezTo>
                    <a:cubicBezTo>
                      <a:pt x="10490" y="804"/>
                      <a:pt x="8308" y="536"/>
                      <a:pt x="6203" y="1072"/>
                    </a:cubicBezTo>
                    <a:cubicBezTo>
                      <a:pt x="5360" y="1264"/>
                      <a:pt x="4595" y="1570"/>
                      <a:pt x="3829" y="1876"/>
                    </a:cubicBezTo>
                    <a:cubicBezTo>
                      <a:pt x="2987" y="2259"/>
                      <a:pt x="2106" y="2565"/>
                      <a:pt x="1455" y="3178"/>
                    </a:cubicBezTo>
                    <a:cubicBezTo>
                      <a:pt x="1341" y="3331"/>
                      <a:pt x="1149" y="3407"/>
                      <a:pt x="958" y="33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47"/>
              <p:cNvSpPr/>
              <p:nvPr/>
            </p:nvSpPr>
            <p:spPr>
              <a:xfrm>
                <a:off x="6565450" y="1114125"/>
                <a:ext cx="243150" cy="68950"/>
              </a:xfrm>
              <a:custGeom>
                <a:avLst/>
                <a:gdLst/>
                <a:ahLst/>
                <a:cxnLst/>
                <a:rect l="l" t="t" r="r" b="b"/>
                <a:pathLst>
                  <a:path w="9726" h="2758" extrusionOk="0">
                    <a:moveTo>
                      <a:pt x="575" y="2489"/>
                    </a:moveTo>
                    <a:cubicBezTo>
                      <a:pt x="1" y="1877"/>
                      <a:pt x="1953" y="1034"/>
                      <a:pt x="2413" y="881"/>
                    </a:cubicBezTo>
                    <a:cubicBezTo>
                      <a:pt x="3791" y="230"/>
                      <a:pt x="5322" y="39"/>
                      <a:pt x="6854" y="39"/>
                    </a:cubicBezTo>
                    <a:cubicBezTo>
                      <a:pt x="7734" y="1"/>
                      <a:pt x="8615" y="192"/>
                      <a:pt x="9419" y="422"/>
                    </a:cubicBezTo>
                    <a:cubicBezTo>
                      <a:pt x="9610" y="498"/>
                      <a:pt x="9725" y="728"/>
                      <a:pt x="9648" y="881"/>
                    </a:cubicBezTo>
                    <a:cubicBezTo>
                      <a:pt x="9534" y="1188"/>
                      <a:pt x="9227" y="1149"/>
                      <a:pt x="8998" y="1034"/>
                    </a:cubicBezTo>
                    <a:cubicBezTo>
                      <a:pt x="7658" y="652"/>
                      <a:pt x="6280" y="728"/>
                      <a:pt x="4901" y="881"/>
                    </a:cubicBezTo>
                    <a:cubicBezTo>
                      <a:pt x="4136" y="958"/>
                      <a:pt x="3408" y="1226"/>
                      <a:pt x="2681" y="1532"/>
                    </a:cubicBezTo>
                    <a:cubicBezTo>
                      <a:pt x="2221" y="1724"/>
                      <a:pt x="1762" y="1915"/>
                      <a:pt x="1379" y="2183"/>
                    </a:cubicBezTo>
                    <a:cubicBezTo>
                      <a:pt x="1149" y="2374"/>
                      <a:pt x="920" y="2757"/>
                      <a:pt x="575" y="24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47"/>
              <p:cNvSpPr/>
              <p:nvPr/>
            </p:nvSpPr>
            <p:spPr>
              <a:xfrm>
                <a:off x="6845900" y="1137100"/>
                <a:ext cx="63175" cy="38300"/>
              </a:xfrm>
              <a:custGeom>
                <a:avLst/>
                <a:gdLst/>
                <a:ahLst/>
                <a:cxnLst/>
                <a:rect l="l" t="t" r="r" b="b"/>
                <a:pathLst>
                  <a:path w="2527" h="1532" extrusionOk="0">
                    <a:moveTo>
                      <a:pt x="1953" y="1417"/>
                    </a:moveTo>
                    <a:cubicBezTo>
                      <a:pt x="1493" y="1149"/>
                      <a:pt x="995" y="919"/>
                      <a:pt x="498" y="766"/>
                    </a:cubicBezTo>
                    <a:cubicBezTo>
                      <a:pt x="230" y="728"/>
                      <a:pt x="0" y="613"/>
                      <a:pt x="0" y="345"/>
                    </a:cubicBezTo>
                    <a:cubicBezTo>
                      <a:pt x="38" y="154"/>
                      <a:pt x="192" y="1"/>
                      <a:pt x="383" y="1"/>
                    </a:cubicBezTo>
                    <a:cubicBezTo>
                      <a:pt x="1072" y="115"/>
                      <a:pt x="1685" y="460"/>
                      <a:pt x="2297" y="805"/>
                    </a:cubicBezTo>
                    <a:cubicBezTo>
                      <a:pt x="2450" y="881"/>
                      <a:pt x="2527" y="1111"/>
                      <a:pt x="2450" y="1264"/>
                    </a:cubicBezTo>
                    <a:cubicBezTo>
                      <a:pt x="2335" y="1455"/>
                      <a:pt x="2144" y="1532"/>
                      <a:pt x="1953" y="14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47"/>
              <p:cNvSpPr/>
              <p:nvPr/>
            </p:nvSpPr>
            <p:spPr>
              <a:xfrm>
                <a:off x="6109397" y="2762250"/>
                <a:ext cx="83300" cy="108175"/>
              </a:xfrm>
              <a:custGeom>
                <a:avLst/>
                <a:gdLst/>
                <a:ahLst/>
                <a:cxnLst/>
                <a:rect l="l" t="t" r="r" b="b"/>
                <a:pathLst>
                  <a:path w="3332" h="4327" extrusionOk="0">
                    <a:moveTo>
                      <a:pt x="2872" y="4288"/>
                    </a:moveTo>
                    <a:cubicBezTo>
                      <a:pt x="1800" y="4326"/>
                      <a:pt x="728" y="3676"/>
                      <a:pt x="345" y="2680"/>
                    </a:cubicBezTo>
                    <a:cubicBezTo>
                      <a:pt x="77" y="1914"/>
                      <a:pt x="1" y="996"/>
                      <a:pt x="345" y="230"/>
                    </a:cubicBezTo>
                    <a:cubicBezTo>
                      <a:pt x="422" y="115"/>
                      <a:pt x="575" y="0"/>
                      <a:pt x="767" y="0"/>
                    </a:cubicBezTo>
                    <a:cubicBezTo>
                      <a:pt x="1111" y="0"/>
                      <a:pt x="1226" y="498"/>
                      <a:pt x="920" y="689"/>
                    </a:cubicBezTo>
                    <a:cubicBezTo>
                      <a:pt x="575" y="2068"/>
                      <a:pt x="1264" y="3676"/>
                      <a:pt x="2872" y="3561"/>
                    </a:cubicBezTo>
                    <a:cubicBezTo>
                      <a:pt x="3332" y="3561"/>
                      <a:pt x="3332" y="4250"/>
                      <a:pt x="2872" y="428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47"/>
              <p:cNvSpPr/>
              <p:nvPr/>
            </p:nvSpPr>
            <p:spPr>
              <a:xfrm>
                <a:off x="6170672" y="2767975"/>
                <a:ext cx="402950" cy="172325"/>
              </a:xfrm>
              <a:custGeom>
                <a:avLst/>
                <a:gdLst/>
                <a:ahLst/>
                <a:cxnLst/>
                <a:rect l="l" t="t" r="r" b="b"/>
                <a:pathLst>
                  <a:path w="16118" h="6893" extrusionOk="0">
                    <a:moveTo>
                      <a:pt x="4326" y="6471"/>
                    </a:moveTo>
                    <a:cubicBezTo>
                      <a:pt x="3254" y="6203"/>
                      <a:pt x="2259" y="5667"/>
                      <a:pt x="1493" y="4863"/>
                    </a:cubicBezTo>
                    <a:cubicBezTo>
                      <a:pt x="1034" y="4404"/>
                      <a:pt x="689" y="3868"/>
                      <a:pt x="383" y="3293"/>
                    </a:cubicBezTo>
                    <a:cubicBezTo>
                      <a:pt x="191" y="3064"/>
                      <a:pt x="0" y="2643"/>
                      <a:pt x="345" y="2489"/>
                    </a:cubicBezTo>
                    <a:cubicBezTo>
                      <a:pt x="536" y="2413"/>
                      <a:pt x="766" y="2489"/>
                      <a:pt x="842" y="2643"/>
                    </a:cubicBezTo>
                    <a:cubicBezTo>
                      <a:pt x="1378" y="3714"/>
                      <a:pt x="2106" y="4710"/>
                      <a:pt x="3216" y="5284"/>
                    </a:cubicBezTo>
                    <a:cubicBezTo>
                      <a:pt x="4671" y="6126"/>
                      <a:pt x="6470" y="6050"/>
                      <a:pt x="7963" y="5322"/>
                    </a:cubicBezTo>
                    <a:cubicBezTo>
                      <a:pt x="8805" y="4901"/>
                      <a:pt x="9494" y="4136"/>
                      <a:pt x="10452" y="3982"/>
                    </a:cubicBezTo>
                    <a:cubicBezTo>
                      <a:pt x="11638" y="3868"/>
                      <a:pt x="12787" y="4480"/>
                      <a:pt x="13897" y="3868"/>
                    </a:cubicBezTo>
                    <a:cubicBezTo>
                      <a:pt x="15275" y="3217"/>
                      <a:pt x="15352" y="1915"/>
                      <a:pt x="14739" y="728"/>
                    </a:cubicBezTo>
                    <a:cubicBezTo>
                      <a:pt x="14548" y="269"/>
                      <a:pt x="15199" y="1"/>
                      <a:pt x="15390" y="422"/>
                    </a:cubicBezTo>
                    <a:cubicBezTo>
                      <a:pt x="15543" y="767"/>
                      <a:pt x="15658" y="1111"/>
                      <a:pt x="15735" y="1456"/>
                    </a:cubicBezTo>
                    <a:cubicBezTo>
                      <a:pt x="16118" y="3025"/>
                      <a:pt x="15084" y="4327"/>
                      <a:pt x="13629" y="4748"/>
                    </a:cubicBezTo>
                    <a:cubicBezTo>
                      <a:pt x="12749" y="5016"/>
                      <a:pt x="11830" y="4786"/>
                      <a:pt x="10949" y="4672"/>
                    </a:cubicBezTo>
                    <a:cubicBezTo>
                      <a:pt x="10413" y="4633"/>
                      <a:pt x="9916" y="4901"/>
                      <a:pt x="9494" y="5169"/>
                    </a:cubicBezTo>
                    <a:cubicBezTo>
                      <a:pt x="8040" y="6280"/>
                      <a:pt x="6125" y="6892"/>
                      <a:pt x="4326" y="64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47"/>
              <p:cNvSpPr/>
              <p:nvPr/>
            </p:nvSpPr>
            <p:spPr>
              <a:xfrm>
                <a:off x="6187897" y="2445450"/>
                <a:ext cx="77550" cy="246950"/>
              </a:xfrm>
              <a:custGeom>
                <a:avLst/>
                <a:gdLst/>
                <a:ahLst/>
                <a:cxnLst/>
                <a:rect l="l" t="t" r="r" b="b"/>
                <a:pathLst>
                  <a:path w="3102" h="9878" extrusionOk="0">
                    <a:moveTo>
                      <a:pt x="306" y="9839"/>
                    </a:moveTo>
                    <a:cubicBezTo>
                      <a:pt x="0" y="9763"/>
                      <a:pt x="0" y="9380"/>
                      <a:pt x="192" y="9188"/>
                    </a:cubicBezTo>
                    <a:cubicBezTo>
                      <a:pt x="345" y="8920"/>
                      <a:pt x="498" y="8691"/>
                      <a:pt x="613" y="8423"/>
                    </a:cubicBezTo>
                    <a:cubicBezTo>
                      <a:pt x="1340" y="7083"/>
                      <a:pt x="1685" y="5666"/>
                      <a:pt x="1991" y="4212"/>
                    </a:cubicBezTo>
                    <a:cubicBezTo>
                      <a:pt x="2144" y="3484"/>
                      <a:pt x="2221" y="2757"/>
                      <a:pt x="2297" y="2029"/>
                    </a:cubicBezTo>
                    <a:cubicBezTo>
                      <a:pt x="2297" y="1608"/>
                      <a:pt x="2297" y="1187"/>
                      <a:pt x="2297" y="766"/>
                    </a:cubicBezTo>
                    <a:cubicBezTo>
                      <a:pt x="2259" y="498"/>
                      <a:pt x="2182" y="77"/>
                      <a:pt x="2565" y="39"/>
                    </a:cubicBezTo>
                    <a:cubicBezTo>
                      <a:pt x="2757" y="0"/>
                      <a:pt x="2948" y="154"/>
                      <a:pt x="2948" y="345"/>
                    </a:cubicBezTo>
                    <a:cubicBezTo>
                      <a:pt x="3101" y="1838"/>
                      <a:pt x="2910" y="3331"/>
                      <a:pt x="2565" y="4786"/>
                    </a:cubicBezTo>
                    <a:cubicBezTo>
                      <a:pt x="2297" y="6087"/>
                      <a:pt x="1953" y="7274"/>
                      <a:pt x="1417" y="8461"/>
                    </a:cubicBezTo>
                    <a:cubicBezTo>
                      <a:pt x="1187" y="8882"/>
                      <a:pt x="996" y="9303"/>
                      <a:pt x="728" y="9648"/>
                    </a:cubicBezTo>
                    <a:cubicBezTo>
                      <a:pt x="651" y="9801"/>
                      <a:pt x="460" y="9878"/>
                      <a:pt x="306" y="98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47"/>
              <p:cNvSpPr/>
              <p:nvPr/>
            </p:nvSpPr>
            <p:spPr>
              <a:xfrm>
                <a:off x="5849550" y="2353575"/>
                <a:ext cx="280450" cy="122525"/>
              </a:xfrm>
              <a:custGeom>
                <a:avLst/>
                <a:gdLst/>
                <a:ahLst/>
                <a:cxnLst/>
                <a:rect l="l" t="t" r="r" b="b"/>
                <a:pathLst>
                  <a:path w="11218" h="4901" extrusionOk="0">
                    <a:moveTo>
                      <a:pt x="10567" y="2221"/>
                    </a:moveTo>
                    <a:cubicBezTo>
                      <a:pt x="10720" y="2527"/>
                      <a:pt x="11218" y="3178"/>
                      <a:pt x="10988" y="3484"/>
                    </a:cubicBezTo>
                    <a:cubicBezTo>
                      <a:pt x="10873" y="3637"/>
                      <a:pt x="10644" y="3675"/>
                      <a:pt x="10490" y="3561"/>
                    </a:cubicBezTo>
                    <a:cubicBezTo>
                      <a:pt x="10337" y="3407"/>
                      <a:pt x="10337" y="3216"/>
                      <a:pt x="10222" y="3025"/>
                    </a:cubicBezTo>
                    <a:cubicBezTo>
                      <a:pt x="9954" y="2565"/>
                      <a:pt x="9648" y="2106"/>
                      <a:pt x="9265" y="1723"/>
                    </a:cubicBezTo>
                    <a:cubicBezTo>
                      <a:pt x="9151" y="1646"/>
                      <a:pt x="9036" y="1570"/>
                      <a:pt x="8921" y="1493"/>
                    </a:cubicBezTo>
                    <a:cubicBezTo>
                      <a:pt x="9227" y="2259"/>
                      <a:pt x="8806" y="3293"/>
                      <a:pt x="8232" y="3867"/>
                    </a:cubicBezTo>
                    <a:cubicBezTo>
                      <a:pt x="7504" y="4556"/>
                      <a:pt x="6432" y="4900"/>
                      <a:pt x="5437" y="4671"/>
                    </a:cubicBezTo>
                    <a:cubicBezTo>
                      <a:pt x="4518" y="4403"/>
                      <a:pt x="3714" y="3599"/>
                      <a:pt x="3523" y="2642"/>
                    </a:cubicBezTo>
                    <a:cubicBezTo>
                      <a:pt x="3485" y="2221"/>
                      <a:pt x="3485" y="1531"/>
                      <a:pt x="3829" y="1187"/>
                    </a:cubicBezTo>
                    <a:cubicBezTo>
                      <a:pt x="3523" y="1302"/>
                      <a:pt x="3217" y="1417"/>
                      <a:pt x="2872" y="1570"/>
                    </a:cubicBezTo>
                    <a:cubicBezTo>
                      <a:pt x="2145" y="1991"/>
                      <a:pt x="1379" y="2489"/>
                      <a:pt x="498" y="2412"/>
                    </a:cubicBezTo>
                    <a:cubicBezTo>
                      <a:pt x="39" y="2412"/>
                      <a:pt x="1" y="1723"/>
                      <a:pt x="498" y="1723"/>
                    </a:cubicBezTo>
                    <a:cubicBezTo>
                      <a:pt x="881" y="1723"/>
                      <a:pt x="1264" y="1646"/>
                      <a:pt x="1609" y="1455"/>
                    </a:cubicBezTo>
                    <a:cubicBezTo>
                      <a:pt x="3217" y="498"/>
                      <a:pt x="5016" y="0"/>
                      <a:pt x="6853" y="153"/>
                    </a:cubicBezTo>
                    <a:cubicBezTo>
                      <a:pt x="8423" y="306"/>
                      <a:pt x="9763" y="804"/>
                      <a:pt x="10567" y="22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Google Shape;2984;p47"/>
              <p:cNvSpPr/>
              <p:nvPr/>
            </p:nvSpPr>
            <p:spPr>
              <a:xfrm>
                <a:off x="6592250" y="2389925"/>
                <a:ext cx="327350" cy="126375"/>
              </a:xfrm>
              <a:custGeom>
                <a:avLst/>
                <a:gdLst/>
                <a:ahLst/>
                <a:cxnLst/>
                <a:rect l="l" t="t" r="r" b="b"/>
                <a:pathLst>
                  <a:path w="13094" h="5055" extrusionOk="0">
                    <a:moveTo>
                      <a:pt x="767" y="3561"/>
                    </a:moveTo>
                    <a:lnTo>
                      <a:pt x="767" y="3561"/>
                    </a:lnTo>
                    <a:cubicBezTo>
                      <a:pt x="767" y="3561"/>
                      <a:pt x="767" y="3561"/>
                      <a:pt x="728" y="3561"/>
                    </a:cubicBezTo>
                    <a:cubicBezTo>
                      <a:pt x="728" y="3561"/>
                      <a:pt x="767" y="3561"/>
                      <a:pt x="767" y="3561"/>
                    </a:cubicBezTo>
                    <a:close/>
                    <a:moveTo>
                      <a:pt x="12826" y="3178"/>
                    </a:moveTo>
                    <a:cubicBezTo>
                      <a:pt x="13094" y="3561"/>
                      <a:pt x="12558" y="3982"/>
                      <a:pt x="12252" y="3600"/>
                    </a:cubicBezTo>
                    <a:cubicBezTo>
                      <a:pt x="11601" y="2681"/>
                      <a:pt x="10644" y="1992"/>
                      <a:pt x="9648" y="1417"/>
                    </a:cubicBezTo>
                    <a:cubicBezTo>
                      <a:pt x="9380" y="1264"/>
                      <a:pt x="9074" y="1188"/>
                      <a:pt x="8768" y="1111"/>
                    </a:cubicBezTo>
                    <a:cubicBezTo>
                      <a:pt x="8844" y="1226"/>
                      <a:pt x="8959" y="1341"/>
                      <a:pt x="9036" y="1456"/>
                    </a:cubicBezTo>
                    <a:cubicBezTo>
                      <a:pt x="10031" y="3178"/>
                      <a:pt x="8041" y="5054"/>
                      <a:pt x="6318" y="4863"/>
                    </a:cubicBezTo>
                    <a:cubicBezTo>
                      <a:pt x="4978" y="4633"/>
                      <a:pt x="3791" y="3408"/>
                      <a:pt x="3868" y="2030"/>
                    </a:cubicBezTo>
                    <a:cubicBezTo>
                      <a:pt x="3906" y="1762"/>
                      <a:pt x="3944" y="1341"/>
                      <a:pt x="4097" y="1035"/>
                    </a:cubicBezTo>
                    <a:cubicBezTo>
                      <a:pt x="3523" y="1226"/>
                      <a:pt x="2949" y="1494"/>
                      <a:pt x="2451" y="1839"/>
                    </a:cubicBezTo>
                    <a:cubicBezTo>
                      <a:pt x="1762" y="2336"/>
                      <a:pt x="1226" y="2949"/>
                      <a:pt x="728" y="3600"/>
                    </a:cubicBezTo>
                    <a:cubicBezTo>
                      <a:pt x="537" y="3906"/>
                      <a:pt x="1" y="3638"/>
                      <a:pt x="116" y="3293"/>
                    </a:cubicBezTo>
                    <a:cubicBezTo>
                      <a:pt x="231" y="2987"/>
                      <a:pt x="537" y="2757"/>
                      <a:pt x="728" y="2489"/>
                    </a:cubicBezTo>
                    <a:cubicBezTo>
                      <a:pt x="2030" y="881"/>
                      <a:pt x="4097" y="39"/>
                      <a:pt x="6126" y="1"/>
                    </a:cubicBezTo>
                    <a:cubicBezTo>
                      <a:pt x="7428" y="1"/>
                      <a:pt x="8806" y="269"/>
                      <a:pt x="9993" y="805"/>
                    </a:cubicBezTo>
                    <a:cubicBezTo>
                      <a:pt x="11065" y="1417"/>
                      <a:pt x="12099" y="2145"/>
                      <a:pt x="12826" y="31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Google Shape;2985;p47"/>
              <p:cNvSpPr/>
              <p:nvPr/>
            </p:nvSpPr>
            <p:spPr>
              <a:xfrm>
                <a:off x="6674575" y="2403325"/>
                <a:ext cx="160800" cy="117750"/>
              </a:xfrm>
              <a:custGeom>
                <a:avLst/>
                <a:gdLst/>
                <a:ahLst/>
                <a:cxnLst/>
                <a:rect l="l" t="t" r="r" b="b"/>
                <a:pathLst>
                  <a:path w="6432" h="4710" extrusionOk="0">
                    <a:moveTo>
                      <a:pt x="2680" y="4365"/>
                    </a:moveTo>
                    <a:cubicBezTo>
                      <a:pt x="1953" y="4250"/>
                      <a:pt x="1225" y="3906"/>
                      <a:pt x="804" y="3293"/>
                    </a:cubicBezTo>
                    <a:cubicBezTo>
                      <a:pt x="230" y="2413"/>
                      <a:pt x="0" y="1111"/>
                      <a:pt x="728" y="307"/>
                    </a:cubicBezTo>
                    <a:cubicBezTo>
                      <a:pt x="881" y="154"/>
                      <a:pt x="1149" y="39"/>
                      <a:pt x="1340" y="192"/>
                    </a:cubicBezTo>
                    <a:cubicBezTo>
                      <a:pt x="1532" y="231"/>
                      <a:pt x="1723" y="422"/>
                      <a:pt x="1647" y="652"/>
                    </a:cubicBezTo>
                    <a:cubicBezTo>
                      <a:pt x="1608" y="843"/>
                      <a:pt x="1379" y="958"/>
                      <a:pt x="1187" y="881"/>
                    </a:cubicBezTo>
                    <a:cubicBezTo>
                      <a:pt x="766" y="1532"/>
                      <a:pt x="1034" y="2451"/>
                      <a:pt x="1493" y="3025"/>
                    </a:cubicBezTo>
                    <a:cubicBezTo>
                      <a:pt x="2029" y="3600"/>
                      <a:pt x="2986" y="3868"/>
                      <a:pt x="3752" y="3638"/>
                    </a:cubicBezTo>
                    <a:cubicBezTo>
                      <a:pt x="4480" y="3370"/>
                      <a:pt x="5015" y="2757"/>
                      <a:pt x="5360" y="2106"/>
                    </a:cubicBezTo>
                    <a:cubicBezTo>
                      <a:pt x="5628" y="1571"/>
                      <a:pt x="5705" y="1264"/>
                      <a:pt x="5283" y="767"/>
                    </a:cubicBezTo>
                    <a:cubicBezTo>
                      <a:pt x="5015" y="422"/>
                      <a:pt x="5551" y="1"/>
                      <a:pt x="5858" y="345"/>
                    </a:cubicBezTo>
                    <a:cubicBezTo>
                      <a:pt x="5973" y="499"/>
                      <a:pt x="6087" y="652"/>
                      <a:pt x="6164" y="805"/>
                    </a:cubicBezTo>
                    <a:cubicBezTo>
                      <a:pt x="6432" y="1264"/>
                      <a:pt x="6279" y="1839"/>
                      <a:pt x="6049" y="2298"/>
                    </a:cubicBezTo>
                    <a:cubicBezTo>
                      <a:pt x="5475" y="3561"/>
                      <a:pt x="4135" y="4710"/>
                      <a:pt x="2680" y="43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47"/>
              <p:cNvSpPr/>
              <p:nvPr/>
            </p:nvSpPr>
            <p:spPr>
              <a:xfrm>
                <a:off x="6723375" y="2398550"/>
                <a:ext cx="125400" cy="119650"/>
              </a:xfrm>
              <a:custGeom>
                <a:avLst/>
                <a:gdLst/>
                <a:ahLst/>
                <a:cxnLst/>
                <a:rect l="l" t="t" r="r" b="b"/>
                <a:pathLst>
                  <a:path w="5016" h="4786" extrusionOk="0">
                    <a:moveTo>
                      <a:pt x="1494" y="4633"/>
                    </a:moveTo>
                    <a:cubicBezTo>
                      <a:pt x="1034" y="4556"/>
                      <a:pt x="613" y="4327"/>
                      <a:pt x="230" y="4059"/>
                    </a:cubicBezTo>
                    <a:cubicBezTo>
                      <a:pt x="39" y="3982"/>
                      <a:pt x="1" y="3752"/>
                      <a:pt x="77" y="3599"/>
                    </a:cubicBezTo>
                    <a:cubicBezTo>
                      <a:pt x="192" y="3408"/>
                      <a:pt x="384" y="3369"/>
                      <a:pt x="575" y="3446"/>
                    </a:cubicBezTo>
                    <a:cubicBezTo>
                      <a:pt x="958" y="3714"/>
                      <a:pt x="1379" y="3944"/>
                      <a:pt x="1877" y="3905"/>
                    </a:cubicBezTo>
                    <a:cubicBezTo>
                      <a:pt x="3063" y="3752"/>
                      <a:pt x="4135" y="2451"/>
                      <a:pt x="3599" y="1226"/>
                    </a:cubicBezTo>
                    <a:cubicBezTo>
                      <a:pt x="2987" y="804"/>
                      <a:pt x="3982" y="0"/>
                      <a:pt x="4289" y="1034"/>
                    </a:cubicBezTo>
                    <a:cubicBezTo>
                      <a:pt x="5016" y="2757"/>
                      <a:pt x="3331" y="4786"/>
                      <a:pt x="1494" y="45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47"/>
              <p:cNvSpPr/>
              <p:nvPr/>
            </p:nvSpPr>
            <p:spPr>
              <a:xfrm>
                <a:off x="6888950" y="2446400"/>
                <a:ext cx="68950" cy="32575"/>
              </a:xfrm>
              <a:custGeom>
                <a:avLst/>
                <a:gdLst/>
                <a:ahLst/>
                <a:cxnLst/>
                <a:rect l="l" t="t" r="r" b="b"/>
                <a:pathLst>
                  <a:path w="2758" h="1303" extrusionOk="0">
                    <a:moveTo>
                      <a:pt x="460" y="1226"/>
                    </a:moveTo>
                    <a:cubicBezTo>
                      <a:pt x="1" y="1226"/>
                      <a:pt x="1" y="537"/>
                      <a:pt x="460" y="537"/>
                    </a:cubicBezTo>
                    <a:cubicBezTo>
                      <a:pt x="1073" y="575"/>
                      <a:pt x="1685" y="383"/>
                      <a:pt x="2221" y="116"/>
                    </a:cubicBezTo>
                    <a:cubicBezTo>
                      <a:pt x="2413" y="1"/>
                      <a:pt x="2642" y="116"/>
                      <a:pt x="2681" y="307"/>
                    </a:cubicBezTo>
                    <a:cubicBezTo>
                      <a:pt x="2757" y="460"/>
                      <a:pt x="2681" y="690"/>
                      <a:pt x="2528" y="766"/>
                    </a:cubicBezTo>
                    <a:cubicBezTo>
                      <a:pt x="1877" y="1073"/>
                      <a:pt x="1188" y="1302"/>
                      <a:pt x="460" y="12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47"/>
              <p:cNvSpPr/>
              <p:nvPr/>
            </p:nvSpPr>
            <p:spPr>
              <a:xfrm>
                <a:off x="6863125" y="2420575"/>
                <a:ext cx="81375" cy="28725"/>
              </a:xfrm>
              <a:custGeom>
                <a:avLst/>
                <a:gdLst/>
                <a:ahLst/>
                <a:cxnLst/>
                <a:rect l="l" t="t" r="r" b="b"/>
                <a:pathLst>
                  <a:path w="3255" h="1149" extrusionOk="0">
                    <a:moveTo>
                      <a:pt x="498" y="1110"/>
                    </a:moveTo>
                    <a:cubicBezTo>
                      <a:pt x="0" y="1110"/>
                      <a:pt x="0" y="421"/>
                      <a:pt x="498" y="421"/>
                    </a:cubicBezTo>
                    <a:cubicBezTo>
                      <a:pt x="1225" y="421"/>
                      <a:pt x="1991" y="421"/>
                      <a:pt x="2680" y="115"/>
                    </a:cubicBezTo>
                    <a:cubicBezTo>
                      <a:pt x="2948" y="0"/>
                      <a:pt x="3254" y="306"/>
                      <a:pt x="3139" y="613"/>
                    </a:cubicBezTo>
                    <a:cubicBezTo>
                      <a:pt x="2757" y="1149"/>
                      <a:pt x="1110" y="1149"/>
                      <a:pt x="498" y="11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47"/>
              <p:cNvSpPr/>
              <p:nvPr/>
            </p:nvSpPr>
            <p:spPr>
              <a:xfrm>
                <a:off x="6830575" y="2398550"/>
                <a:ext cx="59375" cy="33525"/>
              </a:xfrm>
              <a:custGeom>
                <a:avLst/>
                <a:gdLst/>
                <a:ahLst/>
                <a:cxnLst/>
                <a:rect l="l" t="t" r="r" b="b"/>
                <a:pathLst>
                  <a:path w="2375" h="1341" extrusionOk="0">
                    <a:moveTo>
                      <a:pt x="1" y="958"/>
                    </a:moveTo>
                    <a:cubicBezTo>
                      <a:pt x="1" y="690"/>
                      <a:pt x="192" y="575"/>
                      <a:pt x="422" y="575"/>
                    </a:cubicBezTo>
                    <a:cubicBezTo>
                      <a:pt x="805" y="498"/>
                      <a:pt x="1187" y="383"/>
                      <a:pt x="1570" y="230"/>
                    </a:cubicBezTo>
                    <a:cubicBezTo>
                      <a:pt x="1838" y="154"/>
                      <a:pt x="2144" y="0"/>
                      <a:pt x="2298" y="345"/>
                    </a:cubicBezTo>
                    <a:cubicBezTo>
                      <a:pt x="2374" y="498"/>
                      <a:pt x="2298" y="728"/>
                      <a:pt x="2106" y="804"/>
                    </a:cubicBezTo>
                    <a:cubicBezTo>
                      <a:pt x="1647" y="996"/>
                      <a:pt x="1187" y="1111"/>
                      <a:pt x="728" y="1226"/>
                    </a:cubicBezTo>
                    <a:cubicBezTo>
                      <a:pt x="422" y="1340"/>
                      <a:pt x="1" y="1340"/>
                      <a:pt x="1" y="9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47"/>
              <p:cNvSpPr/>
              <p:nvPr/>
            </p:nvSpPr>
            <p:spPr>
              <a:xfrm>
                <a:off x="5856250" y="2363125"/>
                <a:ext cx="65100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2604" h="1418" extrusionOk="0">
                    <a:moveTo>
                      <a:pt x="2030" y="1341"/>
                    </a:moveTo>
                    <a:cubicBezTo>
                      <a:pt x="1570" y="1341"/>
                      <a:pt x="1" y="920"/>
                      <a:pt x="1" y="346"/>
                    </a:cubicBezTo>
                    <a:cubicBezTo>
                      <a:pt x="1" y="154"/>
                      <a:pt x="154" y="1"/>
                      <a:pt x="345" y="1"/>
                    </a:cubicBezTo>
                    <a:cubicBezTo>
                      <a:pt x="460" y="1"/>
                      <a:pt x="575" y="78"/>
                      <a:pt x="652" y="154"/>
                    </a:cubicBezTo>
                    <a:cubicBezTo>
                      <a:pt x="1111" y="422"/>
                      <a:pt x="1609" y="614"/>
                      <a:pt x="2145" y="652"/>
                    </a:cubicBezTo>
                    <a:cubicBezTo>
                      <a:pt x="2604" y="728"/>
                      <a:pt x="2489" y="1417"/>
                      <a:pt x="2030" y="13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47"/>
              <p:cNvSpPr/>
              <p:nvPr/>
            </p:nvSpPr>
            <p:spPr>
              <a:xfrm>
                <a:off x="5898375" y="2350700"/>
                <a:ext cx="82325" cy="32550"/>
              </a:xfrm>
              <a:custGeom>
                <a:avLst/>
                <a:gdLst/>
                <a:ahLst/>
                <a:cxnLst/>
                <a:rect l="l" t="t" r="r" b="b"/>
                <a:pathLst>
                  <a:path w="3293" h="1302" extrusionOk="0">
                    <a:moveTo>
                      <a:pt x="2182" y="1302"/>
                    </a:moveTo>
                    <a:cubicBezTo>
                      <a:pt x="1493" y="1264"/>
                      <a:pt x="881" y="996"/>
                      <a:pt x="268" y="689"/>
                    </a:cubicBezTo>
                    <a:cubicBezTo>
                      <a:pt x="115" y="651"/>
                      <a:pt x="0" y="536"/>
                      <a:pt x="0" y="345"/>
                    </a:cubicBezTo>
                    <a:cubicBezTo>
                      <a:pt x="0" y="153"/>
                      <a:pt x="153" y="0"/>
                      <a:pt x="345" y="0"/>
                    </a:cubicBezTo>
                    <a:cubicBezTo>
                      <a:pt x="728" y="77"/>
                      <a:pt x="1072" y="345"/>
                      <a:pt x="1455" y="460"/>
                    </a:cubicBezTo>
                    <a:cubicBezTo>
                      <a:pt x="1876" y="575"/>
                      <a:pt x="2297" y="613"/>
                      <a:pt x="2718" y="575"/>
                    </a:cubicBezTo>
                    <a:cubicBezTo>
                      <a:pt x="3216" y="536"/>
                      <a:pt x="3293" y="1187"/>
                      <a:pt x="2833" y="1264"/>
                    </a:cubicBezTo>
                    <a:cubicBezTo>
                      <a:pt x="2603" y="1302"/>
                      <a:pt x="2374" y="1302"/>
                      <a:pt x="2182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47"/>
              <p:cNvSpPr/>
              <p:nvPr/>
            </p:nvSpPr>
            <p:spPr>
              <a:xfrm>
                <a:off x="5824675" y="2380375"/>
                <a:ext cx="45950" cy="33525"/>
              </a:xfrm>
              <a:custGeom>
                <a:avLst/>
                <a:gdLst/>
                <a:ahLst/>
                <a:cxnLst/>
                <a:rect l="l" t="t" r="r" b="b"/>
                <a:pathLst>
                  <a:path w="1838" h="1341" extrusionOk="0">
                    <a:moveTo>
                      <a:pt x="1417" y="1302"/>
                    </a:moveTo>
                    <a:cubicBezTo>
                      <a:pt x="0" y="1225"/>
                      <a:pt x="651" y="0"/>
                      <a:pt x="1187" y="574"/>
                    </a:cubicBezTo>
                    <a:cubicBezTo>
                      <a:pt x="1302" y="574"/>
                      <a:pt x="1417" y="613"/>
                      <a:pt x="1493" y="613"/>
                    </a:cubicBezTo>
                    <a:cubicBezTo>
                      <a:pt x="1685" y="651"/>
                      <a:pt x="1838" y="804"/>
                      <a:pt x="1800" y="995"/>
                    </a:cubicBezTo>
                    <a:cubicBezTo>
                      <a:pt x="1761" y="1225"/>
                      <a:pt x="1608" y="1340"/>
                      <a:pt x="1417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Google Shape;2993;p47"/>
              <p:cNvSpPr/>
              <p:nvPr/>
            </p:nvSpPr>
            <p:spPr>
              <a:xfrm>
                <a:off x="6534347" y="2239675"/>
                <a:ext cx="525475" cy="103400"/>
              </a:xfrm>
              <a:custGeom>
                <a:avLst/>
                <a:gdLst/>
                <a:ahLst/>
                <a:cxnLst/>
                <a:rect l="l" t="t" r="r" b="b"/>
                <a:pathLst>
                  <a:path w="21019" h="4136" extrusionOk="0">
                    <a:moveTo>
                      <a:pt x="20253" y="3905"/>
                    </a:moveTo>
                    <a:cubicBezTo>
                      <a:pt x="19526" y="3408"/>
                      <a:pt x="18760" y="2833"/>
                      <a:pt x="17918" y="2565"/>
                    </a:cubicBezTo>
                    <a:cubicBezTo>
                      <a:pt x="14434" y="1455"/>
                      <a:pt x="10682" y="1608"/>
                      <a:pt x="7122" y="1991"/>
                    </a:cubicBezTo>
                    <a:cubicBezTo>
                      <a:pt x="5322" y="2183"/>
                      <a:pt x="996" y="3101"/>
                      <a:pt x="116" y="1072"/>
                    </a:cubicBezTo>
                    <a:cubicBezTo>
                      <a:pt x="1" y="728"/>
                      <a:pt x="39" y="0"/>
                      <a:pt x="575" y="77"/>
                    </a:cubicBezTo>
                    <a:cubicBezTo>
                      <a:pt x="728" y="154"/>
                      <a:pt x="881" y="345"/>
                      <a:pt x="805" y="536"/>
                    </a:cubicBezTo>
                    <a:cubicBezTo>
                      <a:pt x="805" y="575"/>
                      <a:pt x="767" y="613"/>
                      <a:pt x="767" y="689"/>
                    </a:cubicBezTo>
                    <a:cubicBezTo>
                      <a:pt x="767" y="1225"/>
                      <a:pt x="1456" y="1417"/>
                      <a:pt x="1915" y="1532"/>
                    </a:cubicBezTo>
                    <a:cubicBezTo>
                      <a:pt x="4136" y="1876"/>
                      <a:pt x="6394" y="1264"/>
                      <a:pt x="8653" y="1149"/>
                    </a:cubicBezTo>
                    <a:cubicBezTo>
                      <a:pt x="11601" y="881"/>
                      <a:pt x="14625" y="919"/>
                      <a:pt x="17535" y="1685"/>
                    </a:cubicBezTo>
                    <a:cubicBezTo>
                      <a:pt x="18722" y="1953"/>
                      <a:pt x="19679" y="2604"/>
                      <a:pt x="20636" y="3293"/>
                    </a:cubicBezTo>
                    <a:cubicBezTo>
                      <a:pt x="21019" y="3561"/>
                      <a:pt x="20674" y="4135"/>
                      <a:pt x="20291" y="39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Google Shape;2994;p47"/>
              <p:cNvSpPr/>
              <p:nvPr/>
            </p:nvSpPr>
            <p:spPr>
              <a:xfrm>
                <a:off x="6541047" y="2192775"/>
                <a:ext cx="518775" cy="114875"/>
              </a:xfrm>
              <a:custGeom>
                <a:avLst/>
                <a:gdLst/>
                <a:ahLst/>
                <a:cxnLst/>
                <a:rect l="l" t="t" r="r" b="b"/>
                <a:pathLst>
                  <a:path w="20751" h="4595" extrusionOk="0">
                    <a:moveTo>
                      <a:pt x="19908" y="4250"/>
                    </a:moveTo>
                    <a:cubicBezTo>
                      <a:pt x="19372" y="3561"/>
                      <a:pt x="18645" y="2948"/>
                      <a:pt x="17841" y="2565"/>
                    </a:cubicBezTo>
                    <a:cubicBezTo>
                      <a:pt x="15812" y="1570"/>
                      <a:pt x="13553" y="1034"/>
                      <a:pt x="11295" y="843"/>
                    </a:cubicBezTo>
                    <a:cubicBezTo>
                      <a:pt x="7849" y="690"/>
                      <a:pt x="4365" y="1226"/>
                      <a:pt x="1073" y="2259"/>
                    </a:cubicBezTo>
                    <a:cubicBezTo>
                      <a:pt x="920" y="2298"/>
                      <a:pt x="767" y="2374"/>
                      <a:pt x="613" y="2451"/>
                    </a:cubicBezTo>
                    <a:cubicBezTo>
                      <a:pt x="537" y="2489"/>
                      <a:pt x="460" y="2489"/>
                      <a:pt x="345" y="2489"/>
                    </a:cubicBezTo>
                    <a:cubicBezTo>
                      <a:pt x="39" y="2412"/>
                      <a:pt x="1" y="1953"/>
                      <a:pt x="269" y="1838"/>
                    </a:cubicBezTo>
                    <a:cubicBezTo>
                      <a:pt x="843" y="1532"/>
                      <a:pt x="1494" y="1379"/>
                      <a:pt x="2106" y="1187"/>
                    </a:cubicBezTo>
                    <a:cubicBezTo>
                      <a:pt x="5016" y="460"/>
                      <a:pt x="8079" y="0"/>
                      <a:pt x="11103" y="115"/>
                    </a:cubicBezTo>
                    <a:cubicBezTo>
                      <a:pt x="13477" y="268"/>
                      <a:pt x="15889" y="843"/>
                      <a:pt x="18033" y="1876"/>
                    </a:cubicBezTo>
                    <a:cubicBezTo>
                      <a:pt x="18990" y="2336"/>
                      <a:pt x="19832" y="2987"/>
                      <a:pt x="20483" y="3791"/>
                    </a:cubicBezTo>
                    <a:cubicBezTo>
                      <a:pt x="20751" y="4173"/>
                      <a:pt x="20215" y="4595"/>
                      <a:pt x="19908" y="4250"/>
                    </a:cubicBezTo>
                    <a:lnTo>
                      <a:pt x="19908" y="4250"/>
                    </a:lnTo>
                    <a:close/>
                    <a:moveTo>
                      <a:pt x="613" y="2412"/>
                    </a:moveTo>
                    <a:cubicBezTo>
                      <a:pt x="690" y="2412"/>
                      <a:pt x="728" y="2336"/>
                      <a:pt x="767" y="2298"/>
                    </a:cubicBezTo>
                    <a:cubicBezTo>
                      <a:pt x="728" y="2336"/>
                      <a:pt x="690" y="2374"/>
                      <a:pt x="613" y="24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Google Shape;2995;p47"/>
              <p:cNvSpPr/>
              <p:nvPr/>
            </p:nvSpPr>
            <p:spPr>
              <a:xfrm>
                <a:off x="5797397" y="2229150"/>
                <a:ext cx="397225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15889" h="2336" extrusionOk="0">
                    <a:moveTo>
                      <a:pt x="11830" y="2259"/>
                    </a:moveTo>
                    <a:cubicBezTo>
                      <a:pt x="9265" y="1953"/>
                      <a:pt x="6777" y="1072"/>
                      <a:pt x="4212" y="957"/>
                    </a:cubicBezTo>
                    <a:cubicBezTo>
                      <a:pt x="3063" y="881"/>
                      <a:pt x="1876" y="881"/>
                      <a:pt x="728" y="1110"/>
                    </a:cubicBezTo>
                    <a:cubicBezTo>
                      <a:pt x="230" y="1264"/>
                      <a:pt x="0" y="613"/>
                      <a:pt x="498" y="460"/>
                    </a:cubicBezTo>
                    <a:cubicBezTo>
                      <a:pt x="2565" y="0"/>
                      <a:pt x="4786" y="192"/>
                      <a:pt x="6891" y="575"/>
                    </a:cubicBezTo>
                    <a:cubicBezTo>
                      <a:pt x="8882" y="881"/>
                      <a:pt x="10796" y="1646"/>
                      <a:pt x="12864" y="1608"/>
                    </a:cubicBezTo>
                    <a:cubicBezTo>
                      <a:pt x="13476" y="1532"/>
                      <a:pt x="14127" y="1340"/>
                      <a:pt x="14625" y="957"/>
                    </a:cubicBezTo>
                    <a:cubicBezTo>
                      <a:pt x="14778" y="804"/>
                      <a:pt x="14816" y="651"/>
                      <a:pt x="15046" y="613"/>
                    </a:cubicBezTo>
                    <a:cubicBezTo>
                      <a:pt x="15122" y="613"/>
                      <a:pt x="15237" y="613"/>
                      <a:pt x="15276" y="689"/>
                    </a:cubicBezTo>
                    <a:cubicBezTo>
                      <a:pt x="15888" y="1264"/>
                      <a:pt x="14319" y="1991"/>
                      <a:pt x="13859" y="2106"/>
                    </a:cubicBezTo>
                    <a:cubicBezTo>
                      <a:pt x="13208" y="2336"/>
                      <a:pt x="12519" y="2336"/>
                      <a:pt x="11830" y="22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Google Shape;2996;p47"/>
              <p:cNvSpPr/>
              <p:nvPr/>
            </p:nvSpPr>
            <p:spPr>
              <a:xfrm>
                <a:off x="5807922" y="2177450"/>
                <a:ext cx="381900" cy="87125"/>
              </a:xfrm>
              <a:custGeom>
                <a:avLst/>
                <a:gdLst/>
                <a:ahLst/>
                <a:cxnLst/>
                <a:rect l="l" t="t" r="r" b="b"/>
                <a:pathLst>
                  <a:path w="15276" h="3485" extrusionOk="0">
                    <a:moveTo>
                      <a:pt x="14357" y="3217"/>
                    </a:moveTo>
                    <a:cubicBezTo>
                      <a:pt x="14319" y="3102"/>
                      <a:pt x="14357" y="2987"/>
                      <a:pt x="14357" y="2911"/>
                    </a:cubicBezTo>
                    <a:cubicBezTo>
                      <a:pt x="14127" y="2489"/>
                      <a:pt x="13706" y="2183"/>
                      <a:pt x="13323" y="1953"/>
                    </a:cubicBezTo>
                    <a:cubicBezTo>
                      <a:pt x="12060" y="1341"/>
                      <a:pt x="10682" y="1149"/>
                      <a:pt x="9303" y="996"/>
                    </a:cubicBezTo>
                    <a:cubicBezTo>
                      <a:pt x="7964" y="881"/>
                      <a:pt x="6624" y="805"/>
                      <a:pt x="5284" y="767"/>
                    </a:cubicBezTo>
                    <a:cubicBezTo>
                      <a:pt x="4097" y="767"/>
                      <a:pt x="2910" y="805"/>
                      <a:pt x="1762" y="958"/>
                    </a:cubicBezTo>
                    <a:cubicBezTo>
                      <a:pt x="1302" y="1035"/>
                      <a:pt x="881" y="1073"/>
                      <a:pt x="460" y="1188"/>
                    </a:cubicBezTo>
                    <a:cubicBezTo>
                      <a:pt x="268" y="1226"/>
                      <a:pt x="77" y="1073"/>
                      <a:pt x="39" y="881"/>
                    </a:cubicBezTo>
                    <a:cubicBezTo>
                      <a:pt x="1" y="690"/>
                      <a:pt x="154" y="499"/>
                      <a:pt x="345" y="460"/>
                    </a:cubicBezTo>
                    <a:cubicBezTo>
                      <a:pt x="1034" y="345"/>
                      <a:pt x="1762" y="231"/>
                      <a:pt x="2451" y="154"/>
                    </a:cubicBezTo>
                    <a:cubicBezTo>
                      <a:pt x="4135" y="1"/>
                      <a:pt x="5896" y="39"/>
                      <a:pt x="7542" y="154"/>
                    </a:cubicBezTo>
                    <a:cubicBezTo>
                      <a:pt x="9725" y="307"/>
                      <a:pt x="13132" y="460"/>
                      <a:pt x="14701" y="2145"/>
                    </a:cubicBezTo>
                    <a:cubicBezTo>
                      <a:pt x="15008" y="2451"/>
                      <a:pt x="15276" y="3140"/>
                      <a:pt x="14816" y="3408"/>
                    </a:cubicBezTo>
                    <a:cubicBezTo>
                      <a:pt x="14625" y="3485"/>
                      <a:pt x="14433" y="3408"/>
                      <a:pt x="14357" y="32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Google Shape;2997;p47"/>
              <p:cNvSpPr/>
              <p:nvPr/>
            </p:nvSpPr>
            <p:spPr>
              <a:xfrm>
                <a:off x="6101747" y="3056075"/>
                <a:ext cx="659475" cy="61275"/>
              </a:xfrm>
              <a:custGeom>
                <a:avLst/>
                <a:gdLst/>
                <a:ahLst/>
                <a:cxnLst/>
                <a:rect l="l" t="t" r="r" b="b"/>
                <a:pathLst>
                  <a:path w="26379" h="2451" extrusionOk="0">
                    <a:moveTo>
                      <a:pt x="12405" y="2412"/>
                    </a:moveTo>
                    <a:cubicBezTo>
                      <a:pt x="10911" y="2374"/>
                      <a:pt x="9380" y="2259"/>
                      <a:pt x="7887" y="2183"/>
                    </a:cubicBezTo>
                    <a:cubicBezTo>
                      <a:pt x="6356" y="2144"/>
                      <a:pt x="4824" y="2144"/>
                      <a:pt x="3293" y="1991"/>
                    </a:cubicBezTo>
                    <a:cubicBezTo>
                      <a:pt x="2412" y="1991"/>
                      <a:pt x="1532" y="1800"/>
                      <a:pt x="651" y="1800"/>
                    </a:cubicBezTo>
                    <a:cubicBezTo>
                      <a:pt x="192" y="1915"/>
                      <a:pt x="1" y="1264"/>
                      <a:pt x="460" y="1111"/>
                    </a:cubicBezTo>
                    <a:cubicBezTo>
                      <a:pt x="919" y="1034"/>
                      <a:pt x="1455" y="1149"/>
                      <a:pt x="1915" y="1187"/>
                    </a:cubicBezTo>
                    <a:cubicBezTo>
                      <a:pt x="2489" y="1225"/>
                      <a:pt x="3025" y="1264"/>
                      <a:pt x="3523" y="1302"/>
                    </a:cubicBezTo>
                    <a:cubicBezTo>
                      <a:pt x="5016" y="1417"/>
                      <a:pt x="6547" y="1417"/>
                      <a:pt x="8040" y="1493"/>
                    </a:cubicBezTo>
                    <a:cubicBezTo>
                      <a:pt x="9533" y="1570"/>
                      <a:pt x="11065" y="1685"/>
                      <a:pt x="12558" y="1685"/>
                    </a:cubicBezTo>
                    <a:cubicBezTo>
                      <a:pt x="15238" y="1723"/>
                      <a:pt x="17803" y="1455"/>
                      <a:pt x="20406" y="1149"/>
                    </a:cubicBezTo>
                    <a:cubicBezTo>
                      <a:pt x="22205" y="957"/>
                      <a:pt x="23966" y="575"/>
                      <a:pt x="25727" y="115"/>
                    </a:cubicBezTo>
                    <a:cubicBezTo>
                      <a:pt x="26148" y="0"/>
                      <a:pt x="26378" y="651"/>
                      <a:pt x="25919" y="804"/>
                    </a:cubicBezTo>
                    <a:cubicBezTo>
                      <a:pt x="23698" y="1417"/>
                      <a:pt x="21478" y="1800"/>
                      <a:pt x="19181" y="1991"/>
                    </a:cubicBezTo>
                    <a:cubicBezTo>
                      <a:pt x="16922" y="2221"/>
                      <a:pt x="14663" y="2451"/>
                      <a:pt x="12405" y="24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Google Shape;2998;p47"/>
              <p:cNvSpPr/>
              <p:nvPr/>
            </p:nvSpPr>
            <p:spPr>
              <a:xfrm>
                <a:off x="6101747" y="3043625"/>
                <a:ext cx="679575" cy="201025"/>
              </a:xfrm>
              <a:custGeom>
                <a:avLst/>
                <a:gdLst/>
                <a:ahLst/>
                <a:cxnLst/>
                <a:rect l="l" t="t" r="r" b="b"/>
                <a:pathLst>
                  <a:path w="27183" h="8041" extrusionOk="0">
                    <a:moveTo>
                      <a:pt x="10069" y="7887"/>
                    </a:moveTo>
                    <a:cubicBezTo>
                      <a:pt x="8193" y="7849"/>
                      <a:pt x="6241" y="7581"/>
                      <a:pt x="4595" y="6585"/>
                    </a:cubicBezTo>
                    <a:cubicBezTo>
                      <a:pt x="3944" y="6203"/>
                      <a:pt x="3408" y="5628"/>
                      <a:pt x="2910" y="5092"/>
                    </a:cubicBezTo>
                    <a:cubicBezTo>
                      <a:pt x="2030" y="4212"/>
                      <a:pt x="1302" y="3370"/>
                      <a:pt x="537" y="2413"/>
                    </a:cubicBezTo>
                    <a:cubicBezTo>
                      <a:pt x="1" y="2413"/>
                      <a:pt x="77" y="1647"/>
                      <a:pt x="575" y="1647"/>
                    </a:cubicBezTo>
                    <a:cubicBezTo>
                      <a:pt x="881" y="1647"/>
                      <a:pt x="1034" y="1953"/>
                      <a:pt x="1226" y="2145"/>
                    </a:cubicBezTo>
                    <a:cubicBezTo>
                      <a:pt x="1455" y="2489"/>
                      <a:pt x="1762" y="2795"/>
                      <a:pt x="2030" y="3102"/>
                    </a:cubicBezTo>
                    <a:cubicBezTo>
                      <a:pt x="3676" y="4978"/>
                      <a:pt x="4786" y="6356"/>
                      <a:pt x="7389" y="6892"/>
                    </a:cubicBezTo>
                    <a:cubicBezTo>
                      <a:pt x="10108" y="7351"/>
                      <a:pt x="12979" y="7313"/>
                      <a:pt x="15659" y="6624"/>
                    </a:cubicBezTo>
                    <a:cubicBezTo>
                      <a:pt x="18492" y="5782"/>
                      <a:pt x="21248" y="4518"/>
                      <a:pt x="23469" y="2566"/>
                    </a:cubicBezTo>
                    <a:cubicBezTo>
                      <a:pt x="24426" y="1762"/>
                      <a:pt x="25383" y="996"/>
                      <a:pt x="26378" y="269"/>
                    </a:cubicBezTo>
                    <a:cubicBezTo>
                      <a:pt x="26761" y="1"/>
                      <a:pt x="27182" y="537"/>
                      <a:pt x="26838" y="843"/>
                    </a:cubicBezTo>
                    <a:cubicBezTo>
                      <a:pt x="26302" y="1226"/>
                      <a:pt x="25766" y="1609"/>
                      <a:pt x="25230" y="2030"/>
                    </a:cubicBezTo>
                    <a:cubicBezTo>
                      <a:pt x="23545" y="3408"/>
                      <a:pt x="21899" y="4863"/>
                      <a:pt x="19908" y="5743"/>
                    </a:cubicBezTo>
                    <a:cubicBezTo>
                      <a:pt x="16654" y="7313"/>
                      <a:pt x="13668" y="8040"/>
                      <a:pt x="10069" y="78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Google Shape;2999;p47"/>
              <p:cNvSpPr/>
              <p:nvPr/>
            </p:nvSpPr>
            <p:spPr>
              <a:xfrm>
                <a:off x="5627022" y="3550900"/>
                <a:ext cx="137850" cy="681475"/>
              </a:xfrm>
              <a:custGeom>
                <a:avLst/>
                <a:gdLst/>
                <a:ahLst/>
                <a:cxnLst/>
                <a:rect l="l" t="t" r="r" b="b"/>
                <a:pathLst>
                  <a:path w="5514" h="27259" extrusionOk="0">
                    <a:moveTo>
                      <a:pt x="2528" y="27028"/>
                    </a:moveTo>
                    <a:cubicBezTo>
                      <a:pt x="1456" y="24042"/>
                      <a:pt x="2106" y="21094"/>
                      <a:pt x="3140" y="18185"/>
                    </a:cubicBezTo>
                    <a:cubicBezTo>
                      <a:pt x="3753" y="16462"/>
                      <a:pt x="4404" y="14778"/>
                      <a:pt x="4671" y="12940"/>
                    </a:cubicBezTo>
                    <a:cubicBezTo>
                      <a:pt x="4978" y="11217"/>
                      <a:pt x="4748" y="9418"/>
                      <a:pt x="4059" y="7848"/>
                    </a:cubicBezTo>
                    <a:cubicBezTo>
                      <a:pt x="3485" y="6547"/>
                      <a:pt x="2566" y="5436"/>
                      <a:pt x="1800" y="4250"/>
                    </a:cubicBezTo>
                    <a:cubicBezTo>
                      <a:pt x="1379" y="3637"/>
                      <a:pt x="996" y="2986"/>
                      <a:pt x="652" y="2335"/>
                    </a:cubicBezTo>
                    <a:cubicBezTo>
                      <a:pt x="345" y="1723"/>
                      <a:pt x="1" y="1149"/>
                      <a:pt x="1" y="459"/>
                    </a:cubicBezTo>
                    <a:cubicBezTo>
                      <a:pt x="1" y="0"/>
                      <a:pt x="690" y="0"/>
                      <a:pt x="690" y="459"/>
                    </a:cubicBezTo>
                    <a:cubicBezTo>
                      <a:pt x="728" y="995"/>
                      <a:pt x="996" y="1455"/>
                      <a:pt x="1226" y="1914"/>
                    </a:cubicBezTo>
                    <a:cubicBezTo>
                      <a:pt x="2298" y="4096"/>
                      <a:pt x="4097" y="5857"/>
                      <a:pt x="4939" y="8154"/>
                    </a:cubicBezTo>
                    <a:cubicBezTo>
                      <a:pt x="5322" y="9265"/>
                      <a:pt x="5514" y="10451"/>
                      <a:pt x="5514" y="11600"/>
                    </a:cubicBezTo>
                    <a:cubicBezTo>
                      <a:pt x="5475" y="12749"/>
                      <a:pt x="5246" y="13859"/>
                      <a:pt x="4978" y="14969"/>
                    </a:cubicBezTo>
                    <a:cubicBezTo>
                      <a:pt x="4365" y="17113"/>
                      <a:pt x="3370" y="19180"/>
                      <a:pt x="2949" y="21362"/>
                    </a:cubicBezTo>
                    <a:cubicBezTo>
                      <a:pt x="2642" y="22779"/>
                      <a:pt x="2566" y="24195"/>
                      <a:pt x="2872" y="25612"/>
                    </a:cubicBezTo>
                    <a:cubicBezTo>
                      <a:pt x="2949" y="25956"/>
                      <a:pt x="3025" y="26301"/>
                      <a:pt x="3178" y="26645"/>
                    </a:cubicBezTo>
                    <a:cubicBezTo>
                      <a:pt x="3255" y="26837"/>
                      <a:pt x="3217" y="27105"/>
                      <a:pt x="2987" y="27181"/>
                    </a:cubicBezTo>
                    <a:cubicBezTo>
                      <a:pt x="2834" y="27258"/>
                      <a:pt x="2604" y="27181"/>
                      <a:pt x="2528" y="270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Google Shape;3000;p47"/>
              <p:cNvSpPr/>
              <p:nvPr/>
            </p:nvSpPr>
            <p:spPr>
              <a:xfrm>
                <a:off x="5832797" y="3736575"/>
                <a:ext cx="162750" cy="393375"/>
              </a:xfrm>
              <a:custGeom>
                <a:avLst/>
                <a:gdLst/>
                <a:ahLst/>
                <a:cxnLst/>
                <a:rect l="l" t="t" r="r" b="b"/>
                <a:pathLst>
                  <a:path w="6510" h="15735" extrusionOk="0">
                    <a:moveTo>
                      <a:pt x="269" y="15582"/>
                    </a:moveTo>
                    <a:cubicBezTo>
                      <a:pt x="1" y="15352"/>
                      <a:pt x="231" y="15084"/>
                      <a:pt x="422" y="14892"/>
                    </a:cubicBezTo>
                    <a:cubicBezTo>
                      <a:pt x="652" y="14624"/>
                      <a:pt x="881" y="14318"/>
                      <a:pt x="1111" y="14012"/>
                    </a:cubicBezTo>
                    <a:cubicBezTo>
                      <a:pt x="1417" y="13514"/>
                      <a:pt x="1724" y="13017"/>
                      <a:pt x="2030" y="12481"/>
                    </a:cubicBezTo>
                    <a:cubicBezTo>
                      <a:pt x="3829" y="9303"/>
                      <a:pt x="5054" y="5781"/>
                      <a:pt x="5590" y="2144"/>
                    </a:cubicBezTo>
                    <a:cubicBezTo>
                      <a:pt x="5667" y="1646"/>
                      <a:pt x="5705" y="1187"/>
                      <a:pt x="5743" y="689"/>
                    </a:cubicBezTo>
                    <a:cubicBezTo>
                      <a:pt x="5743" y="421"/>
                      <a:pt x="5743" y="38"/>
                      <a:pt x="6088" y="0"/>
                    </a:cubicBezTo>
                    <a:cubicBezTo>
                      <a:pt x="6509" y="38"/>
                      <a:pt x="6471" y="459"/>
                      <a:pt x="6433" y="727"/>
                    </a:cubicBezTo>
                    <a:cubicBezTo>
                      <a:pt x="6356" y="2259"/>
                      <a:pt x="6088" y="3752"/>
                      <a:pt x="5705" y="5207"/>
                    </a:cubicBezTo>
                    <a:cubicBezTo>
                      <a:pt x="5054" y="7657"/>
                      <a:pt x="4212" y="9992"/>
                      <a:pt x="2987" y="12174"/>
                    </a:cubicBezTo>
                    <a:cubicBezTo>
                      <a:pt x="2336" y="13399"/>
                      <a:pt x="1685" y="14586"/>
                      <a:pt x="767" y="15582"/>
                    </a:cubicBezTo>
                    <a:cubicBezTo>
                      <a:pt x="613" y="15735"/>
                      <a:pt x="384" y="15735"/>
                      <a:pt x="269" y="155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Google Shape;3001;p47"/>
              <p:cNvSpPr/>
              <p:nvPr/>
            </p:nvSpPr>
            <p:spPr>
              <a:xfrm>
                <a:off x="5767722" y="3924150"/>
                <a:ext cx="124450" cy="220150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8806" extrusionOk="0">
                    <a:moveTo>
                      <a:pt x="154" y="8653"/>
                    </a:moveTo>
                    <a:cubicBezTo>
                      <a:pt x="1" y="8500"/>
                      <a:pt x="39" y="8270"/>
                      <a:pt x="154" y="8117"/>
                    </a:cubicBezTo>
                    <a:cubicBezTo>
                      <a:pt x="766" y="7428"/>
                      <a:pt x="1379" y="6700"/>
                      <a:pt x="1876" y="5935"/>
                    </a:cubicBezTo>
                    <a:cubicBezTo>
                      <a:pt x="3025" y="4288"/>
                      <a:pt x="3638" y="2374"/>
                      <a:pt x="4174" y="460"/>
                    </a:cubicBezTo>
                    <a:cubicBezTo>
                      <a:pt x="4327" y="1"/>
                      <a:pt x="4977" y="192"/>
                      <a:pt x="4863" y="651"/>
                    </a:cubicBezTo>
                    <a:cubicBezTo>
                      <a:pt x="4288" y="2834"/>
                      <a:pt x="3484" y="5016"/>
                      <a:pt x="2106" y="6853"/>
                    </a:cubicBezTo>
                    <a:cubicBezTo>
                      <a:pt x="1647" y="7504"/>
                      <a:pt x="1149" y="8079"/>
                      <a:pt x="651" y="8653"/>
                    </a:cubicBezTo>
                    <a:cubicBezTo>
                      <a:pt x="537" y="8806"/>
                      <a:pt x="269" y="8768"/>
                      <a:pt x="154" y="86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Google Shape;3002;p47"/>
              <p:cNvSpPr/>
              <p:nvPr/>
            </p:nvSpPr>
            <p:spPr>
              <a:xfrm>
                <a:off x="7204322" y="3467625"/>
                <a:ext cx="141675" cy="307250"/>
              </a:xfrm>
              <a:custGeom>
                <a:avLst/>
                <a:gdLst/>
                <a:ahLst/>
                <a:cxnLst/>
                <a:rect l="l" t="t" r="r" b="b"/>
                <a:pathLst>
                  <a:path w="5667" h="12290" extrusionOk="0">
                    <a:moveTo>
                      <a:pt x="4863" y="11907"/>
                    </a:moveTo>
                    <a:cubicBezTo>
                      <a:pt x="3484" y="10146"/>
                      <a:pt x="2604" y="8002"/>
                      <a:pt x="1876" y="5934"/>
                    </a:cubicBezTo>
                    <a:cubicBezTo>
                      <a:pt x="1264" y="4173"/>
                      <a:pt x="575" y="2451"/>
                      <a:pt x="115" y="651"/>
                    </a:cubicBezTo>
                    <a:cubicBezTo>
                      <a:pt x="1" y="192"/>
                      <a:pt x="651" y="0"/>
                      <a:pt x="766" y="460"/>
                    </a:cubicBezTo>
                    <a:cubicBezTo>
                      <a:pt x="996" y="1417"/>
                      <a:pt x="1379" y="2374"/>
                      <a:pt x="1685" y="3293"/>
                    </a:cubicBezTo>
                    <a:cubicBezTo>
                      <a:pt x="2183" y="4709"/>
                      <a:pt x="2642" y="6126"/>
                      <a:pt x="3216" y="7542"/>
                    </a:cubicBezTo>
                    <a:cubicBezTo>
                      <a:pt x="3829" y="8920"/>
                      <a:pt x="4480" y="10299"/>
                      <a:pt x="5399" y="11485"/>
                    </a:cubicBezTo>
                    <a:cubicBezTo>
                      <a:pt x="5667" y="11830"/>
                      <a:pt x="5131" y="12289"/>
                      <a:pt x="4863" y="1190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47"/>
              <p:cNvSpPr/>
              <p:nvPr/>
            </p:nvSpPr>
            <p:spPr>
              <a:xfrm>
                <a:off x="7179447" y="3351825"/>
                <a:ext cx="27775" cy="72750"/>
              </a:xfrm>
              <a:custGeom>
                <a:avLst/>
                <a:gdLst/>
                <a:ahLst/>
                <a:cxnLst/>
                <a:rect l="l" t="t" r="r" b="b"/>
                <a:pathLst>
                  <a:path w="1111" h="2910" extrusionOk="0">
                    <a:moveTo>
                      <a:pt x="306" y="2450"/>
                    </a:moveTo>
                    <a:cubicBezTo>
                      <a:pt x="115" y="1799"/>
                      <a:pt x="0" y="1149"/>
                      <a:pt x="0" y="459"/>
                    </a:cubicBezTo>
                    <a:cubicBezTo>
                      <a:pt x="38" y="0"/>
                      <a:pt x="728" y="0"/>
                      <a:pt x="728" y="459"/>
                    </a:cubicBezTo>
                    <a:cubicBezTo>
                      <a:pt x="728" y="1072"/>
                      <a:pt x="842" y="1685"/>
                      <a:pt x="996" y="2259"/>
                    </a:cubicBezTo>
                    <a:cubicBezTo>
                      <a:pt x="1110" y="2718"/>
                      <a:pt x="421" y="2910"/>
                      <a:pt x="306" y="24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47"/>
              <p:cNvSpPr/>
              <p:nvPr/>
            </p:nvSpPr>
            <p:spPr>
              <a:xfrm>
                <a:off x="7287597" y="2959400"/>
                <a:ext cx="64150" cy="65100"/>
              </a:xfrm>
              <a:custGeom>
                <a:avLst/>
                <a:gdLst/>
                <a:ahLst/>
                <a:cxnLst/>
                <a:rect l="l" t="t" r="r" b="b"/>
                <a:pathLst>
                  <a:path w="2566" h="2604" extrusionOk="0">
                    <a:moveTo>
                      <a:pt x="1761" y="2298"/>
                    </a:moveTo>
                    <a:cubicBezTo>
                      <a:pt x="1302" y="1877"/>
                      <a:pt x="919" y="1455"/>
                      <a:pt x="536" y="996"/>
                    </a:cubicBezTo>
                    <a:cubicBezTo>
                      <a:pt x="345" y="728"/>
                      <a:pt x="0" y="422"/>
                      <a:pt x="345" y="116"/>
                    </a:cubicBezTo>
                    <a:cubicBezTo>
                      <a:pt x="498" y="1"/>
                      <a:pt x="728" y="39"/>
                      <a:pt x="842" y="192"/>
                    </a:cubicBezTo>
                    <a:cubicBezTo>
                      <a:pt x="1264" y="766"/>
                      <a:pt x="1723" y="1302"/>
                      <a:pt x="2259" y="1800"/>
                    </a:cubicBezTo>
                    <a:cubicBezTo>
                      <a:pt x="2565" y="2106"/>
                      <a:pt x="2068" y="2604"/>
                      <a:pt x="1761" y="22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47"/>
              <p:cNvSpPr/>
              <p:nvPr/>
            </p:nvSpPr>
            <p:spPr>
              <a:xfrm>
                <a:off x="5677747" y="2910600"/>
                <a:ext cx="114875" cy="678600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27144" extrusionOk="0">
                    <a:moveTo>
                      <a:pt x="690" y="26684"/>
                    </a:moveTo>
                    <a:cubicBezTo>
                      <a:pt x="116" y="24042"/>
                      <a:pt x="1" y="21286"/>
                      <a:pt x="345" y="18606"/>
                    </a:cubicBezTo>
                    <a:cubicBezTo>
                      <a:pt x="805" y="15429"/>
                      <a:pt x="1417" y="12251"/>
                      <a:pt x="2298" y="9112"/>
                    </a:cubicBezTo>
                    <a:cubicBezTo>
                      <a:pt x="2910" y="6968"/>
                      <a:pt x="3676" y="4824"/>
                      <a:pt x="3829" y="2527"/>
                    </a:cubicBezTo>
                    <a:cubicBezTo>
                      <a:pt x="3868" y="1800"/>
                      <a:pt x="3868" y="1072"/>
                      <a:pt x="3868" y="345"/>
                    </a:cubicBezTo>
                    <a:cubicBezTo>
                      <a:pt x="3868" y="153"/>
                      <a:pt x="4021" y="0"/>
                      <a:pt x="4212" y="0"/>
                    </a:cubicBezTo>
                    <a:cubicBezTo>
                      <a:pt x="4404" y="0"/>
                      <a:pt x="4557" y="153"/>
                      <a:pt x="4557" y="345"/>
                    </a:cubicBezTo>
                    <a:cubicBezTo>
                      <a:pt x="4557" y="1072"/>
                      <a:pt x="4595" y="1761"/>
                      <a:pt x="4557" y="2450"/>
                    </a:cubicBezTo>
                    <a:cubicBezTo>
                      <a:pt x="4442" y="4020"/>
                      <a:pt x="4097" y="5551"/>
                      <a:pt x="3638" y="7006"/>
                    </a:cubicBezTo>
                    <a:cubicBezTo>
                      <a:pt x="2987" y="9227"/>
                      <a:pt x="2336" y="11447"/>
                      <a:pt x="1915" y="13744"/>
                    </a:cubicBezTo>
                    <a:cubicBezTo>
                      <a:pt x="1303" y="16769"/>
                      <a:pt x="690" y="19869"/>
                      <a:pt x="920" y="23009"/>
                    </a:cubicBezTo>
                    <a:cubicBezTo>
                      <a:pt x="996" y="24196"/>
                      <a:pt x="1149" y="25344"/>
                      <a:pt x="1379" y="26493"/>
                    </a:cubicBezTo>
                    <a:cubicBezTo>
                      <a:pt x="1494" y="26952"/>
                      <a:pt x="843" y="27143"/>
                      <a:pt x="690" y="2668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Google Shape;3006;p47"/>
              <p:cNvSpPr/>
              <p:nvPr/>
            </p:nvSpPr>
            <p:spPr>
              <a:xfrm>
                <a:off x="5727522" y="3312575"/>
                <a:ext cx="74675" cy="404875"/>
              </a:xfrm>
              <a:custGeom>
                <a:avLst/>
                <a:gdLst/>
                <a:ahLst/>
                <a:cxnLst/>
                <a:rect l="l" t="t" r="r" b="b"/>
                <a:pathLst>
                  <a:path w="2987" h="16195" extrusionOk="0">
                    <a:moveTo>
                      <a:pt x="2145" y="15773"/>
                    </a:moveTo>
                    <a:cubicBezTo>
                      <a:pt x="575" y="12213"/>
                      <a:pt x="1" y="9227"/>
                      <a:pt x="307" y="5322"/>
                    </a:cubicBezTo>
                    <a:lnTo>
                      <a:pt x="307" y="5360"/>
                    </a:lnTo>
                    <a:cubicBezTo>
                      <a:pt x="384" y="3752"/>
                      <a:pt x="690" y="2144"/>
                      <a:pt x="843" y="536"/>
                    </a:cubicBezTo>
                    <a:cubicBezTo>
                      <a:pt x="881" y="0"/>
                      <a:pt x="1647" y="115"/>
                      <a:pt x="1570" y="651"/>
                    </a:cubicBezTo>
                    <a:cubicBezTo>
                      <a:pt x="1187" y="3369"/>
                      <a:pt x="805" y="6088"/>
                      <a:pt x="996" y="8844"/>
                    </a:cubicBezTo>
                    <a:cubicBezTo>
                      <a:pt x="1111" y="10299"/>
                      <a:pt x="1417" y="11753"/>
                      <a:pt x="1877" y="13132"/>
                    </a:cubicBezTo>
                    <a:cubicBezTo>
                      <a:pt x="2145" y="13936"/>
                      <a:pt x="2489" y="14701"/>
                      <a:pt x="2795" y="15505"/>
                    </a:cubicBezTo>
                    <a:cubicBezTo>
                      <a:pt x="2987" y="15926"/>
                      <a:pt x="2336" y="16194"/>
                      <a:pt x="2145" y="157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Google Shape;3007;p47"/>
              <p:cNvSpPr/>
              <p:nvPr/>
            </p:nvSpPr>
            <p:spPr>
              <a:xfrm>
                <a:off x="6963625" y="1574500"/>
                <a:ext cx="296700" cy="607775"/>
              </a:xfrm>
              <a:custGeom>
                <a:avLst/>
                <a:gdLst/>
                <a:ahLst/>
                <a:cxnLst/>
                <a:rect l="l" t="t" r="r" b="b"/>
                <a:pathLst>
                  <a:path w="11868" h="24311" extrusionOk="0">
                    <a:moveTo>
                      <a:pt x="11102" y="23851"/>
                    </a:moveTo>
                    <a:cubicBezTo>
                      <a:pt x="10566" y="18759"/>
                      <a:pt x="9609" y="13591"/>
                      <a:pt x="7350" y="8959"/>
                    </a:cubicBezTo>
                    <a:cubicBezTo>
                      <a:pt x="6393" y="7159"/>
                      <a:pt x="5436" y="5360"/>
                      <a:pt x="4020" y="3867"/>
                    </a:cubicBezTo>
                    <a:cubicBezTo>
                      <a:pt x="3063" y="2871"/>
                      <a:pt x="2029" y="1991"/>
                      <a:pt x="881" y="1225"/>
                    </a:cubicBezTo>
                    <a:cubicBezTo>
                      <a:pt x="613" y="996"/>
                      <a:pt x="0" y="842"/>
                      <a:pt x="230" y="383"/>
                    </a:cubicBezTo>
                    <a:cubicBezTo>
                      <a:pt x="459" y="0"/>
                      <a:pt x="842" y="345"/>
                      <a:pt x="1149" y="536"/>
                    </a:cubicBezTo>
                    <a:cubicBezTo>
                      <a:pt x="1608" y="842"/>
                      <a:pt x="2106" y="1187"/>
                      <a:pt x="2527" y="1570"/>
                    </a:cubicBezTo>
                    <a:cubicBezTo>
                      <a:pt x="4364" y="2986"/>
                      <a:pt x="5896" y="4747"/>
                      <a:pt x="6968" y="6776"/>
                    </a:cubicBezTo>
                    <a:cubicBezTo>
                      <a:pt x="9380" y="10835"/>
                      <a:pt x="10643" y="15505"/>
                      <a:pt x="11332" y="20137"/>
                    </a:cubicBezTo>
                    <a:cubicBezTo>
                      <a:pt x="11523" y="21324"/>
                      <a:pt x="11715" y="22511"/>
                      <a:pt x="11791" y="23736"/>
                    </a:cubicBezTo>
                    <a:cubicBezTo>
                      <a:pt x="11868" y="24196"/>
                      <a:pt x="11179" y="24310"/>
                      <a:pt x="11102" y="238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Google Shape;3008;p47"/>
              <p:cNvSpPr/>
              <p:nvPr/>
            </p:nvSpPr>
            <p:spPr>
              <a:xfrm>
                <a:off x="7232550" y="1788875"/>
                <a:ext cx="109150" cy="324475"/>
              </a:xfrm>
              <a:custGeom>
                <a:avLst/>
                <a:gdLst/>
                <a:ahLst/>
                <a:cxnLst/>
                <a:rect l="l" t="t" r="r" b="b"/>
                <a:pathLst>
                  <a:path w="4366" h="12979" extrusionOk="0">
                    <a:moveTo>
                      <a:pt x="3523" y="12558"/>
                    </a:moveTo>
                    <a:cubicBezTo>
                      <a:pt x="2489" y="10146"/>
                      <a:pt x="2106" y="7581"/>
                      <a:pt x="1570" y="5054"/>
                    </a:cubicBezTo>
                    <a:cubicBezTo>
                      <a:pt x="1302" y="3523"/>
                      <a:pt x="805" y="2106"/>
                      <a:pt x="192" y="690"/>
                    </a:cubicBezTo>
                    <a:cubicBezTo>
                      <a:pt x="1" y="269"/>
                      <a:pt x="652" y="1"/>
                      <a:pt x="843" y="422"/>
                    </a:cubicBezTo>
                    <a:cubicBezTo>
                      <a:pt x="1264" y="1417"/>
                      <a:pt x="1724" y="2451"/>
                      <a:pt x="1953" y="3523"/>
                    </a:cubicBezTo>
                    <a:cubicBezTo>
                      <a:pt x="2451" y="5399"/>
                      <a:pt x="2719" y="7351"/>
                      <a:pt x="3217" y="9227"/>
                    </a:cubicBezTo>
                    <a:cubicBezTo>
                      <a:pt x="3446" y="10261"/>
                      <a:pt x="3753" y="11294"/>
                      <a:pt x="4174" y="12252"/>
                    </a:cubicBezTo>
                    <a:cubicBezTo>
                      <a:pt x="4365" y="12673"/>
                      <a:pt x="3714" y="12979"/>
                      <a:pt x="3523" y="125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Google Shape;3009;p47"/>
              <p:cNvSpPr/>
              <p:nvPr/>
            </p:nvSpPr>
            <p:spPr>
              <a:xfrm>
                <a:off x="7157900" y="1389775"/>
                <a:ext cx="192400" cy="219200"/>
              </a:xfrm>
              <a:custGeom>
                <a:avLst/>
                <a:gdLst/>
                <a:ahLst/>
                <a:cxnLst/>
                <a:rect l="l" t="t" r="r" b="b"/>
                <a:pathLst>
                  <a:path w="7696" h="8768" extrusionOk="0">
                    <a:moveTo>
                      <a:pt x="6853" y="8346"/>
                    </a:moveTo>
                    <a:cubicBezTo>
                      <a:pt x="5284" y="4977"/>
                      <a:pt x="3906" y="3523"/>
                      <a:pt x="958" y="1302"/>
                    </a:cubicBezTo>
                    <a:cubicBezTo>
                      <a:pt x="766" y="1149"/>
                      <a:pt x="537" y="996"/>
                      <a:pt x="345" y="843"/>
                    </a:cubicBezTo>
                    <a:cubicBezTo>
                      <a:pt x="1" y="536"/>
                      <a:pt x="383" y="0"/>
                      <a:pt x="766" y="268"/>
                    </a:cubicBezTo>
                    <a:cubicBezTo>
                      <a:pt x="2336" y="1455"/>
                      <a:pt x="3982" y="2642"/>
                      <a:pt x="5207" y="4212"/>
                    </a:cubicBezTo>
                    <a:cubicBezTo>
                      <a:pt x="6164" y="5360"/>
                      <a:pt x="6853" y="6700"/>
                      <a:pt x="7504" y="8040"/>
                    </a:cubicBezTo>
                    <a:cubicBezTo>
                      <a:pt x="7696" y="8499"/>
                      <a:pt x="7045" y="8767"/>
                      <a:pt x="6853" y="83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47"/>
              <p:cNvSpPr/>
              <p:nvPr/>
            </p:nvSpPr>
            <p:spPr>
              <a:xfrm>
                <a:off x="7283275" y="1344800"/>
                <a:ext cx="66075" cy="67000"/>
              </a:xfrm>
              <a:custGeom>
                <a:avLst/>
                <a:gdLst/>
                <a:ahLst/>
                <a:cxnLst/>
                <a:rect l="l" t="t" r="r" b="b"/>
                <a:pathLst>
                  <a:path w="2643" h="2680" extrusionOk="0">
                    <a:moveTo>
                      <a:pt x="1800" y="2297"/>
                    </a:moveTo>
                    <a:cubicBezTo>
                      <a:pt x="1609" y="2029"/>
                      <a:pt x="1341" y="1761"/>
                      <a:pt x="1073" y="1531"/>
                    </a:cubicBezTo>
                    <a:cubicBezTo>
                      <a:pt x="766" y="1263"/>
                      <a:pt x="460" y="996"/>
                      <a:pt x="154" y="728"/>
                    </a:cubicBezTo>
                    <a:cubicBezTo>
                      <a:pt x="1" y="574"/>
                      <a:pt x="1" y="345"/>
                      <a:pt x="154" y="230"/>
                    </a:cubicBezTo>
                    <a:cubicBezTo>
                      <a:pt x="345" y="0"/>
                      <a:pt x="613" y="153"/>
                      <a:pt x="805" y="345"/>
                    </a:cubicBezTo>
                    <a:cubicBezTo>
                      <a:pt x="1341" y="842"/>
                      <a:pt x="1953" y="1263"/>
                      <a:pt x="2374" y="1876"/>
                    </a:cubicBezTo>
                    <a:cubicBezTo>
                      <a:pt x="2642" y="2259"/>
                      <a:pt x="2106" y="2680"/>
                      <a:pt x="1800" y="2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Google Shape;3011;p47"/>
              <p:cNvSpPr/>
              <p:nvPr/>
            </p:nvSpPr>
            <p:spPr>
              <a:xfrm>
                <a:off x="5615075" y="1573525"/>
                <a:ext cx="149325" cy="217300"/>
              </a:xfrm>
              <a:custGeom>
                <a:avLst/>
                <a:gdLst/>
                <a:ahLst/>
                <a:cxnLst/>
                <a:rect l="l" t="t" r="r" b="b"/>
                <a:pathLst>
                  <a:path w="5973" h="8692" extrusionOk="0">
                    <a:moveTo>
                      <a:pt x="0" y="8347"/>
                    </a:moveTo>
                    <a:cubicBezTo>
                      <a:pt x="115" y="7658"/>
                      <a:pt x="536" y="7007"/>
                      <a:pt x="842" y="6394"/>
                    </a:cubicBezTo>
                    <a:cubicBezTo>
                      <a:pt x="1225" y="5705"/>
                      <a:pt x="1608" y="5054"/>
                      <a:pt x="1991" y="4365"/>
                    </a:cubicBezTo>
                    <a:cubicBezTo>
                      <a:pt x="2871" y="2910"/>
                      <a:pt x="3943" y="1532"/>
                      <a:pt x="5130" y="307"/>
                    </a:cubicBezTo>
                    <a:cubicBezTo>
                      <a:pt x="5475" y="1"/>
                      <a:pt x="5972" y="460"/>
                      <a:pt x="5628" y="805"/>
                    </a:cubicBezTo>
                    <a:cubicBezTo>
                      <a:pt x="4250" y="2221"/>
                      <a:pt x="3101" y="3829"/>
                      <a:pt x="2144" y="5552"/>
                    </a:cubicBezTo>
                    <a:cubicBezTo>
                      <a:pt x="1685" y="6356"/>
                      <a:pt x="1187" y="7198"/>
                      <a:pt x="804" y="8041"/>
                    </a:cubicBezTo>
                    <a:cubicBezTo>
                      <a:pt x="728" y="8308"/>
                      <a:pt x="766" y="8691"/>
                      <a:pt x="383" y="8691"/>
                    </a:cubicBezTo>
                    <a:cubicBezTo>
                      <a:pt x="192" y="8691"/>
                      <a:pt x="38" y="8538"/>
                      <a:pt x="38" y="83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Google Shape;3012;p47"/>
              <p:cNvSpPr/>
              <p:nvPr/>
            </p:nvSpPr>
            <p:spPr>
              <a:xfrm>
                <a:off x="5778725" y="1491225"/>
                <a:ext cx="47875" cy="4597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839" extrusionOk="0">
                    <a:moveTo>
                      <a:pt x="345" y="1762"/>
                    </a:moveTo>
                    <a:cubicBezTo>
                      <a:pt x="1" y="1685"/>
                      <a:pt x="1" y="1264"/>
                      <a:pt x="230" y="1072"/>
                    </a:cubicBezTo>
                    <a:cubicBezTo>
                      <a:pt x="537" y="728"/>
                      <a:pt x="881" y="422"/>
                      <a:pt x="1226" y="115"/>
                    </a:cubicBezTo>
                    <a:cubicBezTo>
                      <a:pt x="1379" y="1"/>
                      <a:pt x="1609" y="39"/>
                      <a:pt x="1723" y="192"/>
                    </a:cubicBezTo>
                    <a:cubicBezTo>
                      <a:pt x="1915" y="460"/>
                      <a:pt x="1685" y="690"/>
                      <a:pt x="1494" y="843"/>
                    </a:cubicBezTo>
                    <a:cubicBezTo>
                      <a:pt x="1264" y="1034"/>
                      <a:pt x="1034" y="1264"/>
                      <a:pt x="805" y="1494"/>
                    </a:cubicBezTo>
                    <a:cubicBezTo>
                      <a:pt x="690" y="1647"/>
                      <a:pt x="537" y="1838"/>
                      <a:pt x="345" y="1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Google Shape;3013;p47"/>
              <p:cNvSpPr/>
              <p:nvPr/>
            </p:nvSpPr>
            <p:spPr>
              <a:xfrm>
                <a:off x="6211822" y="2188000"/>
                <a:ext cx="25850" cy="5170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2068" extrusionOk="0">
                    <a:moveTo>
                      <a:pt x="307" y="2029"/>
                    </a:moveTo>
                    <a:cubicBezTo>
                      <a:pt x="153" y="1953"/>
                      <a:pt x="0" y="1761"/>
                      <a:pt x="77" y="1570"/>
                    </a:cubicBezTo>
                    <a:cubicBezTo>
                      <a:pt x="153" y="1302"/>
                      <a:pt x="268" y="995"/>
                      <a:pt x="192" y="689"/>
                    </a:cubicBezTo>
                    <a:cubicBezTo>
                      <a:pt x="39" y="268"/>
                      <a:pt x="651" y="0"/>
                      <a:pt x="842" y="421"/>
                    </a:cubicBezTo>
                    <a:cubicBezTo>
                      <a:pt x="1034" y="842"/>
                      <a:pt x="881" y="1340"/>
                      <a:pt x="766" y="1761"/>
                    </a:cubicBezTo>
                    <a:cubicBezTo>
                      <a:pt x="689" y="1953"/>
                      <a:pt x="498" y="2067"/>
                      <a:pt x="307" y="20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Google Shape;3014;p47"/>
              <p:cNvSpPr/>
              <p:nvPr/>
            </p:nvSpPr>
            <p:spPr>
              <a:xfrm>
                <a:off x="6334322" y="3307775"/>
                <a:ext cx="124450" cy="26825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1073" extrusionOk="0">
                    <a:moveTo>
                      <a:pt x="1302" y="1073"/>
                    </a:moveTo>
                    <a:cubicBezTo>
                      <a:pt x="996" y="1073"/>
                      <a:pt x="728" y="1073"/>
                      <a:pt x="422" y="1035"/>
                    </a:cubicBezTo>
                    <a:cubicBezTo>
                      <a:pt x="307" y="996"/>
                      <a:pt x="154" y="958"/>
                      <a:pt x="77" y="805"/>
                    </a:cubicBezTo>
                    <a:cubicBezTo>
                      <a:pt x="1" y="690"/>
                      <a:pt x="1" y="499"/>
                      <a:pt x="115" y="384"/>
                    </a:cubicBezTo>
                    <a:cubicBezTo>
                      <a:pt x="230" y="269"/>
                      <a:pt x="383" y="269"/>
                      <a:pt x="537" y="307"/>
                    </a:cubicBezTo>
                    <a:cubicBezTo>
                      <a:pt x="1226" y="422"/>
                      <a:pt x="1953" y="384"/>
                      <a:pt x="2604" y="346"/>
                    </a:cubicBezTo>
                    <a:cubicBezTo>
                      <a:pt x="3140" y="307"/>
                      <a:pt x="3676" y="231"/>
                      <a:pt x="4212" y="116"/>
                    </a:cubicBezTo>
                    <a:cubicBezTo>
                      <a:pt x="4480" y="39"/>
                      <a:pt x="4824" y="1"/>
                      <a:pt x="4939" y="307"/>
                    </a:cubicBezTo>
                    <a:cubicBezTo>
                      <a:pt x="4977" y="499"/>
                      <a:pt x="4863" y="728"/>
                      <a:pt x="4671" y="767"/>
                    </a:cubicBezTo>
                    <a:cubicBezTo>
                      <a:pt x="3523" y="1035"/>
                      <a:pt x="2451" y="1073"/>
                      <a:pt x="1302" y="10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Google Shape;3015;p47"/>
              <p:cNvSpPr/>
              <p:nvPr/>
            </p:nvSpPr>
            <p:spPr>
              <a:xfrm>
                <a:off x="6601347" y="3638950"/>
                <a:ext cx="180925" cy="97650"/>
              </a:xfrm>
              <a:custGeom>
                <a:avLst/>
                <a:gdLst/>
                <a:ahLst/>
                <a:cxnLst/>
                <a:rect l="l" t="t" r="r" b="b"/>
                <a:pathLst>
                  <a:path w="7237" h="3906" extrusionOk="0">
                    <a:moveTo>
                      <a:pt x="1" y="3522"/>
                    </a:moveTo>
                    <a:cubicBezTo>
                      <a:pt x="1" y="3293"/>
                      <a:pt x="154" y="3101"/>
                      <a:pt x="384" y="3101"/>
                    </a:cubicBezTo>
                    <a:cubicBezTo>
                      <a:pt x="766" y="3025"/>
                      <a:pt x="1188" y="2871"/>
                      <a:pt x="1570" y="2757"/>
                    </a:cubicBezTo>
                    <a:cubicBezTo>
                      <a:pt x="3063" y="2221"/>
                      <a:pt x="4480" y="1455"/>
                      <a:pt x="5782" y="613"/>
                    </a:cubicBezTo>
                    <a:cubicBezTo>
                      <a:pt x="6011" y="460"/>
                      <a:pt x="6241" y="306"/>
                      <a:pt x="6432" y="115"/>
                    </a:cubicBezTo>
                    <a:cubicBezTo>
                      <a:pt x="6586" y="0"/>
                      <a:pt x="6815" y="38"/>
                      <a:pt x="6930" y="192"/>
                    </a:cubicBezTo>
                    <a:cubicBezTo>
                      <a:pt x="7236" y="613"/>
                      <a:pt x="6586" y="881"/>
                      <a:pt x="6318" y="1110"/>
                    </a:cubicBezTo>
                    <a:cubicBezTo>
                      <a:pt x="5054" y="1953"/>
                      <a:pt x="3714" y="2718"/>
                      <a:pt x="2298" y="3216"/>
                    </a:cubicBezTo>
                    <a:cubicBezTo>
                      <a:pt x="1800" y="3407"/>
                      <a:pt x="1302" y="3599"/>
                      <a:pt x="805" y="3714"/>
                    </a:cubicBezTo>
                    <a:cubicBezTo>
                      <a:pt x="537" y="3829"/>
                      <a:pt x="77" y="3905"/>
                      <a:pt x="1" y="35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Google Shape;3016;p47"/>
              <p:cNvSpPr/>
              <p:nvPr/>
            </p:nvSpPr>
            <p:spPr>
              <a:xfrm>
                <a:off x="6771225" y="4412275"/>
                <a:ext cx="75650" cy="105300"/>
              </a:xfrm>
              <a:custGeom>
                <a:avLst/>
                <a:gdLst/>
                <a:ahLst/>
                <a:cxnLst/>
                <a:rect l="l" t="t" r="r" b="b"/>
                <a:pathLst>
                  <a:path w="3026" h="4212" extrusionOk="0">
                    <a:moveTo>
                      <a:pt x="1685" y="3867"/>
                    </a:moveTo>
                    <a:cubicBezTo>
                      <a:pt x="1647" y="3101"/>
                      <a:pt x="1303" y="2374"/>
                      <a:pt x="996" y="1685"/>
                    </a:cubicBezTo>
                    <a:cubicBezTo>
                      <a:pt x="805" y="1340"/>
                      <a:pt x="652" y="1034"/>
                      <a:pt x="384" y="766"/>
                    </a:cubicBezTo>
                    <a:cubicBezTo>
                      <a:pt x="192" y="804"/>
                      <a:pt x="1" y="613"/>
                      <a:pt x="1" y="421"/>
                    </a:cubicBezTo>
                    <a:cubicBezTo>
                      <a:pt x="1" y="39"/>
                      <a:pt x="460" y="0"/>
                      <a:pt x="728" y="153"/>
                    </a:cubicBezTo>
                    <a:cubicBezTo>
                      <a:pt x="843" y="230"/>
                      <a:pt x="958" y="345"/>
                      <a:pt x="1035" y="460"/>
                    </a:cubicBezTo>
                    <a:cubicBezTo>
                      <a:pt x="1456" y="804"/>
                      <a:pt x="3025" y="4097"/>
                      <a:pt x="2068" y="4173"/>
                    </a:cubicBezTo>
                    <a:cubicBezTo>
                      <a:pt x="1915" y="4212"/>
                      <a:pt x="1724" y="4058"/>
                      <a:pt x="1685" y="386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Google Shape;3017;p47"/>
              <p:cNvSpPr/>
              <p:nvPr/>
            </p:nvSpPr>
            <p:spPr>
              <a:xfrm>
                <a:off x="6884647" y="4377825"/>
                <a:ext cx="56500" cy="67975"/>
              </a:xfrm>
              <a:custGeom>
                <a:avLst/>
                <a:gdLst/>
                <a:ahLst/>
                <a:cxnLst/>
                <a:rect l="l" t="t" r="r" b="b"/>
                <a:pathLst>
                  <a:path w="2260" h="2719" extrusionOk="0">
                    <a:moveTo>
                      <a:pt x="1417" y="2297"/>
                    </a:moveTo>
                    <a:cubicBezTo>
                      <a:pt x="1149" y="1723"/>
                      <a:pt x="843" y="1110"/>
                      <a:pt x="345" y="689"/>
                    </a:cubicBezTo>
                    <a:cubicBezTo>
                      <a:pt x="1" y="536"/>
                      <a:pt x="154" y="0"/>
                      <a:pt x="498" y="0"/>
                    </a:cubicBezTo>
                    <a:cubicBezTo>
                      <a:pt x="690" y="0"/>
                      <a:pt x="920" y="230"/>
                      <a:pt x="1034" y="345"/>
                    </a:cubicBezTo>
                    <a:cubicBezTo>
                      <a:pt x="1456" y="804"/>
                      <a:pt x="1800" y="1417"/>
                      <a:pt x="2068" y="1991"/>
                    </a:cubicBezTo>
                    <a:cubicBezTo>
                      <a:pt x="2259" y="2450"/>
                      <a:pt x="1647" y="2718"/>
                      <a:pt x="1417" y="22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Google Shape;3018;p47"/>
              <p:cNvSpPr/>
              <p:nvPr/>
            </p:nvSpPr>
            <p:spPr>
              <a:xfrm>
                <a:off x="5743797" y="4347200"/>
                <a:ext cx="115825" cy="227800"/>
              </a:xfrm>
              <a:custGeom>
                <a:avLst/>
                <a:gdLst/>
                <a:ahLst/>
                <a:cxnLst/>
                <a:rect l="l" t="t" r="r" b="b"/>
                <a:pathLst>
                  <a:path w="4633" h="9112" extrusionOk="0">
                    <a:moveTo>
                      <a:pt x="307" y="9035"/>
                    </a:moveTo>
                    <a:cubicBezTo>
                      <a:pt x="115" y="8997"/>
                      <a:pt x="0" y="8805"/>
                      <a:pt x="39" y="8614"/>
                    </a:cubicBezTo>
                    <a:cubicBezTo>
                      <a:pt x="230" y="7848"/>
                      <a:pt x="422" y="7121"/>
                      <a:pt x="651" y="6393"/>
                    </a:cubicBezTo>
                    <a:cubicBezTo>
                      <a:pt x="1302" y="4364"/>
                      <a:pt x="2259" y="2412"/>
                      <a:pt x="3484" y="651"/>
                    </a:cubicBezTo>
                    <a:cubicBezTo>
                      <a:pt x="3676" y="383"/>
                      <a:pt x="3905" y="0"/>
                      <a:pt x="4288" y="0"/>
                    </a:cubicBezTo>
                    <a:cubicBezTo>
                      <a:pt x="4518" y="38"/>
                      <a:pt x="4633" y="230"/>
                      <a:pt x="4633" y="459"/>
                    </a:cubicBezTo>
                    <a:cubicBezTo>
                      <a:pt x="4633" y="536"/>
                      <a:pt x="4633" y="574"/>
                      <a:pt x="4633" y="651"/>
                    </a:cubicBezTo>
                    <a:cubicBezTo>
                      <a:pt x="4633" y="919"/>
                      <a:pt x="4327" y="1072"/>
                      <a:pt x="4135" y="995"/>
                    </a:cubicBezTo>
                    <a:cubicBezTo>
                      <a:pt x="3025" y="2527"/>
                      <a:pt x="2221" y="4211"/>
                      <a:pt x="1532" y="5972"/>
                    </a:cubicBezTo>
                    <a:cubicBezTo>
                      <a:pt x="1226" y="6891"/>
                      <a:pt x="958" y="7848"/>
                      <a:pt x="728" y="8805"/>
                    </a:cubicBezTo>
                    <a:cubicBezTo>
                      <a:pt x="690" y="8997"/>
                      <a:pt x="498" y="9112"/>
                      <a:pt x="307" y="90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Google Shape;3019;p47"/>
              <p:cNvSpPr/>
              <p:nvPr/>
            </p:nvSpPr>
            <p:spPr>
              <a:xfrm>
                <a:off x="5734222" y="4301250"/>
                <a:ext cx="98600" cy="96700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3868" extrusionOk="0">
                    <a:moveTo>
                      <a:pt x="192" y="3752"/>
                    </a:moveTo>
                    <a:cubicBezTo>
                      <a:pt x="39" y="3637"/>
                      <a:pt x="1" y="3408"/>
                      <a:pt x="116" y="3255"/>
                    </a:cubicBezTo>
                    <a:cubicBezTo>
                      <a:pt x="575" y="2604"/>
                      <a:pt x="1073" y="1991"/>
                      <a:pt x="1609" y="1417"/>
                    </a:cubicBezTo>
                    <a:cubicBezTo>
                      <a:pt x="1877" y="1111"/>
                      <a:pt x="2145" y="843"/>
                      <a:pt x="2413" y="575"/>
                    </a:cubicBezTo>
                    <a:cubicBezTo>
                      <a:pt x="2681" y="345"/>
                      <a:pt x="2987" y="39"/>
                      <a:pt x="3370" y="0"/>
                    </a:cubicBezTo>
                    <a:cubicBezTo>
                      <a:pt x="3944" y="0"/>
                      <a:pt x="3867" y="958"/>
                      <a:pt x="3293" y="766"/>
                    </a:cubicBezTo>
                    <a:cubicBezTo>
                      <a:pt x="2259" y="1570"/>
                      <a:pt x="1455" y="2642"/>
                      <a:pt x="690" y="3676"/>
                    </a:cubicBezTo>
                    <a:cubicBezTo>
                      <a:pt x="575" y="3829"/>
                      <a:pt x="345" y="3867"/>
                      <a:pt x="192" y="375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Google Shape;3020;p47"/>
              <p:cNvSpPr/>
              <p:nvPr/>
            </p:nvSpPr>
            <p:spPr>
              <a:xfrm>
                <a:off x="5607400" y="942800"/>
                <a:ext cx="1746725" cy="3794900"/>
              </a:xfrm>
              <a:custGeom>
                <a:avLst/>
                <a:gdLst/>
                <a:ahLst/>
                <a:cxnLst/>
                <a:rect l="l" t="t" r="r" b="b"/>
                <a:pathLst>
                  <a:path w="69869" h="151796" extrusionOk="0">
                    <a:moveTo>
                      <a:pt x="192" y="150188"/>
                    </a:moveTo>
                    <a:lnTo>
                      <a:pt x="192" y="150188"/>
                    </a:lnTo>
                    <a:lnTo>
                      <a:pt x="192" y="150188"/>
                    </a:lnTo>
                    <a:lnTo>
                      <a:pt x="192" y="150188"/>
                    </a:lnTo>
                    <a:lnTo>
                      <a:pt x="192" y="150188"/>
                    </a:lnTo>
                    <a:lnTo>
                      <a:pt x="192" y="150188"/>
                    </a:lnTo>
                    <a:lnTo>
                      <a:pt x="192" y="150188"/>
                    </a:lnTo>
                    <a:lnTo>
                      <a:pt x="192" y="150188"/>
                    </a:lnTo>
                    <a:lnTo>
                      <a:pt x="192" y="150188"/>
                    </a:lnTo>
                    <a:lnTo>
                      <a:pt x="192" y="150188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50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111"/>
                    </a:lnTo>
                    <a:lnTo>
                      <a:pt x="192" y="150073"/>
                    </a:lnTo>
                    <a:lnTo>
                      <a:pt x="192" y="150073"/>
                    </a:lnTo>
                    <a:lnTo>
                      <a:pt x="192" y="150073"/>
                    </a:lnTo>
                    <a:lnTo>
                      <a:pt x="192" y="150073"/>
                    </a:lnTo>
                    <a:lnTo>
                      <a:pt x="192" y="150073"/>
                    </a:lnTo>
                    <a:lnTo>
                      <a:pt x="192" y="150073"/>
                    </a:lnTo>
                    <a:cubicBezTo>
                      <a:pt x="192" y="149461"/>
                      <a:pt x="192" y="148886"/>
                      <a:pt x="154" y="148274"/>
                    </a:cubicBezTo>
                    <a:cubicBezTo>
                      <a:pt x="1" y="143182"/>
                      <a:pt x="154" y="138052"/>
                      <a:pt x="307" y="132922"/>
                    </a:cubicBezTo>
                    <a:cubicBezTo>
                      <a:pt x="575" y="124806"/>
                      <a:pt x="537" y="116651"/>
                      <a:pt x="499" y="108535"/>
                    </a:cubicBezTo>
                    <a:cubicBezTo>
                      <a:pt x="460" y="102142"/>
                      <a:pt x="422" y="95710"/>
                      <a:pt x="307" y="89317"/>
                    </a:cubicBezTo>
                    <a:cubicBezTo>
                      <a:pt x="384" y="85642"/>
                      <a:pt x="384" y="82005"/>
                      <a:pt x="307" y="78368"/>
                    </a:cubicBezTo>
                    <a:cubicBezTo>
                      <a:pt x="345" y="67763"/>
                      <a:pt x="269" y="57159"/>
                      <a:pt x="231" y="46554"/>
                    </a:cubicBezTo>
                    <a:cubicBezTo>
                      <a:pt x="384" y="41194"/>
                      <a:pt x="154" y="35796"/>
                      <a:pt x="116" y="30437"/>
                    </a:cubicBezTo>
                    <a:cubicBezTo>
                      <a:pt x="77" y="23201"/>
                      <a:pt x="192" y="15927"/>
                      <a:pt x="192" y="8691"/>
                    </a:cubicBezTo>
                    <a:cubicBezTo>
                      <a:pt x="154" y="6165"/>
                      <a:pt x="384" y="3600"/>
                      <a:pt x="384" y="1111"/>
                    </a:cubicBezTo>
                    <a:lnTo>
                      <a:pt x="384" y="1073"/>
                    </a:lnTo>
                    <a:lnTo>
                      <a:pt x="384" y="1073"/>
                    </a:lnTo>
                    <a:lnTo>
                      <a:pt x="345" y="1073"/>
                    </a:lnTo>
                    <a:lnTo>
                      <a:pt x="345" y="1073"/>
                    </a:lnTo>
                    <a:lnTo>
                      <a:pt x="345" y="1073"/>
                    </a:lnTo>
                    <a:lnTo>
                      <a:pt x="345" y="1073"/>
                    </a:lnTo>
                    <a:cubicBezTo>
                      <a:pt x="345" y="1073"/>
                      <a:pt x="345" y="1073"/>
                      <a:pt x="345" y="1035"/>
                    </a:cubicBezTo>
                    <a:lnTo>
                      <a:pt x="345" y="1035"/>
                    </a:lnTo>
                    <a:cubicBezTo>
                      <a:pt x="345" y="1035"/>
                      <a:pt x="345" y="1035"/>
                      <a:pt x="345" y="1035"/>
                    </a:cubicBezTo>
                    <a:lnTo>
                      <a:pt x="345" y="1035"/>
                    </a:lnTo>
                    <a:lnTo>
                      <a:pt x="345" y="1035"/>
                    </a:lnTo>
                    <a:lnTo>
                      <a:pt x="345" y="1035"/>
                    </a:lnTo>
                    <a:lnTo>
                      <a:pt x="345" y="1035"/>
                    </a:lnTo>
                    <a:lnTo>
                      <a:pt x="345" y="1035"/>
                    </a:lnTo>
                    <a:lnTo>
                      <a:pt x="345" y="996"/>
                    </a:lnTo>
                    <a:lnTo>
                      <a:pt x="345" y="996"/>
                    </a:lnTo>
                    <a:lnTo>
                      <a:pt x="345" y="996"/>
                    </a:lnTo>
                    <a:lnTo>
                      <a:pt x="345" y="996"/>
                    </a:lnTo>
                    <a:lnTo>
                      <a:pt x="345" y="996"/>
                    </a:lnTo>
                    <a:lnTo>
                      <a:pt x="345" y="996"/>
                    </a:lnTo>
                    <a:lnTo>
                      <a:pt x="345" y="996"/>
                    </a:lnTo>
                    <a:lnTo>
                      <a:pt x="345" y="996"/>
                    </a:lnTo>
                    <a:lnTo>
                      <a:pt x="345" y="996"/>
                    </a:lnTo>
                    <a:lnTo>
                      <a:pt x="345" y="996"/>
                    </a:lnTo>
                    <a:lnTo>
                      <a:pt x="345" y="958"/>
                    </a:lnTo>
                    <a:lnTo>
                      <a:pt x="345" y="958"/>
                    </a:lnTo>
                    <a:lnTo>
                      <a:pt x="345" y="958"/>
                    </a:lnTo>
                    <a:lnTo>
                      <a:pt x="345" y="958"/>
                    </a:lnTo>
                    <a:lnTo>
                      <a:pt x="345" y="958"/>
                    </a:lnTo>
                    <a:lnTo>
                      <a:pt x="345" y="958"/>
                    </a:lnTo>
                    <a:lnTo>
                      <a:pt x="345" y="958"/>
                    </a:lnTo>
                    <a:lnTo>
                      <a:pt x="345" y="958"/>
                    </a:lnTo>
                    <a:lnTo>
                      <a:pt x="345" y="958"/>
                    </a:lnTo>
                    <a:lnTo>
                      <a:pt x="345" y="958"/>
                    </a:lnTo>
                    <a:lnTo>
                      <a:pt x="345" y="920"/>
                    </a:lnTo>
                    <a:lnTo>
                      <a:pt x="345" y="920"/>
                    </a:lnTo>
                    <a:lnTo>
                      <a:pt x="345" y="920"/>
                    </a:lnTo>
                    <a:lnTo>
                      <a:pt x="345" y="920"/>
                    </a:lnTo>
                    <a:lnTo>
                      <a:pt x="345" y="920"/>
                    </a:lnTo>
                    <a:lnTo>
                      <a:pt x="345" y="920"/>
                    </a:lnTo>
                    <a:lnTo>
                      <a:pt x="345" y="920"/>
                    </a:lnTo>
                    <a:lnTo>
                      <a:pt x="345" y="920"/>
                    </a:lnTo>
                    <a:lnTo>
                      <a:pt x="345" y="920"/>
                    </a:lnTo>
                    <a:lnTo>
                      <a:pt x="345" y="882"/>
                    </a:lnTo>
                    <a:lnTo>
                      <a:pt x="345" y="882"/>
                    </a:lnTo>
                    <a:lnTo>
                      <a:pt x="345" y="882"/>
                    </a:lnTo>
                    <a:lnTo>
                      <a:pt x="345" y="882"/>
                    </a:lnTo>
                    <a:lnTo>
                      <a:pt x="345" y="882"/>
                    </a:lnTo>
                    <a:lnTo>
                      <a:pt x="345" y="882"/>
                    </a:lnTo>
                    <a:lnTo>
                      <a:pt x="345" y="882"/>
                    </a:lnTo>
                    <a:lnTo>
                      <a:pt x="345" y="882"/>
                    </a:lnTo>
                    <a:lnTo>
                      <a:pt x="345" y="843"/>
                    </a:lnTo>
                    <a:lnTo>
                      <a:pt x="345" y="843"/>
                    </a:lnTo>
                    <a:lnTo>
                      <a:pt x="345" y="843"/>
                    </a:lnTo>
                    <a:lnTo>
                      <a:pt x="345" y="843"/>
                    </a:lnTo>
                    <a:lnTo>
                      <a:pt x="345" y="843"/>
                    </a:lnTo>
                    <a:lnTo>
                      <a:pt x="345" y="843"/>
                    </a:lnTo>
                    <a:lnTo>
                      <a:pt x="345" y="843"/>
                    </a:lnTo>
                    <a:lnTo>
                      <a:pt x="345" y="843"/>
                    </a:lnTo>
                    <a:cubicBezTo>
                      <a:pt x="345" y="843"/>
                      <a:pt x="345" y="805"/>
                      <a:pt x="345" y="805"/>
                    </a:cubicBezTo>
                    <a:lnTo>
                      <a:pt x="345" y="805"/>
                    </a:lnTo>
                    <a:lnTo>
                      <a:pt x="345" y="805"/>
                    </a:lnTo>
                    <a:lnTo>
                      <a:pt x="345" y="805"/>
                    </a:lnTo>
                    <a:lnTo>
                      <a:pt x="345" y="767"/>
                    </a:lnTo>
                    <a:lnTo>
                      <a:pt x="345" y="767"/>
                    </a:lnTo>
                    <a:lnTo>
                      <a:pt x="345" y="767"/>
                    </a:lnTo>
                    <a:lnTo>
                      <a:pt x="345" y="767"/>
                    </a:lnTo>
                    <a:cubicBezTo>
                      <a:pt x="345" y="767"/>
                      <a:pt x="384" y="767"/>
                      <a:pt x="384" y="728"/>
                    </a:cubicBezTo>
                    <a:lnTo>
                      <a:pt x="384" y="728"/>
                    </a:lnTo>
                    <a:lnTo>
                      <a:pt x="384" y="728"/>
                    </a:lnTo>
                    <a:lnTo>
                      <a:pt x="384" y="728"/>
                    </a:lnTo>
                    <a:lnTo>
                      <a:pt x="384" y="728"/>
                    </a:lnTo>
                    <a:lnTo>
                      <a:pt x="384" y="728"/>
                    </a:lnTo>
                    <a:lnTo>
                      <a:pt x="384" y="728"/>
                    </a:lnTo>
                    <a:lnTo>
                      <a:pt x="384" y="690"/>
                    </a:lnTo>
                    <a:lnTo>
                      <a:pt x="384" y="690"/>
                    </a:lnTo>
                    <a:lnTo>
                      <a:pt x="384" y="690"/>
                    </a:lnTo>
                    <a:lnTo>
                      <a:pt x="384" y="690"/>
                    </a:lnTo>
                    <a:lnTo>
                      <a:pt x="384" y="690"/>
                    </a:lnTo>
                    <a:lnTo>
                      <a:pt x="384" y="690"/>
                    </a:lnTo>
                    <a:lnTo>
                      <a:pt x="384" y="690"/>
                    </a:lnTo>
                    <a:lnTo>
                      <a:pt x="384" y="652"/>
                    </a:lnTo>
                    <a:lnTo>
                      <a:pt x="384" y="652"/>
                    </a:lnTo>
                    <a:cubicBezTo>
                      <a:pt x="384" y="652"/>
                      <a:pt x="422" y="652"/>
                      <a:pt x="422" y="652"/>
                    </a:cubicBezTo>
                    <a:lnTo>
                      <a:pt x="422" y="652"/>
                    </a:lnTo>
                    <a:lnTo>
                      <a:pt x="422" y="652"/>
                    </a:lnTo>
                    <a:lnTo>
                      <a:pt x="422" y="652"/>
                    </a:lnTo>
                    <a:cubicBezTo>
                      <a:pt x="422" y="652"/>
                      <a:pt x="460" y="614"/>
                      <a:pt x="460" y="614"/>
                    </a:cubicBezTo>
                    <a:lnTo>
                      <a:pt x="460" y="614"/>
                    </a:lnTo>
                    <a:lnTo>
                      <a:pt x="460" y="614"/>
                    </a:lnTo>
                    <a:lnTo>
                      <a:pt x="460" y="614"/>
                    </a:lnTo>
                    <a:cubicBezTo>
                      <a:pt x="460" y="614"/>
                      <a:pt x="499" y="575"/>
                      <a:pt x="499" y="575"/>
                    </a:cubicBezTo>
                    <a:lnTo>
                      <a:pt x="499" y="575"/>
                    </a:lnTo>
                    <a:lnTo>
                      <a:pt x="499" y="575"/>
                    </a:lnTo>
                    <a:lnTo>
                      <a:pt x="499" y="575"/>
                    </a:lnTo>
                    <a:lnTo>
                      <a:pt x="499" y="575"/>
                    </a:lnTo>
                    <a:lnTo>
                      <a:pt x="499" y="575"/>
                    </a:lnTo>
                    <a:lnTo>
                      <a:pt x="499" y="575"/>
                    </a:lnTo>
                    <a:cubicBezTo>
                      <a:pt x="499" y="384"/>
                      <a:pt x="652" y="231"/>
                      <a:pt x="843" y="192"/>
                    </a:cubicBezTo>
                    <a:cubicBezTo>
                      <a:pt x="2107" y="78"/>
                      <a:pt x="3408" y="1"/>
                      <a:pt x="4672" y="1"/>
                    </a:cubicBezTo>
                    <a:cubicBezTo>
                      <a:pt x="6433" y="1"/>
                      <a:pt x="8308" y="78"/>
                      <a:pt x="10070" y="78"/>
                    </a:cubicBezTo>
                    <a:cubicBezTo>
                      <a:pt x="13477" y="78"/>
                      <a:pt x="16884" y="116"/>
                      <a:pt x="20253" y="78"/>
                    </a:cubicBezTo>
                    <a:cubicBezTo>
                      <a:pt x="23852" y="39"/>
                      <a:pt x="27565" y="231"/>
                      <a:pt x="31164" y="231"/>
                    </a:cubicBezTo>
                    <a:cubicBezTo>
                      <a:pt x="36945" y="231"/>
                      <a:pt x="42764" y="78"/>
                      <a:pt x="48545" y="116"/>
                    </a:cubicBezTo>
                    <a:cubicBezTo>
                      <a:pt x="53943" y="116"/>
                      <a:pt x="59379" y="192"/>
                      <a:pt x="64739" y="269"/>
                    </a:cubicBezTo>
                    <a:cubicBezTo>
                      <a:pt x="66079" y="269"/>
                      <a:pt x="67419" y="231"/>
                      <a:pt x="68720" y="307"/>
                    </a:cubicBezTo>
                    <a:cubicBezTo>
                      <a:pt x="68835" y="307"/>
                      <a:pt x="68912" y="346"/>
                      <a:pt x="68988" y="422"/>
                    </a:cubicBezTo>
                    <a:lnTo>
                      <a:pt x="68988" y="422"/>
                    </a:lnTo>
                    <a:lnTo>
                      <a:pt x="68988" y="422"/>
                    </a:lnTo>
                    <a:lnTo>
                      <a:pt x="68988" y="422"/>
                    </a:lnTo>
                    <a:lnTo>
                      <a:pt x="68988" y="422"/>
                    </a:lnTo>
                    <a:lnTo>
                      <a:pt x="68988" y="422"/>
                    </a:lnTo>
                    <a:lnTo>
                      <a:pt x="68988" y="422"/>
                    </a:lnTo>
                    <a:lnTo>
                      <a:pt x="68988" y="422"/>
                    </a:lnTo>
                    <a:lnTo>
                      <a:pt x="68988" y="422"/>
                    </a:lnTo>
                    <a:lnTo>
                      <a:pt x="68988" y="422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8988" y="384"/>
                    </a:lnTo>
                    <a:lnTo>
                      <a:pt x="69027" y="384"/>
                    </a:lnTo>
                    <a:lnTo>
                      <a:pt x="69027" y="384"/>
                    </a:lnTo>
                    <a:lnTo>
                      <a:pt x="69027" y="384"/>
                    </a:lnTo>
                    <a:lnTo>
                      <a:pt x="69027" y="384"/>
                    </a:lnTo>
                    <a:lnTo>
                      <a:pt x="69027" y="384"/>
                    </a:lnTo>
                    <a:cubicBezTo>
                      <a:pt x="69218" y="422"/>
                      <a:pt x="69371" y="614"/>
                      <a:pt x="69371" y="805"/>
                    </a:cubicBezTo>
                    <a:cubicBezTo>
                      <a:pt x="69371" y="1035"/>
                      <a:pt x="69371" y="1264"/>
                      <a:pt x="69409" y="1494"/>
                    </a:cubicBezTo>
                    <a:cubicBezTo>
                      <a:pt x="69448" y="2566"/>
                      <a:pt x="69448" y="3600"/>
                      <a:pt x="69524" y="4672"/>
                    </a:cubicBezTo>
                    <a:cubicBezTo>
                      <a:pt x="69869" y="12099"/>
                      <a:pt x="69754" y="19564"/>
                      <a:pt x="69639" y="26991"/>
                    </a:cubicBezTo>
                    <a:cubicBezTo>
                      <a:pt x="69639" y="33997"/>
                      <a:pt x="69295" y="41003"/>
                      <a:pt x="69180" y="48009"/>
                    </a:cubicBezTo>
                    <a:cubicBezTo>
                      <a:pt x="69103" y="50574"/>
                      <a:pt x="69180" y="53139"/>
                      <a:pt x="69218" y="55704"/>
                    </a:cubicBezTo>
                    <a:cubicBezTo>
                      <a:pt x="69333" y="59762"/>
                      <a:pt x="69256" y="63782"/>
                      <a:pt x="69295" y="67801"/>
                    </a:cubicBezTo>
                    <a:cubicBezTo>
                      <a:pt x="69486" y="77870"/>
                      <a:pt x="69486" y="87939"/>
                      <a:pt x="69409" y="98007"/>
                    </a:cubicBezTo>
                    <a:cubicBezTo>
                      <a:pt x="69409" y="104707"/>
                      <a:pt x="69486" y="111445"/>
                      <a:pt x="69524" y="118183"/>
                    </a:cubicBezTo>
                    <a:cubicBezTo>
                      <a:pt x="69601" y="128060"/>
                      <a:pt x="69333" y="137975"/>
                      <a:pt x="69409" y="147853"/>
                    </a:cubicBezTo>
                    <a:cubicBezTo>
                      <a:pt x="69448" y="148695"/>
                      <a:pt x="69448" y="149537"/>
                      <a:pt x="69448" y="150341"/>
                    </a:cubicBezTo>
                    <a:lnTo>
                      <a:pt x="69448" y="150992"/>
                    </a:lnTo>
                    <a:cubicBezTo>
                      <a:pt x="69448" y="151183"/>
                      <a:pt x="69256" y="151336"/>
                      <a:pt x="69065" y="151298"/>
                    </a:cubicBez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65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lnTo>
                      <a:pt x="69027" y="151298"/>
                    </a:lnTo>
                    <a:cubicBezTo>
                      <a:pt x="67189" y="151298"/>
                      <a:pt x="65466" y="151260"/>
                      <a:pt x="63667" y="151298"/>
                    </a:cubicBezTo>
                    <a:cubicBezTo>
                      <a:pt x="50918" y="151490"/>
                      <a:pt x="38208" y="151796"/>
                      <a:pt x="25498" y="151758"/>
                    </a:cubicBezTo>
                    <a:cubicBezTo>
                      <a:pt x="19258" y="151681"/>
                      <a:pt x="12979" y="151681"/>
                      <a:pt x="6701" y="151451"/>
                    </a:cubicBezTo>
                    <a:cubicBezTo>
                      <a:pt x="5361" y="151413"/>
                      <a:pt x="4059" y="151451"/>
                      <a:pt x="2719" y="151490"/>
                    </a:cubicBezTo>
                    <a:cubicBezTo>
                      <a:pt x="2068" y="151490"/>
                      <a:pt x="1456" y="151528"/>
                      <a:pt x="843" y="151375"/>
                    </a:cubicBezTo>
                    <a:cubicBezTo>
                      <a:pt x="575" y="151336"/>
                      <a:pt x="269" y="151222"/>
                      <a:pt x="192" y="150954"/>
                    </a:cubicBezTo>
                    <a:lnTo>
                      <a:pt x="192" y="150954"/>
                    </a:lnTo>
                    <a:lnTo>
                      <a:pt x="154" y="150954"/>
                    </a:lnTo>
                    <a:lnTo>
                      <a:pt x="154" y="150954"/>
                    </a:lnTo>
                    <a:lnTo>
                      <a:pt x="154" y="150954"/>
                    </a:lnTo>
                    <a:lnTo>
                      <a:pt x="154" y="150915"/>
                    </a:lnTo>
                    <a:lnTo>
                      <a:pt x="154" y="150915"/>
                    </a:lnTo>
                    <a:lnTo>
                      <a:pt x="154" y="150915"/>
                    </a:lnTo>
                    <a:lnTo>
                      <a:pt x="154" y="150915"/>
                    </a:lnTo>
                    <a:lnTo>
                      <a:pt x="154" y="150915"/>
                    </a:lnTo>
                    <a:lnTo>
                      <a:pt x="154" y="150915"/>
                    </a:lnTo>
                    <a:lnTo>
                      <a:pt x="154" y="150915"/>
                    </a:lnTo>
                    <a:lnTo>
                      <a:pt x="154" y="150877"/>
                    </a:lnTo>
                    <a:lnTo>
                      <a:pt x="154" y="150877"/>
                    </a:lnTo>
                    <a:lnTo>
                      <a:pt x="154" y="150877"/>
                    </a:lnTo>
                    <a:lnTo>
                      <a:pt x="154" y="150877"/>
                    </a:lnTo>
                    <a:lnTo>
                      <a:pt x="154" y="150877"/>
                    </a:lnTo>
                    <a:lnTo>
                      <a:pt x="154" y="150877"/>
                    </a:lnTo>
                    <a:lnTo>
                      <a:pt x="154" y="150877"/>
                    </a:lnTo>
                    <a:lnTo>
                      <a:pt x="154" y="150877"/>
                    </a:lnTo>
                    <a:lnTo>
                      <a:pt x="154" y="150839"/>
                    </a:lnTo>
                    <a:lnTo>
                      <a:pt x="154" y="150839"/>
                    </a:lnTo>
                    <a:lnTo>
                      <a:pt x="154" y="150839"/>
                    </a:lnTo>
                    <a:lnTo>
                      <a:pt x="154" y="150839"/>
                    </a:lnTo>
                    <a:lnTo>
                      <a:pt x="154" y="150800"/>
                    </a:lnTo>
                    <a:lnTo>
                      <a:pt x="154" y="150800"/>
                    </a:lnTo>
                    <a:lnTo>
                      <a:pt x="154" y="150800"/>
                    </a:lnTo>
                    <a:lnTo>
                      <a:pt x="154" y="150800"/>
                    </a:lnTo>
                    <a:lnTo>
                      <a:pt x="154" y="150800"/>
                    </a:lnTo>
                    <a:lnTo>
                      <a:pt x="154" y="150800"/>
                    </a:lnTo>
                    <a:lnTo>
                      <a:pt x="154" y="150800"/>
                    </a:lnTo>
                    <a:lnTo>
                      <a:pt x="154" y="150800"/>
                    </a:lnTo>
                    <a:lnTo>
                      <a:pt x="154" y="150762"/>
                    </a:lnTo>
                    <a:lnTo>
                      <a:pt x="154" y="150762"/>
                    </a:lnTo>
                    <a:lnTo>
                      <a:pt x="154" y="150762"/>
                    </a:lnTo>
                    <a:lnTo>
                      <a:pt x="154" y="150762"/>
                    </a:lnTo>
                    <a:lnTo>
                      <a:pt x="154" y="150762"/>
                    </a:lnTo>
                    <a:lnTo>
                      <a:pt x="154" y="150762"/>
                    </a:lnTo>
                    <a:lnTo>
                      <a:pt x="154" y="150724"/>
                    </a:lnTo>
                    <a:lnTo>
                      <a:pt x="154" y="150724"/>
                    </a:lnTo>
                    <a:lnTo>
                      <a:pt x="154" y="150724"/>
                    </a:lnTo>
                    <a:lnTo>
                      <a:pt x="154" y="150724"/>
                    </a:lnTo>
                    <a:lnTo>
                      <a:pt x="154" y="150724"/>
                    </a:lnTo>
                    <a:lnTo>
                      <a:pt x="154" y="150724"/>
                    </a:lnTo>
                    <a:lnTo>
                      <a:pt x="154" y="150686"/>
                    </a:lnTo>
                    <a:lnTo>
                      <a:pt x="154" y="150686"/>
                    </a:lnTo>
                    <a:lnTo>
                      <a:pt x="154" y="150686"/>
                    </a:lnTo>
                    <a:lnTo>
                      <a:pt x="154" y="150686"/>
                    </a:lnTo>
                    <a:lnTo>
                      <a:pt x="154" y="150686"/>
                    </a:lnTo>
                    <a:lnTo>
                      <a:pt x="154" y="150647"/>
                    </a:lnTo>
                    <a:lnTo>
                      <a:pt x="154" y="150647"/>
                    </a:lnTo>
                    <a:lnTo>
                      <a:pt x="154" y="150647"/>
                    </a:lnTo>
                    <a:lnTo>
                      <a:pt x="154" y="150647"/>
                    </a:lnTo>
                    <a:lnTo>
                      <a:pt x="154" y="150647"/>
                    </a:lnTo>
                    <a:lnTo>
                      <a:pt x="154" y="150647"/>
                    </a:lnTo>
                    <a:lnTo>
                      <a:pt x="154" y="150647"/>
                    </a:lnTo>
                    <a:lnTo>
                      <a:pt x="154" y="150609"/>
                    </a:lnTo>
                    <a:lnTo>
                      <a:pt x="154" y="150609"/>
                    </a:lnTo>
                    <a:lnTo>
                      <a:pt x="154" y="150609"/>
                    </a:lnTo>
                    <a:lnTo>
                      <a:pt x="154" y="150609"/>
                    </a:lnTo>
                    <a:lnTo>
                      <a:pt x="154" y="150609"/>
                    </a:lnTo>
                    <a:lnTo>
                      <a:pt x="154" y="150609"/>
                    </a:lnTo>
                    <a:lnTo>
                      <a:pt x="154" y="150571"/>
                    </a:lnTo>
                    <a:lnTo>
                      <a:pt x="154" y="150571"/>
                    </a:lnTo>
                    <a:lnTo>
                      <a:pt x="154" y="150571"/>
                    </a:lnTo>
                    <a:lnTo>
                      <a:pt x="154" y="150532"/>
                    </a:lnTo>
                    <a:lnTo>
                      <a:pt x="154" y="150532"/>
                    </a:lnTo>
                    <a:lnTo>
                      <a:pt x="154" y="150532"/>
                    </a:lnTo>
                    <a:lnTo>
                      <a:pt x="154" y="150532"/>
                    </a:lnTo>
                    <a:lnTo>
                      <a:pt x="154" y="150532"/>
                    </a:lnTo>
                    <a:lnTo>
                      <a:pt x="154" y="150532"/>
                    </a:lnTo>
                    <a:lnTo>
                      <a:pt x="154" y="150532"/>
                    </a:lnTo>
                    <a:lnTo>
                      <a:pt x="154" y="150494"/>
                    </a:lnTo>
                    <a:lnTo>
                      <a:pt x="154" y="150494"/>
                    </a:lnTo>
                    <a:lnTo>
                      <a:pt x="154" y="150494"/>
                    </a:lnTo>
                    <a:lnTo>
                      <a:pt x="154" y="150494"/>
                    </a:lnTo>
                    <a:lnTo>
                      <a:pt x="154" y="150494"/>
                    </a:lnTo>
                    <a:lnTo>
                      <a:pt x="154" y="150456"/>
                    </a:lnTo>
                    <a:lnTo>
                      <a:pt x="154" y="150456"/>
                    </a:lnTo>
                    <a:lnTo>
                      <a:pt x="154" y="150456"/>
                    </a:lnTo>
                    <a:lnTo>
                      <a:pt x="154" y="150456"/>
                    </a:lnTo>
                    <a:lnTo>
                      <a:pt x="154" y="150456"/>
                    </a:lnTo>
                    <a:cubicBezTo>
                      <a:pt x="154" y="150456"/>
                      <a:pt x="154" y="150418"/>
                      <a:pt x="192" y="150418"/>
                    </a:cubicBezTo>
                    <a:lnTo>
                      <a:pt x="192" y="150418"/>
                    </a:lnTo>
                    <a:lnTo>
                      <a:pt x="192" y="150418"/>
                    </a:lnTo>
                    <a:lnTo>
                      <a:pt x="192" y="150418"/>
                    </a:lnTo>
                    <a:cubicBezTo>
                      <a:pt x="192" y="150418"/>
                      <a:pt x="192" y="150379"/>
                      <a:pt x="192" y="150379"/>
                    </a:cubicBezTo>
                    <a:lnTo>
                      <a:pt x="192" y="150379"/>
                    </a:lnTo>
                    <a:lnTo>
                      <a:pt x="192" y="150379"/>
                    </a:lnTo>
                    <a:lnTo>
                      <a:pt x="192" y="150379"/>
                    </a:lnTo>
                    <a:lnTo>
                      <a:pt x="192" y="150379"/>
                    </a:lnTo>
                    <a:lnTo>
                      <a:pt x="192" y="150341"/>
                    </a:lnTo>
                    <a:lnTo>
                      <a:pt x="192" y="150341"/>
                    </a:lnTo>
                    <a:lnTo>
                      <a:pt x="192" y="150341"/>
                    </a:lnTo>
                    <a:close/>
                    <a:moveTo>
                      <a:pt x="1035" y="958"/>
                    </a:moveTo>
                    <a:lnTo>
                      <a:pt x="1035" y="996"/>
                    </a:lnTo>
                    <a:lnTo>
                      <a:pt x="1035" y="996"/>
                    </a:lnTo>
                    <a:lnTo>
                      <a:pt x="1035" y="996"/>
                    </a:lnTo>
                    <a:lnTo>
                      <a:pt x="1035" y="1035"/>
                    </a:lnTo>
                    <a:cubicBezTo>
                      <a:pt x="1035" y="1035"/>
                      <a:pt x="1035" y="1073"/>
                      <a:pt x="1035" y="1073"/>
                    </a:cubicBezTo>
                    <a:lnTo>
                      <a:pt x="1035" y="1073"/>
                    </a:lnTo>
                    <a:cubicBezTo>
                      <a:pt x="1035" y="1111"/>
                      <a:pt x="1035" y="1149"/>
                      <a:pt x="1073" y="1188"/>
                    </a:cubicBezTo>
                    <a:lnTo>
                      <a:pt x="1073" y="1188"/>
                    </a:lnTo>
                    <a:lnTo>
                      <a:pt x="1073" y="1303"/>
                    </a:lnTo>
                    <a:lnTo>
                      <a:pt x="1073" y="1341"/>
                    </a:lnTo>
                    <a:lnTo>
                      <a:pt x="1073" y="1379"/>
                    </a:lnTo>
                    <a:lnTo>
                      <a:pt x="1073" y="1417"/>
                    </a:lnTo>
                    <a:lnTo>
                      <a:pt x="1073" y="1417"/>
                    </a:lnTo>
                    <a:lnTo>
                      <a:pt x="1073" y="1456"/>
                    </a:lnTo>
                    <a:lnTo>
                      <a:pt x="1073" y="1456"/>
                    </a:lnTo>
                    <a:lnTo>
                      <a:pt x="1073" y="1456"/>
                    </a:lnTo>
                    <a:lnTo>
                      <a:pt x="1073" y="1494"/>
                    </a:lnTo>
                    <a:lnTo>
                      <a:pt x="1073" y="1494"/>
                    </a:lnTo>
                    <a:lnTo>
                      <a:pt x="1073" y="1494"/>
                    </a:lnTo>
                    <a:lnTo>
                      <a:pt x="1073" y="1532"/>
                    </a:lnTo>
                    <a:lnTo>
                      <a:pt x="1073" y="1571"/>
                    </a:lnTo>
                    <a:lnTo>
                      <a:pt x="1073" y="1571"/>
                    </a:lnTo>
                    <a:lnTo>
                      <a:pt x="1073" y="1571"/>
                    </a:lnTo>
                    <a:lnTo>
                      <a:pt x="1073" y="1609"/>
                    </a:lnTo>
                    <a:lnTo>
                      <a:pt x="1073" y="1609"/>
                    </a:lnTo>
                    <a:lnTo>
                      <a:pt x="1073" y="1609"/>
                    </a:lnTo>
                    <a:lnTo>
                      <a:pt x="1073" y="1647"/>
                    </a:lnTo>
                    <a:lnTo>
                      <a:pt x="1073" y="1647"/>
                    </a:lnTo>
                    <a:lnTo>
                      <a:pt x="1073" y="1647"/>
                    </a:lnTo>
                    <a:lnTo>
                      <a:pt x="1073" y="1685"/>
                    </a:lnTo>
                    <a:lnTo>
                      <a:pt x="1073" y="1685"/>
                    </a:lnTo>
                    <a:lnTo>
                      <a:pt x="1073" y="1685"/>
                    </a:lnTo>
                    <a:lnTo>
                      <a:pt x="1073" y="1685"/>
                    </a:lnTo>
                    <a:lnTo>
                      <a:pt x="1073" y="1685"/>
                    </a:lnTo>
                    <a:lnTo>
                      <a:pt x="1073" y="1724"/>
                    </a:lnTo>
                    <a:lnTo>
                      <a:pt x="1073" y="1724"/>
                    </a:lnTo>
                    <a:lnTo>
                      <a:pt x="1073" y="1724"/>
                    </a:lnTo>
                    <a:lnTo>
                      <a:pt x="1073" y="1762"/>
                    </a:lnTo>
                    <a:lnTo>
                      <a:pt x="1073" y="1762"/>
                    </a:lnTo>
                    <a:lnTo>
                      <a:pt x="1073" y="1762"/>
                    </a:lnTo>
                    <a:lnTo>
                      <a:pt x="1073" y="1762"/>
                    </a:lnTo>
                    <a:lnTo>
                      <a:pt x="1073" y="1800"/>
                    </a:lnTo>
                    <a:lnTo>
                      <a:pt x="1073" y="1800"/>
                    </a:lnTo>
                    <a:lnTo>
                      <a:pt x="1073" y="1800"/>
                    </a:lnTo>
                    <a:lnTo>
                      <a:pt x="1073" y="1839"/>
                    </a:lnTo>
                    <a:lnTo>
                      <a:pt x="1073" y="1839"/>
                    </a:lnTo>
                    <a:lnTo>
                      <a:pt x="1073" y="1839"/>
                    </a:lnTo>
                    <a:lnTo>
                      <a:pt x="1073" y="1839"/>
                    </a:lnTo>
                    <a:lnTo>
                      <a:pt x="1073" y="1839"/>
                    </a:lnTo>
                    <a:lnTo>
                      <a:pt x="1073" y="1877"/>
                    </a:lnTo>
                    <a:lnTo>
                      <a:pt x="1073" y="1877"/>
                    </a:lnTo>
                    <a:lnTo>
                      <a:pt x="1073" y="1877"/>
                    </a:lnTo>
                    <a:lnTo>
                      <a:pt x="1073" y="1877"/>
                    </a:lnTo>
                    <a:lnTo>
                      <a:pt x="1073" y="1877"/>
                    </a:lnTo>
                    <a:lnTo>
                      <a:pt x="1073" y="1915"/>
                    </a:lnTo>
                    <a:lnTo>
                      <a:pt x="1073" y="1915"/>
                    </a:lnTo>
                    <a:lnTo>
                      <a:pt x="1073" y="1953"/>
                    </a:lnTo>
                    <a:lnTo>
                      <a:pt x="1073" y="1953"/>
                    </a:lnTo>
                    <a:lnTo>
                      <a:pt x="1073" y="1953"/>
                    </a:lnTo>
                    <a:lnTo>
                      <a:pt x="1073" y="1953"/>
                    </a:lnTo>
                    <a:lnTo>
                      <a:pt x="1073" y="1953"/>
                    </a:lnTo>
                    <a:lnTo>
                      <a:pt x="1073" y="1992"/>
                    </a:lnTo>
                    <a:cubicBezTo>
                      <a:pt x="958" y="4672"/>
                      <a:pt x="843" y="7390"/>
                      <a:pt x="881" y="10108"/>
                    </a:cubicBezTo>
                    <a:cubicBezTo>
                      <a:pt x="881" y="14549"/>
                      <a:pt x="767" y="18990"/>
                      <a:pt x="805" y="23431"/>
                    </a:cubicBezTo>
                    <a:cubicBezTo>
                      <a:pt x="767" y="29479"/>
                      <a:pt x="881" y="35528"/>
                      <a:pt x="958" y="41539"/>
                    </a:cubicBezTo>
                    <a:cubicBezTo>
                      <a:pt x="996" y="44601"/>
                      <a:pt x="843" y="47664"/>
                      <a:pt x="920" y="50727"/>
                    </a:cubicBezTo>
                    <a:cubicBezTo>
                      <a:pt x="996" y="56508"/>
                      <a:pt x="920" y="62250"/>
                      <a:pt x="996" y="67993"/>
                    </a:cubicBezTo>
                    <a:cubicBezTo>
                      <a:pt x="996" y="72472"/>
                      <a:pt x="920" y="76989"/>
                      <a:pt x="1035" y="81469"/>
                    </a:cubicBezTo>
                    <a:cubicBezTo>
                      <a:pt x="1073" y="86101"/>
                      <a:pt x="920" y="90772"/>
                      <a:pt x="1111" y="95404"/>
                    </a:cubicBezTo>
                    <a:cubicBezTo>
                      <a:pt x="1111" y="102754"/>
                      <a:pt x="1226" y="110105"/>
                      <a:pt x="1226" y="117417"/>
                    </a:cubicBezTo>
                    <a:cubicBezTo>
                      <a:pt x="1149" y="120212"/>
                      <a:pt x="1188" y="123006"/>
                      <a:pt x="1149" y="125801"/>
                    </a:cubicBezTo>
                    <a:cubicBezTo>
                      <a:pt x="1111" y="130012"/>
                      <a:pt x="920" y="134224"/>
                      <a:pt x="843" y="138473"/>
                    </a:cubicBezTo>
                    <a:cubicBezTo>
                      <a:pt x="767" y="141651"/>
                      <a:pt x="767" y="144828"/>
                      <a:pt x="843" y="148006"/>
                    </a:cubicBezTo>
                    <a:cubicBezTo>
                      <a:pt x="843" y="148657"/>
                      <a:pt x="881" y="149346"/>
                      <a:pt x="881" y="150035"/>
                    </a:cubicBez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35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073"/>
                    </a:lnTo>
                    <a:lnTo>
                      <a:pt x="881" y="150111"/>
                    </a:lnTo>
                    <a:lnTo>
                      <a:pt x="881" y="150111"/>
                    </a:lnTo>
                    <a:lnTo>
                      <a:pt x="881" y="150111"/>
                    </a:lnTo>
                    <a:lnTo>
                      <a:pt x="881" y="150111"/>
                    </a:lnTo>
                    <a:lnTo>
                      <a:pt x="881" y="150111"/>
                    </a:lnTo>
                    <a:lnTo>
                      <a:pt x="881" y="150111"/>
                    </a:lnTo>
                    <a:lnTo>
                      <a:pt x="881" y="150111"/>
                    </a:lnTo>
                    <a:lnTo>
                      <a:pt x="881" y="150111"/>
                    </a:lnTo>
                    <a:lnTo>
                      <a:pt x="881" y="150111"/>
                    </a:lnTo>
                    <a:lnTo>
                      <a:pt x="881" y="150111"/>
                    </a:lnTo>
                    <a:lnTo>
                      <a:pt x="881" y="150111"/>
                    </a:lnTo>
                    <a:lnTo>
                      <a:pt x="881" y="150111"/>
                    </a:lnTo>
                    <a:lnTo>
                      <a:pt x="881" y="150150"/>
                    </a:lnTo>
                    <a:lnTo>
                      <a:pt x="881" y="150150"/>
                    </a:lnTo>
                    <a:lnTo>
                      <a:pt x="881" y="150150"/>
                    </a:lnTo>
                    <a:lnTo>
                      <a:pt x="881" y="150150"/>
                    </a:lnTo>
                    <a:lnTo>
                      <a:pt x="881" y="150150"/>
                    </a:lnTo>
                    <a:lnTo>
                      <a:pt x="881" y="150150"/>
                    </a:lnTo>
                    <a:lnTo>
                      <a:pt x="881" y="150150"/>
                    </a:lnTo>
                    <a:lnTo>
                      <a:pt x="881" y="150150"/>
                    </a:lnTo>
                    <a:lnTo>
                      <a:pt x="881" y="150150"/>
                    </a:lnTo>
                    <a:lnTo>
                      <a:pt x="881" y="150150"/>
                    </a:lnTo>
                    <a:lnTo>
                      <a:pt x="881" y="150150"/>
                    </a:lnTo>
                    <a:lnTo>
                      <a:pt x="881" y="150188"/>
                    </a:lnTo>
                    <a:lnTo>
                      <a:pt x="881" y="150188"/>
                    </a:lnTo>
                    <a:lnTo>
                      <a:pt x="881" y="150188"/>
                    </a:lnTo>
                    <a:lnTo>
                      <a:pt x="881" y="150188"/>
                    </a:lnTo>
                    <a:lnTo>
                      <a:pt x="881" y="150188"/>
                    </a:lnTo>
                    <a:lnTo>
                      <a:pt x="881" y="150188"/>
                    </a:lnTo>
                    <a:lnTo>
                      <a:pt x="881" y="150188"/>
                    </a:lnTo>
                    <a:lnTo>
                      <a:pt x="881" y="150188"/>
                    </a:lnTo>
                    <a:lnTo>
                      <a:pt x="881" y="150188"/>
                    </a:lnTo>
                    <a:lnTo>
                      <a:pt x="881" y="150226"/>
                    </a:lnTo>
                    <a:lnTo>
                      <a:pt x="881" y="150226"/>
                    </a:lnTo>
                    <a:lnTo>
                      <a:pt x="881" y="150226"/>
                    </a:lnTo>
                    <a:lnTo>
                      <a:pt x="881" y="150226"/>
                    </a:lnTo>
                    <a:lnTo>
                      <a:pt x="881" y="150226"/>
                    </a:lnTo>
                    <a:lnTo>
                      <a:pt x="881" y="150226"/>
                    </a:lnTo>
                    <a:lnTo>
                      <a:pt x="881" y="150226"/>
                    </a:lnTo>
                    <a:lnTo>
                      <a:pt x="881" y="150226"/>
                    </a:lnTo>
                    <a:lnTo>
                      <a:pt x="881" y="150264"/>
                    </a:lnTo>
                    <a:lnTo>
                      <a:pt x="881" y="150264"/>
                    </a:lnTo>
                    <a:lnTo>
                      <a:pt x="881" y="150264"/>
                    </a:lnTo>
                    <a:lnTo>
                      <a:pt x="881" y="150264"/>
                    </a:lnTo>
                    <a:lnTo>
                      <a:pt x="881" y="150264"/>
                    </a:lnTo>
                    <a:lnTo>
                      <a:pt x="881" y="150264"/>
                    </a:lnTo>
                    <a:lnTo>
                      <a:pt x="881" y="150264"/>
                    </a:lnTo>
                    <a:lnTo>
                      <a:pt x="881" y="150303"/>
                    </a:lnTo>
                    <a:lnTo>
                      <a:pt x="881" y="150303"/>
                    </a:lnTo>
                    <a:cubicBezTo>
                      <a:pt x="881" y="150303"/>
                      <a:pt x="881" y="150303"/>
                      <a:pt x="881" y="150303"/>
                    </a:cubicBezTo>
                    <a:lnTo>
                      <a:pt x="881" y="150303"/>
                    </a:lnTo>
                    <a:lnTo>
                      <a:pt x="881" y="150341"/>
                    </a:lnTo>
                    <a:lnTo>
                      <a:pt x="881" y="150341"/>
                    </a:lnTo>
                    <a:lnTo>
                      <a:pt x="881" y="150341"/>
                    </a:lnTo>
                    <a:lnTo>
                      <a:pt x="881" y="150341"/>
                    </a:lnTo>
                    <a:lnTo>
                      <a:pt x="881" y="150341"/>
                    </a:lnTo>
                    <a:lnTo>
                      <a:pt x="881" y="150341"/>
                    </a:lnTo>
                    <a:lnTo>
                      <a:pt x="881" y="150341"/>
                    </a:lnTo>
                    <a:lnTo>
                      <a:pt x="881" y="150341"/>
                    </a:lnTo>
                    <a:lnTo>
                      <a:pt x="881" y="150341"/>
                    </a:lnTo>
                    <a:lnTo>
                      <a:pt x="881" y="150379"/>
                    </a:lnTo>
                    <a:lnTo>
                      <a:pt x="881" y="150379"/>
                    </a:lnTo>
                    <a:lnTo>
                      <a:pt x="881" y="150379"/>
                    </a:lnTo>
                    <a:lnTo>
                      <a:pt x="881" y="150379"/>
                    </a:lnTo>
                    <a:lnTo>
                      <a:pt x="881" y="150379"/>
                    </a:lnTo>
                    <a:lnTo>
                      <a:pt x="881" y="150379"/>
                    </a:lnTo>
                    <a:lnTo>
                      <a:pt x="881" y="150379"/>
                    </a:lnTo>
                    <a:lnTo>
                      <a:pt x="843" y="150379"/>
                    </a:lnTo>
                    <a:lnTo>
                      <a:pt x="843" y="150379"/>
                    </a:lnTo>
                    <a:cubicBezTo>
                      <a:pt x="843" y="150379"/>
                      <a:pt x="843" y="150418"/>
                      <a:pt x="843" y="150418"/>
                    </a:cubicBezTo>
                    <a:lnTo>
                      <a:pt x="843" y="150418"/>
                    </a:lnTo>
                    <a:cubicBezTo>
                      <a:pt x="1877" y="150609"/>
                      <a:pt x="2910" y="150494"/>
                      <a:pt x="3944" y="150494"/>
                    </a:cubicBezTo>
                    <a:cubicBezTo>
                      <a:pt x="4595" y="150456"/>
                      <a:pt x="5284" y="150456"/>
                      <a:pt x="5935" y="150456"/>
                    </a:cubicBezTo>
                    <a:cubicBezTo>
                      <a:pt x="8730" y="150494"/>
                      <a:pt x="11563" y="150609"/>
                      <a:pt x="14357" y="150686"/>
                    </a:cubicBezTo>
                    <a:cubicBezTo>
                      <a:pt x="18530" y="150724"/>
                      <a:pt x="22741" y="150762"/>
                      <a:pt x="26953" y="150800"/>
                    </a:cubicBezTo>
                    <a:cubicBezTo>
                      <a:pt x="34035" y="150762"/>
                      <a:pt x="41156" y="150724"/>
                      <a:pt x="48277" y="150609"/>
                    </a:cubicBezTo>
                    <a:cubicBezTo>
                      <a:pt x="54670" y="150456"/>
                      <a:pt x="61064" y="150341"/>
                      <a:pt x="67457" y="150341"/>
                    </a:cubicBezTo>
                    <a:lnTo>
                      <a:pt x="67457" y="150341"/>
                    </a:lnTo>
                    <a:lnTo>
                      <a:pt x="67457" y="150341"/>
                    </a:lnTo>
                    <a:lnTo>
                      <a:pt x="67495" y="150341"/>
                    </a:lnTo>
                    <a:lnTo>
                      <a:pt x="67495" y="150341"/>
                    </a:lnTo>
                    <a:lnTo>
                      <a:pt x="67495" y="150341"/>
                    </a:lnTo>
                    <a:lnTo>
                      <a:pt x="67495" y="150341"/>
                    </a:lnTo>
                    <a:lnTo>
                      <a:pt x="67533" y="150341"/>
                    </a:lnTo>
                    <a:lnTo>
                      <a:pt x="67533" y="150341"/>
                    </a:lnTo>
                    <a:lnTo>
                      <a:pt x="67533" y="150341"/>
                    </a:lnTo>
                    <a:lnTo>
                      <a:pt x="67533" y="150341"/>
                    </a:lnTo>
                    <a:lnTo>
                      <a:pt x="67572" y="150341"/>
                    </a:lnTo>
                    <a:lnTo>
                      <a:pt x="67572" y="150341"/>
                    </a:lnTo>
                    <a:lnTo>
                      <a:pt x="67572" y="150341"/>
                    </a:lnTo>
                    <a:lnTo>
                      <a:pt x="67610" y="150341"/>
                    </a:lnTo>
                    <a:lnTo>
                      <a:pt x="67610" y="150341"/>
                    </a:lnTo>
                    <a:lnTo>
                      <a:pt x="67610" y="150341"/>
                    </a:lnTo>
                    <a:lnTo>
                      <a:pt x="67648" y="150341"/>
                    </a:lnTo>
                    <a:lnTo>
                      <a:pt x="67648" y="150341"/>
                    </a:lnTo>
                    <a:lnTo>
                      <a:pt x="67648" y="150341"/>
                    </a:lnTo>
                    <a:lnTo>
                      <a:pt x="67687" y="150341"/>
                    </a:lnTo>
                    <a:lnTo>
                      <a:pt x="67687" y="150341"/>
                    </a:lnTo>
                    <a:lnTo>
                      <a:pt x="67687" y="150341"/>
                    </a:lnTo>
                    <a:lnTo>
                      <a:pt x="67687" y="150341"/>
                    </a:lnTo>
                    <a:lnTo>
                      <a:pt x="67725" y="150341"/>
                    </a:lnTo>
                    <a:lnTo>
                      <a:pt x="67725" y="150341"/>
                    </a:lnTo>
                    <a:lnTo>
                      <a:pt x="67725" y="150341"/>
                    </a:lnTo>
                    <a:lnTo>
                      <a:pt x="67763" y="150341"/>
                    </a:lnTo>
                    <a:lnTo>
                      <a:pt x="67763" y="150341"/>
                    </a:lnTo>
                    <a:lnTo>
                      <a:pt x="67763" y="150341"/>
                    </a:lnTo>
                    <a:lnTo>
                      <a:pt x="67801" y="150341"/>
                    </a:lnTo>
                    <a:lnTo>
                      <a:pt x="67801" y="150341"/>
                    </a:lnTo>
                    <a:lnTo>
                      <a:pt x="67801" y="150341"/>
                    </a:lnTo>
                    <a:lnTo>
                      <a:pt x="67801" y="150341"/>
                    </a:lnTo>
                    <a:lnTo>
                      <a:pt x="67840" y="150341"/>
                    </a:lnTo>
                    <a:lnTo>
                      <a:pt x="67840" y="150341"/>
                    </a:lnTo>
                    <a:lnTo>
                      <a:pt x="67840" y="150341"/>
                    </a:lnTo>
                    <a:lnTo>
                      <a:pt x="67840" y="150341"/>
                    </a:lnTo>
                    <a:lnTo>
                      <a:pt x="67878" y="150341"/>
                    </a:lnTo>
                    <a:lnTo>
                      <a:pt x="67878" y="150341"/>
                    </a:lnTo>
                    <a:lnTo>
                      <a:pt x="67878" y="150341"/>
                    </a:lnTo>
                    <a:lnTo>
                      <a:pt x="67916" y="150341"/>
                    </a:lnTo>
                    <a:lnTo>
                      <a:pt x="67916" y="150341"/>
                    </a:lnTo>
                    <a:lnTo>
                      <a:pt x="67955" y="150341"/>
                    </a:lnTo>
                    <a:lnTo>
                      <a:pt x="67955" y="150341"/>
                    </a:lnTo>
                    <a:lnTo>
                      <a:pt x="67955" y="150341"/>
                    </a:lnTo>
                    <a:lnTo>
                      <a:pt x="67955" y="150341"/>
                    </a:lnTo>
                    <a:lnTo>
                      <a:pt x="67993" y="150341"/>
                    </a:lnTo>
                    <a:lnTo>
                      <a:pt x="67993" y="150341"/>
                    </a:lnTo>
                    <a:lnTo>
                      <a:pt x="67993" y="150341"/>
                    </a:lnTo>
                    <a:lnTo>
                      <a:pt x="67993" y="150341"/>
                    </a:lnTo>
                    <a:lnTo>
                      <a:pt x="68031" y="150341"/>
                    </a:lnTo>
                    <a:lnTo>
                      <a:pt x="68031" y="150341"/>
                    </a:lnTo>
                    <a:lnTo>
                      <a:pt x="68031" y="150341"/>
                    </a:lnTo>
                    <a:lnTo>
                      <a:pt x="68069" y="150341"/>
                    </a:lnTo>
                    <a:lnTo>
                      <a:pt x="68069" y="150341"/>
                    </a:lnTo>
                    <a:lnTo>
                      <a:pt x="68069" y="150341"/>
                    </a:lnTo>
                    <a:lnTo>
                      <a:pt x="68108" y="150341"/>
                    </a:lnTo>
                    <a:lnTo>
                      <a:pt x="68108" y="150341"/>
                    </a:lnTo>
                    <a:lnTo>
                      <a:pt x="68108" y="150341"/>
                    </a:lnTo>
                    <a:lnTo>
                      <a:pt x="68108" y="150341"/>
                    </a:lnTo>
                    <a:lnTo>
                      <a:pt x="68146" y="150341"/>
                    </a:lnTo>
                    <a:lnTo>
                      <a:pt x="68146" y="150341"/>
                    </a:lnTo>
                    <a:lnTo>
                      <a:pt x="68146" y="150341"/>
                    </a:lnTo>
                    <a:lnTo>
                      <a:pt x="68184" y="150341"/>
                    </a:lnTo>
                    <a:lnTo>
                      <a:pt x="68184" y="150341"/>
                    </a:lnTo>
                    <a:lnTo>
                      <a:pt x="68184" y="150341"/>
                    </a:lnTo>
                    <a:lnTo>
                      <a:pt x="68223" y="150341"/>
                    </a:lnTo>
                    <a:lnTo>
                      <a:pt x="68223" y="150341"/>
                    </a:lnTo>
                    <a:lnTo>
                      <a:pt x="68223" y="150341"/>
                    </a:lnTo>
                    <a:lnTo>
                      <a:pt x="68261" y="150341"/>
                    </a:lnTo>
                    <a:lnTo>
                      <a:pt x="68261" y="150341"/>
                    </a:lnTo>
                    <a:lnTo>
                      <a:pt x="68261" y="150341"/>
                    </a:lnTo>
                    <a:lnTo>
                      <a:pt x="68261" y="150341"/>
                    </a:lnTo>
                    <a:lnTo>
                      <a:pt x="68299" y="150341"/>
                    </a:lnTo>
                    <a:lnTo>
                      <a:pt x="68299" y="150341"/>
                    </a:lnTo>
                    <a:lnTo>
                      <a:pt x="68299" y="150341"/>
                    </a:lnTo>
                    <a:lnTo>
                      <a:pt x="68299" y="150341"/>
                    </a:lnTo>
                    <a:lnTo>
                      <a:pt x="68337" y="150341"/>
                    </a:lnTo>
                    <a:lnTo>
                      <a:pt x="68337" y="150341"/>
                    </a:lnTo>
                    <a:lnTo>
                      <a:pt x="68337" y="150341"/>
                    </a:lnTo>
                    <a:lnTo>
                      <a:pt x="68376" y="150341"/>
                    </a:lnTo>
                    <a:lnTo>
                      <a:pt x="68376" y="150341"/>
                    </a:lnTo>
                    <a:lnTo>
                      <a:pt x="68414" y="150341"/>
                    </a:lnTo>
                    <a:lnTo>
                      <a:pt x="68414" y="150341"/>
                    </a:lnTo>
                    <a:lnTo>
                      <a:pt x="68414" y="150341"/>
                    </a:lnTo>
                    <a:lnTo>
                      <a:pt x="68414" y="150341"/>
                    </a:lnTo>
                    <a:lnTo>
                      <a:pt x="68452" y="150341"/>
                    </a:lnTo>
                    <a:lnTo>
                      <a:pt x="68452" y="150341"/>
                    </a:lnTo>
                    <a:lnTo>
                      <a:pt x="68452" y="150341"/>
                    </a:lnTo>
                    <a:lnTo>
                      <a:pt x="68452" y="150341"/>
                    </a:lnTo>
                    <a:lnTo>
                      <a:pt x="68491" y="150341"/>
                    </a:lnTo>
                    <a:lnTo>
                      <a:pt x="68491" y="150341"/>
                    </a:lnTo>
                    <a:lnTo>
                      <a:pt x="68491" y="150341"/>
                    </a:lnTo>
                    <a:lnTo>
                      <a:pt x="68491" y="150341"/>
                    </a:lnTo>
                    <a:lnTo>
                      <a:pt x="68529" y="150341"/>
                    </a:lnTo>
                    <a:lnTo>
                      <a:pt x="68529" y="150341"/>
                    </a:lnTo>
                    <a:lnTo>
                      <a:pt x="68529" y="150341"/>
                    </a:lnTo>
                    <a:lnTo>
                      <a:pt x="68567" y="150341"/>
                    </a:lnTo>
                    <a:lnTo>
                      <a:pt x="68567" y="150341"/>
                    </a:lnTo>
                    <a:lnTo>
                      <a:pt x="68567" y="150341"/>
                    </a:lnTo>
                    <a:lnTo>
                      <a:pt x="68605" y="150341"/>
                    </a:lnTo>
                    <a:lnTo>
                      <a:pt x="68605" y="150341"/>
                    </a:lnTo>
                    <a:lnTo>
                      <a:pt x="68682" y="150341"/>
                    </a:lnTo>
                    <a:lnTo>
                      <a:pt x="68682" y="150341"/>
                    </a:lnTo>
                    <a:lnTo>
                      <a:pt x="68682" y="150341"/>
                    </a:lnTo>
                    <a:lnTo>
                      <a:pt x="68720" y="150341"/>
                    </a:lnTo>
                    <a:lnTo>
                      <a:pt x="68720" y="150341"/>
                    </a:lnTo>
                    <a:lnTo>
                      <a:pt x="68720" y="150341"/>
                    </a:lnTo>
                    <a:lnTo>
                      <a:pt x="68759" y="150341"/>
                    </a:lnTo>
                    <a:lnTo>
                      <a:pt x="68759" y="150341"/>
                    </a:lnTo>
                    <a:lnTo>
                      <a:pt x="68759" y="150341"/>
                    </a:lnTo>
                    <a:lnTo>
                      <a:pt x="68759" y="150341"/>
                    </a:lnTo>
                    <a:lnTo>
                      <a:pt x="68797" y="150341"/>
                    </a:lnTo>
                    <a:lnTo>
                      <a:pt x="68797" y="150341"/>
                    </a:lnTo>
                    <a:lnTo>
                      <a:pt x="68797" y="150341"/>
                    </a:lnTo>
                    <a:lnTo>
                      <a:pt x="68797" y="150341"/>
                    </a:lnTo>
                    <a:lnTo>
                      <a:pt x="68835" y="150341"/>
                    </a:lnTo>
                    <a:lnTo>
                      <a:pt x="68835" y="150341"/>
                    </a:lnTo>
                    <a:lnTo>
                      <a:pt x="68835" y="150341"/>
                    </a:lnTo>
                    <a:lnTo>
                      <a:pt x="68835" y="150303"/>
                    </a:lnTo>
                    <a:lnTo>
                      <a:pt x="68835" y="150303"/>
                    </a:lnTo>
                    <a:lnTo>
                      <a:pt x="68835" y="150264"/>
                    </a:lnTo>
                    <a:lnTo>
                      <a:pt x="68835" y="150264"/>
                    </a:lnTo>
                    <a:lnTo>
                      <a:pt x="68835" y="150264"/>
                    </a:lnTo>
                    <a:lnTo>
                      <a:pt x="68835" y="150264"/>
                    </a:lnTo>
                    <a:lnTo>
                      <a:pt x="68835" y="150226"/>
                    </a:lnTo>
                    <a:lnTo>
                      <a:pt x="68835" y="150226"/>
                    </a:lnTo>
                    <a:lnTo>
                      <a:pt x="68835" y="150226"/>
                    </a:lnTo>
                    <a:lnTo>
                      <a:pt x="68835" y="150226"/>
                    </a:lnTo>
                    <a:lnTo>
                      <a:pt x="68835" y="150188"/>
                    </a:lnTo>
                    <a:lnTo>
                      <a:pt x="68835" y="150188"/>
                    </a:lnTo>
                    <a:lnTo>
                      <a:pt x="68835" y="150188"/>
                    </a:lnTo>
                    <a:lnTo>
                      <a:pt x="68835" y="150150"/>
                    </a:lnTo>
                    <a:lnTo>
                      <a:pt x="68835" y="150150"/>
                    </a:lnTo>
                    <a:lnTo>
                      <a:pt x="68835" y="150150"/>
                    </a:lnTo>
                    <a:lnTo>
                      <a:pt x="68835" y="150150"/>
                    </a:lnTo>
                    <a:lnTo>
                      <a:pt x="68835" y="150111"/>
                    </a:lnTo>
                    <a:lnTo>
                      <a:pt x="68835" y="150111"/>
                    </a:lnTo>
                    <a:lnTo>
                      <a:pt x="68835" y="150073"/>
                    </a:lnTo>
                    <a:lnTo>
                      <a:pt x="68835" y="150073"/>
                    </a:lnTo>
                    <a:lnTo>
                      <a:pt x="68835" y="150073"/>
                    </a:lnTo>
                    <a:lnTo>
                      <a:pt x="68835" y="150073"/>
                    </a:lnTo>
                    <a:lnTo>
                      <a:pt x="68835" y="150035"/>
                    </a:lnTo>
                    <a:lnTo>
                      <a:pt x="68835" y="150035"/>
                    </a:lnTo>
                    <a:lnTo>
                      <a:pt x="68835" y="150035"/>
                    </a:lnTo>
                    <a:lnTo>
                      <a:pt x="68835" y="149996"/>
                    </a:lnTo>
                    <a:lnTo>
                      <a:pt x="68835" y="149996"/>
                    </a:lnTo>
                    <a:lnTo>
                      <a:pt x="68835" y="149958"/>
                    </a:lnTo>
                    <a:lnTo>
                      <a:pt x="68835" y="149958"/>
                    </a:lnTo>
                    <a:lnTo>
                      <a:pt x="68835" y="149958"/>
                    </a:lnTo>
                    <a:lnTo>
                      <a:pt x="68835" y="149958"/>
                    </a:lnTo>
                    <a:lnTo>
                      <a:pt x="68835" y="149882"/>
                    </a:lnTo>
                    <a:lnTo>
                      <a:pt x="68835" y="149882"/>
                    </a:lnTo>
                    <a:lnTo>
                      <a:pt x="68835" y="149882"/>
                    </a:lnTo>
                    <a:lnTo>
                      <a:pt x="68835" y="149882"/>
                    </a:lnTo>
                    <a:lnTo>
                      <a:pt x="68835" y="149843"/>
                    </a:lnTo>
                    <a:lnTo>
                      <a:pt x="68835" y="149843"/>
                    </a:lnTo>
                    <a:lnTo>
                      <a:pt x="68835" y="149805"/>
                    </a:lnTo>
                    <a:lnTo>
                      <a:pt x="68835" y="149805"/>
                    </a:lnTo>
                    <a:lnTo>
                      <a:pt x="68835" y="149767"/>
                    </a:lnTo>
                    <a:lnTo>
                      <a:pt x="68835" y="149767"/>
                    </a:lnTo>
                    <a:lnTo>
                      <a:pt x="68835" y="149728"/>
                    </a:lnTo>
                    <a:lnTo>
                      <a:pt x="68835" y="149728"/>
                    </a:lnTo>
                    <a:lnTo>
                      <a:pt x="68835" y="149690"/>
                    </a:lnTo>
                    <a:lnTo>
                      <a:pt x="68835" y="149690"/>
                    </a:lnTo>
                    <a:lnTo>
                      <a:pt x="68835" y="149652"/>
                    </a:lnTo>
                    <a:lnTo>
                      <a:pt x="68835" y="149652"/>
                    </a:lnTo>
                    <a:lnTo>
                      <a:pt x="68835" y="149652"/>
                    </a:lnTo>
                    <a:lnTo>
                      <a:pt x="68835" y="149652"/>
                    </a:lnTo>
                    <a:lnTo>
                      <a:pt x="68835" y="149614"/>
                    </a:lnTo>
                    <a:lnTo>
                      <a:pt x="68835" y="149614"/>
                    </a:lnTo>
                    <a:lnTo>
                      <a:pt x="68835" y="149575"/>
                    </a:lnTo>
                    <a:lnTo>
                      <a:pt x="68835" y="149575"/>
                    </a:lnTo>
                    <a:lnTo>
                      <a:pt x="68835" y="149575"/>
                    </a:lnTo>
                    <a:lnTo>
                      <a:pt x="68835" y="149575"/>
                    </a:lnTo>
                    <a:lnTo>
                      <a:pt x="68835" y="149537"/>
                    </a:lnTo>
                    <a:lnTo>
                      <a:pt x="68835" y="149537"/>
                    </a:lnTo>
                    <a:lnTo>
                      <a:pt x="68835" y="149537"/>
                    </a:lnTo>
                    <a:lnTo>
                      <a:pt x="68835" y="149537"/>
                    </a:lnTo>
                    <a:lnTo>
                      <a:pt x="68835" y="149499"/>
                    </a:lnTo>
                    <a:lnTo>
                      <a:pt x="68835" y="149499"/>
                    </a:lnTo>
                    <a:lnTo>
                      <a:pt x="68835" y="149499"/>
                    </a:lnTo>
                    <a:lnTo>
                      <a:pt x="68835" y="149461"/>
                    </a:lnTo>
                    <a:lnTo>
                      <a:pt x="68835" y="149461"/>
                    </a:lnTo>
                    <a:lnTo>
                      <a:pt x="68835" y="149461"/>
                    </a:lnTo>
                    <a:lnTo>
                      <a:pt x="68835" y="149461"/>
                    </a:lnTo>
                    <a:lnTo>
                      <a:pt x="68835" y="149422"/>
                    </a:lnTo>
                    <a:lnTo>
                      <a:pt x="68835" y="149422"/>
                    </a:lnTo>
                    <a:lnTo>
                      <a:pt x="68835" y="149384"/>
                    </a:lnTo>
                    <a:lnTo>
                      <a:pt x="68835" y="149384"/>
                    </a:lnTo>
                    <a:lnTo>
                      <a:pt x="68835" y="149384"/>
                    </a:lnTo>
                    <a:lnTo>
                      <a:pt x="68835" y="149384"/>
                    </a:lnTo>
                    <a:lnTo>
                      <a:pt x="68835" y="149346"/>
                    </a:lnTo>
                    <a:lnTo>
                      <a:pt x="68835" y="149346"/>
                    </a:lnTo>
                    <a:lnTo>
                      <a:pt x="68835" y="149346"/>
                    </a:lnTo>
                    <a:lnTo>
                      <a:pt x="68835" y="149346"/>
                    </a:lnTo>
                    <a:lnTo>
                      <a:pt x="68835" y="149307"/>
                    </a:lnTo>
                    <a:lnTo>
                      <a:pt x="68835" y="149307"/>
                    </a:lnTo>
                    <a:lnTo>
                      <a:pt x="68835" y="149307"/>
                    </a:lnTo>
                    <a:lnTo>
                      <a:pt x="68835" y="149269"/>
                    </a:lnTo>
                    <a:lnTo>
                      <a:pt x="68835" y="149269"/>
                    </a:lnTo>
                    <a:lnTo>
                      <a:pt x="68835" y="149269"/>
                    </a:lnTo>
                    <a:lnTo>
                      <a:pt x="68835" y="149269"/>
                    </a:lnTo>
                    <a:lnTo>
                      <a:pt x="68835" y="149231"/>
                    </a:lnTo>
                    <a:lnTo>
                      <a:pt x="68835" y="149231"/>
                    </a:lnTo>
                    <a:lnTo>
                      <a:pt x="68835" y="149231"/>
                    </a:lnTo>
                    <a:lnTo>
                      <a:pt x="68835" y="149193"/>
                    </a:lnTo>
                    <a:lnTo>
                      <a:pt x="68835" y="149193"/>
                    </a:lnTo>
                    <a:lnTo>
                      <a:pt x="68835" y="149193"/>
                    </a:lnTo>
                    <a:lnTo>
                      <a:pt x="68835" y="149193"/>
                    </a:lnTo>
                    <a:lnTo>
                      <a:pt x="68835" y="149154"/>
                    </a:lnTo>
                    <a:lnTo>
                      <a:pt x="68835" y="149154"/>
                    </a:lnTo>
                    <a:lnTo>
                      <a:pt x="68835" y="149154"/>
                    </a:lnTo>
                    <a:lnTo>
                      <a:pt x="68835" y="149154"/>
                    </a:lnTo>
                    <a:lnTo>
                      <a:pt x="68835" y="149116"/>
                    </a:lnTo>
                    <a:lnTo>
                      <a:pt x="68835" y="149116"/>
                    </a:lnTo>
                    <a:lnTo>
                      <a:pt x="68835" y="149116"/>
                    </a:lnTo>
                    <a:lnTo>
                      <a:pt x="68835" y="149078"/>
                    </a:lnTo>
                    <a:cubicBezTo>
                      <a:pt x="68720" y="140732"/>
                      <a:pt x="68873" y="132348"/>
                      <a:pt x="68950" y="123964"/>
                    </a:cubicBezTo>
                    <a:cubicBezTo>
                      <a:pt x="68988" y="116575"/>
                      <a:pt x="68797" y="109148"/>
                      <a:pt x="68797" y="101759"/>
                    </a:cubicBezTo>
                    <a:cubicBezTo>
                      <a:pt x="68797" y="93528"/>
                      <a:pt x="68873" y="85259"/>
                      <a:pt x="68835" y="76989"/>
                    </a:cubicBezTo>
                    <a:cubicBezTo>
                      <a:pt x="68605" y="68108"/>
                      <a:pt x="68759" y="59188"/>
                      <a:pt x="68529" y="50267"/>
                    </a:cubicBezTo>
                    <a:cubicBezTo>
                      <a:pt x="68605" y="41730"/>
                      <a:pt x="69027" y="33193"/>
                      <a:pt x="69065" y="24617"/>
                    </a:cubicBezTo>
                    <a:cubicBezTo>
                      <a:pt x="69180" y="18492"/>
                      <a:pt x="69218" y="12328"/>
                      <a:pt x="68950" y="6203"/>
                    </a:cubicBezTo>
                    <a:cubicBezTo>
                      <a:pt x="68873" y="4404"/>
                      <a:pt x="68835" y="2643"/>
                      <a:pt x="68759" y="843"/>
                    </a:cubicBezTo>
                    <a:lnTo>
                      <a:pt x="68759" y="843"/>
                    </a:lnTo>
                    <a:lnTo>
                      <a:pt x="68759" y="843"/>
                    </a:lnTo>
                    <a:lnTo>
                      <a:pt x="68759" y="843"/>
                    </a:lnTo>
                    <a:lnTo>
                      <a:pt x="68759" y="843"/>
                    </a:lnTo>
                    <a:lnTo>
                      <a:pt x="68759" y="843"/>
                    </a:lnTo>
                    <a:lnTo>
                      <a:pt x="68759" y="805"/>
                    </a:lnTo>
                    <a:cubicBezTo>
                      <a:pt x="68682" y="843"/>
                      <a:pt x="68644" y="843"/>
                      <a:pt x="68567" y="843"/>
                    </a:cubicBezTo>
                    <a:cubicBezTo>
                      <a:pt x="57618" y="767"/>
                      <a:pt x="46707" y="575"/>
                      <a:pt x="35758" y="767"/>
                    </a:cubicBezTo>
                    <a:cubicBezTo>
                      <a:pt x="28905" y="882"/>
                      <a:pt x="22014" y="614"/>
                      <a:pt x="15200" y="652"/>
                    </a:cubicBezTo>
                    <a:cubicBezTo>
                      <a:pt x="13094" y="652"/>
                      <a:pt x="10950" y="690"/>
                      <a:pt x="8844" y="652"/>
                    </a:cubicBezTo>
                    <a:cubicBezTo>
                      <a:pt x="6854" y="614"/>
                      <a:pt x="4825" y="537"/>
                      <a:pt x="2834" y="614"/>
                    </a:cubicBezTo>
                    <a:cubicBezTo>
                      <a:pt x="2183" y="652"/>
                      <a:pt x="1571" y="690"/>
                      <a:pt x="920" y="767"/>
                    </a:cubicBezTo>
                    <a:lnTo>
                      <a:pt x="920" y="767"/>
                    </a:lnTo>
                    <a:lnTo>
                      <a:pt x="920" y="805"/>
                    </a:lnTo>
                    <a:lnTo>
                      <a:pt x="920" y="805"/>
                    </a:lnTo>
                    <a:lnTo>
                      <a:pt x="958" y="805"/>
                    </a:lnTo>
                    <a:lnTo>
                      <a:pt x="958" y="843"/>
                    </a:lnTo>
                    <a:lnTo>
                      <a:pt x="958" y="843"/>
                    </a:lnTo>
                    <a:lnTo>
                      <a:pt x="958" y="843"/>
                    </a:lnTo>
                    <a:lnTo>
                      <a:pt x="958" y="882"/>
                    </a:lnTo>
                    <a:lnTo>
                      <a:pt x="958" y="882"/>
                    </a:lnTo>
                    <a:lnTo>
                      <a:pt x="958" y="882"/>
                    </a:lnTo>
                    <a:lnTo>
                      <a:pt x="958" y="920"/>
                    </a:lnTo>
                    <a:lnTo>
                      <a:pt x="958" y="92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21" name="Google Shape;3021;p47"/>
            <p:cNvGrpSpPr/>
            <p:nvPr/>
          </p:nvGrpSpPr>
          <p:grpSpPr>
            <a:xfrm>
              <a:off x="5050553" y="1423603"/>
              <a:ext cx="287321" cy="11252"/>
              <a:chOff x="5752683" y="4210965"/>
              <a:chExt cx="554353" cy="21710"/>
            </a:xfrm>
          </p:grpSpPr>
          <p:sp>
            <p:nvSpPr>
              <p:cNvPr id="3022" name="Google Shape;3022;p47"/>
              <p:cNvSpPr/>
              <p:nvPr/>
            </p:nvSpPr>
            <p:spPr>
              <a:xfrm>
                <a:off x="5752683" y="4210965"/>
                <a:ext cx="409995" cy="17353"/>
              </a:xfrm>
              <a:custGeom>
                <a:avLst/>
                <a:gdLst/>
                <a:ahLst/>
                <a:cxnLst/>
                <a:rect l="l" t="t" r="r" b="b"/>
                <a:pathLst>
                  <a:path w="11199" h="474" extrusionOk="0">
                    <a:moveTo>
                      <a:pt x="10962" y="474"/>
                    </a:moveTo>
                    <a:cubicBezTo>
                      <a:pt x="7394" y="356"/>
                      <a:pt x="3806" y="395"/>
                      <a:pt x="237" y="415"/>
                    </a:cubicBezTo>
                    <a:cubicBezTo>
                      <a:pt x="1" y="395"/>
                      <a:pt x="1" y="40"/>
                      <a:pt x="237" y="40"/>
                    </a:cubicBezTo>
                    <a:cubicBezTo>
                      <a:pt x="3372" y="21"/>
                      <a:pt x="6507" y="1"/>
                      <a:pt x="9641" y="80"/>
                    </a:cubicBezTo>
                    <a:cubicBezTo>
                      <a:pt x="10075" y="80"/>
                      <a:pt x="10529" y="99"/>
                      <a:pt x="10962" y="99"/>
                    </a:cubicBezTo>
                    <a:cubicBezTo>
                      <a:pt x="11199" y="99"/>
                      <a:pt x="11199" y="454"/>
                      <a:pt x="10962" y="4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Google Shape;3023;p47"/>
              <p:cNvSpPr/>
              <p:nvPr/>
            </p:nvSpPr>
            <p:spPr>
              <a:xfrm>
                <a:off x="6216061" y="4215322"/>
                <a:ext cx="90976" cy="17353"/>
              </a:xfrm>
              <a:custGeom>
                <a:avLst/>
                <a:gdLst/>
                <a:ahLst/>
                <a:cxnLst/>
                <a:rect l="l" t="t" r="r" b="b"/>
                <a:pathLst>
                  <a:path w="2485" h="474" extrusionOk="0">
                    <a:moveTo>
                      <a:pt x="1" y="296"/>
                    </a:moveTo>
                    <a:cubicBezTo>
                      <a:pt x="1" y="79"/>
                      <a:pt x="237" y="118"/>
                      <a:pt x="375" y="99"/>
                    </a:cubicBezTo>
                    <a:cubicBezTo>
                      <a:pt x="651" y="79"/>
                      <a:pt x="927" y="79"/>
                      <a:pt x="1203" y="59"/>
                    </a:cubicBezTo>
                    <a:cubicBezTo>
                      <a:pt x="1558" y="40"/>
                      <a:pt x="1933" y="20"/>
                      <a:pt x="2307" y="0"/>
                    </a:cubicBezTo>
                    <a:cubicBezTo>
                      <a:pt x="2406" y="0"/>
                      <a:pt x="2485" y="79"/>
                      <a:pt x="2485" y="178"/>
                    </a:cubicBezTo>
                    <a:cubicBezTo>
                      <a:pt x="2485" y="296"/>
                      <a:pt x="2406" y="355"/>
                      <a:pt x="2307" y="375"/>
                    </a:cubicBezTo>
                    <a:cubicBezTo>
                      <a:pt x="1755" y="394"/>
                      <a:pt x="1203" y="414"/>
                      <a:pt x="671" y="454"/>
                    </a:cubicBezTo>
                    <a:cubicBezTo>
                      <a:pt x="513" y="454"/>
                      <a:pt x="336" y="473"/>
                      <a:pt x="178" y="473"/>
                    </a:cubicBezTo>
                    <a:cubicBezTo>
                      <a:pt x="80" y="473"/>
                      <a:pt x="1" y="394"/>
                      <a:pt x="1" y="29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24" name="Google Shape;3024;p47"/>
          <p:cNvSpPr txBox="1">
            <a:spLocks noGrp="1"/>
          </p:cNvSpPr>
          <p:nvPr>
            <p:ph type="ctrTitle"/>
          </p:nvPr>
        </p:nvSpPr>
        <p:spPr>
          <a:xfrm>
            <a:off x="722375" y="714900"/>
            <a:ext cx="3651900" cy="93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¡GRACIAS!</a:t>
            </a:r>
            <a:endParaRPr/>
          </a:p>
        </p:txBody>
      </p:sp>
      <p:sp>
        <p:nvSpPr>
          <p:cNvPr id="3025" name="Google Shape;3025;p47"/>
          <p:cNvSpPr txBox="1">
            <a:spLocks noGrp="1"/>
          </p:cNvSpPr>
          <p:nvPr>
            <p:ph type="subTitle" idx="1"/>
          </p:nvPr>
        </p:nvSpPr>
        <p:spPr>
          <a:xfrm>
            <a:off x="722375" y="1791047"/>
            <a:ext cx="3651900" cy="10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¿Tienes alguna pregunta?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tuemail@freepik.com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+91  620 421 838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tupaginaweb.com</a:t>
            </a:r>
            <a:endParaRPr/>
          </a:p>
        </p:txBody>
      </p:sp>
      <p:sp>
        <p:nvSpPr>
          <p:cNvPr id="3026" name="Google Shape;3026;p47"/>
          <p:cNvSpPr txBox="1">
            <a:spLocks noGrp="1"/>
          </p:cNvSpPr>
          <p:nvPr>
            <p:ph type="subTitle" idx="4294967295"/>
          </p:nvPr>
        </p:nvSpPr>
        <p:spPr>
          <a:xfrm>
            <a:off x="722375" y="4119606"/>
            <a:ext cx="2990400" cy="3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/>
              <a:t>Por favor, conserva esta diapositiva para atribuirnos</a:t>
            </a:r>
            <a:endParaRPr sz="1000"/>
          </a:p>
        </p:txBody>
      </p:sp>
      <p:grpSp>
        <p:nvGrpSpPr>
          <p:cNvPr id="3027" name="Google Shape;3027;p47"/>
          <p:cNvGrpSpPr/>
          <p:nvPr/>
        </p:nvGrpSpPr>
        <p:grpSpPr>
          <a:xfrm>
            <a:off x="842287" y="2990930"/>
            <a:ext cx="375421" cy="353610"/>
            <a:chOff x="2870687" y="3796508"/>
            <a:chExt cx="375421" cy="353610"/>
          </a:xfrm>
        </p:grpSpPr>
        <p:sp>
          <p:nvSpPr>
            <p:cNvPr id="3028" name="Google Shape;3028;p47"/>
            <p:cNvSpPr/>
            <p:nvPr/>
          </p:nvSpPr>
          <p:spPr>
            <a:xfrm>
              <a:off x="2884169" y="3802104"/>
              <a:ext cx="342522" cy="342418"/>
            </a:xfrm>
            <a:custGeom>
              <a:avLst/>
              <a:gdLst/>
              <a:ahLst/>
              <a:cxnLst/>
              <a:rect l="l" t="t" r="r" b="b"/>
              <a:pathLst>
                <a:path w="13160" h="13156" extrusionOk="0">
                  <a:moveTo>
                    <a:pt x="6580" y="1"/>
                  </a:moveTo>
                  <a:cubicBezTo>
                    <a:pt x="2949" y="1"/>
                    <a:pt x="0" y="2945"/>
                    <a:pt x="0" y="6580"/>
                  </a:cubicBezTo>
                  <a:cubicBezTo>
                    <a:pt x="0" y="10211"/>
                    <a:pt x="2949" y="13156"/>
                    <a:pt x="6580" y="13156"/>
                  </a:cubicBezTo>
                  <a:cubicBezTo>
                    <a:pt x="10214" y="13156"/>
                    <a:pt x="13159" y="10211"/>
                    <a:pt x="13159" y="6580"/>
                  </a:cubicBezTo>
                  <a:cubicBezTo>
                    <a:pt x="13159" y="2945"/>
                    <a:pt x="10214" y="1"/>
                    <a:pt x="65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47"/>
            <p:cNvSpPr/>
            <p:nvPr/>
          </p:nvSpPr>
          <p:spPr>
            <a:xfrm>
              <a:off x="3033072" y="3802104"/>
              <a:ext cx="199657" cy="342522"/>
            </a:xfrm>
            <a:custGeom>
              <a:avLst/>
              <a:gdLst/>
              <a:ahLst/>
              <a:cxnLst/>
              <a:rect l="l" t="t" r="r" b="b"/>
              <a:pathLst>
                <a:path w="7671" h="13160" extrusionOk="0">
                  <a:moveTo>
                    <a:pt x="859" y="1"/>
                  </a:moveTo>
                  <a:cubicBezTo>
                    <a:pt x="574" y="1"/>
                    <a:pt x="285" y="18"/>
                    <a:pt x="0" y="57"/>
                  </a:cubicBezTo>
                  <a:cubicBezTo>
                    <a:pt x="3276" y="486"/>
                    <a:pt x="5721" y="3276"/>
                    <a:pt x="5721" y="6580"/>
                  </a:cubicBezTo>
                  <a:cubicBezTo>
                    <a:pt x="5721" y="9880"/>
                    <a:pt x="3276" y="12670"/>
                    <a:pt x="0" y="13103"/>
                  </a:cubicBezTo>
                  <a:cubicBezTo>
                    <a:pt x="290" y="13141"/>
                    <a:pt x="578" y="13160"/>
                    <a:pt x="863" y="13160"/>
                  </a:cubicBezTo>
                  <a:cubicBezTo>
                    <a:pt x="4274" y="13160"/>
                    <a:pt x="7190" y="10510"/>
                    <a:pt x="7421" y="7009"/>
                  </a:cubicBezTo>
                  <a:cubicBezTo>
                    <a:pt x="7670" y="3216"/>
                    <a:pt x="4659" y="4"/>
                    <a:pt x="859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47"/>
            <p:cNvSpPr/>
            <p:nvPr/>
          </p:nvSpPr>
          <p:spPr>
            <a:xfrm>
              <a:off x="2943772" y="3876569"/>
              <a:ext cx="186123" cy="267953"/>
            </a:xfrm>
            <a:custGeom>
              <a:avLst/>
              <a:gdLst/>
              <a:ahLst/>
              <a:cxnLst/>
              <a:rect l="l" t="t" r="r" b="b"/>
              <a:pathLst>
                <a:path w="7151" h="10295" extrusionOk="0">
                  <a:moveTo>
                    <a:pt x="6007" y="0"/>
                  </a:moveTo>
                  <a:cubicBezTo>
                    <a:pt x="3952" y="0"/>
                    <a:pt x="2003" y="1664"/>
                    <a:pt x="2003" y="3719"/>
                  </a:cubicBezTo>
                  <a:lnTo>
                    <a:pt x="2003" y="4008"/>
                  </a:lnTo>
                  <a:lnTo>
                    <a:pt x="1" y="4008"/>
                  </a:lnTo>
                  <a:lnTo>
                    <a:pt x="1" y="6010"/>
                  </a:lnTo>
                  <a:lnTo>
                    <a:pt x="2003" y="6010"/>
                  </a:lnTo>
                  <a:lnTo>
                    <a:pt x="2003" y="9894"/>
                  </a:lnTo>
                  <a:cubicBezTo>
                    <a:pt x="2643" y="10133"/>
                    <a:pt x="3318" y="10267"/>
                    <a:pt x="4005" y="10295"/>
                  </a:cubicBezTo>
                  <a:lnTo>
                    <a:pt x="4005" y="6010"/>
                  </a:lnTo>
                  <a:lnTo>
                    <a:pt x="7150" y="6010"/>
                  </a:lnTo>
                  <a:lnTo>
                    <a:pt x="7150" y="4008"/>
                  </a:lnTo>
                  <a:lnTo>
                    <a:pt x="4005" y="4008"/>
                  </a:lnTo>
                  <a:lnTo>
                    <a:pt x="4005" y="3719"/>
                  </a:lnTo>
                  <a:cubicBezTo>
                    <a:pt x="4005" y="2614"/>
                    <a:pt x="4898" y="2006"/>
                    <a:pt x="6007" y="2006"/>
                  </a:cubicBezTo>
                  <a:lnTo>
                    <a:pt x="7150" y="2006"/>
                  </a:lnTo>
                  <a:lnTo>
                    <a:pt x="7150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47"/>
            <p:cNvSpPr/>
            <p:nvPr/>
          </p:nvSpPr>
          <p:spPr>
            <a:xfrm>
              <a:off x="2870687" y="3796508"/>
              <a:ext cx="375421" cy="353610"/>
            </a:xfrm>
            <a:custGeom>
              <a:avLst/>
              <a:gdLst/>
              <a:ahLst/>
              <a:cxnLst/>
              <a:rect l="l" t="t" r="r" b="b"/>
              <a:pathLst>
                <a:path w="14424" h="13586" extrusionOk="0">
                  <a:moveTo>
                    <a:pt x="7101" y="0"/>
                  </a:moveTo>
                  <a:cubicBezTo>
                    <a:pt x="6858" y="0"/>
                    <a:pt x="6614" y="13"/>
                    <a:pt x="6369" y="40"/>
                  </a:cubicBezTo>
                  <a:cubicBezTo>
                    <a:pt x="4325" y="261"/>
                    <a:pt x="2488" y="1394"/>
                    <a:pt x="1380" y="3125"/>
                  </a:cubicBezTo>
                  <a:cubicBezTo>
                    <a:pt x="268" y="4856"/>
                    <a:pt x="1" y="6996"/>
                    <a:pt x="655" y="8948"/>
                  </a:cubicBezTo>
                  <a:cubicBezTo>
                    <a:pt x="1306" y="10898"/>
                    <a:pt x="2809" y="12446"/>
                    <a:pt x="4737" y="13163"/>
                  </a:cubicBezTo>
                  <a:cubicBezTo>
                    <a:pt x="4761" y="13172"/>
                    <a:pt x="4785" y="13176"/>
                    <a:pt x="4810" y="13176"/>
                  </a:cubicBezTo>
                  <a:cubicBezTo>
                    <a:pt x="4875" y="13176"/>
                    <a:pt x="4938" y="13146"/>
                    <a:pt x="4979" y="13090"/>
                  </a:cubicBezTo>
                  <a:cubicBezTo>
                    <a:pt x="5011" y="13051"/>
                    <a:pt x="5025" y="13005"/>
                    <a:pt x="5025" y="12956"/>
                  </a:cubicBezTo>
                  <a:lnTo>
                    <a:pt x="5025" y="9078"/>
                  </a:lnTo>
                  <a:cubicBezTo>
                    <a:pt x="5025" y="8962"/>
                    <a:pt x="4930" y="8864"/>
                    <a:pt x="4811" y="8864"/>
                  </a:cubicBezTo>
                  <a:lnTo>
                    <a:pt x="3023" y="8864"/>
                  </a:lnTo>
                  <a:lnTo>
                    <a:pt x="3023" y="7291"/>
                  </a:lnTo>
                  <a:lnTo>
                    <a:pt x="4811" y="7291"/>
                  </a:lnTo>
                  <a:cubicBezTo>
                    <a:pt x="4927" y="7291"/>
                    <a:pt x="5025" y="7196"/>
                    <a:pt x="5025" y="7076"/>
                  </a:cubicBezTo>
                  <a:lnTo>
                    <a:pt x="5025" y="6791"/>
                  </a:lnTo>
                  <a:cubicBezTo>
                    <a:pt x="5025" y="4923"/>
                    <a:pt x="6795" y="3287"/>
                    <a:pt x="8815" y="3287"/>
                  </a:cubicBezTo>
                  <a:lnTo>
                    <a:pt x="9743" y="3287"/>
                  </a:lnTo>
                  <a:lnTo>
                    <a:pt x="9743" y="4860"/>
                  </a:lnTo>
                  <a:lnTo>
                    <a:pt x="8815" y="4860"/>
                  </a:lnTo>
                  <a:cubicBezTo>
                    <a:pt x="8209" y="4860"/>
                    <a:pt x="7657" y="5036"/>
                    <a:pt x="7263" y="5352"/>
                  </a:cubicBezTo>
                  <a:cubicBezTo>
                    <a:pt x="6827" y="5704"/>
                    <a:pt x="6598" y="6200"/>
                    <a:pt x="6598" y="6791"/>
                  </a:cubicBezTo>
                  <a:lnTo>
                    <a:pt x="6598" y="7076"/>
                  </a:lnTo>
                  <a:cubicBezTo>
                    <a:pt x="6598" y="7196"/>
                    <a:pt x="6693" y="7291"/>
                    <a:pt x="6813" y="7291"/>
                  </a:cubicBezTo>
                  <a:lnTo>
                    <a:pt x="7657" y="7291"/>
                  </a:lnTo>
                  <a:cubicBezTo>
                    <a:pt x="7777" y="7291"/>
                    <a:pt x="7872" y="7196"/>
                    <a:pt x="7872" y="7076"/>
                  </a:cubicBezTo>
                  <a:cubicBezTo>
                    <a:pt x="7872" y="6960"/>
                    <a:pt x="7777" y="6862"/>
                    <a:pt x="7657" y="6862"/>
                  </a:cubicBezTo>
                  <a:lnTo>
                    <a:pt x="7027" y="6862"/>
                  </a:lnTo>
                  <a:lnTo>
                    <a:pt x="7027" y="6791"/>
                  </a:lnTo>
                  <a:cubicBezTo>
                    <a:pt x="7027" y="5683"/>
                    <a:pt x="7988" y="5289"/>
                    <a:pt x="8815" y="5289"/>
                  </a:cubicBezTo>
                  <a:lnTo>
                    <a:pt x="9958" y="5289"/>
                  </a:lnTo>
                  <a:cubicBezTo>
                    <a:pt x="10074" y="5289"/>
                    <a:pt x="10173" y="5194"/>
                    <a:pt x="10173" y="5074"/>
                  </a:cubicBezTo>
                  <a:lnTo>
                    <a:pt x="10173" y="3072"/>
                  </a:lnTo>
                  <a:cubicBezTo>
                    <a:pt x="10173" y="2953"/>
                    <a:pt x="10074" y="2858"/>
                    <a:pt x="9958" y="2858"/>
                  </a:cubicBezTo>
                  <a:lnTo>
                    <a:pt x="8815" y="2858"/>
                  </a:lnTo>
                  <a:cubicBezTo>
                    <a:pt x="7766" y="2858"/>
                    <a:pt x="6704" y="3277"/>
                    <a:pt x="5898" y="4001"/>
                  </a:cubicBezTo>
                  <a:cubicBezTo>
                    <a:pt x="5057" y="4761"/>
                    <a:pt x="4596" y="5750"/>
                    <a:pt x="4596" y="6791"/>
                  </a:cubicBezTo>
                  <a:lnTo>
                    <a:pt x="4596" y="6862"/>
                  </a:lnTo>
                  <a:lnTo>
                    <a:pt x="2809" y="6862"/>
                  </a:lnTo>
                  <a:cubicBezTo>
                    <a:pt x="2689" y="6862"/>
                    <a:pt x="2594" y="6957"/>
                    <a:pt x="2594" y="7076"/>
                  </a:cubicBezTo>
                  <a:lnTo>
                    <a:pt x="2594" y="9078"/>
                  </a:lnTo>
                  <a:cubicBezTo>
                    <a:pt x="2594" y="9198"/>
                    <a:pt x="2689" y="9293"/>
                    <a:pt x="2809" y="9293"/>
                  </a:cubicBezTo>
                  <a:lnTo>
                    <a:pt x="4596" y="9293"/>
                  </a:lnTo>
                  <a:lnTo>
                    <a:pt x="4596" y="12643"/>
                  </a:lnTo>
                  <a:cubicBezTo>
                    <a:pt x="2256" y="11636"/>
                    <a:pt x="740" y="9335"/>
                    <a:pt x="733" y="6791"/>
                  </a:cubicBezTo>
                  <a:cubicBezTo>
                    <a:pt x="733" y="3280"/>
                    <a:pt x="3590" y="427"/>
                    <a:pt x="7098" y="427"/>
                  </a:cubicBezTo>
                  <a:cubicBezTo>
                    <a:pt x="10606" y="427"/>
                    <a:pt x="13459" y="3287"/>
                    <a:pt x="13459" y="6791"/>
                  </a:cubicBezTo>
                  <a:cubicBezTo>
                    <a:pt x="13459" y="10296"/>
                    <a:pt x="10606" y="13153"/>
                    <a:pt x="7098" y="13153"/>
                  </a:cubicBezTo>
                  <a:lnTo>
                    <a:pt x="7024" y="13153"/>
                  </a:lnTo>
                  <a:lnTo>
                    <a:pt x="7024" y="9297"/>
                  </a:lnTo>
                  <a:lnTo>
                    <a:pt x="9958" y="9297"/>
                  </a:lnTo>
                  <a:cubicBezTo>
                    <a:pt x="10074" y="9297"/>
                    <a:pt x="10173" y="9202"/>
                    <a:pt x="10173" y="9082"/>
                  </a:cubicBezTo>
                  <a:lnTo>
                    <a:pt x="10173" y="7080"/>
                  </a:lnTo>
                  <a:cubicBezTo>
                    <a:pt x="10173" y="6960"/>
                    <a:pt x="10074" y="6865"/>
                    <a:pt x="9958" y="6865"/>
                  </a:cubicBezTo>
                  <a:lnTo>
                    <a:pt x="8702" y="6865"/>
                  </a:lnTo>
                  <a:cubicBezTo>
                    <a:pt x="8582" y="6865"/>
                    <a:pt x="8487" y="6960"/>
                    <a:pt x="8487" y="7080"/>
                  </a:cubicBezTo>
                  <a:cubicBezTo>
                    <a:pt x="8487" y="7200"/>
                    <a:pt x="8582" y="7295"/>
                    <a:pt x="8702" y="7295"/>
                  </a:cubicBezTo>
                  <a:lnTo>
                    <a:pt x="9743" y="7295"/>
                  </a:lnTo>
                  <a:lnTo>
                    <a:pt x="9743" y="8867"/>
                  </a:lnTo>
                  <a:lnTo>
                    <a:pt x="6809" y="8867"/>
                  </a:lnTo>
                  <a:cubicBezTo>
                    <a:pt x="6693" y="8867"/>
                    <a:pt x="6594" y="8962"/>
                    <a:pt x="6594" y="9082"/>
                  </a:cubicBezTo>
                  <a:lnTo>
                    <a:pt x="6594" y="13367"/>
                  </a:lnTo>
                  <a:cubicBezTo>
                    <a:pt x="6594" y="13480"/>
                    <a:pt x="6686" y="13575"/>
                    <a:pt x="6802" y="13582"/>
                  </a:cubicBezTo>
                  <a:cubicBezTo>
                    <a:pt x="6908" y="13586"/>
                    <a:pt x="7003" y="13586"/>
                    <a:pt x="7098" y="13586"/>
                  </a:cubicBezTo>
                  <a:cubicBezTo>
                    <a:pt x="9842" y="13586"/>
                    <a:pt x="12319" y="11932"/>
                    <a:pt x="13371" y="9395"/>
                  </a:cubicBezTo>
                  <a:cubicBezTo>
                    <a:pt x="14423" y="6855"/>
                    <a:pt x="13843" y="3935"/>
                    <a:pt x="11900" y="1992"/>
                  </a:cubicBezTo>
                  <a:cubicBezTo>
                    <a:pt x="10621" y="710"/>
                    <a:pt x="8891" y="0"/>
                    <a:pt x="7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2" name="Google Shape;3032;p47"/>
          <p:cNvGrpSpPr/>
          <p:nvPr/>
        </p:nvGrpSpPr>
        <p:grpSpPr>
          <a:xfrm>
            <a:off x="1273719" y="2990956"/>
            <a:ext cx="372844" cy="353610"/>
            <a:chOff x="3302118" y="3796534"/>
            <a:chExt cx="372844" cy="353610"/>
          </a:xfrm>
        </p:grpSpPr>
        <p:sp>
          <p:nvSpPr>
            <p:cNvPr id="3033" name="Google Shape;3033;p47"/>
            <p:cNvSpPr/>
            <p:nvPr/>
          </p:nvSpPr>
          <p:spPr>
            <a:xfrm>
              <a:off x="3326480" y="3802104"/>
              <a:ext cx="342418" cy="342418"/>
            </a:xfrm>
            <a:custGeom>
              <a:avLst/>
              <a:gdLst/>
              <a:ahLst/>
              <a:cxnLst/>
              <a:rect l="l" t="t" r="r" b="b"/>
              <a:pathLst>
                <a:path w="13156" h="13156" extrusionOk="0">
                  <a:moveTo>
                    <a:pt x="6576" y="1"/>
                  </a:moveTo>
                  <a:cubicBezTo>
                    <a:pt x="2945" y="1"/>
                    <a:pt x="0" y="2945"/>
                    <a:pt x="0" y="6580"/>
                  </a:cubicBezTo>
                  <a:cubicBezTo>
                    <a:pt x="0" y="10211"/>
                    <a:pt x="2945" y="13156"/>
                    <a:pt x="6576" y="13156"/>
                  </a:cubicBezTo>
                  <a:cubicBezTo>
                    <a:pt x="10211" y="13156"/>
                    <a:pt x="13156" y="10211"/>
                    <a:pt x="13156" y="6580"/>
                  </a:cubicBezTo>
                  <a:cubicBezTo>
                    <a:pt x="13156" y="2945"/>
                    <a:pt x="10211" y="1"/>
                    <a:pt x="6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47"/>
            <p:cNvSpPr/>
            <p:nvPr/>
          </p:nvSpPr>
          <p:spPr>
            <a:xfrm>
              <a:off x="3475384" y="3802104"/>
              <a:ext cx="199579" cy="342522"/>
            </a:xfrm>
            <a:custGeom>
              <a:avLst/>
              <a:gdLst/>
              <a:ahLst/>
              <a:cxnLst/>
              <a:rect l="l" t="t" r="r" b="b"/>
              <a:pathLst>
                <a:path w="7668" h="13160" extrusionOk="0">
                  <a:moveTo>
                    <a:pt x="859" y="1"/>
                  </a:moveTo>
                  <a:cubicBezTo>
                    <a:pt x="570" y="1"/>
                    <a:pt x="282" y="18"/>
                    <a:pt x="0" y="57"/>
                  </a:cubicBezTo>
                  <a:cubicBezTo>
                    <a:pt x="3273" y="486"/>
                    <a:pt x="5721" y="3276"/>
                    <a:pt x="5721" y="6580"/>
                  </a:cubicBezTo>
                  <a:cubicBezTo>
                    <a:pt x="5721" y="9880"/>
                    <a:pt x="3273" y="12670"/>
                    <a:pt x="0" y="13103"/>
                  </a:cubicBezTo>
                  <a:cubicBezTo>
                    <a:pt x="291" y="13141"/>
                    <a:pt x="579" y="13160"/>
                    <a:pt x="863" y="13160"/>
                  </a:cubicBezTo>
                  <a:cubicBezTo>
                    <a:pt x="4274" y="13160"/>
                    <a:pt x="7190" y="10510"/>
                    <a:pt x="7417" y="7009"/>
                  </a:cubicBezTo>
                  <a:cubicBezTo>
                    <a:pt x="7667" y="3216"/>
                    <a:pt x="4659" y="4"/>
                    <a:pt x="859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47"/>
            <p:cNvSpPr/>
            <p:nvPr/>
          </p:nvSpPr>
          <p:spPr>
            <a:xfrm>
              <a:off x="3387931" y="3863555"/>
              <a:ext cx="219620" cy="219620"/>
            </a:xfrm>
            <a:custGeom>
              <a:avLst/>
              <a:gdLst/>
              <a:ahLst/>
              <a:cxnLst/>
              <a:rect l="l" t="t" r="r" b="b"/>
              <a:pathLst>
                <a:path w="8438" h="8438" extrusionOk="0">
                  <a:moveTo>
                    <a:pt x="6654" y="430"/>
                  </a:moveTo>
                  <a:cubicBezTo>
                    <a:pt x="7400" y="430"/>
                    <a:pt x="8005" y="1035"/>
                    <a:pt x="8008" y="1781"/>
                  </a:cubicBezTo>
                  <a:lnTo>
                    <a:pt x="8008" y="6654"/>
                  </a:lnTo>
                  <a:cubicBezTo>
                    <a:pt x="8005" y="7403"/>
                    <a:pt x="7400" y="8005"/>
                    <a:pt x="6654" y="8008"/>
                  </a:cubicBezTo>
                  <a:lnTo>
                    <a:pt x="1781" y="8008"/>
                  </a:lnTo>
                  <a:cubicBezTo>
                    <a:pt x="1035" y="8005"/>
                    <a:pt x="429" y="7403"/>
                    <a:pt x="429" y="6654"/>
                  </a:cubicBezTo>
                  <a:lnTo>
                    <a:pt x="429" y="1781"/>
                  </a:lnTo>
                  <a:cubicBezTo>
                    <a:pt x="429" y="1035"/>
                    <a:pt x="1035" y="430"/>
                    <a:pt x="1781" y="430"/>
                  </a:cubicBezTo>
                  <a:close/>
                  <a:moveTo>
                    <a:pt x="1781" y="0"/>
                  </a:moveTo>
                  <a:cubicBezTo>
                    <a:pt x="795" y="0"/>
                    <a:pt x="0" y="799"/>
                    <a:pt x="0" y="1781"/>
                  </a:cubicBezTo>
                  <a:lnTo>
                    <a:pt x="0" y="6654"/>
                  </a:lnTo>
                  <a:cubicBezTo>
                    <a:pt x="0" y="7639"/>
                    <a:pt x="795" y="8434"/>
                    <a:pt x="1781" y="8438"/>
                  </a:cubicBezTo>
                  <a:lnTo>
                    <a:pt x="6654" y="8438"/>
                  </a:lnTo>
                  <a:cubicBezTo>
                    <a:pt x="7639" y="8434"/>
                    <a:pt x="8434" y="7639"/>
                    <a:pt x="8438" y="6654"/>
                  </a:cubicBezTo>
                  <a:lnTo>
                    <a:pt x="8438" y="1781"/>
                  </a:lnTo>
                  <a:cubicBezTo>
                    <a:pt x="8434" y="799"/>
                    <a:pt x="7639" y="0"/>
                    <a:pt x="66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47"/>
            <p:cNvSpPr/>
            <p:nvPr/>
          </p:nvSpPr>
          <p:spPr>
            <a:xfrm>
              <a:off x="3542326" y="3891378"/>
              <a:ext cx="29775" cy="29880"/>
            </a:xfrm>
            <a:custGeom>
              <a:avLst/>
              <a:gdLst/>
              <a:ahLst/>
              <a:cxnLst/>
              <a:rect l="l" t="t" r="r" b="b"/>
              <a:pathLst>
                <a:path w="1144" h="1148" extrusionOk="0">
                  <a:moveTo>
                    <a:pt x="574" y="1"/>
                  </a:moveTo>
                  <a:cubicBezTo>
                    <a:pt x="257" y="1"/>
                    <a:pt x="0" y="258"/>
                    <a:pt x="0" y="575"/>
                  </a:cubicBezTo>
                  <a:cubicBezTo>
                    <a:pt x="0" y="891"/>
                    <a:pt x="257" y="1148"/>
                    <a:pt x="574" y="1148"/>
                  </a:cubicBezTo>
                  <a:cubicBezTo>
                    <a:pt x="891" y="1148"/>
                    <a:pt x="1144" y="891"/>
                    <a:pt x="1144" y="575"/>
                  </a:cubicBezTo>
                  <a:cubicBezTo>
                    <a:pt x="1144" y="258"/>
                    <a:pt x="891" y="1"/>
                    <a:pt x="5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47"/>
            <p:cNvSpPr/>
            <p:nvPr/>
          </p:nvSpPr>
          <p:spPr>
            <a:xfrm>
              <a:off x="3302118" y="3796534"/>
              <a:ext cx="372558" cy="353610"/>
            </a:xfrm>
            <a:custGeom>
              <a:avLst/>
              <a:gdLst/>
              <a:ahLst/>
              <a:cxnLst/>
              <a:rect l="l" t="t" r="r" b="b"/>
              <a:pathLst>
                <a:path w="14314" h="13586" extrusionOk="0">
                  <a:moveTo>
                    <a:pt x="7516" y="429"/>
                  </a:moveTo>
                  <a:cubicBezTo>
                    <a:pt x="11024" y="429"/>
                    <a:pt x="13877" y="3283"/>
                    <a:pt x="13877" y="6794"/>
                  </a:cubicBezTo>
                  <a:cubicBezTo>
                    <a:pt x="13877" y="10302"/>
                    <a:pt x="11024" y="13155"/>
                    <a:pt x="7516" y="13155"/>
                  </a:cubicBezTo>
                  <a:cubicBezTo>
                    <a:pt x="4004" y="13155"/>
                    <a:pt x="1151" y="10302"/>
                    <a:pt x="1151" y="6794"/>
                  </a:cubicBezTo>
                  <a:cubicBezTo>
                    <a:pt x="1151" y="3283"/>
                    <a:pt x="4004" y="429"/>
                    <a:pt x="7516" y="429"/>
                  </a:cubicBezTo>
                  <a:close/>
                  <a:moveTo>
                    <a:pt x="7514" y="1"/>
                  </a:moveTo>
                  <a:cubicBezTo>
                    <a:pt x="6207" y="1"/>
                    <a:pt x="4892" y="377"/>
                    <a:pt x="3741" y="1147"/>
                  </a:cubicBezTo>
                  <a:cubicBezTo>
                    <a:pt x="1045" y="2945"/>
                    <a:pt x="0" y="6400"/>
                    <a:pt x="1239" y="9391"/>
                  </a:cubicBezTo>
                  <a:cubicBezTo>
                    <a:pt x="2307" y="11966"/>
                    <a:pt x="4809" y="13586"/>
                    <a:pt x="7510" y="13586"/>
                  </a:cubicBezTo>
                  <a:cubicBezTo>
                    <a:pt x="7950" y="13586"/>
                    <a:pt x="8394" y="13543"/>
                    <a:pt x="8839" y="13454"/>
                  </a:cubicBezTo>
                  <a:cubicBezTo>
                    <a:pt x="12020" y="12825"/>
                    <a:pt x="14307" y="10035"/>
                    <a:pt x="14307" y="6794"/>
                  </a:cubicBezTo>
                  <a:cubicBezTo>
                    <a:pt x="14314" y="4989"/>
                    <a:pt x="13596" y="3261"/>
                    <a:pt x="12319" y="1991"/>
                  </a:cubicBezTo>
                  <a:cubicBezTo>
                    <a:pt x="11005" y="677"/>
                    <a:pt x="9266" y="1"/>
                    <a:pt x="75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47"/>
            <p:cNvSpPr/>
            <p:nvPr/>
          </p:nvSpPr>
          <p:spPr>
            <a:xfrm>
              <a:off x="3387931" y="3863555"/>
              <a:ext cx="219620" cy="219620"/>
            </a:xfrm>
            <a:custGeom>
              <a:avLst/>
              <a:gdLst/>
              <a:ahLst/>
              <a:cxnLst/>
              <a:rect l="l" t="t" r="r" b="b"/>
              <a:pathLst>
                <a:path w="8438" h="8438" extrusionOk="0">
                  <a:moveTo>
                    <a:pt x="6654" y="430"/>
                  </a:moveTo>
                  <a:cubicBezTo>
                    <a:pt x="7400" y="430"/>
                    <a:pt x="8005" y="1035"/>
                    <a:pt x="8008" y="1781"/>
                  </a:cubicBezTo>
                  <a:lnTo>
                    <a:pt x="8008" y="6654"/>
                  </a:lnTo>
                  <a:cubicBezTo>
                    <a:pt x="8005" y="7403"/>
                    <a:pt x="7400" y="8005"/>
                    <a:pt x="6654" y="8008"/>
                  </a:cubicBezTo>
                  <a:lnTo>
                    <a:pt x="1781" y="8008"/>
                  </a:lnTo>
                  <a:cubicBezTo>
                    <a:pt x="1035" y="8005"/>
                    <a:pt x="429" y="7403"/>
                    <a:pt x="429" y="6654"/>
                  </a:cubicBezTo>
                  <a:lnTo>
                    <a:pt x="429" y="1781"/>
                  </a:lnTo>
                  <a:cubicBezTo>
                    <a:pt x="429" y="1035"/>
                    <a:pt x="1035" y="430"/>
                    <a:pt x="1781" y="430"/>
                  </a:cubicBezTo>
                  <a:close/>
                  <a:moveTo>
                    <a:pt x="1781" y="0"/>
                  </a:moveTo>
                  <a:cubicBezTo>
                    <a:pt x="795" y="0"/>
                    <a:pt x="0" y="799"/>
                    <a:pt x="0" y="1781"/>
                  </a:cubicBezTo>
                  <a:lnTo>
                    <a:pt x="0" y="6654"/>
                  </a:lnTo>
                  <a:cubicBezTo>
                    <a:pt x="0" y="7639"/>
                    <a:pt x="795" y="8434"/>
                    <a:pt x="1781" y="8438"/>
                  </a:cubicBezTo>
                  <a:lnTo>
                    <a:pt x="6654" y="8438"/>
                  </a:lnTo>
                  <a:cubicBezTo>
                    <a:pt x="7639" y="8434"/>
                    <a:pt x="8434" y="7639"/>
                    <a:pt x="8438" y="6654"/>
                  </a:cubicBezTo>
                  <a:lnTo>
                    <a:pt x="8438" y="1781"/>
                  </a:lnTo>
                  <a:cubicBezTo>
                    <a:pt x="8434" y="799"/>
                    <a:pt x="7639" y="0"/>
                    <a:pt x="66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47"/>
            <p:cNvSpPr/>
            <p:nvPr/>
          </p:nvSpPr>
          <p:spPr>
            <a:xfrm>
              <a:off x="3434546" y="3915506"/>
              <a:ext cx="127665" cy="115562"/>
            </a:xfrm>
            <a:custGeom>
              <a:avLst/>
              <a:gdLst/>
              <a:ahLst/>
              <a:cxnLst/>
              <a:rect l="l" t="t" r="r" b="b"/>
              <a:pathLst>
                <a:path w="4905" h="4440" extrusionOk="0">
                  <a:moveTo>
                    <a:pt x="2426" y="0"/>
                  </a:moveTo>
                  <a:cubicBezTo>
                    <a:pt x="1830" y="0"/>
                    <a:pt x="1238" y="240"/>
                    <a:pt x="802" y="703"/>
                  </a:cubicBezTo>
                  <a:cubicBezTo>
                    <a:pt x="42" y="1516"/>
                    <a:pt x="0" y="2768"/>
                    <a:pt x="707" y="3627"/>
                  </a:cubicBezTo>
                  <a:cubicBezTo>
                    <a:pt x="1143" y="4158"/>
                    <a:pt x="1780" y="4440"/>
                    <a:pt x="2426" y="4440"/>
                  </a:cubicBezTo>
                  <a:cubicBezTo>
                    <a:pt x="2828" y="4440"/>
                    <a:pt x="3233" y="4331"/>
                    <a:pt x="3596" y="4105"/>
                  </a:cubicBezTo>
                  <a:cubicBezTo>
                    <a:pt x="3712" y="4032"/>
                    <a:pt x="3730" y="3870"/>
                    <a:pt x="3635" y="3775"/>
                  </a:cubicBezTo>
                  <a:lnTo>
                    <a:pt x="3631" y="3771"/>
                  </a:lnTo>
                  <a:cubicBezTo>
                    <a:pt x="3590" y="3730"/>
                    <a:pt x="3536" y="3708"/>
                    <a:pt x="3481" y="3708"/>
                  </a:cubicBezTo>
                  <a:cubicBezTo>
                    <a:pt x="3442" y="3708"/>
                    <a:pt x="3403" y="3719"/>
                    <a:pt x="3367" y="3743"/>
                  </a:cubicBezTo>
                  <a:cubicBezTo>
                    <a:pt x="3084" y="3916"/>
                    <a:pt x="2756" y="4010"/>
                    <a:pt x="2425" y="4010"/>
                  </a:cubicBezTo>
                  <a:cubicBezTo>
                    <a:pt x="2419" y="4010"/>
                    <a:pt x="2413" y="4010"/>
                    <a:pt x="2407" y="4010"/>
                  </a:cubicBezTo>
                  <a:cubicBezTo>
                    <a:pt x="1605" y="4003"/>
                    <a:pt x="904" y="3462"/>
                    <a:pt x="697" y="2687"/>
                  </a:cubicBezTo>
                  <a:cubicBezTo>
                    <a:pt x="489" y="1913"/>
                    <a:pt x="820" y="1094"/>
                    <a:pt x="1510" y="682"/>
                  </a:cubicBezTo>
                  <a:cubicBezTo>
                    <a:pt x="1793" y="514"/>
                    <a:pt x="2109" y="432"/>
                    <a:pt x="2422" y="432"/>
                  </a:cubicBezTo>
                  <a:cubicBezTo>
                    <a:pt x="2871" y="432"/>
                    <a:pt x="3316" y="600"/>
                    <a:pt x="3659" y="925"/>
                  </a:cubicBezTo>
                  <a:cubicBezTo>
                    <a:pt x="4240" y="1477"/>
                    <a:pt x="4381" y="2350"/>
                    <a:pt x="4008" y="3057"/>
                  </a:cubicBezTo>
                  <a:cubicBezTo>
                    <a:pt x="3962" y="3141"/>
                    <a:pt x="3976" y="3243"/>
                    <a:pt x="4043" y="3310"/>
                  </a:cubicBezTo>
                  <a:lnTo>
                    <a:pt x="4046" y="3314"/>
                  </a:lnTo>
                  <a:cubicBezTo>
                    <a:pt x="4087" y="3355"/>
                    <a:pt x="4141" y="3375"/>
                    <a:pt x="4194" y="3375"/>
                  </a:cubicBezTo>
                  <a:cubicBezTo>
                    <a:pt x="4268" y="3375"/>
                    <a:pt x="4342" y="3336"/>
                    <a:pt x="4381" y="3264"/>
                  </a:cubicBezTo>
                  <a:cubicBezTo>
                    <a:pt x="4905" y="2283"/>
                    <a:pt x="4620" y="1062"/>
                    <a:pt x="3716" y="415"/>
                  </a:cubicBezTo>
                  <a:cubicBezTo>
                    <a:pt x="3327" y="136"/>
                    <a:pt x="2875" y="0"/>
                    <a:pt x="2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47"/>
            <p:cNvSpPr/>
            <p:nvPr/>
          </p:nvSpPr>
          <p:spPr>
            <a:xfrm>
              <a:off x="3542326" y="3891378"/>
              <a:ext cx="29775" cy="29880"/>
            </a:xfrm>
            <a:custGeom>
              <a:avLst/>
              <a:gdLst/>
              <a:ahLst/>
              <a:cxnLst/>
              <a:rect l="l" t="t" r="r" b="b"/>
              <a:pathLst>
                <a:path w="1144" h="1148" extrusionOk="0">
                  <a:moveTo>
                    <a:pt x="574" y="1"/>
                  </a:moveTo>
                  <a:cubicBezTo>
                    <a:pt x="257" y="1"/>
                    <a:pt x="0" y="258"/>
                    <a:pt x="0" y="575"/>
                  </a:cubicBezTo>
                  <a:cubicBezTo>
                    <a:pt x="0" y="891"/>
                    <a:pt x="257" y="1148"/>
                    <a:pt x="574" y="1148"/>
                  </a:cubicBezTo>
                  <a:cubicBezTo>
                    <a:pt x="891" y="1148"/>
                    <a:pt x="1144" y="891"/>
                    <a:pt x="1144" y="575"/>
                  </a:cubicBezTo>
                  <a:cubicBezTo>
                    <a:pt x="1144" y="258"/>
                    <a:pt x="891" y="1"/>
                    <a:pt x="5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41" name="Google Shape;3041;p47"/>
          <p:cNvGrpSpPr/>
          <p:nvPr/>
        </p:nvGrpSpPr>
        <p:grpSpPr>
          <a:xfrm>
            <a:off x="1716031" y="2990956"/>
            <a:ext cx="372740" cy="353610"/>
            <a:chOff x="3744430" y="3796534"/>
            <a:chExt cx="372740" cy="353610"/>
          </a:xfrm>
        </p:grpSpPr>
        <p:sp>
          <p:nvSpPr>
            <p:cNvPr id="3042" name="Google Shape;3042;p47"/>
            <p:cNvSpPr/>
            <p:nvPr/>
          </p:nvSpPr>
          <p:spPr>
            <a:xfrm>
              <a:off x="3768713" y="3802104"/>
              <a:ext cx="342522" cy="342418"/>
            </a:xfrm>
            <a:custGeom>
              <a:avLst/>
              <a:gdLst/>
              <a:ahLst/>
              <a:cxnLst/>
              <a:rect l="l" t="t" r="r" b="b"/>
              <a:pathLst>
                <a:path w="13160" h="13156" extrusionOk="0">
                  <a:moveTo>
                    <a:pt x="6580" y="1"/>
                  </a:moveTo>
                  <a:cubicBezTo>
                    <a:pt x="2945" y="1"/>
                    <a:pt x="0" y="2945"/>
                    <a:pt x="0" y="6580"/>
                  </a:cubicBezTo>
                  <a:cubicBezTo>
                    <a:pt x="0" y="10211"/>
                    <a:pt x="2945" y="13156"/>
                    <a:pt x="6580" y="13156"/>
                  </a:cubicBezTo>
                  <a:cubicBezTo>
                    <a:pt x="10211" y="13156"/>
                    <a:pt x="13159" y="10211"/>
                    <a:pt x="13159" y="6580"/>
                  </a:cubicBezTo>
                  <a:cubicBezTo>
                    <a:pt x="13159" y="2945"/>
                    <a:pt x="10211" y="1"/>
                    <a:pt x="65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47"/>
            <p:cNvSpPr/>
            <p:nvPr/>
          </p:nvSpPr>
          <p:spPr>
            <a:xfrm>
              <a:off x="3917617" y="3802104"/>
              <a:ext cx="199553" cy="342522"/>
            </a:xfrm>
            <a:custGeom>
              <a:avLst/>
              <a:gdLst/>
              <a:ahLst/>
              <a:cxnLst/>
              <a:rect l="l" t="t" r="r" b="b"/>
              <a:pathLst>
                <a:path w="7667" h="13160" extrusionOk="0">
                  <a:moveTo>
                    <a:pt x="859" y="1"/>
                  </a:moveTo>
                  <a:cubicBezTo>
                    <a:pt x="570" y="1"/>
                    <a:pt x="285" y="18"/>
                    <a:pt x="0" y="57"/>
                  </a:cubicBezTo>
                  <a:cubicBezTo>
                    <a:pt x="3272" y="486"/>
                    <a:pt x="5721" y="3276"/>
                    <a:pt x="5721" y="6580"/>
                  </a:cubicBezTo>
                  <a:cubicBezTo>
                    <a:pt x="5721" y="9880"/>
                    <a:pt x="3272" y="12670"/>
                    <a:pt x="0" y="13103"/>
                  </a:cubicBezTo>
                  <a:cubicBezTo>
                    <a:pt x="290" y="13141"/>
                    <a:pt x="578" y="13160"/>
                    <a:pt x="863" y="13160"/>
                  </a:cubicBezTo>
                  <a:cubicBezTo>
                    <a:pt x="4274" y="13160"/>
                    <a:pt x="7190" y="10510"/>
                    <a:pt x="7421" y="7009"/>
                  </a:cubicBezTo>
                  <a:cubicBezTo>
                    <a:pt x="7667" y="3216"/>
                    <a:pt x="4659" y="4"/>
                    <a:pt x="859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47"/>
            <p:cNvSpPr/>
            <p:nvPr/>
          </p:nvSpPr>
          <p:spPr>
            <a:xfrm>
              <a:off x="3850206" y="3943225"/>
              <a:ext cx="38026" cy="112387"/>
            </a:xfrm>
            <a:custGeom>
              <a:avLst/>
              <a:gdLst/>
              <a:ahLst/>
              <a:cxnLst/>
              <a:rect l="l" t="t" r="r" b="b"/>
              <a:pathLst>
                <a:path w="1461" h="4318" extrusionOk="0">
                  <a:moveTo>
                    <a:pt x="60" y="0"/>
                  </a:moveTo>
                  <a:cubicBezTo>
                    <a:pt x="29" y="0"/>
                    <a:pt x="0" y="25"/>
                    <a:pt x="0" y="57"/>
                  </a:cubicBezTo>
                  <a:lnTo>
                    <a:pt x="0" y="4261"/>
                  </a:lnTo>
                  <a:cubicBezTo>
                    <a:pt x="0" y="4293"/>
                    <a:pt x="29" y="4318"/>
                    <a:pt x="60" y="4318"/>
                  </a:cubicBezTo>
                  <a:lnTo>
                    <a:pt x="1404" y="4318"/>
                  </a:lnTo>
                  <a:cubicBezTo>
                    <a:pt x="1436" y="4318"/>
                    <a:pt x="1461" y="4293"/>
                    <a:pt x="1461" y="4261"/>
                  </a:cubicBezTo>
                  <a:lnTo>
                    <a:pt x="1461" y="57"/>
                  </a:lnTo>
                  <a:cubicBezTo>
                    <a:pt x="1461" y="25"/>
                    <a:pt x="1436" y="0"/>
                    <a:pt x="14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47"/>
            <p:cNvSpPr/>
            <p:nvPr/>
          </p:nvSpPr>
          <p:spPr>
            <a:xfrm>
              <a:off x="3835188" y="3876126"/>
              <a:ext cx="53044" cy="45522"/>
            </a:xfrm>
            <a:custGeom>
              <a:avLst/>
              <a:gdLst/>
              <a:ahLst/>
              <a:cxnLst/>
              <a:rect l="l" t="t" r="r" b="b"/>
              <a:pathLst>
                <a:path w="2038" h="1749" extrusionOk="0">
                  <a:moveTo>
                    <a:pt x="1160" y="1"/>
                  </a:moveTo>
                  <a:cubicBezTo>
                    <a:pt x="946" y="1"/>
                    <a:pt x="727" y="81"/>
                    <a:pt x="549" y="260"/>
                  </a:cubicBezTo>
                  <a:cubicBezTo>
                    <a:pt x="0" y="809"/>
                    <a:pt x="387" y="1748"/>
                    <a:pt x="1165" y="1748"/>
                  </a:cubicBezTo>
                  <a:cubicBezTo>
                    <a:pt x="1647" y="1748"/>
                    <a:pt x="2038" y="1358"/>
                    <a:pt x="2038" y="876"/>
                  </a:cubicBezTo>
                  <a:cubicBezTo>
                    <a:pt x="2038" y="350"/>
                    <a:pt x="1608" y="1"/>
                    <a:pt x="11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47"/>
            <p:cNvSpPr/>
            <p:nvPr/>
          </p:nvSpPr>
          <p:spPr>
            <a:xfrm>
              <a:off x="3924670" y="3943121"/>
              <a:ext cx="119805" cy="112491"/>
            </a:xfrm>
            <a:custGeom>
              <a:avLst/>
              <a:gdLst/>
              <a:ahLst/>
              <a:cxnLst/>
              <a:rect l="l" t="t" r="r" b="b"/>
              <a:pathLst>
                <a:path w="4603" h="4322" extrusionOk="0">
                  <a:moveTo>
                    <a:pt x="70" y="1"/>
                  </a:moveTo>
                  <a:cubicBezTo>
                    <a:pt x="32" y="1"/>
                    <a:pt x="0" y="33"/>
                    <a:pt x="0" y="71"/>
                  </a:cubicBezTo>
                  <a:lnTo>
                    <a:pt x="0" y="4255"/>
                  </a:lnTo>
                  <a:cubicBezTo>
                    <a:pt x="0" y="4290"/>
                    <a:pt x="32" y="4322"/>
                    <a:pt x="70" y="4322"/>
                  </a:cubicBezTo>
                  <a:lnTo>
                    <a:pt x="1390" y="4322"/>
                  </a:lnTo>
                  <a:cubicBezTo>
                    <a:pt x="1429" y="4322"/>
                    <a:pt x="1460" y="4290"/>
                    <a:pt x="1460" y="4255"/>
                  </a:cubicBezTo>
                  <a:lnTo>
                    <a:pt x="1460" y="2766"/>
                  </a:lnTo>
                  <a:cubicBezTo>
                    <a:pt x="1460" y="2281"/>
                    <a:pt x="1569" y="1461"/>
                    <a:pt x="2301" y="1461"/>
                  </a:cubicBezTo>
                  <a:cubicBezTo>
                    <a:pt x="3036" y="1461"/>
                    <a:pt x="3146" y="2281"/>
                    <a:pt x="3146" y="2766"/>
                  </a:cubicBezTo>
                  <a:lnTo>
                    <a:pt x="3146" y="4255"/>
                  </a:lnTo>
                  <a:cubicBezTo>
                    <a:pt x="3146" y="4290"/>
                    <a:pt x="3177" y="4322"/>
                    <a:pt x="3216" y="4322"/>
                  </a:cubicBezTo>
                  <a:lnTo>
                    <a:pt x="4535" y="4322"/>
                  </a:lnTo>
                  <a:cubicBezTo>
                    <a:pt x="4574" y="4322"/>
                    <a:pt x="4602" y="4290"/>
                    <a:pt x="4602" y="4255"/>
                  </a:cubicBezTo>
                  <a:lnTo>
                    <a:pt x="4602" y="2306"/>
                  </a:lnTo>
                  <a:cubicBezTo>
                    <a:pt x="4602" y="1707"/>
                    <a:pt x="4433" y="1151"/>
                    <a:pt x="4127" y="743"/>
                  </a:cubicBezTo>
                  <a:cubicBezTo>
                    <a:pt x="3761" y="258"/>
                    <a:pt x="3230" y="4"/>
                    <a:pt x="2586" y="4"/>
                  </a:cubicBezTo>
                  <a:cubicBezTo>
                    <a:pt x="2581" y="4"/>
                    <a:pt x="2575" y="4"/>
                    <a:pt x="2569" y="4"/>
                  </a:cubicBezTo>
                  <a:cubicBezTo>
                    <a:pt x="2107" y="4"/>
                    <a:pt x="1656" y="148"/>
                    <a:pt x="1277" y="413"/>
                  </a:cubicBezTo>
                  <a:cubicBezTo>
                    <a:pt x="1265" y="420"/>
                    <a:pt x="1253" y="423"/>
                    <a:pt x="1240" y="423"/>
                  </a:cubicBezTo>
                  <a:cubicBezTo>
                    <a:pt x="1205" y="423"/>
                    <a:pt x="1172" y="396"/>
                    <a:pt x="1172" y="356"/>
                  </a:cubicBezTo>
                  <a:lnTo>
                    <a:pt x="1172" y="71"/>
                  </a:lnTo>
                  <a:cubicBezTo>
                    <a:pt x="1172" y="33"/>
                    <a:pt x="1140" y="1"/>
                    <a:pt x="11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47"/>
            <p:cNvSpPr/>
            <p:nvPr/>
          </p:nvSpPr>
          <p:spPr>
            <a:xfrm>
              <a:off x="3744430" y="3796534"/>
              <a:ext cx="372480" cy="353610"/>
            </a:xfrm>
            <a:custGeom>
              <a:avLst/>
              <a:gdLst/>
              <a:ahLst/>
              <a:cxnLst/>
              <a:rect l="l" t="t" r="r" b="b"/>
              <a:pathLst>
                <a:path w="14311" h="13586" extrusionOk="0">
                  <a:moveTo>
                    <a:pt x="7513" y="429"/>
                  </a:moveTo>
                  <a:cubicBezTo>
                    <a:pt x="11021" y="429"/>
                    <a:pt x="13878" y="3283"/>
                    <a:pt x="13878" y="6794"/>
                  </a:cubicBezTo>
                  <a:cubicBezTo>
                    <a:pt x="13878" y="10302"/>
                    <a:pt x="11021" y="13155"/>
                    <a:pt x="7513" y="13155"/>
                  </a:cubicBezTo>
                  <a:cubicBezTo>
                    <a:pt x="4005" y="13155"/>
                    <a:pt x="1148" y="10302"/>
                    <a:pt x="1148" y="6794"/>
                  </a:cubicBezTo>
                  <a:cubicBezTo>
                    <a:pt x="1148" y="3283"/>
                    <a:pt x="4005" y="429"/>
                    <a:pt x="7513" y="429"/>
                  </a:cubicBezTo>
                  <a:close/>
                  <a:moveTo>
                    <a:pt x="7512" y="1"/>
                  </a:moveTo>
                  <a:cubicBezTo>
                    <a:pt x="6205" y="1"/>
                    <a:pt x="4891" y="377"/>
                    <a:pt x="3741" y="1147"/>
                  </a:cubicBezTo>
                  <a:cubicBezTo>
                    <a:pt x="1046" y="2945"/>
                    <a:pt x="1" y="6400"/>
                    <a:pt x="1239" y="9391"/>
                  </a:cubicBezTo>
                  <a:cubicBezTo>
                    <a:pt x="2304" y="11966"/>
                    <a:pt x="4809" y="13586"/>
                    <a:pt x="7510" y="13586"/>
                  </a:cubicBezTo>
                  <a:cubicBezTo>
                    <a:pt x="7950" y="13586"/>
                    <a:pt x="8395" y="13543"/>
                    <a:pt x="8839" y="13454"/>
                  </a:cubicBezTo>
                  <a:cubicBezTo>
                    <a:pt x="12016" y="12821"/>
                    <a:pt x="14307" y="10035"/>
                    <a:pt x="14307" y="6794"/>
                  </a:cubicBezTo>
                  <a:cubicBezTo>
                    <a:pt x="14310" y="4989"/>
                    <a:pt x="13593" y="3261"/>
                    <a:pt x="12315" y="1991"/>
                  </a:cubicBezTo>
                  <a:cubicBezTo>
                    <a:pt x="11003" y="677"/>
                    <a:pt x="9264" y="1"/>
                    <a:pt x="7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47"/>
            <p:cNvSpPr/>
            <p:nvPr/>
          </p:nvSpPr>
          <p:spPr>
            <a:xfrm>
              <a:off x="3844974" y="3937993"/>
              <a:ext cx="48489" cy="122850"/>
            </a:xfrm>
            <a:custGeom>
              <a:avLst/>
              <a:gdLst/>
              <a:ahLst/>
              <a:cxnLst/>
              <a:rect l="l" t="t" r="r" b="b"/>
              <a:pathLst>
                <a:path w="1863" h="4720" extrusionOk="0">
                  <a:moveTo>
                    <a:pt x="1433" y="430"/>
                  </a:moveTo>
                  <a:lnTo>
                    <a:pt x="1433" y="4290"/>
                  </a:lnTo>
                  <a:lnTo>
                    <a:pt x="430" y="4290"/>
                  </a:lnTo>
                  <a:lnTo>
                    <a:pt x="430" y="430"/>
                  </a:lnTo>
                  <a:close/>
                  <a:moveTo>
                    <a:pt x="216" y="1"/>
                  </a:moveTo>
                  <a:cubicBezTo>
                    <a:pt x="99" y="1"/>
                    <a:pt x="1" y="96"/>
                    <a:pt x="1" y="216"/>
                  </a:cubicBezTo>
                  <a:lnTo>
                    <a:pt x="1" y="4505"/>
                  </a:lnTo>
                  <a:cubicBezTo>
                    <a:pt x="1" y="4624"/>
                    <a:pt x="99" y="4719"/>
                    <a:pt x="216" y="4719"/>
                  </a:cubicBezTo>
                  <a:lnTo>
                    <a:pt x="1648" y="4719"/>
                  </a:lnTo>
                  <a:cubicBezTo>
                    <a:pt x="1767" y="4719"/>
                    <a:pt x="1862" y="4624"/>
                    <a:pt x="1862" y="4505"/>
                  </a:cubicBezTo>
                  <a:lnTo>
                    <a:pt x="1862" y="216"/>
                  </a:lnTo>
                  <a:cubicBezTo>
                    <a:pt x="1862" y="96"/>
                    <a:pt x="1767" y="1"/>
                    <a:pt x="16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47"/>
            <p:cNvSpPr/>
            <p:nvPr/>
          </p:nvSpPr>
          <p:spPr>
            <a:xfrm>
              <a:off x="3828134" y="3870973"/>
              <a:ext cx="65329" cy="55881"/>
            </a:xfrm>
            <a:custGeom>
              <a:avLst/>
              <a:gdLst/>
              <a:ahLst/>
              <a:cxnLst/>
              <a:rect l="l" t="t" r="r" b="b"/>
              <a:pathLst>
                <a:path w="2510" h="2147" extrusionOk="0">
                  <a:moveTo>
                    <a:pt x="1431" y="427"/>
                  </a:moveTo>
                  <a:cubicBezTo>
                    <a:pt x="1762" y="427"/>
                    <a:pt x="2080" y="685"/>
                    <a:pt x="2080" y="1074"/>
                  </a:cubicBezTo>
                  <a:cubicBezTo>
                    <a:pt x="2080" y="1429"/>
                    <a:pt x="1791" y="1717"/>
                    <a:pt x="1436" y="1717"/>
                  </a:cubicBezTo>
                  <a:cubicBezTo>
                    <a:pt x="863" y="1717"/>
                    <a:pt x="574" y="1024"/>
                    <a:pt x="982" y="616"/>
                  </a:cubicBezTo>
                  <a:cubicBezTo>
                    <a:pt x="1113" y="486"/>
                    <a:pt x="1273" y="427"/>
                    <a:pt x="1431" y="427"/>
                  </a:cubicBezTo>
                  <a:close/>
                  <a:moveTo>
                    <a:pt x="1436" y="0"/>
                  </a:moveTo>
                  <a:cubicBezTo>
                    <a:pt x="479" y="0"/>
                    <a:pt x="1" y="1154"/>
                    <a:pt x="676" y="1830"/>
                  </a:cubicBezTo>
                  <a:cubicBezTo>
                    <a:pt x="895" y="2049"/>
                    <a:pt x="1165" y="2147"/>
                    <a:pt x="1429" y="2147"/>
                  </a:cubicBezTo>
                  <a:cubicBezTo>
                    <a:pt x="1980" y="2147"/>
                    <a:pt x="2509" y="1720"/>
                    <a:pt x="2509" y="1074"/>
                  </a:cubicBezTo>
                  <a:cubicBezTo>
                    <a:pt x="2509" y="482"/>
                    <a:pt x="2027" y="0"/>
                    <a:pt x="14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47"/>
            <p:cNvSpPr/>
            <p:nvPr/>
          </p:nvSpPr>
          <p:spPr>
            <a:xfrm>
              <a:off x="3919439" y="3937993"/>
              <a:ext cx="130346" cy="122850"/>
            </a:xfrm>
            <a:custGeom>
              <a:avLst/>
              <a:gdLst/>
              <a:ahLst/>
              <a:cxnLst/>
              <a:rect l="l" t="t" r="r" b="b"/>
              <a:pathLst>
                <a:path w="5008" h="4720" extrusionOk="0">
                  <a:moveTo>
                    <a:pt x="215" y="1"/>
                  </a:moveTo>
                  <a:cubicBezTo>
                    <a:pt x="99" y="1"/>
                    <a:pt x="0" y="96"/>
                    <a:pt x="0" y="216"/>
                  </a:cubicBezTo>
                  <a:lnTo>
                    <a:pt x="0" y="4505"/>
                  </a:lnTo>
                  <a:cubicBezTo>
                    <a:pt x="0" y="4624"/>
                    <a:pt x="99" y="4719"/>
                    <a:pt x="215" y="4719"/>
                  </a:cubicBezTo>
                  <a:lnTo>
                    <a:pt x="1647" y="4719"/>
                  </a:lnTo>
                  <a:cubicBezTo>
                    <a:pt x="1767" y="4719"/>
                    <a:pt x="1862" y="4624"/>
                    <a:pt x="1862" y="4505"/>
                  </a:cubicBezTo>
                  <a:lnTo>
                    <a:pt x="1862" y="2963"/>
                  </a:lnTo>
                  <a:cubicBezTo>
                    <a:pt x="1862" y="2460"/>
                    <a:pt x="1974" y="1859"/>
                    <a:pt x="2506" y="1859"/>
                  </a:cubicBezTo>
                  <a:cubicBezTo>
                    <a:pt x="2900" y="1859"/>
                    <a:pt x="3065" y="2193"/>
                    <a:pt x="3121" y="2573"/>
                  </a:cubicBezTo>
                  <a:cubicBezTo>
                    <a:pt x="3135" y="2678"/>
                    <a:pt x="3227" y="2756"/>
                    <a:pt x="3332" y="2756"/>
                  </a:cubicBezTo>
                  <a:cubicBezTo>
                    <a:pt x="3463" y="2752"/>
                    <a:pt x="3565" y="2636"/>
                    <a:pt x="3544" y="2506"/>
                  </a:cubicBezTo>
                  <a:cubicBezTo>
                    <a:pt x="3434" y="1816"/>
                    <a:pt x="3069" y="1429"/>
                    <a:pt x="2506" y="1429"/>
                  </a:cubicBezTo>
                  <a:cubicBezTo>
                    <a:pt x="1823" y="1429"/>
                    <a:pt x="1432" y="1989"/>
                    <a:pt x="1432" y="2963"/>
                  </a:cubicBezTo>
                  <a:lnTo>
                    <a:pt x="1432" y="4290"/>
                  </a:lnTo>
                  <a:lnTo>
                    <a:pt x="430" y="4290"/>
                  </a:lnTo>
                  <a:lnTo>
                    <a:pt x="430" y="430"/>
                  </a:lnTo>
                  <a:lnTo>
                    <a:pt x="1144" y="430"/>
                  </a:lnTo>
                  <a:lnTo>
                    <a:pt x="1144" y="712"/>
                  </a:lnTo>
                  <a:cubicBezTo>
                    <a:pt x="1144" y="778"/>
                    <a:pt x="1172" y="842"/>
                    <a:pt x="1225" y="884"/>
                  </a:cubicBezTo>
                  <a:cubicBezTo>
                    <a:pt x="1264" y="916"/>
                    <a:pt x="1311" y="932"/>
                    <a:pt x="1359" y="932"/>
                  </a:cubicBezTo>
                  <a:cubicBezTo>
                    <a:pt x="1407" y="932"/>
                    <a:pt x="1455" y="916"/>
                    <a:pt x="1496" y="884"/>
                  </a:cubicBezTo>
                  <a:cubicBezTo>
                    <a:pt x="1858" y="592"/>
                    <a:pt x="2309" y="430"/>
                    <a:pt x="2776" y="430"/>
                  </a:cubicBezTo>
                  <a:cubicBezTo>
                    <a:pt x="2781" y="430"/>
                    <a:pt x="2786" y="430"/>
                    <a:pt x="2791" y="430"/>
                  </a:cubicBezTo>
                  <a:cubicBezTo>
                    <a:pt x="4026" y="430"/>
                    <a:pt x="4578" y="1472"/>
                    <a:pt x="4578" y="2503"/>
                  </a:cubicBezTo>
                  <a:lnTo>
                    <a:pt x="4578" y="4290"/>
                  </a:lnTo>
                  <a:lnTo>
                    <a:pt x="3575" y="4290"/>
                  </a:lnTo>
                  <a:lnTo>
                    <a:pt x="3575" y="3583"/>
                  </a:lnTo>
                  <a:cubicBezTo>
                    <a:pt x="3575" y="3467"/>
                    <a:pt x="3480" y="3372"/>
                    <a:pt x="3364" y="3372"/>
                  </a:cubicBezTo>
                  <a:cubicBezTo>
                    <a:pt x="3245" y="3372"/>
                    <a:pt x="3150" y="3467"/>
                    <a:pt x="3150" y="3583"/>
                  </a:cubicBezTo>
                  <a:lnTo>
                    <a:pt x="3150" y="4505"/>
                  </a:lnTo>
                  <a:cubicBezTo>
                    <a:pt x="3150" y="4624"/>
                    <a:pt x="3245" y="4719"/>
                    <a:pt x="3364" y="4719"/>
                  </a:cubicBezTo>
                  <a:lnTo>
                    <a:pt x="4793" y="4719"/>
                  </a:lnTo>
                  <a:cubicBezTo>
                    <a:pt x="4912" y="4719"/>
                    <a:pt x="5007" y="4624"/>
                    <a:pt x="5007" y="4505"/>
                  </a:cubicBezTo>
                  <a:lnTo>
                    <a:pt x="5007" y="2503"/>
                  </a:lnTo>
                  <a:cubicBezTo>
                    <a:pt x="5007" y="1028"/>
                    <a:pt x="4096" y="1"/>
                    <a:pt x="2791" y="1"/>
                  </a:cubicBezTo>
                  <a:cubicBezTo>
                    <a:pt x="2365" y="1"/>
                    <a:pt x="1946" y="110"/>
                    <a:pt x="1573" y="314"/>
                  </a:cubicBezTo>
                  <a:lnTo>
                    <a:pt x="1573" y="216"/>
                  </a:lnTo>
                  <a:cubicBezTo>
                    <a:pt x="1573" y="96"/>
                    <a:pt x="1478" y="1"/>
                    <a:pt x="13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51" name="Google Shape;3051;p47"/>
          <p:cNvGrpSpPr/>
          <p:nvPr/>
        </p:nvGrpSpPr>
        <p:grpSpPr>
          <a:xfrm>
            <a:off x="2158237" y="2994014"/>
            <a:ext cx="347434" cy="347434"/>
            <a:chOff x="2775123" y="1408261"/>
            <a:chExt cx="3847554" cy="3847554"/>
          </a:xfrm>
        </p:grpSpPr>
        <p:sp>
          <p:nvSpPr>
            <p:cNvPr id="3052" name="Google Shape;3052;p47"/>
            <p:cNvSpPr/>
            <p:nvPr/>
          </p:nvSpPr>
          <p:spPr>
            <a:xfrm>
              <a:off x="2775123" y="1408261"/>
              <a:ext cx="3847554" cy="3847554"/>
            </a:xfrm>
            <a:custGeom>
              <a:avLst/>
              <a:gdLst/>
              <a:ahLst/>
              <a:cxnLst/>
              <a:rect l="l" t="t" r="r" b="b"/>
              <a:pathLst>
                <a:path w="208483" h="208483" extrusionOk="0">
                  <a:moveTo>
                    <a:pt x="104241" y="0"/>
                  </a:moveTo>
                  <a:cubicBezTo>
                    <a:pt x="46667" y="0"/>
                    <a:pt x="0" y="46667"/>
                    <a:pt x="0" y="104241"/>
                  </a:cubicBezTo>
                  <a:cubicBezTo>
                    <a:pt x="0" y="161816"/>
                    <a:pt x="46667" y="208483"/>
                    <a:pt x="104241" y="208483"/>
                  </a:cubicBezTo>
                  <a:cubicBezTo>
                    <a:pt x="161816" y="208483"/>
                    <a:pt x="208482" y="161816"/>
                    <a:pt x="208482" y="104241"/>
                  </a:cubicBezTo>
                  <a:cubicBezTo>
                    <a:pt x="208482" y="46667"/>
                    <a:pt x="161816" y="0"/>
                    <a:pt x="104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47"/>
            <p:cNvSpPr/>
            <p:nvPr/>
          </p:nvSpPr>
          <p:spPr>
            <a:xfrm>
              <a:off x="2887575" y="1520575"/>
              <a:ext cx="3622913" cy="3622913"/>
            </a:xfrm>
            <a:custGeom>
              <a:avLst/>
              <a:gdLst/>
              <a:ahLst/>
              <a:cxnLst/>
              <a:rect l="l" t="t" r="r" b="b"/>
              <a:pathLst>
                <a:path w="208483" h="208483" extrusionOk="0">
                  <a:moveTo>
                    <a:pt x="104241" y="0"/>
                  </a:moveTo>
                  <a:cubicBezTo>
                    <a:pt x="46667" y="0"/>
                    <a:pt x="0" y="46667"/>
                    <a:pt x="0" y="104241"/>
                  </a:cubicBezTo>
                  <a:cubicBezTo>
                    <a:pt x="0" y="161816"/>
                    <a:pt x="46667" y="208483"/>
                    <a:pt x="104241" y="208483"/>
                  </a:cubicBezTo>
                  <a:cubicBezTo>
                    <a:pt x="161816" y="208483"/>
                    <a:pt x="208482" y="161816"/>
                    <a:pt x="208482" y="104241"/>
                  </a:cubicBezTo>
                  <a:cubicBezTo>
                    <a:pt x="208482" y="46667"/>
                    <a:pt x="161816" y="0"/>
                    <a:pt x="1042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54" name="Google Shape;3054;p47"/>
            <p:cNvGrpSpPr/>
            <p:nvPr/>
          </p:nvGrpSpPr>
          <p:grpSpPr>
            <a:xfrm>
              <a:off x="3503656" y="1972170"/>
              <a:ext cx="2391038" cy="2719924"/>
              <a:chOff x="1512725" y="258500"/>
              <a:chExt cx="4570900" cy="5199625"/>
            </a:xfrm>
          </p:grpSpPr>
          <p:sp>
            <p:nvSpPr>
              <p:cNvPr id="3055" name="Google Shape;3055;p47"/>
              <p:cNvSpPr/>
              <p:nvPr/>
            </p:nvSpPr>
            <p:spPr>
              <a:xfrm>
                <a:off x="1616300" y="358975"/>
                <a:ext cx="4365375" cy="4995600"/>
              </a:xfrm>
              <a:custGeom>
                <a:avLst/>
                <a:gdLst/>
                <a:ahLst/>
                <a:cxnLst/>
                <a:rect l="l" t="t" r="r" b="b"/>
                <a:pathLst>
                  <a:path w="174615" h="199824" extrusionOk="0">
                    <a:moveTo>
                      <a:pt x="119585" y="1"/>
                    </a:moveTo>
                    <a:cubicBezTo>
                      <a:pt x="114366" y="1"/>
                      <a:pt x="106537" y="59"/>
                      <a:pt x="106537" y="59"/>
                    </a:cubicBezTo>
                    <a:lnTo>
                      <a:pt x="91858" y="59"/>
                    </a:lnTo>
                    <a:lnTo>
                      <a:pt x="91858" y="89209"/>
                    </a:lnTo>
                    <a:lnTo>
                      <a:pt x="91793" y="138041"/>
                    </a:lnTo>
                    <a:cubicBezTo>
                      <a:pt x="91793" y="151089"/>
                      <a:pt x="83279" y="162180"/>
                      <a:pt x="71438" y="166061"/>
                    </a:cubicBezTo>
                    <a:cubicBezTo>
                      <a:pt x="68466" y="167014"/>
                      <a:pt x="65290" y="167557"/>
                      <a:pt x="61932" y="167557"/>
                    </a:cubicBezTo>
                    <a:cubicBezTo>
                      <a:pt x="61494" y="167557"/>
                      <a:pt x="61053" y="167548"/>
                      <a:pt x="60608" y="167529"/>
                    </a:cubicBezTo>
                    <a:cubicBezTo>
                      <a:pt x="45114" y="166746"/>
                      <a:pt x="32620" y="154025"/>
                      <a:pt x="32425" y="138498"/>
                    </a:cubicBezTo>
                    <a:cubicBezTo>
                      <a:pt x="32196" y="121992"/>
                      <a:pt x="45571" y="108520"/>
                      <a:pt x="62109" y="108520"/>
                    </a:cubicBezTo>
                    <a:cubicBezTo>
                      <a:pt x="65371" y="108520"/>
                      <a:pt x="68502" y="109042"/>
                      <a:pt x="71438" y="110021"/>
                    </a:cubicBezTo>
                    <a:lnTo>
                      <a:pt x="71438" y="77009"/>
                    </a:lnTo>
                    <a:cubicBezTo>
                      <a:pt x="68404" y="76553"/>
                      <a:pt x="65273" y="76324"/>
                      <a:pt x="62109" y="76324"/>
                    </a:cubicBezTo>
                    <a:cubicBezTo>
                      <a:pt x="47952" y="76324"/>
                      <a:pt x="34545" y="80956"/>
                      <a:pt x="23650" y="89568"/>
                    </a:cubicBezTo>
                    <a:cubicBezTo>
                      <a:pt x="21758" y="91068"/>
                      <a:pt x="19899" y="92667"/>
                      <a:pt x="18202" y="94428"/>
                    </a:cubicBezTo>
                    <a:cubicBezTo>
                      <a:pt x="6590" y="105943"/>
                      <a:pt x="1" y="121731"/>
                      <a:pt x="66" y="138074"/>
                    </a:cubicBezTo>
                    <a:cubicBezTo>
                      <a:pt x="66" y="154547"/>
                      <a:pt x="6525" y="170041"/>
                      <a:pt x="18235" y="181719"/>
                    </a:cubicBezTo>
                    <a:cubicBezTo>
                      <a:pt x="29978" y="193364"/>
                      <a:pt x="45571" y="199823"/>
                      <a:pt x="62174" y="199823"/>
                    </a:cubicBezTo>
                    <a:cubicBezTo>
                      <a:pt x="65306" y="199823"/>
                      <a:pt x="68437" y="199562"/>
                      <a:pt x="71503" y="199138"/>
                    </a:cubicBezTo>
                    <a:cubicBezTo>
                      <a:pt x="84551" y="197181"/>
                      <a:pt x="96588" y="191179"/>
                      <a:pt x="106080" y="181719"/>
                    </a:cubicBezTo>
                    <a:cubicBezTo>
                      <a:pt x="117726" y="170106"/>
                      <a:pt x="124184" y="154710"/>
                      <a:pt x="124250" y="138335"/>
                    </a:cubicBezTo>
                    <a:lnTo>
                      <a:pt x="124054" y="65233"/>
                    </a:lnTo>
                    <a:lnTo>
                      <a:pt x="124054" y="65233"/>
                    </a:lnTo>
                    <a:cubicBezTo>
                      <a:pt x="129697" y="69539"/>
                      <a:pt x="135797" y="73127"/>
                      <a:pt x="142354" y="75900"/>
                    </a:cubicBezTo>
                    <a:cubicBezTo>
                      <a:pt x="152596" y="80239"/>
                      <a:pt x="161762" y="82424"/>
                      <a:pt x="172951" y="82424"/>
                    </a:cubicBezTo>
                    <a:lnTo>
                      <a:pt x="174615" y="81576"/>
                    </a:lnTo>
                    <a:cubicBezTo>
                      <a:pt x="174615" y="81576"/>
                      <a:pt x="174549" y="50000"/>
                      <a:pt x="174484" y="50000"/>
                    </a:cubicBezTo>
                    <a:cubicBezTo>
                      <a:pt x="146790" y="50000"/>
                      <a:pt x="124380" y="27721"/>
                      <a:pt x="124152" y="59"/>
                    </a:cubicBezTo>
                    <a:cubicBezTo>
                      <a:pt x="124152" y="15"/>
                      <a:pt x="122195" y="1"/>
                      <a:pt x="11958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Google Shape;3056;p47"/>
              <p:cNvSpPr/>
              <p:nvPr/>
            </p:nvSpPr>
            <p:spPr>
              <a:xfrm>
                <a:off x="2197750" y="2419075"/>
                <a:ext cx="229175" cy="204450"/>
              </a:xfrm>
              <a:custGeom>
                <a:avLst/>
                <a:gdLst/>
                <a:ahLst/>
                <a:cxnLst/>
                <a:rect l="l" t="t" r="r" b="b"/>
                <a:pathLst>
                  <a:path w="9167" h="8178" extrusionOk="0">
                    <a:moveTo>
                      <a:pt x="4579" y="0"/>
                    </a:moveTo>
                    <a:cubicBezTo>
                      <a:pt x="3823" y="0"/>
                      <a:pt x="3059" y="217"/>
                      <a:pt x="2382" y="673"/>
                    </a:cubicBezTo>
                    <a:cubicBezTo>
                      <a:pt x="2317" y="673"/>
                      <a:pt x="2317" y="705"/>
                      <a:pt x="2284" y="705"/>
                    </a:cubicBezTo>
                    <a:cubicBezTo>
                      <a:pt x="490" y="1912"/>
                      <a:pt x="1" y="4293"/>
                      <a:pt x="1142" y="6087"/>
                    </a:cubicBezTo>
                    <a:cubicBezTo>
                      <a:pt x="1175" y="6153"/>
                      <a:pt x="1240" y="6218"/>
                      <a:pt x="1273" y="6316"/>
                    </a:cubicBezTo>
                    <a:cubicBezTo>
                      <a:pt x="2026" y="7508"/>
                      <a:pt x="3315" y="8177"/>
                      <a:pt x="4642" y="8177"/>
                    </a:cubicBezTo>
                    <a:cubicBezTo>
                      <a:pt x="5385" y="8177"/>
                      <a:pt x="6139" y="7967"/>
                      <a:pt x="6818" y="7523"/>
                    </a:cubicBezTo>
                    <a:cubicBezTo>
                      <a:pt x="6851" y="7523"/>
                      <a:pt x="6851" y="7490"/>
                      <a:pt x="6883" y="7490"/>
                    </a:cubicBezTo>
                    <a:cubicBezTo>
                      <a:pt x="8612" y="6348"/>
                      <a:pt x="9167" y="4032"/>
                      <a:pt x="8123" y="2173"/>
                    </a:cubicBezTo>
                    <a:cubicBezTo>
                      <a:pt x="8090" y="2108"/>
                      <a:pt x="8025" y="2075"/>
                      <a:pt x="7992" y="1977"/>
                    </a:cubicBezTo>
                    <a:cubicBezTo>
                      <a:pt x="7259" y="700"/>
                      <a:pt x="5934" y="0"/>
                      <a:pt x="4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Google Shape;3057;p47"/>
              <p:cNvSpPr/>
              <p:nvPr/>
            </p:nvSpPr>
            <p:spPr>
              <a:xfrm>
                <a:off x="1512725" y="2700900"/>
                <a:ext cx="2654475" cy="2757225"/>
              </a:xfrm>
              <a:custGeom>
                <a:avLst/>
                <a:gdLst/>
                <a:ahLst/>
                <a:cxnLst/>
                <a:rect l="l" t="t" r="r" b="b"/>
                <a:pathLst>
                  <a:path w="106179" h="110289" extrusionOk="0">
                    <a:moveTo>
                      <a:pt x="19199" y="1"/>
                    </a:moveTo>
                    <a:cubicBezTo>
                      <a:pt x="18076" y="1"/>
                      <a:pt x="16954" y="466"/>
                      <a:pt x="16148" y="1404"/>
                    </a:cubicBezTo>
                    <a:cubicBezTo>
                      <a:pt x="5840" y="13310"/>
                      <a:pt x="1" y="28739"/>
                      <a:pt x="33" y="44494"/>
                    </a:cubicBezTo>
                    <a:cubicBezTo>
                      <a:pt x="33" y="62077"/>
                      <a:pt x="6916" y="78582"/>
                      <a:pt x="19442" y="91010"/>
                    </a:cubicBezTo>
                    <a:cubicBezTo>
                      <a:pt x="31968" y="103439"/>
                      <a:pt x="48572" y="110289"/>
                      <a:pt x="66252" y="110289"/>
                    </a:cubicBezTo>
                    <a:cubicBezTo>
                      <a:pt x="69546" y="110289"/>
                      <a:pt x="72939" y="110060"/>
                      <a:pt x="76201" y="109571"/>
                    </a:cubicBezTo>
                    <a:cubicBezTo>
                      <a:pt x="86248" y="108071"/>
                      <a:pt x="95675" y="104352"/>
                      <a:pt x="103895" y="98643"/>
                    </a:cubicBezTo>
                    <a:cubicBezTo>
                      <a:pt x="105983" y="97208"/>
                      <a:pt x="106179" y="94272"/>
                      <a:pt x="104417" y="92478"/>
                    </a:cubicBezTo>
                    <a:cubicBezTo>
                      <a:pt x="104384" y="92348"/>
                      <a:pt x="104384" y="92315"/>
                      <a:pt x="104352" y="92315"/>
                    </a:cubicBezTo>
                    <a:cubicBezTo>
                      <a:pt x="103555" y="91537"/>
                      <a:pt x="102517" y="91128"/>
                      <a:pt x="101470" y="91128"/>
                    </a:cubicBezTo>
                    <a:cubicBezTo>
                      <a:pt x="100673" y="91128"/>
                      <a:pt x="99870" y="91365"/>
                      <a:pt x="99165" y="91859"/>
                    </a:cubicBezTo>
                    <a:cubicBezTo>
                      <a:pt x="91956" y="96849"/>
                      <a:pt x="83769" y="100111"/>
                      <a:pt x="74994" y="101416"/>
                    </a:cubicBezTo>
                    <a:cubicBezTo>
                      <a:pt x="72091" y="101808"/>
                      <a:pt x="69155" y="102069"/>
                      <a:pt x="66252" y="102069"/>
                    </a:cubicBezTo>
                    <a:cubicBezTo>
                      <a:pt x="50757" y="102069"/>
                      <a:pt x="36176" y="96066"/>
                      <a:pt x="25216" y="85171"/>
                    </a:cubicBezTo>
                    <a:cubicBezTo>
                      <a:pt x="14256" y="74309"/>
                      <a:pt x="8221" y="59826"/>
                      <a:pt x="8188" y="44462"/>
                    </a:cubicBezTo>
                    <a:cubicBezTo>
                      <a:pt x="8188" y="30664"/>
                      <a:pt x="13277" y="17126"/>
                      <a:pt x="22313" y="6721"/>
                    </a:cubicBezTo>
                    <a:cubicBezTo>
                      <a:pt x="23650" y="5188"/>
                      <a:pt x="23650" y="2904"/>
                      <a:pt x="22248" y="1404"/>
                    </a:cubicBezTo>
                    <a:lnTo>
                      <a:pt x="22215" y="1338"/>
                    </a:lnTo>
                    <a:cubicBezTo>
                      <a:pt x="21407" y="449"/>
                      <a:pt x="20302" y="1"/>
                      <a:pt x="191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Google Shape;3058;p47"/>
              <p:cNvSpPr/>
              <p:nvPr/>
            </p:nvSpPr>
            <p:spPr>
              <a:xfrm>
                <a:off x="4254425" y="4678500"/>
                <a:ext cx="238150" cy="212225"/>
              </a:xfrm>
              <a:custGeom>
                <a:avLst/>
                <a:gdLst/>
                <a:ahLst/>
                <a:cxnLst/>
                <a:rect l="l" t="t" r="r" b="b"/>
                <a:pathLst>
                  <a:path w="9526" h="8489" extrusionOk="0">
                    <a:moveTo>
                      <a:pt x="4871" y="1"/>
                    </a:moveTo>
                    <a:cubicBezTo>
                      <a:pt x="3710" y="1"/>
                      <a:pt x="2556" y="505"/>
                      <a:pt x="1762" y="1468"/>
                    </a:cubicBezTo>
                    <a:cubicBezTo>
                      <a:pt x="1632" y="1599"/>
                      <a:pt x="1567" y="1729"/>
                      <a:pt x="1436" y="1892"/>
                    </a:cubicBezTo>
                    <a:cubicBezTo>
                      <a:pt x="1" y="3588"/>
                      <a:pt x="294" y="6165"/>
                      <a:pt x="2056" y="7535"/>
                    </a:cubicBezTo>
                    <a:cubicBezTo>
                      <a:pt x="2089" y="7601"/>
                      <a:pt x="2121" y="7633"/>
                      <a:pt x="2186" y="7633"/>
                    </a:cubicBezTo>
                    <a:cubicBezTo>
                      <a:pt x="2903" y="8212"/>
                      <a:pt x="3766" y="8488"/>
                      <a:pt x="4627" y="8488"/>
                    </a:cubicBezTo>
                    <a:cubicBezTo>
                      <a:pt x="5802" y="8488"/>
                      <a:pt x="6974" y="7974"/>
                      <a:pt x="7764" y="7013"/>
                    </a:cubicBezTo>
                    <a:cubicBezTo>
                      <a:pt x="7895" y="6883"/>
                      <a:pt x="7960" y="6752"/>
                      <a:pt x="8091" y="6589"/>
                    </a:cubicBezTo>
                    <a:cubicBezTo>
                      <a:pt x="9526" y="4828"/>
                      <a:pt x="9200" y="2186"/>
                      <a:pt x="7340" y="848"/>
                    </a:cubicBezTo>
                    <a:cubicBezTo>
                      <a:pt x="7340" y="848"/>
                      <a:pt x="7308" y="816"/>
                      <a:pt x="7275" y="816"/>
                    </a:cubicBezTo>
                    <a:cubicBezTo>
                      <a:pt x="6561" y="267"/>
                      <a:pt x="5715" y="1"/>
                      <a:pt x="48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Google Shape;3059;p47"/>
              <p:cNvSpPr/>
              <p:nvPr/>
            </p:nvSpPr>
            <p:spPr>
              <a:xfrm>
                <a:off x="2323325" y="258500"/>
                <a:ext cx="3760300" cy="4390225"/>
              </a:xfrm>
              <a:custGeom>
                <a:avLst/>
                <a:gdLst/>
                <a:ahLst/>
                <a:cxnLst/>
                <a:rect l="l" t="t" r="r" b="b"/>
                <a:pathLst>
                  <a:path w="150412" h="175609" extrusionOk="0">
                    <a:moveTo>
                      <a:pt x="63610" y="0"/>
                    </a:moveTo>
                    <a:cubicBezTo>
                      <a:pt x="61359" y="0"/>
                      <a:pt x="59532" y="1827"/>
                      <a:pt x="59532" y="4078"/>
                    </a:cubicBezTo>
                    <a:lnTo>
                      <a:pt x="59532" y="93228"/>
                    </a:lnTo>
                    <a:lnTo>
                      <a:pt x="59467" y="142060"/>
                    </a:lnTo>
                    <a:cubicBezTo>
                      <a:pt x="59467" y="153020"/>
                      <a:pt x="52421" y="162741"/>
                      <a:pt x="41950" y="166199"/>
                    </a:cubicBezTo>
                    <a:cubicBezTo>
                      <a:pt x="39320" y="167047"/>
                      <a:pt x="36616" y="167503"/>
                      <a:pt x="33881" y="167503"/>
                    </a:cubicBezTo>
                    <a:cubicBezTo>
                      <a:pt x="33462" y="167503"/>
                      <a:pt x="33042" y="167493"/>
                      <a:pt x="32621" y="167471"/>
                    </a:cubicBezTo>
                    <a:cubicBezTo>
                      <a:pt x="19181" y="166818"/>
                      <a:pt x="8515" y="155793"/>
                      <a:pt x="8319" y="142419"/>
                    </a:cubicBezTo>
                    <a:cubicBezTo>
                      <a:pt x="8221" y="135569"/>
                      <a:pt x="10798" y="129143"/>
                      <a:pt x="15593" y="124250"/>
                    </a:cubicBezTo>
                    <a:cubicBezTo>
                      <a:pt x="20454" y="119291"/>
                      <a:pt x="26978" y="116584"/>
                      <a:pt x="33926" y="116584"/>
                    </a:cubicBezTo>
                    <a:cubicBezTo>
                      <a:pt x="36633" y="116584"/>
                      <a:pt x="39373" y="117041"/>
                      <a:pt x="41983" y="117889"/>
                    </a:cubicBezTo>
                    <a:cubicBezTo>
                      <a:pt x="42399" y="118019"/>
                      <a:pt x="42825" y="118082"/>
                      <a:pt x="43246" y="118082"/>
                    </a:cubicBezTo>
                    <a:cubicBezTo>
                      <a:pt x="44409" y="118082"/>
                      <a:pt x="45540" y="117600"/>
                      <a:pt x="46354" y="116714"/>
                    </a:cubicBezTo>
                    <a:cubicBezTo>
                      <a:pt x="47006" y="115931"/>
                      <a:pt x="47332" y="114920"/>
                      <a:pt x="47332" y="113909"/>
                    </a:cubicBezTo>
                    <a:lnTo>
                      <a:pt x="47332" y="81028"/>
                    </a:lnTo>
                    <a:cubicBezTo>
                      <a:pt x="47332" y="79038"/>
                      <a:pt x="45865" y="77277"/>
                      <a:pt x="43875" y="76983"/>
                    </a:cubicBezTo>
                    <a:cubicBezTo>
                      <a:pt x="40547" y="76494"/>
                      <a:pt x="37220" y="76233"/>
                      <a:pt x="33926" y="76233"/>
                    </a:cubicBezTo>
                    <a:cubicBezTo>
                      <a:pt x="26651" y="76233"/>
                      <a:pt x="19638" y="77407"/>
                      <a:pt x="12984" y="79593"/>
                    </a:cubicBezTo>
                    <a:cubicBezTo>
                      <a:pt x="10831" y="80311"/>
                      <a:pt x="9820" y="82724"/>
                      <a:pt x="10831" y="84780"/>
                    </a:cubicBezTo>
                    <a:lnTo>
                      <a:pt x="10831" y="84812"/>
                    </a:lnTo>
                    <a:cubicBezTo>
                      <a:pt x="10961" y="85008"/>
                      <a:pt x="11092" y="85269"/>
                      <a:pt x="11157" y="85465"/>
                    </a:cubicBezTo>
                    <a:cubicBezTo>
                      <a:pt x="11790" y="86730"/>
                      <a:pt x="13091" y="87485"/>
                      <a:pt x="14435" y="87485"/>
                    </a:cubicBezTo>
                    <a:cubicBezTo>
                      <a:pt x="14823" y="87485"/>
                      <a:pt x="15214" y="87423"/>
                      <a:pt x="15593" y="87291"/>
                    </a:cubicBezTo>
                    <a:cubicBezTo>
                      <a:pt x="21400" y="85367"/>
                      <a:pt x="27565" y="84388"/>
                      <a:pt x="33860" y="84388"/>
                    </a:cubicBezTo>
                    <a:cubicBezTo>
                      <a:pt x="35622" y="84388"/>
                      <a:pt x="37383" y="84486"/>
                      <a:pt x="39145" y="84649"/>
                    </a:cubicBezTo>
                    <a:lnTo>
                      <a:pt x="39145" y="108853"/>
                    </a:lnTo>
                    <a:cubicBezTo>
                      <a:pt x="37383" y="108592"/>
                      <a:pt x="35622" y="108462"/>
                      <a:pt x="33860" y="108462"/>
                    </a:cubicBezTo>
                    <a:cubicBezTo>
                      <a:pt x="24727" y="108462"/>
                      <a:pt x="16180" y="112050"/>
                      <a:pt x="9787" y="118541"/>
                    </a:cubicBezTo>
                    <a:cubicBezTo>
                      <a:pt x="3426" y="124967"/>
                      <a:pt x="1" y="133481"/>
                      <a:pt x="99" y="142549"/>
                    </a:cubicBezTo>
                    <a:cubicBezTo>
                      <a:pt x="360" y="160197"/>
                      <a:pt x="14452" y="174712"/>
                      <a:pt x="32164" y="175561"/>
                    </a:cubicBezTo>
                    <a:cubicBezTo>
                      <a:pt x="32758" y="175593"/>
                      <a:pt x="33351" y="175609"/>
                      <a:pt x="33941" y="175609"/>
                    </a:cubicBezTo>
                    <a:cubicBezTo>
                      <a:pt x="37530" y="175609"/>
                      <a:pt x="41044" y="175018"/>
                      <a:pt x="44462" y="173897"/>
                    </a:cubicBezTo>
                    <a:cubicBezTo>
                      <a:pt x="58325" y="169330"/>
                      <a:pt x="67622" y="156543"/>
                      <a:pt x="67622" y="142027"/>
                    </a:cubicBezTo>
                    <a:lnTo>
                      <a:pt x="67687" y="93163"/>
                    </a:lnTo>
                    <a:lnTo>
                      <a:pt x="67687" y="8155"/>
                    </a:lnTo>
                    <a:lnTo>
                      <a:pt x="78321" y="8155"/>
                    </a:lnTo>
                    <a:cubicBezTo>
                      <a:pt x="81697" y="8133"/>
                      <a:pt x="85305" y="8095"/>
                      <a:pt x="88344" y="8095"/>
                    </a:cubicBezTo>
                    <a:cubicBezTo>
                      <a:pt x="89709" y="8095"/>
                      <a:pt x="90960" y="8103"/>
                      <a:pt x="92022" y="8123"/>
                    </a:cubicBezTo>
                    <a:cubicBezTo>
                      <a:pt x="93098" y="21073"/>
                      <a:pt x="98643" y="33110"/>
                      <a:pt x="107973" y="42374"/>
                    </a:cubicBezTo>
                    <a:cubicBezTo>
                      <a:pt x="117269" y="51573"/>
                      <a:pt x="129339" y="57053"/>
                      <a:pt x="142256" y="58031"/>
                    </a:cubicBezTo>
                    <a:cubicBezTo>
                      <a:pt x="142256" y="64131"/>
                      <a:pt x="142289" y="76005"/>
                      <a:pt x="142354" y="82333"/>
                    </a:cubicBezTo>
                    <a:cubicBezTo>
                      <a:pt x="133155" y="81876"/>
                      <a:pt x="124250" y="79821"/>
                      <a:pt x="115769" y="76233"/>
                    </a:cubicBezTo>
                    <a:cubicBezTo>
                      <a:pt x="109506" y="73624"/>
                      <a:pt x="103700" y="70198"/>
                      <a:pt x="98350" y="66088"/>
                    </a:cubicBezTo>
                    <a:cubicBezTo>
                      <a:pt x="97610" y="65524"/>
                      <a:pt x="96719" y="65238"/>
                      <a:pt x="95830" y="65238"/>
                    </a:cubicBezTo>
                    <a:cubicBezTo>
                      <a:pt x="95229" y="65238"/>
                      <a:pt x="94629" y="65369"/>
                      <a:pt x="94077" y="65632"/>
                    </a:cubicBezTo>
                    <a:cubicBezTo>
                      <a:pt x="92674" y="66284"/>
                      <a:pt x="91793" y="67752"/>
                      <a:pt x="91793" y="69318"/>
                    </a:cubicBezTo>
                    <a:lnTo>
                      <a:pt x="91956" y="142354"/>
                    </a:lnTo>
                    <a:cubicBezTo>
                      <a:pt x="91891" y="150443"/>
                      <a:pt x="90195" y="158272"/>
                      <a:pt x="86966" y="165514"/>
                    </a:cubicBezTo>
                    <a:cubicBezTo>
                      <a:pt x="86150" y="167308"/>
                      <a:pt x="86802" y="169428"/>
                      <a:pt x="88433" y="170472"/>
                    </a:cubicBezTo>
                    <a:cubicBezTo>
                      <a:pt x="88466" y="170472"/>
                      <a:pt x="88466" y="170505"/>
                      <a:pt x="88531" y="170505"/>
                    </a:cubicBezTo>
                    <a:cubicBezTo>
                      <a:pt x="89214" y="170960"/>
                      <a:pt x="89984" y="171174"/>
                      <a:pt x="90744" y="171174"/>
                    </a:cubicBezTo>
                    <a:cubicBezTo>
                      <a:pt x="92271" y="171174"/>
                      <a:pt x="93760" y="170311"/>
                      <a:pt x="94436" y="168808"/>
                    </a:cubicBezTo>
                    <a:cubicBezTo>
                      <a:pt x="98089" y="160555"/>
                      <a:pt x="100046" y="151650"/>
                      <a:pt x="100111" y="142354"/>
                    </a:cubicBezTo>
                    <a:lnTo>
                      <a:pt x="99850" y="77049"/>
                    </a:lnTo>
                    <a:lnTo>
                      <a:pt x="99850" y="77049"/>
                    </a:lnTo>
                    <a:cubicBezTo>
                      <a:pt x="103895" y="79593"/>
                      <a:pt x="108071" y="81844"/>
                      <a:pt x="112474" y="83670"/>
                    </a:cubicBezTo>
                    <a:cubicBezTo>
                      <a:pt x="123206" y="88205"/>
                      <a:pt x="134591" y="90521"/>
                      <a:pt x="146301" y="90521"/>
                    </a:cubicBezTo>
                    <a:cubicBezTo>
                      <a:pt x="147410" y="90521"/>
                      <a:pt x="148454" y="90097"/>
                      <a:pt x="149237" y="89346"/>
                    </a:cubicBezTo>
                    <a:cubicBezTo>
                      <a:pt x="149987" y="88563"/>
                      <a:pt x="150411" y="87552"/>
                      <a:pt x="150411" y="86443"/>
                    </a:cubicBezTo>
                    <a:lnTo>
                      <a:pt x="150379" y="70231"/>
                    </a:lnTo>
                    <a:lnTo>
                      <a:pt x="150313" y="54345"/>
                    </a:lnTo>
                    <a:cubicBezTo>
                      <a:pt x="150281" y="49974"/>
                      <a:pt x="146301" y="49942"/>
                      <a:pt x="146236" y="49942"/>
                    </a:cubicBezTo>
                    <a:cubicBezTo>
                      <a:pt x="120955" y="49942"/>
                      <a:pt x="100177" y="29358"/>
                      <a:pt x="99981" y="4045"/>
                    </a:cubicBezTo>
                    <a:cubicBezTo>
                      <a:pt x="99981" y="2121"/>
                      <a:pt x="98546" y="131"/>
                      <a:pt x="959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60" name="Google Shape;3060;p47"/>
            <p:cNvSpPr/>
            <p:nvPr/>
          </p:nvSpPr>
          <p:spPr>
            <a:xfrm>
              <a:off x="4465397" y="1520575"/>
              <a:ext cx="2111987" cy="3622915"/>
            </a:xfrm>
            <a:custGeom>
              <a:avLst/>
              <a:gdLst/>
              <a:ahLst/>
              <a:cxnLst/>
              <a:rect l="l" t="t" r="r" b="b"/>
              <a:pathLst>
                <a:path w="7672" h="13160" extrusionOk="0">
                  <a:moveTo>
                    <a:pt x="859" y="1"/>
                  </a:moveTo>
                  <a:cubicBezTo>
                    <a:pt x="574" y="1"/>
                    <a:pt x="286" y="18"/>
                    <a:pt x="1" y="57"/>
                  </a:cubicBezTo>
                  <a:cubicBezTo>
                    <a:pt x="3277" y="486"/>
                    <a:pt x="5725" y="3276"/>
                    <a:pt x="5725" y="6580"/>
                  </a:cubicBezTo>
                  <a:cubicBezTo>
                    <a:pt x="5725" y="9880"/>
                    <a:pt x="3277" y="12670"/>
                    <a:pt x="1" y="13103"/>
                  </a:cubicBezTo>
                  <a:cubicBezTo>
                    <a:pt x="291" y="13141"/>
                    <a:pt x="580" y="13160"/>
                    <a:pt x="864" y="13160"/>
                  </a:cubicBezTo>
                  <a:cubicBezTo>
                    <a:pt x="4278" y="13160"/>
                    <a:pt x="7194" y="10510"/>
                    <a:pt x="7421" y="7009"/>
                  </a:cubicBezTo>
                  <a:cubicBezTo>
                    <a:pt x="7671" y="3216"/>
                    <a:pt x="4663" y="4"/>
                    <a:pt x="859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1" name="Google Shape;3061;p47"/>
          <p:cNvGrpSpPr/>
          <p:nvPr/>
        </p:nvGrpSpPr>
        <p:grpSpPr>
          <a:xfrm>
            <a:off x="4561501" y="444939"/>
            <a:ext cx="662219" cy="1457204"/>
            <a:chOff x="379822" y="287364"/>
            <a:chExt cx="662219" cy="1457204"/>
          </a:xfrm>
        </p:grpSpPr>
        <p:grpSp>
          <p:nvGrpSpPr>
            <p:cNvPr id="3062" name="Google Shape;3062;p47"/>
            <p:cNvGrpSpPr/>
            <p:nvPr/>
          </p:nvGrpSpPr>
          <p:grpSpPr>
            <a:xfrm>
              <a:off x="379822" y="1588377"/>
              <a:ext cx="170569" cy="156192"/>
              <a:chOff x="5117325" y="2664025"/>
              <a:chExt cx="110925" cy="101575"/>
            </a:xfrm>
          </p:grpSpPr>
          <p:sp>
            <p:nvSpPr>
              <p:cNvPr id="3063" name="Google Shape;3063;p4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Google Shape;3064;p4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Google Shape;3065;p4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Google Shape;3066;p4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67" name="Google Shape;3067;p47"/>
            <p:cNvGrpSpPr/>
            <p:nvPr/>
          </p:nvGrpSpPr>
          <p:grpSpPr>
            <a:xfrm>
              <a:off x="871472" y="287364"/>
              <a:ext cx="170569" cy="156192"/>
              <a:chOff x="5117325" y="2664025"/>
              <a:chExt cx="110925" cy="101575"/>
            </a:xfrm>
          </p:grpSpPr>
          <p:sp>
            <p:nvSpPr>
              <p:cNvPr id="3068" name="Google Shape;3068;p4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Google Shape;3069;p4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Google Shape;3070;p4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Google Shape;3071;p4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72" name="Google Shape;3072;p47"/>
            <p:cNvSpPr/>
            <p:nvPr/>
          </p:nvSpPr>
          <p:spPr>
            <a:xfrm>
              <a:off x="388175" y="743594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73" name="Google Shape;3073;p47"/>
          <p:cNvGrpSpPr/>
          <p:nvPr/>
        </p:nvGrpSpPr>
        <p:grpSpPr>
          <a:xfrm>
            <a:off x="842275" y="1668988"/>
            <a:ext cx="2277457" cy="21075"/>
            <a:chOff x="775500" y="3265438"/>
            <a:chExt cx="2277457" cy="21075"/>
          </a:xfrm>
        </p:grpSpPr>
        <p:sp>
          <p:nvSpPr>
            <p:cNvPr id="3074" name="Google Shape;3074;p47"/>
            <p:cNvSpPr/>
            <p:nvPr/>
          </p:nvSpPr>
          <p:spPr>
            <a:xfrm>
              <a:off x="775500" y="3265438"/>
              <a:ext cx="2165006" cy="21075"/>
            </a:xfrm>
            <a:custGeom>
              <a:avLst/>
              <a:gdLst/>
              <a:ahLst/>
              <a:cxnLst/>
              <a:rect l="l" t="t" r="r" b="b"/>
              <a:pathLst>
                <a:path w="7079" h="514" extrusionOk="0">
                  <a:moveTo>
                    <a:pt x="6861" y="513"/>
                  </a:moveTo>
                  <a:cubicBezTo>
                    <a:pt x="5304" y="454"/>
                    <a:pt x="3727" y="434"/>
                    <a:pt x="2150" y="454"/>
                  </a:cubicBezTo>
                  <a:cubicBezTo>
                    <a:pt x="1519" y="434"/>
                    <a:pt x="888" y="513"/>
                    <a:pt x="257" y="434"/>
                  </a:cubicBezTo>
                  <a:cubicBezTo>
                    <a:pt x="1" y="355"/>
                    <a:pt x="119" y="1"/>
                    <a:pt x="395" y="79"/>
                  </a:cubicBezTo>
                  <a:cubicBezTo>
                    <a:pt x="1341" y="139"/>
                    <a:pt x="2268" y="60"/>
                    <a:pt x="3214" y="79"/>
                  </a:cubicBezTo>
                  <a:cubicBezTo>
                    <a:pt x="4082" y="79"/>
                    <a:pt x="4929" y="99"/>
                    <a:pt x="5777" y="119"/>
                  </a:cubicBezTo>
                  <a:cubicBezTo>
                    <a:pt x="6152" y="119"/>
                    <a:pt x="6526" y="139"/>
                    <a:pt x="6901" y="139"/>
                  </a:cubicBezTo>
                  <a:cubicBezTo>
                    <a:pt x="6999" y="158"/>
                    <a:pt x="7078" y="257"/>
                    <a:pt x="7059" y="355"/>
                  </a:cubicBezTo>
                  <a:cubicBezTo>
                    <a:pt x="7059" y="454"/>
                    <a:pt x="6960" y="513"/>
                    <a:pt x="6861" y="5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47"/>
            <p:cNvSpPr/>
            <p:nvPr/>
          </p:nvSpPr>
          <p:spPr>
            <a:xfrm>
              <a:off x="2993981" y="3266276"/>
              <a:ext cx="58975" cy="19413"/>
            </a:xfrm>
            <a:custGeom>
              <a:avLst/>
              <a:gdLst/>
              <a:ahLst/>
              <a:cxnLst/>
              <a:rect l="l" t="t" r="r" b="b"/>
              <a:pathLst>
                <a:path w="1440" h="474" extrusionOk="0">
                  <a:moveTo>
                    <a:pt x="1223" y="473"/>
                  </a:moveTo>
                  <a:cubicBezTo>
                    <a:pt x="887" y="454"/>
                    <a:pt x="552" y="454"/>
                    <a:pt x="217" y="414"/>
                  </a:cubicBezTo>
                  <a:cubicBezTo>
                    <a:pt x="0" y="355"/>
                    <a:pt x="59" y="0"/>
                    <a:pt x="296" y="59"/>
                  </a:cubicBezTo>
                  <a:cubicBezTo>
                    <a:pt x="611" y="99"/>
                    <a:pt x="947" y="99"/>
                    <a:pt x="1262" y="118"/>
                  </a:cubicBezTo>
                  <a:cubicBezTo>
                    <a:pt x="1361" y="118"/>
                    <a:pt x="1439" y="217"/>
                    <a:pt x="1420" y="296"/>
                  </a:cubicBezTo>
                  <a:cubicBezTo>
                    <a:pt x="1420" y="414"/>
                    <a:pt x="1321" y="473"/>
                    <a:pt x="1223" y="4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Racial Tolerance Minitheme by Slidesgo">
  <a:themeElements>
    <a:clrScheme name="Simple Light">
      <a:dk1>
        <a:srgbClr val="572A26"/>
      </a:dk1>
      <a:lt1>
        <a:srgbClr val="D0574F"/>
      </a:lt1>
      <a:dk2>
        <a:srgbClr val="F5E9E2"/>
      </a:dk2>
      <a:lt2>
        <a:srgbClr val="FFFFFF"/>
      </a:lt2>
      <a:accent1>
        <a:srgbClr val="EE918C"/>
      </a:accent1>
      <a:accent2>
        <a:srgbClr val="EE8F33"/>
      </a:accent2>
      <a:accent3>
        <a:srgbClr val="FFC353"/>
      </a:accent3>
      <a:accent4>
        <a:srgbClr val="AFAE5C"/>
      </a:accent4>
      <a:accent5>
        <a:srgbClr val="68C0CC"/>
      </a:accent5>
      <a:accent6>
        <a:srgbClr val="B282DD"/>
      </a:accent6>
      <a:hlink>
        <a:srgbClr val="572A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745</Words>
  <Application>Microsoft Office PowerPoint</Application>
  <PresentationFormat>Экран (16:9)</PresentationFormat>
  <Paragraphs>143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Fredoka One</vt:lpstr>
      <vt:lpstr>Assistant</vt:lpstr>
      <vt:lpstr>Cairo</vt:lpstr>
      <vt:lpstr>Arial</vt:lpstr>
      <vt:lpstr>Racial Tolerance Minitheme by Slidesgo</vt:lpstr>
      <vt:lpstr>Minitema sobre TOLERANCIA RACIAL </vt:lpstr>
      <vt:lpstr>CONTENIDO DE ESTA PLANTILLA</vt:lpstr>
      <vt:lpstr>01</vt:lpstr>
      <vt:lpstr>INTRODUCCIÓN</vt:lpstr>
      <vt:lpstr>NOMBRE DE LA SECCIÓN  </vt:lpstr>
      <vt:lpstr>EL TÍTULO DE LA DIAPOSITIVA</vt:lpstr>
      <vt:lpstr>DOS COLUMNAS</vt:lpstr>
      <vt:lpstr>TRES COLUMNAS</vt:lpstr>
      <vt:lpstr>SEIS COLUMNAS</vt:lpstr>
      <vt:lpstr>PALABRAS ASOMBROSAS  </vt:lpstr>
      <vt:lpstr>DEMOSTRACIÓN DEL PRODUCTO</vt:lpstr>
      <vt:lpstr>ESTE ES UN MAPA</vt:lpstr>
      <vt:lpstr>NUESTRA HISTORIA</vt:lpstr>
      <vt:lpstr>PUEDES USAR UNA INFOGRAFÍA</vt:lpstr>
      <vt:lpstr>ESTO ES UNA TABLA</vt:lpstr>
      <vt:lpstr>ESTE ES UN GRÁFICO</vt:lpstr>
      <vt:lpstr>333 000,000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Minitema sobre TOLERANCIA RACIAL </dc:title>
  <cp:lastModifiedBy>я</cp:lastModifiedBy>
  <cp:revision>1</cp:revision>
  <dcterms:modified xsi:type="dcterms:W3CDTF">2026-02-19T08:21:39Z</dcterms:modified>
</cp:coreProperties>
</file>